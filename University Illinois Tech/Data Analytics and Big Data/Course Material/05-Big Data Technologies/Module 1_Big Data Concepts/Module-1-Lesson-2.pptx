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15"/>
  </p:notesMasterIdLst>
  <p:sldIdLst>
    <p:sldId id="517" r:id="rId5"/>
    <p:sldId id="282" r:id="rId6"/>
    <p:sldId id="284" r:id="rId7"/>
    <p:sldId id="286" r:id="rId8"/>
    <p:sldId id="539" r:id="rId9"/>
    <p:sldId id="572" r:id="rId10"/>
    <p:sldId id="283" r:id="rId11"/>
    <p:sldId id="288" r:id="rId12"/>
    <p:sldId id="285" r:id="rId13"/>
    <p:sldId id="538" r:id="rId14"/>
  </p:sldIdLst>
  <p:sldSz cx="18288000" cy="10287000"/>
  <p:notesSz cx="6858000" cy="9144000"/>
  <p:custDataLst>
    <p:tags r:id="rId16"/>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4F6C"/>
    <a:srgbClr val="969696"/>
    <a:srgbClr val="E98D0A"/>
    <a:srgbClr val="C50724"/>
    <a:srgbClr val="0070C0"/>
    <a:srgbClr val="1770C0"/>
    <a:srgbClr val="BD0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C32224-5F6B-A9FD-08FC-F0FFE73CBAF8}" v="67" dt="2024-07-03T18:08:16.6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3240"/>
        <p:guide pos="57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dy Tseng" userId="b031a71b-ea40-479f-9c0f-e713aa008bfa" providerId="ADAL" clId="{26D2685A-0583-4F37-AEFF-5198BB1A1E73}"/>
    <pc:docChg chg="undo custSel modSld">
      <pc:chgData name="Judy Tseng" userId="b031a71b-ea40-479f-9c0f-e713aa008bfa" providerId="ADAL" clId="{26D2685A-0583-4F37-AEFF-5198BB1A1E73}" dt="2024-03-27T16:24:00.492" v="25" actId="962"/>
      <pc:docMkLst>
        <pc:docMk/>
      </pc:docMkLst>
      <pc:sldChg chg="modSp mod">
        <pc:chgData name="Judy Tseng" userId="b031a71b-ea40-479f-9c0f-e713aa008bfa" providerId="ADAL" clId="{26D2685A-0583-4F37-AEFF-5198BB1A1E73}" dt="2024-03-27T16:23:27.398" v="18" actId="962"/>
        <pc:sldMkLst>
          <pc:docMk/>
          <pc:sldMk cId="3939996970" sldId="282"/>
        </pc:sldMkLst>
        <pc:spChg chg="mod">
          <ac:chgData name="Judy Tseng" userId="b031a71b-ea40-479f-9c0f-e713aa008bfa" providerId="ADAL" clId="{26D2685A-0583-4F37-AEFF-5198BB1A1E73}" dt="2024-03-27T16:23:27.398" v="18" actId="962"/>
          <ac:spMkLst>
            <pc:docMk/>
            <pc:sldMk cId="3939996970" sldId="282"/>
            <ac:spMk id="3" creationId="{F0198E06-907F-EDB8-3165-65181847C7FE}"/>
          </ac:spMkLst>
        </pc:spChg>
        <pc:spChg chg="mod">
          <ac:chgData name="Judy Tseng" userId="b031a71b-ea40-479f-9c0f-e713aa008bfa" providerId="ADAL" clId="{26D2685A-0583-4F37-AEFF-5198BB1A1E73}" dt="2024-03-27T16:20:56.633" v="0" actId="207"/>
          <ac:spMkLst>
            <pc:docMk/>
            <pc:sldMk cId="3939996970" sldId="282"/>
            <ac:spMk id="5" creationId="{3ED4DE36-52C0-CB95-BACC-337A00B1A90C}"/>
          </ac:spMkLst>
        </pc:spChg>
        <pc:spChg chg="mod">
          <ac:chgData name="Judy Tseng" userId="b031a71b-ea40-479f-9c0f-e713aa008bfa" providerId="ADAL" clId="{26D2685A-0583-4F37-AEFF-5198BB1A1E73}" dt="2024-03-27T16:20:58.351" v="1" actId="207"/>
          <ac:spMkLst>
            <pc:docMk/>
            <pc:sldMk cId="3939996970" sldId="282"/>
            <ac:spMk id="6" creationId="{D7AAFCEC-8CFD-2586-37E2-FB68E05134D6}"/>
          </ac:spMkLst>
        </pc:spChg>
        <pc:spChg chg="mod">
          <ac:chgData name="Judy Tseng" userId="b031a71b-ea40-479f-9c0f-e713aa008bfa" providerId="ADAL" clId="{26D2685A-0583-4F37-AEFF-5198BB1A1E73}" dt="2024-03-27T16:23:23.694" v="16" actId="962"/>
          <ac:spMkLst>
            <pc:docMk/>
            <pc:sldMk cId="3939996970" sldId="282"/>
            <ac:spMk id="8" creationId="{AE65C159-5C92-BCA3-41C6-866AA4775CF5}"/>
          </ac:spMkLst>
        </pc:spChg>
        <pc:spChg chg="mod">
          <ac:chgData name="Judy Tseng" userId="b031a71b-ea40-479f-9c0f-e713aa008bfa" providerId="ADAL" clId="{26D2685A-0583-4F37-AEFF-5198BB1A1E73}" dt="2024-03-27T16:23:25.356" v="17" actId="962"/>
          <ac:spMkLst>
            <pc:docMk/>
            <pc:sldMk cId="3939996970" sldId="282"/>
            <ac:spMk id="9" creationId="{E4BC379E-337C-E555-73C1-C466E42489C1}"/>
          </ac:spMkLst>
        </pc:spChg>
      </pc:sldChg>
      <pc:sldChg chg="modSp mod">
        <pc:chgData name="Judy Tseng" userId="b031a71b-ea40-479f-9c0f-e713aa008bfa" providerId="ADAL" clId="{26D2685A-0583-4F37-AEFF-5198BB1A1E73}" dt="2024-03-27T16:24:00.492" v="25" actId="962"/>
        <pc:sldMkLst>
          <pc:docMk/>
          <pc:sldMk cId="908454420" sldId="283"/>
        </pc:sldMkLst>
        <pc:spChg chg="mod">
          <ac:chgData name="Judy Tseng" userId="b031a71b-ea40-479f-9c0f-e713aa008bfa" providerId="ADAL" clId="{26D2685A-0583-4F37-AEFF-5198BB1A1E73}" dt="2024-03-27T16:24:00.492" v="25" actId="962"/>
          <ac:spMkLst>
            <pc:docMk/>
            <pc:sldMk cId="908454420" sldId="283"/>
            <ac:spMk id="5" creationId="{9F008847-50B2-0B39-3570-82B64EC41249}"/>
          </ac:spMkLst>
        </pc:spChg>
      </pc:sldChg>
      <pc:sldChg chg="addSp delSp modSp mod">
        <pc:chgData name="Judy Tseng" userId="b031a71b-ea40-479f-9c0f-e713aa008bfa" providerId="ADAL" clId="{26D2685A-0583-4F37-AEFF-5198BB1A1E73}" dt="2024-03-27T16:23:42.698" v="21" actId="962"/>
        <pc:sldMkLst>
          <pc:docMk/>
          <pc:sldMk cId="1404396956" sldId="284"/>
        </pc:sldMkLst>
        <pc:spChg chg="mod">
          <ac:chgData name="Judy Tseng" userId="b031a71b-ea40-479f-9c0f-e713aa008bfa" providerId="ADAL" clId="{26D2685A-0583-4F37-AEFF-5198BB1A1E73}" dt="2024-03-27T16:23:42.698" v="21" actId="962"/>
          <ac:spMkLst>
            <pc:docMk/>
            <pc:sldMk cId="1404396956" sldId="284"/>
            <ac:spMk id="7" creationId="{178E695F-7A13-3671-6D1D-EBB2AEC5874E}"/>
          </ac:spMkLst>
        </pc:spChg>
        <pc:graphicFrameChg chg="add del">
          <ac:chgData name="Judy Tseng" userId="b031a71b-ea40-479f-9c0f-e713aa008bfa" providerId="ADAL" clId="{26D2685A-0583-4F37-AEFF-5198BB1A1E73}" dt="2024-03-27T16:23:37.879" v="20" actId="478"/>
          <ac:graphicFrameMkLst>
            <pc:docMk/>
            <pc:sldMk cId="1404396956" sldId="284"/>
            <ac:graphicFrameMk id="5" creationId="{E00D2958-9D11-72AE-2F9E-90CC86B144D1}"/>
          </ac:graphicFrameMkLst>
        </pc:graphicFrameChg>
      </pc:sldChg>
      <pc:sldChg chg="modSp mod">
        <pc:chgData name="Judy Tseng" userId="b031a71b-ea40-479f-9c0f-e713aa008bfa" providerId="ADAL" clId="{26D2685A-0583-4F37-AEFF-5198BB1A1E73}" dt="2024-03-27T16:21:47.707" v="7" actId="207"/>
        <pc:sldMkLst>
          <pc:docMk/>
          <pc:sldMk cId="2339868827" sldId="285"/>
        </pc:sldMkLst>
        <pc:graphicFrameChg chg="modGraphic">
          <ac:chgData name="Judy Tseng" userId="b031a71b-ea40-479f-9c0f-e713aa008bfa" providerId="ADAL" clId="{26D2685A-0583-4F37-AEFF-5198BB1A1E73}" dt="2024-03-27T16:21:47.707" v="7" actId="207"/>
          <ac:graphicFrameMkLst>
            <pc:docMk/>
            <pc:sldMk cId="2339868827" sldId="285"/>
            <ac:graphicFrameMk id="6" creationId="{426228E3-B3B6-C83C-3391-9AAF4BEF0FB4}"/>
          </ac:graphicFrameMkLst>
        </pc:graphicFrameChg>
      </pc:sldChg>
      <pc:sldChg chg="modSp mod">
        <pc:chgData name="Judy Tseng" userId="b031a71b-ea40-479f-9c0f-e713aa008bfa" providerId="ADAL" clId="{26D2685A-0583-4F37-AEFF-5198BB1A1E73}" dt="2024-03-27T16:21:40.101" v="5" actId="207"/>
        <pc:sldMkLst>
          <pc:docMk/>
          <pc:sldMk cId="475764106" sldId="288"/>
        </pc:sldMkLst>
        <pc:graphicFrameChg chg="modGraphic">
          <ac:chgData name="Judy Tseng" userId="b031a71b-ea40-479f-9c0f-e713aa008bfa" providerId="ADAL" clId="{26D2685A-0583-4F37-AEFF-5198BB1A1E73}" dt="2024-03-27T16:21:40.101" v="5" actId="207"/>
          <ac:graphicFrameMkLst>
            <pc:docMk/>
            <pc:sldMk cId="475764106" sldId="288"/>
            <ac:graphicFrameMk id="6" creationId="{426228E3-B3B6-C83C-3391-9AAF4BEF0FB4}"/>
          </ac:graphicFrameMkLst>
        </pc:graphicFrameChg>
      </pc:sldChg>
      <pc:sldChg chg="modSp mod">
        <pc:chgData name="Judy Tseng" userId="b031a71b-ea40-479f-9c0f-e713aa008bfa" providerId="ADAL" clId="{26D2685A-0583-4F37-AEFF-5198BB1A1E73}" dt="2024-03-27T16:22:57.472" v="15" actId="207"/>
        <pc:sldMkLst>
          <pc:docMk/>
          <pc:sldMk cId="1921373247" sldId="538"/>
        </pc:sldMkLst>
        <pc:graphicFrameChg chg="modGraphic">
          <ac:chgData name="Judy Tseng" userId="b031a71b-ea40-479f-9c0f-e713aa008bfa" providerId="ADAL" clId="{26D2685A-0583-4F37-AEFF-5198BB1A1E73}" dt="2024-03-27T16:22:57.472" v="15" actId="207"/>
          <ac:graphicFrameMkLst>
            <pc:docMk/>
            <pc:sldMk cId="1921373247" sldId="538"/>
            <ac:graphicFrameMk id="6" creationId="{E83C87E1-4A14-3C72-A7A4-A684323F008B}"/>
          </ac:graphicFrameMkLst>
        </pc:graphicFrameChg>
      </pc:sldChg>
      <pc:sldChg chg="modSp mod">
        <pc:chgData name="Judy Tseng" userId="b031a71b-ea40-479f-9c0f-e713aa008bfa" providerId="ADAL" clId="{26D2685A-0583-4F37-AEFF-5198BB1A1E73}" dt="2024-03-27T16:23:52.403" v="22" actId="962"/>
        <pc:sldMkLst>
          <pc:docMk/>
          <pc:sldMk cId="1652996354" sldId="539"/>
        </pc:sldMkLst>
        <pc:spChg chg="mod">
          <ac:chgData name="Judy Tseng" userId="b031a71b-ea40-479f-9c0f-e713aa008bfa" providerId="ADAL" clId="{26D2685A-0583-4F37-AEFF-5198BB1A1E73}" dt="2024-03-27T16:23:52.403" v="22" actId="962"/>
          <ac:spMkLst>
            <pc:docMk/>
            <pc:sldMk cId="1652996354" sldId="539"/>
            <ac:spMk id="7" creationId="{178E695F-7A13-3671-6D1D-EBB2AEC5874E}"/>
          </ac:spMkLst>
        </pc:spChg>
      </pc:sldChg>
      <pc:sldChg chg="modSp mod">
        <pc:chgData name="Judy Tseng" userId="b031a71b-ea40-479f-9c0f-e713aa008bfa" providerId="ADAL" clId="{26D2685A-0583-4F37-AEFF-5198BB1A1E73}" dt="2024-03-27T16:23:58.236" v="24" actId="962"/>
        <pc:sldMkLst>
          <pc:docMk/>
          <pc:sldMk cId="411764947" sldId="572"/>
        </pc:sldMkLst>
        <pc:spChg chg="mod">
          <ac:chgData name="Judy Tseng" userId="b031a71b-ea40-479f-9c0f-e713aa008bfa" providerId="ADAL" clId="{26D2685A-0583-4F37-AEFF-5198BB1A1E73}" dt="2024-03-27T16:21:26.757" v="2" actId="207"/>
          <ac:spMkLst>
            <pc:docMk/>
            <pc:sldMk cId="411764947" sldId="572"/>
            <ac:spMk id="3" creationId="{C2AD9FEC-1087-8958-F62B-2BB747626DAD}"/>
          </ac:spMkLst>
        </pc:spChg>
        <pc:spChg chg="mod">
          <ac:chgData name="Judy Tseng" userId="b031a71b-ea40-479f-9c0f-e713aa008bfa" providerId="ADAL" clId="{26D2685A-0583-4F37-AEFF-5198BB1A1E73}" dt="2024-03-27T16:21:30.091" v="3" actId="207"/>
          <ac:spMkLst>
            <pc:docMk/>
            <pc:sldMk cId="411764947" sldId="572"/>
            <ac:spMk id="4" creationId="{348202FC-A09D-A1F9-14FA-AAA1AD187899}"/>
          </ac:spMkLst>
        </pc:spChg>
        <pc:spChg chg="mod">
          <ac:chgData name="Judy Tseng" userId="b031a71b-ea40-479f-9c0f-e713aa008bfa" providerId="ADAL" clId="{26D2685A-0583-4F37-AEFF-5198BB1A1E73}" dt="2024-03-27T16:23:58.236" v="24" actId="962"/>
          <ac:spMkLst>
            <pc:docMk/>
            <pc:sldMk cId="411764947" sldId="572"/>
            <ac:spMk id="9" creationId="{17BC341A-78A9-12C6-A8EA-0C1CEBEC16D4}"/>
          </ac:spMkLst>
        </pc:spChg>
        <pc:picChg chg="mod">
          <ac:chgData name="Judy Tseng" userId="b031a71b-ea40-479f-9c0f-e713aa008bfa" providerId="ADAL" clId="{26D2685A-0583-4F37-AEFF-5198BB1A1E73}" dt="2024-03-27T16:23:55.494" v="23" actId="962"/>
          <ac:picMkLst>
            <pc:docMk/>
            <pc:sldMk cId="411764947" sldId="572"/>
            <ac:picMk id="7" creationId="{83B29BFB-6069-EFB8-A499-2C8D6CE6A988}"/>
          </ac:picMkLst>
        </pc:picChg>
      </pc:sldChg>
    </pc:docChg>
  </pc:docChgLst>
  <pc:docChgLst>
    <pc:chgData name="Allison Mulshine" userId="S::allison.mulshine@collegiseducation.com::5f656d52-c555-4e5e-9a5b-18226766ffe3" providerId="AD" clId="Web-{0DBD3FC6-3033-3869-B909-E4DBF6E40DCC}"/>
    <pc:docChg chg="modSld">
      <pc:chgData name="Allison Mulshine" userId="S::allison.mulshine@collegiseducation.com::5f656d52-c555-4e5e-9a5b-18226766ffe3" providerId="AD" clId="Web-{0DBD3FC6-3033-3869-B909-E4DBF6E40DCC}" dt="2024-06-19T16:38:04.332" v="0"/>
      <pc:docMkLst>
        <pc:docMk/>
      </pc:docMkLst>
      <pc:sldChg chg="modSp">
        <pc:chgData name="Allison Mulshine" userId="S::allison.mulshine@collegiseducation.com::5f656d52-c555-4e5e-9a5b-18226766ffe3" providerId="AD" clId="Web-{0DBD3FC6-3033-3869-B909-E4DBF6E40DCC}" dt="2024-06-19T16:38:04.332" v="0"/>
        <pc:sldMkLst>
          <pc:docMk/>
          <pc:sldMk cId="1921373247" sldId="538"/>
        </pc:sldMkLst>
        <pc:graphicFrameChg chg="mod">
          <ac:chgData name="Allison Mulshine" userId="S::allison.mulshine@collegiseducation.com::5f656d52-c555-4e5e-9a5b-18226766ffe3" providerId="AD" clId="Web-{0DBD3FC6-3033-3869-B909-E4DBF6E40DCC}" dt="2024-06-19T16:38:04.332" v="0"/>
          <ac:graphicFrameMkLst>
            <pc:docMk/>
            <pc:sldMk cId="1921373247" sldId="538"/>
            <ac:graphicFrameMk id="6" creationId="{E83C87E1-4A14-3C72-A7A4-A684323F008B}"/>
          </ac:graphicFrameMkLst>
        </pc:graphicFrameChg>
      </pc:sldChg>
    </pc:docChg>
  </pc:docChgLst>
  <pc:docChgLst>
    <pc:chgData name="Allison Mulshine" userId="S::allison.mulshine@collegiseducation.com::5f656d52-c555-4e5e-9a5b-18226766ffe3" providerId="AD" clId="Web-{89C32224-5F6B-A9FD-08FC-F0FFE73CBAF8}"/>
    <pc:docChg chg="modSld">
      <pc:chgData name="Allison Mulshine" userId="S::allison.mulshine@collegiseducation.com::5f656d52-c555-4e5e-9a5b-18226766ffe3" providerId="AD" clId="Web-{89C32224-5F6B-A9FD-08FC-F0FFE73CBAF8}" dt="2024-07-03T18:08:16.662" v="60"/>
      <pc:docMkLst>
        <pc:docMk/>
      </pc:docMkLst>
      <pc:sldChg chg="addSp delSp modSp">
        <pc:chgData name="Allison Mulshine" userId="S::allison.mulshine@collegiseducation.com::5f656d52-c555-4e5e-9a5b-18226766ffe3" providerId="AD" clId="Web-{89C32224-5F6B-A9FD-08FC-F0FFE73CBAF8}" dt="2024-07-03T18:02:28.461" v="30"/>
        <pc:sldMkLst>
          <pc:docMk/>
          <pc:sldMk cId="908454420" sldId="283"/>
        </pc:sldMkLst>
        <pc:graphicFrameChg chg="del">
          <ac:chgData name="Allison Mulshine" userId="S::allison.mulshine@collegiseducation.com::5f656d52-c555-4e5e-9a5b-18226766ffe3" providerId="AD" clId="Web-{89C32224-5F6B-A9FD-08FC-F0FFE73CBAF8}" dt="2024-07-03T18:01:46.271" v="25"/>
          <ac:graphicFrameMkLst>
            <pc:docMk/>
            <pc:sldMk cId="908454420" sldId="283"/>
            <ac:graphicFrameMk id="6" creationId="{20AC7F9D-4F7C-73F4-5EC4-BB473E27BECE}"/>
          </ac:graphicFrameMkLst>
        </pc:graphicFrameChg>
        <pc:picChg chg="add mod">
          <ac:chgData name="Allison Mulshine" userId="S::allison.mulshine@collegiseducation.com::5f656d52-c555-4e5e-9a5b-18226766ffe3" providerId="AD" clId="Web-{89C32224-5F6B-A9FD-08FC-F0FFE73CBAF8}" dt="2024-07-03T18:02:28.461" v="30"/>
          <ac:picMkLst>
            <pc:docMk/>
            <pc:sldMk cId="908454420" sldId="283"/>
            <ac:picMk id="44" creationId="{D48FAC4D-7647-C6C2-D235-BBA273B54BF7}"/>
          </ac:picMkLst>
        </pc:picChg>
      </pc:sldChg>
      <pc:sldChg chg="addSp delSp modSp">
        <pc:chgData name="Allison Mulshine" userId="S::allison.mulshine@collegiseducation.com::5f656d52-c555-4e5e-9a5b-18226766ffe3" providerId="AD" clId="Web-{89C32224-5F6B-A9FD-08FC-F0FFE73CBAF8}" dt="2024-07-03T17:57:36.699" v="6"/>
        <pc:sldMkLst>
          <pc:docMk/>
          <pc:sldMk cId="1404396956" sldId="284"/>
        </pc:sldMkLst>
        <pc:graphicFrameChg chg="del">
          <ac:chgData name="Allison Mulshine" userId="S::allison.mulshine@collegiseducation.com::5f656d52-c555-4e5e-9a5b-18226766ffe3" providerId="AD" clId="Web-{89C32224-5F6B-A9FD-08FC-F0FFE73CBAF8}" dt="2024-07-03T17:57:09.792" v="0"/>
          <ac:graphicFrameMkLst>
            <pc:docMk/>
            <pc:sldMk cId="1404396956" sldId="284"/>
            <ac:graphicFrameMk id="5" creationId="{E00D2958-9D11-72AE-2F9E-90CC86B144D1}"/>
          </ac:graphicFrameMkLst>
        </pc:graphicFrameChg>
        <pc:picChg chg="add mod">
          <ac:chgData name="Allison Mulshine" userId="S::allison.mulshine@collegiseducation.com::5f656d52-c555-4e5e-9a5b-18226766ffe3" providerId="AD" clId="Web-{89C32224-5F6B-A9FD-08FC-F0FFE73CBAF8}" dt="2024-07-03T17:57:36.699" v="6"/>
          <ac:picMkLst>
            <pc:docMk/>
            <pc:sldMk cId="1404396956" sldId="284"/>
            <ac:picMk id="20" creationId="{E33409B5-1CA5-8636-8234-B41509614519}"/>
          </ac:picMkLst>
        </pc:picChg>
      </pc:sldChg>
      <pc:sldChg chg="addSp delSp modSp">
        <pc:chgData name="Allison Mulshine" userId="S::allison.mulshine@collegiseducation.com::5f656d52-c555-4e5e-9a5b-18226766ffe3" providerId="AD" clId="Web-{89C32224-5F6B-A9FD-08FC-F0FFE73CBAF8}" dt="2024-07-03T18:05:41.468" v="50"/>
        <pc:sldMkLst>
          <pc:docMk/>
          <pc:sldMk cId="2339868827" sldId="285"/>
        </pc:sldMkLst>
        <pc:spChg chg="add del mod">
          <ac:chgData name="Allison Mulshine" userId="S::allison.mulshine@collegiseducation.com::5f656d52-c555-4e5e-9a5b-18226766ffe3" providerId="AD" clId="Web-{89C32224-5F6B-A9FD-08FC-F0FFE73CBAF8}" dt="2024-07-03T18:05:11.733" v="40"/>
          <ac:spMkLst>
            <pc:docMk/>
            <pc:sldMk cId="2339868827" sldId="285"/>
            <ac:spMk id="32" creationId="{AD7A97B4-44C8-EF9A-90B9-082E09E968B0}"/>
          </ac:spMkLst>
        </pc:spChg>
        <pc:graphicFrameChg chg="del">
          <ac:chgData name="Allison Mulshine" userId="S::allison.mulshine@collegiseducation.com::5f656d52-c555-4e5e-9a5b-18226766ffe3" providerId="AD" clId="Web-{89C32224-5F6B-A9FD-08FC-F0FFE73CBAF8}" dt="2024-07-03T18:05:10.404" v="39"/>
          <ac:graphicFrameMkLst>
            <pc:docMk/>
            <pc:sldMk cId="2339868827" sldId="285"/>
            <ac:graphicFrameMk id="6" creationId="{426228E3-B3B6-C83C-3391-9AAF4BEF0FB4}"/>
          </ac:graphicFrameMkLst>
        </pc:graphicFrameChg>
        <pc:picChg chg="add mod ord">
          <ac:chgData name="Allison Mulshine" userId="S::allison.mulshine@collegiseducation.com::5f656d52-c555-4e5e-9a5b-18226766ffe3" providerId="AD" clId="Web-{89C32224-5F6B-A9FD-08FC-F0FFE73CBAF8}" dt="2024-07-03T18:05:41.468" v="50"/>
          <ac:picMkLst>
            <pc:docMk/>
            <pc:sldMk cId="2339868827" sldId="285"/>
            <ac:picMk id="33" creationId="{C69B8111-BB3A-629A-9320-6B4C1D7A880C}"/>
          </ac:picMkLst>
        </pc:picChg>
      </pc:sldChg>
      <pc:sldChg chg="addSp delSp modSp">
        <pc:chgData name="Allison Mulshine" userId="S::allison.mulshine@collegiseducation.com::5f656d52-c555-4e5e-9a5b-18226766ffe3" providerId="AD" clId="Web-{89C32224-5F6B-A9FD-08FC-F0FFE73CBAF8}" dt="2024-07-03T18:00:40.472" v="24"/>
        <pc:sldMkLst>
          <pc:docMk/>
          <pc:sldMk cId="3237105649" sldId="286"/>
        </pc:sldMkLst>
        <pc:spChg chg="add del mod">
          <ac:chgData name="Allison Mulshine" userId="S::allison.mulshine@collegiseducation.com::5f656d52-c555-4e5e-9a5b-18226766ffe3" providerId="AD" clId="Web-{89C32224-5F6B-A9FD-08FC-F0FFE73CBAF8}" dt="2024-07-03T18:00:00.720" v="18"/>
          <ac:spMkLst>
            <pc:docMk/>
            <pc:sldMk cId="3237105649" sldId="286"/>
            <ac:spMk id="45" creationId="{C9130708-4F20-CAA3-B59C-4953ADA12653}"/>
          </ac:spMkLst>
        </pc:spChg>
        <pc:graphicFrameChg chg="del">
          <ac:chgData name="Allison Mulshine" userId="S::allison.mulshine@collegiseducation.com::5f656d52-c555-4e5e-9a5b-18226766ffe3" providerId="AD" clId="Web-{89C32224-5F6B-A9FD-08FC-F0FFE73CBAF8}" dt="2024-07-03T17:59:59.439" v="17"/>
          <ac:graphicFrameMkLst>
            <pc:docMk/>
            <pc:sldMk cId="3237105649" sldId="286"/>
            <ac:graphicFrameMk id="4" creationId="{D0FD7A29-AEA8-809D-DA8B-0746AD0E4785}"/>
          </ac:graphicFrameMkLst>
        </pc:graphicFrameChg>
        <pc:picChg chg="add mod ord">
          <ac:chgData name="Allison Mulshine" userId="S::allison.mulshine@collegiseducation.com::5f656d52-c555-4e5e-9a5b-18226766ffe3" providerId="AD" clId="Web-{89C32224-5F6B-A9FD-08FC-F0FFE73CBAF8}" dt="2024-07-03T18:00:40.472" v="24"/>
          <ac:picMkLst>
            <pc:docMk/>
            <pc:sldMk cId="3237105649" sldId="286"/>
            <ac:picMk id="46" creationId="{C95C0EC6-2DC2-FCF1-D13F-75166D866551}"/>
          </ac:picMkLst>
        </pc:picChg>
      </pc:sldChg>
      <pc:sldChg chg="addSp delSp modSp">
        <pc:chgData name="Allison Mulshine" userId="S::allison.mulshine@collegiseducation.com::5f656d52-c555-4e5e-9a5b-18226766ffe3" providerId="AD" clId="Web-{89C32224-5F6B-A9FD-08FC-F0FFE73CBAF8}" dt="2024-07-03T18:04:27.528" v="38"/>
        <pc:sldMkLst>
          <pc:docMk/>
          <pc:sldMk cId="475764106" sldId="288"/>
        </pc:sldMkLst>
        <pc:spChg chg="add del mod">
          <ac:chgData name="Allison Mulshine" userId="S::allison.mulshine@collegiseducation.com::5f656d52-c555-4e5e-9a5b-18226766ffe3" providerId="AD" clId="Web-{89C32224-5F6B-A9FD-08FC-F0FFE73CBAF8}" dt="2024-07-03T18:03:54.058" v="32"/>
          <ac:spMkLst>
            <pc:docMk/>
            <pc:sldMk cId="475764106" sldId="288"/>
            <ac:spMk id="32" creationId="{1656FD85-0219-91EB-26F5-ADEB1E5E2364}"/>
          </ac:spMkLst>
        </pc:spChg>
        <pc:graphicFrameChg chg="del">
          <ac:chgData name="Allison Mulshine" userId="S::allison.mulshine@collegiseducation.com::5f656d52-c555-4e5e-9a5b-18226766ffe3" providerId="AD" clId="Web-{89C32224-5F6B-A9FD-08FC-F0FFE73CBAF8}" dt="2024-07-03T18:03:52.980" v="31"/>
          <ac:graphicFrameMkLst>
            <pc:docMk/>
            <pc:sldMk cId="475764106" sldId="288"/>
            <ac:graphicFrameMk id="6" creationId="{426228E3-B3B6-C83C-3391-9AAF4BEF0FB4}"/>
          </ac:graphicFrameMkLst>
        </pc:graphicFrameChg>
        <pc:picChg chg="add mod ord">
          <ac:chgData name="Allison Mulshine" userId="S::allison.mulshine@collegiseducation.com::5f656d52-c555-4e5e-9a5b-18226766ffe3" providerId="AD" clId="Web-{89C32224-5F6B-A9FD-08FC-F0FFE73CBAF8}" dt="2024-07-03T18:04:27.528" v="38"/>
          <ac:picMkLst>
            <pc:docMk/>
            <pc:sldMk cId="475764106" sldId="288"/>
            <ac:picMk id="33" creationId="{C6E4CBC4-F95D-1302-9A46-08C04921B82B}"/>
          </ac:picMkLst>
        </pc:picChg>
      </pc:sldChg>
      <pc:sldChg chg="addSp delSp modSp">
        <pc:chgData name="Allison Mulshine" userId="S::allison.mulshine@collegiseducation.com::5f656d52-c555-4e5e-9a5b-18226766ffe3" providerId="AD" clId="Web-{89C32224-5F6B-A9FD-08FC-F0FFE73CBAF8}" dt="2024-07-03T18:08:16.662" v="60"/>
        <pc:sldMkLst>
          <pc:docMk/>
          <pc:sldMk cId="1921373247" sldId="538"/>
        </pc:sldMkLst>
        <pc:graphicFrameChg chg="del mod">
          <ac:chgData name="Allison Mulshine" userId="S::allison.mulshine@collegiseducation.com::5f656d52-c555-4e5e-9a5b-18226766ffe3" providerId="AD" clId="Web-{89C32224-5F6B-A9FD-08FC-F0FFE73CBAF8}" dt="2024-07-03T18:07:38.442" v="52"/>
          <ac:graphicFrameMkLst>
            <pc:docMk/>
            <pc:sldMk cId="1921373247" sldId="538"/>
            <ac:graphicFrameMk id="6" creationId="{E83C87E1-4A14-3C72-A7A4-A684323F008B}"/>
          </ac:graphicFrameMkLst>
        </pc:graphicFrameChg>
        <pc:picChg chg="add mod">
          <ac:chgData name="Allison Mulshine" userId="S::allison.mulshine@collegiseducation.com::5f656d52-c555-4e5e-9a5b-18226766ffe3" providerId="AD" clId="Web-{89C32224-5F6B-A9FD-08FC-F0FFE73CBAF8}" dt="2024-07-03T18:08:16.662" v="60"/>
          <ac:picMkLst>
            <pc:docMk/>
            <pc:sldMk cId="1921373247" sldId="538"/>
            <ac:picMk id="31" creationId="{F2B9EAA0-661A-7B04-0A98-34B4A54C1F1B}"/>
          </ac:picMkLst>
        </pc:picChg>
      </pc:sldChg>
      <pc:sldChg chg="addSp delSp modSp">
        <pc:chgData name="Allison Mulshine" userId="S::allison.mulshine@collegiseducation.com::5f656d52-c555-4e5e-9a5b-18226766ffe3" providerId="AD" clId="Web-{89C32224-5F6B-A9FD-08FC-F0FFE73CBAF8}" dt="2024-07-03T17:59:11.468" v="16"/>
        <pc:sldMkLst>
          <pc:docMk/>
          <pc:sldMk cId="1652996354" sldId="539"/>
        </pc:sldMkLst>
        <pc:graphicFrameChg chg="del">
          <ac:chgData name="Allison Mulshine" userId="S::allison.mulshine@collegiseducation.com::5f656d52-c555-4e5e-9a5b-18226766ffe3" providerId="AD" clId="Web-{89C32224-5F6B-A9FD-08FC-F0FFE73CBAF8}" dt="2024-07-03T17:58:28.170" v="7"/>
          <ac:graphicFrameMkLst>
            <pc:docMk/>
            <pc:sldMk cId="1652996354" sldId="539"/>
            <ac:graphicFrameMk id="5" creationId="{E00D2958-9D11-72AE-2F9E-90CC86B144D1}"/>
          </ac:graphicFrameMkLst>
        </pc:graphicFrameChg>
        <pc:picChg chg="add mod">
          <ac:chgData name="Allison Mulshine" userId="S::allison.mulshine@collegiseducation.com::5f656d52-c555-4e5e-9a5b-18226766ffe3" providerId="AD" clId="Web-{89C32224-5F6B-A9FD-08FC-F0FFE73CBAF8}" dt="2024-07-03T17:59:11.468" v="16"/>
          <ac:picMkLst>
            <pc:docMk/>
            <pc:sldMk cId="1652996354" sldId="539"/>
            <ac:picMk id="34" creationId="{CC53B35F-8751-9A00-6C98-D5FE96FD8A3F}"/>
          </ac:picMkLst>
        </pc:picChg>
      </pc:sldChg>
    </pc:docChg>
  </pc:docChgLst>
  <pc:docChgLst>
    <pc:chgData name="Allison Mulshine" userId="S::allison.mulshine@collegiseducation.com::5f656d52-c555-4e5e-9a5b-18226766ffe3" providerId="AD" clId="Web-{0F6FD478-3810-6BF6-DC69-F1CA8B188FFB}"/>
    <pc:docChg chg="modSld">
      <pc:chgData name="Allison Mulshine" userId="S::allison.mulshine@collegiseducation.com::5f656d52-c555-4e5e-9a5b-18226766ffe3" providerId="AD" clId="Web-{0F6FD478-3810-6BF6-DC69-F1CA8B188FFB}" dt="2024-06-19T16:31:24.146" v="8"/>
      <pc:docMkLst>
        <pc:docMk/>
      </pc:docMkLst>
      <pc:sldChg chg="modSp">
        <pc:chgData name="Allison Mulshine" userId="S::allison.mulshine@collegiseducation.com::5f656d52-c555-4e5e-9a5b-18226766ffe3" providerId="AD" clId="Web-{0F6FD478-3810-6BF6-DC69-F1CA8B188FFB}" dt="2024-06-19T16:29:54.033" v="6"/>
        <pc:sldMkLst>
          <pc:docMk/>
          <pc:sldMk cId="908454420" sldId="283"/>
        </pc:sldMkLst>
        <pc:graphicFrameChg chg="mod">
          <ac:chgData name="Allison Mulshine" userId="S::allison.mulshine@collegiseducation.com::5f656d52-c555-4e5e-9a5b-18226766ffe3" providerId="AD" clId="Web-{0F6FD478-3810-6BF6-DC69-F1CA8B188FFB}" dt="2024-06-19T16:29:54.033" v="6"/>
          <ac:graphicFrameMkLst>
            <pc:docMk/>
            <pc:sldMk cId="908454420" sldId="283"/>
            <ac:graphicFrameMk id="6" creationId="{20AC7F9D-4F7C-73F4-5EC4-BB473E27BECE}"/>
          </ac:graphicFrameMkLst>
        </pc:graphicFrameChg>
      </pc:sldChg>
      <pc:sldChg chg="modSp">
        <pc:chgData name="Allison Mulshine" userId="S::allison.mulshine@collegiseducation.com::5f656d52-c555-4e5e-9a5b-18226766ffe3" providerId="AD" clId="Web-{0F6FD478-3810-6BF6-DC69-F1CA8B188FFB}" dt="2024-06-19T16:23:40.395" v="1"/>
        <pc:sldMkLst>
          <pc:docMk/>
          <pc:sldMk cId="1404396956" sldId="284"/>
        </pc:sldMkLst>
        <pc:graphicFrameChg chg="mod">
          <ac:chgData name="Allison Mulshine" userId="S::allison.mulshine@collegiseducation.com::5f656d52-c555-4e5e-9a5b-18226766ffe3" providerId="AD" clId="Web-{0F6FD478-3810-6BF6-DC69-F1CA8B188FFB}" dt="2024-06-19T16:23:40.395" v="1"/>
          <ac:graphicFrameMkLst>
            <pc:docMk/>
            <pc:sldMk cId="1404396956" sldId="284"/>
            <ac:graphicFrameMk id="5" creationId="{E00D2958-9D11-72AE-2F9E-90CC86B144D1}"/>
          </ac:graphicFrameMkLst>
        </pc:graphicFrameChg>
      </pc:sldChg>
      <pc:sldChg chg="modSp">
        <pc:chgData name="Allison Mulshine" userId="S::allison.mulshine@collegiseducation.com::5f656d52-c555-4e5e-9a5b-18226766ffe3" providerId="AD" clId="Web-{0F6FD478-3810-6BF6-DC69-F1CA8B188FFB}" dt="2024-06-19T16:24:44.335" v="2"/>
        <pc:sldMkLst>
          <pc:docMk/>
          <pc:sldMk cId="3237105649" sldId="286"/>
        </pc:sldMkLst>
        <pc:graphicFrameChg chg="mod">
          <ac:chgData name="Allison Mulshine" userId="S::allison.mulshine@collegiseducation.com::5f656d52-c555-4e5e-9a5b-18226766ffe3" providerId="AD" clId="Web-{0F6FD478-3810-6BF6-DC69-F1CA8B188FFB}" dt="2024-06-19T16:24:44.335" v="2"/>
          <ac:graphicFrameMkLst>
            <pc:docMk/>
            <pc:sldMk cId="3237105649" sldId="286"/>
            <ac:graphicFrameMk id="4" creationId="{D0FD7A29-AEA8-809D-DA8B-0746AD0E4785}"/>
          </ac:graphicFrameMkLst>
        </pc:graphicFrameChg>
      </pc:sldChg>
      <pc:sldChg chg="modSp">
        <pc:chgData name="Allison Mulshine" userId="S::allison.mulshine@collegiseducation.com::5f656d52-c555-4e5e-9a5b-18226766ffe3" providerId="AD" clId="Web-{0F6FD478-3810-6BF6-DC69-F1CA8B188FFB}" dt="2024-06-19T16:26:25.901" v="3"/>
        <pc:sldMkLst>
          <pc:docMk/>
          <pc:sldMk cId="1652996354" sldId="539"/>
        </pc:sldMkLst>
        <pc:graphicFrameChg chg="mod">
          <ac:chgData name="Allison Mulshine" userId="S::allison.mulshine@collegiseducation.com::5f656d52-c555-4e5e-9a5b-18226766ffe3" providerId="AD" clId="Web-{0F6FD478-3810-6BF6-DC69-F1CA8B188FFB}" dt="2024-06-19T16:26:25.901" v="3"/>
          <ac:graphicFrameMkLst>
            <pc:docMk/>
            <pc:sldMk cId="1652996354" sldId="539"/>
            <ac:graphicFrameMk id="5" creationId="{E00D2958-9D11-72AE-2F9E-90CC86B144D1}"/>
          </ac:graphicFrameMkLst>
        </pc:graphicFrameChg>
      </pc:sldChg>
      <pc:sldChg chg="modSp">
        <pc:chgData name="Allison Mulshine" userId="S::allison.mulshine@collegiseducation.com::5f656d52-c555-4e5e-9a5b-18226766ffe3" providerId="AD" clId="Web-{0F6FD478-3810-6BF6-DC69-F1CA8B188FFB}" dt="2024-06-19T16:31:24.146" v="8"/>
        <pc:sldMkLst>
          <pc:docMk/>
          <pc:sldMk cId="411764947" sldId="572"/>
        </pc:sldMkLst>
        <pc:picChg chg="mod">
          <ac:chgData name="Allison Mulshine" userId="S::allison.mulshine@collegiseducation.com::5f656d52-c555-4e5e-9a5b-18226766ffe3" providerId="AD" clId="Web-{0F6FD478-3810-6BF6-DC69-F1CA8B188FFB}" dt="2024-06-19T16:31:24.146" v="8"/>
          <ac:picMkLst>
            <pc:docMk/>
            <pc:sldMk cId="411764947" sldId="572"/>
            <ac:picMk id="7" creationId="{83B29BFB-6069-EFB8-A499-2C8D6CE6A98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7/3/2024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51EE238-70D2-48BB-9804-C56424742E76}" type="datetime1">
              <a:rPr lang="en-US" smtClean="0"/>
              <a:t>7/3/2024</a:t>
            </a:fld>
            <a:endParaRPr lang="en-US"/>
          </a:p>
        </p:txBody>
      </p:sp>
      <p:sp>
        <p:nvSpPr>
          <p:cNvPr id="4" name="Footer Placeholder 3"/>
          <p:cNvSpPr>
            <a:spLocks noGrp="1"/>
          </p:cNvSpPr>
          <p:nvPr>
            <p:ph type="ftr" sz="quarter" idx="11"/>
          </p:nvPr>
        </p:nvSpPr>
        <p:spPr/>
        <p:txBody>
          <a:bodyPr/>
          <a:lstStyle/>
          <a:p>
            <a:r>
              <a:rPr lang="en-US"/>
              <a:t>Big Data Technologies - Module 01a</a:t>
            </a:r>
          </a:p>
        </p:txBody>
      </p:sp>
      <p:sp>
        <p:nvSpPr>
          <p:cNvPr id="5" name="Slide Number Placeholder 4"/>
          <p:cNvSpPr>
            <a:spLocks noGrp="1"/>
          </p:cNvSpPr>
          <p:nvPr>
            <p:ph type="sldNum" sz="quarter" idx="12"/>
          </p:nvPr>
        </p:nvSpPr>
        <p:spPr/>
        <p:txBody>
          <a:bodyPr/>
          <a:lstStyle/>
          <a:p>
            <a:fld id="{A89303E2-24A7-45FB-8F9B-C98A0FA0F4CA}" type="slidenum">
              <a:rPr lang="en-US" smtClean="0"/>
              <a:t>‹#›</a:t>
            </a:fld>
            <a:endParaRPr lang="en-US"/>
          </a:p>
        </p:txBody>
      </p:sp>
    </p:spTree>
    <p:extLst>
      <p:ext uri="{BB962C8B-B14F-4D97-AF65-F5344CB8AC3E}">
        <p14:creationId xmlns:p14="http://schemas.microsoft.com/office/powerpoint/2010/main" val="20626497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4.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CCB47-CC79-2165-80C1-9228B8991631}"/>
              </a:ext>
            </a:extLst>
          </p:cNvPr>
          <p:cNvSpPr>
            <a:spLocks noGrp="1"/>
          </p:cNvSpPr>
          <p:nvPr>
            <p:ph type="ctrTitle"/>
          </p:nvPr>
        </p:nvSpPr>
        <p:spPr/>
        <p:txBody>
          <a:bodyPr/>
          <a:lstStyle/>
          <a:p>
            <a:r>
              <a:rPr lang="en-US"/>
              <a:t>Module 1: Lesson 2</a:t>
            </a:r>
            <a:br>
              <a:rPr lang="en-US"/>
            </a:br>
            <a:r>
              <a:rPr lang="en-US" sz="5400"/>
              <a:t>Big Data Overview</a:t>
            </a:r>
            <a:endParaRPr lang="en-US"/>
          </a:p>
        </p:txBody>
      </p:sp>
    </p:spTree>
    <p:custDataLst>
      <p:tags r:id="rId1"/>
    </p:custDataLst>
    <p:extLst>
      <p:ext uri="{BB962C8B-B14F-4D97-AF65-F5344CB8AC3E}">
        <p14:creationId xmlns:p14="http://schemas.microsoft.com/office/powerpoint/2010/main" val="1516430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a:t>What is Big Data?</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3200" b="0" i="0">
                <a:solidFill>
                  <a:schemeClr val="bg2"/>
                </a:solidFill>
                <a:effectLst/>
              </a:rPr>
              <a:t>Big data refers to data possessing a range of confounding properties including (but not only) massive volume</a:t>
            </a:r>
            <a:endParaRPr lang="en-US" altLang="en-US" sz="3200" b="1">
              <a:solidFill>
                <a:schemeClr val="bg2"/>
              </a:solidFill>
            </a:endParaRP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13715999"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3200" b="0" i="0">
                <a:solidFill>
                  <a:schemeClr val="tx1"/>
                </a:solidFill>
                <a:effectLst/>
              </a:rPr>
              <a:t>These properties renders big data difficult to handle by the tools and services </a:t>
            </a:r>
            <a:r>
              <a:rPr lang="en-US" sz="3200">
                <a:solidFill>
                  <a:schemeClr val="tx1"/>
                </a:solidFill>
              </a:rPr>
              <a:t>used to create</a:t>
            </a:r>
            <a:r>
              <a:rPr lang="en-US" sz="3200" b="0" i="0">
                <a:solidFill>
                  <a:schemeClr val="tx1"/>
                </a:solidFill>
                <a:effectLst/>
              </a:rPr>
              <a:t> traditional data science pipelines</a:t>
            </a:r>
            <a:endParaRPr lang="en-US" sz="3200">
              <a:solidFill>
                <a:schemeClr val="tx1"/>
              </a:solidFill>
            </a:endParaRP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1371600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sz="3200">
                <a:solidFill>
                  <a:schemeClr val="tx1"/>
                </a:solidFill>
              </a:rPr>
              <a:t>It is also data which cannot be comprehended or have its full value realized when sampled or used in smaller amounts</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3200">
              <a:solidFill>
                <a:schemeClr val="bg2"/>
              </a:solidFill>
            </a:endParaRPr>
          </a:p>
        </p:txBody>
      </p:sp>
      <p:sp>
        <p:nvSpPr>
          <p:cNvPr id="10" name="TextBox 9">
            <a:extLst>
              <a:ext uri="{FF2B5EF4-FFF2-40B4-BE49-F238E27FC236}">
                <a16:creationId xmlns:a16="http://schemas.microsoft.com/office/drawing/2014/main" id="{CCE6F5B3-6D69-D2DA-1860-5D89C591CA75}"/>
              </a:ext>
            </a:extLst>
          </p:cNvPr>
          <p:cNvSpPr txBox="1"/>
          <p:nvPr/>
        </p:nvSpPr>
        <p:spPr>
          <a:xfrm>
            <a:off x="218660" y="9541565"/>
            <a:ext cx="9879496" cy="369332"/>
          </a:xfrm>
          <a:prstGeom prst="rect">
            <a:avLst/>
          </a:prstGeom>
          <a:noFill/>
        </p:spPr>
        <p:txBody>
          <a:bodyPr wrap="square" rtlCol="0">
            <a:spAutoFit/>
          </a:bodyPr>
          <a:lstStyle/>
          <a:p>
            <a:r>
              <a:rPr lang="en-US" sz="1800">
                <a:solidFill>
                  <a:srgbClr val="202124"/>
                </a:solidFill>
                <a:latin typeface="Roboto" panose="02000000000000000000" pitchFamily="2" charset="0"/>
              </a:rPr>
              <a:t>[Source: https://ana.blogs.com/maestros/2006/11/data_is_the_new.html]</a:t>
            </a:r>
            <a:endParaRPr lang="en-US" sz="1800" b="0" i="0">
              <a:solidFill>
                <a:srgbClr val="202124"/>
              </a:solidFill>
              <a:effectLst/>
              <a:latin typeface="Roboto" panose="02000000000000000000" pitchFamily="2" charset="0"/>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a:solidFill>
                <a:schemeClr val="bg2"/>
              </a:solidFill>
            </a:endParaRPr>
          </a:p>
        </p:txBody>
      </p:sp>
    </p:spTree>
    <p:extLst>
      <p:ext uri="{BB962C8B-B14F-4D97-AF65-F5344CB8AC3E}">
        <p14:creationId xmlns:p14="http://schemas.microsoft.com/office/powerpoint/2010/main" val="3939996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4839F-1523-5934-F67C-E039915574DC}"/>
              </a:ext>
            </a:extLst>
          </p:cNvPr>
          <p:cNvSpPr>
            <a:spLocks noGrp="1"/>
          </p:cNvSpPr>
          <p:nvPr>
            <p:ph type="title"/>
          </p:nvPr>
        </p:nvSpPr>
        <p:spPr/>
        <p:txBody>
          <a:bodyPr/>
          <a:lstStyle/>
          <a:p>
            <a:r>
              <a:rPr lang="en-US"/>
              <a:t>What is Big Data?</a:t>
            </a:r>
          </a:p>
        </p:txBody>
      </p:sp>
      <p:sp>
        <p:nvSpPr>
          <p:cNvPr id="6" name="Rectangle 5">
            <a:extLst>
              <a:ext uri="{FF2B5EF4-FFF2-40B4-BE49-F238E27FC236}">
                <a16:creationId xmlns:a16="http://schemas.microsoft.com/office/drawing/2014/main" id="{43EB6CE6-5435-3240-9AFD-F516B4730894}"/>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lnSpc>
                <a:spcPct val="100000"/>
              </a:lnSpc>
            </a:pPr>
            <a:r>
              <a:rPr lang="en-US" sz="3200" i="1">
                <a:solidFill>
                  <a:schemeClr val="bg2"/>
                </a:solidFill>
              </a:rPr>
              <a:t>The concept of Big Data is relative to the storage and processing capability (or cost) of prevalent technology of the time</a:t>
            </a:r>
            <a:endParaRPr lang="en-US" sz="3200">
              <a:solidFill>
                <a:schemeClr val="bg2"/>
              </a:solidFill>
            </a:endParaRPr>
          </a:p>
        </p:txBody>
      </p:sp>
      <p:sp>
        <p:nvSpPr>
          <p:cNvPr id="7" name="Rectangle 6">
            <a:extLst>
              <a:ext uri="{FF2B5EF4-FFF2-40B4-BE49-F238E27FC236}">
                <a16:creationId xmlns:a16="http://schemas.microsoft.com/office/drawing/2014/main" id="{178E695F-7A13-3671-6D1D-EBB2AEC5874E}"/>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a:solidFill>
                <a:schemeClr val="bg2"/>
              </a:solidFill>
            </a:endParaRPr>
          </a:p>
        </p:txBody>
      </p:sp>
      <p:pic>
        <p:nvPicPr>
          <p:cNvPr id="20" name="Picture 19" descr="The image compares data storage and generation between the past and present. &#10;&#10;  &#10;&#10;On the left side, under the heading **Then**, it states: &#10;&#10;- &quot;1980 US Census dataset would be considered as 'big' then, where the IBM 3850 Mass Storage System with a capacity of 102.2GB was the monster storage device of its day.&quot; &#10;&#10;- This text is accompanied by an icon of a stack of disks, symbolizing data storage. &#10;&#10;  &#10;&#10;On the right side, under the heading **Now**, it states: &#10;&#10;- &quot;The average person generates 1.7 megabytes of data every second. [Source: EMC]&quot; &#10;&#10;- &quot;The average enterprise generates 10 terabytes of data per day. [Source: IDC]&quot; &#10;&#10;- This text is accompanied by an icon of a remote control, symbolizing modern data generation and usage. &#10;&#10;  &#10;&#10;The comparison highlights the exponential growth in data generation and storage capacity from the 1980s to the present day. &#10;">
            <a:extLst>
              <a:ext uri="{FF2B5EF4-FFF2-40B4-BE49-F238E27FC236}">
                <a16:creationId xmlns:a16="http://schemas.microsoft.com/office/drawing/2014/main" id="{E33409B5-1CA5-8636-8234-B41509614519}"/>
              </a:ext>
            </a:extLst>
          </p:cNvPr>
          <p:cNvPicPr>
            <a:picLocks noChangeAspect="1"/>
          </p:cNvPicPr>
          <p:nvPr/>
        </p:nvPicPr>
        <p:blipFill>
          <a:blip r:embed="rId2"/>
          <a:stretch>
            <a:fillRect/>
          </a:stretch>
        </p:blipFill>
        <p:spPr>
          <a:xfrm>
            <a:off x="4264602" y="3997469"/>
            <a:ext cx="9758795" cy="5139170"/>
          </a:xfrm>
          <a:prstGeom prst="rect">
            <a:avLst/>
          </a:prstGeom>
        </p:spPr>
      </p:pic>
    </p:spTree>
    <p:extLst>
      <p:ext uri="{BB962C8B-B14F-4D97-AF65-F5344CB8AC3E}">
        <p14:creationId xmlns:p14="http://schemas.microsoft.com/office/powerpoint/2010/main" val="1404396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1C70A-0445-86AE-9AD7-ECB00A21639D}"/>
              </a:ext>
            </a:extLst>
          </p:cNvPr>
          <p:cNvSpPr>
            <a:spLocks noGrp="1"/>
          </p:cNvSpPr>
          <p:nvPr>
            <p:ph type="title"/>
          </p:nvPr>
        </p:nvSpPr>
        <p:spPr/>
        <p:txBody>
          <a:bodyPr/>
          <a:lstStyle/>
          <a:p>
            <a:r>
              <a:rPr lang="en-US"/>
              <a:t>Where Does Big Data Come From?</a:t>
            </a:r>
          </a:p>
        </p:txBody>
      </p:sp>
      <p:pic>
        <p:nvPicPr>
          <p:cNvPr id="46" name="Content Placeholder 45" descr="The image illustrates various sources of modern data generation, each accompanied by an icon and a brief description: &#10;&#10;  &#10;&#10;1. **Customer Activity Data**: &#10;&#10;   - **Icon**: Magnifying glass over a person's head. &#10;&#10;   - **Description**: &quot;Simple activities like listening to music, purchasing something from Amazon, interacting with a bank or stockbroker, or even reading a book are now generating data.&quot; &#10;&#10;  &#10;&#10;2. **Conversation Data**: &#10;&#10;   - **Icon**: Speech bubbles. &#10;&#10;   - **Description**: &quot;Our conversations are now digitally recorded. Think Alexa, Siri, ChatGPT and Bard.&quot; &#10;&#10;  &#10;&#10;3. **Photos and Videos**: &#10;&#10;   - **Icon**: Camera. &#10;&#10;   - **Description**: &quot;Just think about all the pictures we take on our smartphones or digital cameras and upload to social media.&quot; &#10;&#10;  &#10;&#10;4. **Sensor and Wearable Data**: &#10;&#10;   - **Icon**: Graph with a sensor. &#10;&#10;   - **Description**: &quot;We are increasingly surrounded by sensors that collect and share data. This includes healthcare data, factory activity data, and other monitoring and tracking.&quot; &#10;&#10;  &#10;&#10;5. **Internet of Things (IoT) Data**: &#10;&#10;   - **Icon**: Microchip. &#10;&#10;   - **Description**: &quot;We now have smart TVs that are able to collect and process data, we have smart fridges, smart thermostats, and smart alarms.&quot; &#10;&#10;  &#10;&#10;6. **Experimental Data**: &#10;&#10;   - **Icon**: Microscope. &#10;&#10;   - **Description**: &quot;Large scale experiments are highly instrumented and collect huge volumes of progress or status measurements in real-time.&quot; &#10;&#10;  &#10;&#10;This image highlights the diverse and pervasive sources of data in the modern digital age. ">
            <a:extLst>
              <a:ext uri="{FF2B5EF4-FFF2-40B4-BE49-F238E27FC236}">
                <a16:creationId xmlns:a16="http://schemas.microsoft.com/office/drawing/2014/main" id="{C95C0EC6-2DC2-FCF1-D13F-75166D866551}"/>
              </a:ext>
            </a:extLst>
          </p:cNvPr>
          <p:cNvPicPr>
            <a:picLocks noGrp="1" noChangeAspect="1"/>
          </p:cNvPicPr>
          <p:nvPr>
            <p:ph idx="1"/>
          </p:nvPr>
        </p:nvPicPr>
        <p:blipFill>
          <a:blip r:embed="rId2"/>
          <a:stretch>
            <a:fillRect/>
          </a:stretch>
        </p:blipFill>
        <p:spPr>
          <a:xfrm>
            <a:off x="1098646" y="3131693"/>
            <a:ext cx="16089456" cy="5423187"/>
          </a:xfrm>
        </p:spPr>
      </p:pic>
    </p:spTree>
    <p:extLst>
      <p:ext uri="{BB962C8B-B14F-4D97-AF65-F5344CB8AC3E}">
        <p14:creationId xmlns:p14="http://schemas.microsoft.com/office/powerpoint/2010/main" val="3237105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4839F-1523-5934-F67C-E039915574DC}"/>
              </a:ext>
            </a:extLst>
          </p:cNvPr>
          <p:cNvSpPr>
            <a:spLocks noGrp="1"/>
          </p:cNvSpPr>
          <p:nvPr>
            <p:ph type="title"/>
          </p:nvPr>
        </p:nvSpPr>
        <p:spPr/>
        <p:txBody>
          <a:bodyPr/>
          <a:lstStyle/>
          <a:p>
            <a:r>
              <a:rPr lang="en-US"/>
              <a:t>Big Data in the Real World</a:t>
            </a:r>
          </a:p>
        </p:txBody>
      </p:sp>
      <p:sp>
        <p:nvSpPr>
          <p:cNvPr id="6" name="Rectangle 5">
            <a:extLst>
              <a:ext uri="{FF2B5EF4-FFF2-40B4-BE49-F238E27FC236}">
                <a16:creationId xmlns:a16="http://schemas.microsoft.com/office/drawing/2014/main" id="{43EB6CE6-5435-3240-9AFD-F516B4730894}"/>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lnSpc>
                <a:spcPct val="100000"/>
              </a:lnSpc>
            </a:pPr>
            <a:r>
              <a:rPr lang="en-US" sz="2400" i="1">
                <a:solidFill>
                  <a:schemeClr val="bg2"/>
                </a:solidFill>
              </a:rPr>
              <a:t>CERN’s Large Hadron Collider (LHC), the world’s most powerful particle accelerator, generates a massive amount of data. Each year scientists are faced with about 30 petabytes of data to analyze for a wide range of physics experiments, including studies on the Higgs boson and dark matter</a:t>
            </a:r>
            <a:endParaRPr lang="en-US" sz="2400">
              <a:solidFill>
                <a:schemeClr val="bg2"/>
              </a:solidFill>
            </a:endParaRPr>
          </a:p>
        </p:txBody>
      </p:sp>
      <p:sp>
        <p:nvSpPr>
          <p:cNvPr id="7" name="Rectangle 6">
            <a:extLst>
              <a:ext uri="{FF2B5EF4-FFF2-40B4-BE49-F238E27FC236}">
                <a16:creationId xmlns:a16="http://schemas.microsoft.com/office/drawing/2014/main" id="{178E695F-7A13-3671-6D1D-EBB2AEC5874E}"/>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a:solidFill>
                <a:schemeClr val="bg2"/>
              </a:solidFill>
              <a:latin typeface="Roboto" panose="02000000000000000000" pitchFamily="2" charset="0"/>
            </a:endParaRPr>
          </a:p>
        </p:txBody>
      </p:sp>
      <p:pic>
        <p:nvPicPr>
          <p:cNvPr id="34" name="Picture 33" descr=" &#10;&#10;The image presents information about data storage, sensors, interactions, and future data projections, each accompanied by an icon and a description: &#10;&#10;&#10;Storage: &#10;&#10;  &#10;&#10;Icon: Stack of disks. &#10;&#10;Description: &quot;As of the end of May 2021, 271 PB were stored on disks. This exceeds five billion files. The total amount of storage used globally is around 1 Exabyte, split approximately equally between tape and disk media.&quot; &#10;&#10;Sensors: &#10;&#10;  &#10;&#10;Icon: Magnifying glass with a waveform. &#10;&#10;Description: &quot;During experimental runs, seven CERN sensors provide 300 gigabytes of data per second. This number is converted to 300 megabytes of 'useful' data per second.&quot; &#10;&#10;Interactions: &#10;&#10;  &#10;&#10;Icon: Computer monitor with cloud sync arrows. &#10;&#10;Description: &quot;Within one year, more than one exabyte of data is being accessed (read or written) by its users.&quot; &#10;&#10;Future: &#10;&#10;  &#10;&#10;Icon: Clock. &#10;&#10;Description: &quot;The High-Luminosity LHC, the successor to the LHC, is planned to come online in around 2027. By this time, the experiments will collect 10 times more physics events than before (in the order of exabytes per year) and those events will be more complex to process.&quot; &#10;&#10;This image highlights the vast amounts of data being stored and processed, the role of sensors in data generation, the extensive interactions with data, and the future projections for data growth and complexity. ">
            <a:extLst>
              <a:ext uri="{FF2B5EF4-FFF2-40B4-BE49-F238E27FC236}">
                <a16:creationId xmlns:a16="http://schemas.microsoft.com/office/drawing/2014/main" id="{CC53B35F-8751-9A00-6C98-D5FE96FD8A3F}"/>
              </a:ext>
            </a:extLst>
          </p:cNvPr>
          <p:cNvPicPr>
            <a:picLocks noChangeAspect="1"/>
          </p:cNvPicPr>
          <p:nvPr/>
        </p:nvPicPr>
        <p:blipFill>
          <a:blip r:embed="rId2"/>
          <a:stretch>
            <a:fillRect/>
          </a:stretch>
        </p:blipFill>
        <p:spPr>
          <a:xfrm>
            <a:off x="1551709" y="4065877"/>
            <a:ext cx="15205363" cy="4482811"/>
          </a:xfrm>
          <a:prstGeom prst="rect">
            <a:avLst/>
          </a:prstGeom>
        </p:spPr>
      </p:pic>
    </p:spTree>
    <p:extLst>
      <p:ext uri="{BB962C8B-B14F-4D97-AF65-F5344CB8AC3E}">
        <p14:creationId xmlns:p14="http://schemas.microsoft.com/office/powerpoint/2010/main" val="16529963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E9E6-355A-AD40-B5F2-C645D816CA69}"/>
              </a:ext>
            </a:extLst>
          </p:cNvPr>
          <p:cNvSpPr>
            <a:spLocks noGrp="1"/>
          </p:cNvSpPr>
          <p:nvPr>
            <p:ph type="title"/>
          </p:nvPr>
        </p:nvSpPr>
        <p:spPr/>
        <p:txBody>
          <a:bodyPr/>
          <a:lstStyle/>
          <a:p>
            <a:r>
              <a:rPr lang="en-US"/>
              <a:t>Does Big Data Have the Answers?</a:t>
            </a:r>
          </a:p>
        </p:txBody>
      </p:sp>
      <p:sp>
        <p:nvSpPr>
          <p:cNvPr id="3" name="Rectangle 2">
            <a:extLst>
              <a:ext uri="{FF2B5EF4-FFF2-40B4-BE49-F238E27FC236}">
                <a16:creationId xmlns:a16="http://schemas.microsoft.com/office/drawing/2014/main" id="{C2AD9FEC-1087-8958-F62B-2BB747626DAD}"/>
              </a:ext>
            </a:extLst>
          </p:cNvPr>
          <p:cNvSpPr/>
          <p:nvPr/>
        </p:nvSpPr>
        <p:spPr>
          <a:xfrm>
            <a:off x="0" y="3810000"/>
            <a:ext cx="10096500" cy="1314450"/>
          </a:xfrm>
          <a:prstGeom prst="rect">
            <a:avLst/>
          </a:prstGeom>
          <a:solidFill>
            <a:srgbClr val="E98D0A"/>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sz="2200">
                <a:solidFill>
                  <a:schemeClr val="tx1"/>
                </a:solidFill>
              </a:rPr>
              <a:t>On June 23, 2008, Chris Anderson, , Editor-in-chief of Wired magazine posted an article on Wired's website, “The end of theory: the data deluge makes the scientific method obsolete” </a:t>
            </a:r>
          </a:p>
        </p:txBody>
      </p:sp>
      <p:sp>
        <p:nvSpPr>
          <p:cNvPr id="4" name="Rectangle 3">
            <a:extLst>
              <a:ext uri="{FF2B5EF4-FFF2-40B4-BE49-F238E27FC236}">
                <a16:creationId xmlns:a16="http://schemas.microsoft.com/office/drawing/2014/main" id="{348202FC-A09D-A1F9-14FA-AAA1AD187899}"/>
              </a:ext>
            </a:extLst>
          </p:cNvPr>
          <p:cNvSpPr/>
          <p:nvPr/>
        </p:nvSpPr>
        <p:spPr>
          <a:xfrm>
            <a:off x="0" y="5330825"/>
            <a:ext cx="10096500" cy="1314450"/>
          </a:xfrm>
          <a:prstGeom prst="rect">
            <a:avLst/>
          </a:prstGeom>
          <a:solidFill>
            <a:srgbClr val="969696"/>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200">
                <a:solidFill>
                  <a:schemeClr val="tx1"/>
                </a:solidFill>
              </a:rPr>
              <a:t>Anderson’s observation was that the quest for knowledge has shifted from beginning with hypotheses to starting with massive amounts of data</a:t>
            </a:r>
          </a:p>
        </p:txBody>
      </p:sp>
      <p:sp>
        <p:nvSpPr>
          <p:cNvPr id="5" name="Rectangle 4">
            <a:extLst>
              <a:ext uri="{FF2B5EF4-FFF2-40B4-BE49-F238E27FC236}">
                <a16:creationId xmlns:a16="http://schemas.microsoft.com/office/drawing/2014/main" id="{BA12F00E-43F3-870D-D1C1-0E08F2E347B9}"/>
              </a:ext>
            </a:extLst>
          </p:cNvPr>
          <p:cNvSpPr/>
          <p:nvPr/>
        </p:nvSpPr>
        <p:spPr>
          <a:xfrm>
            <a:off x="0" y="6851650"/>
            <a:ext cx="10096500" cy="1314450"/>
          </a:xfrm>
          <a:prstGeom prst="rect">
            <a:avLst/>
          </a:prstGeom>
          <a:solidFill>
            <a:srgbClr val="3F4F6C"/>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200">
                <a:solidFill>
                  <a:schemeClr val="bg2"/>
                </a:solidFill>
              </a:rPr>
              <a:t>Traditionally, the scientific method often began with a hypothesis, followed by data collection and experimentation. In contrast, the availability of vast datasets allows researchers to discover patterns from the data itself</a:t>
            </a:r>
          </a:p>
        </p:txBody>
      </p:sp>
      <p:sp>
        <p:nvSpPr>
          <p:cNvPr id="6" name="Rectangle 5">
            <a:extLst>
              <a:ext uri="{FF2B5EF4-FFF2-40B4-BE49-F238E27FC236}">
                <a16:creationId xmlns:a16="http://schemas.microsoft.com/office/drawing/2014/main" id="{3E4DB10E-B69C-CD22-BB5F-92181D425128}"/>
              </a:ext>
            </a:extLst>
          </p:cNvPr>
          <p:cNvSpPr/>
          <p:nvPr/>
        </p:nvSpPr>
        <p:spPr>
          <a:xfrm>
            <a:off x="0" y="8372475"/>
            <a:ext cx="10096500" cy="1314450"/>
          </a:xfrm>
          <a:prstGeom prst="rect">
            <a:avLst/>
          </a:prstGeom>
          <a:solidFill>
            <a:srgbClr val="0070C0"/>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a:solidFill>
                  <a:schemeClr val="bg2"/>
                </a:solidFill>
              </a:rPr>
              <a:t>In other words, we no longer need to speculate and hypothesize; we simply need to let machines lead us to the patterns, trends, and relationships in social, economic, political, and environmental relationships</a:t>
            </a:r>
          </a:p>
        </p:txBody>
      </p:sp>
      <p:pic>
        <p:nvPicPr>
          <p:cNvPr id="7" name="Picture 6">
            <a:extLst>
              <a:ext uri="{FF2B5EF4-FFF2-40B4-BE49-F238E27FC236}">
                <a16:creationId xmlns:a16="http://schemas.microsoft.com/office/drawing/2014/main" id="{83B29BFB-6069-EFB8-A499-2C8D6CE6A988}"/>
              </a:ext>
              <a:ext uri="{C183D7F6-B498-43B3-948B-1728B52AA6E4}">
                <adec:decorative xmlns:adec="http://schemas.microsoft.com/office/drawing/2017/decorative" val="1"/>
              </a:ext>
            </a:extLst>
          </p:cNvPr>
          <p:cNvPicPr>
            <a:picLocks noChangeAspect="1"/>
          </p:cNvPicPr>
          <p:nvPr/>
        </p:nvPicPr>
        <p:blipFill rotWithShape="1">
          <a:blip r:embed="rId2"/>
          <a:srcRect l="-585" r="48005"/>
          <a:stretch/>
        </p:blipFill>
        <p:spPr>
          <a:xfrm>
            <a:off x="10725152" y="4324350"/>
            <a:ext cx="3573705" cy="4629604"/>
          </a:xfrm>
          <a:prstGeom prst="rect">
            <a:avLst/>
          </a:prstGeom>
        </p:spPr>
      </p:pic>
      <p:sp>
        <p:nvSpPr>
          <p:cNvPr id="8" name="Rectangle 7">
            <a:extLst>
              <a:ext uri="{FF2B5EF4-FFF2-40B4-BE49-F238E27FC236}">
                <a16:creationId xmlns:a16="http://schemas.microsoft.com/office/drawing/2014/main" id="{AB88BE7C-38DB-4E30-C637-8F796D94589B}"/>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ctr">
              <a:lnSpc>
                <a:spcPct val="100000"/>
              </a:lnSpc>
            </a:pPr>
            <a:r>
              <a:rPr lang="en-US" sz="2400" b="0" i="0">
                <a:solidFill>
                  <a:schemeClr val="bg2"/>
                </a:solidFill>
                <a:effectLst/>
              </a:rPr>
              <a:t>Big data is revolutionizing scientific research, enabling scientists to analyze massive datasets to develop new insights, develop new treatments, and make advancements in various fields</a:t>
            </a:r>
            <a:r>
              <a:rPr lang="en-US" sz="2000" b="0" i="0">
                <a:solidFill>
                  <a:schemeClr val="bg2"/>
                </a:solidFill>
                <a:effectLst/>
              </a:rPr>
              <a:t>.</a:t>
            </a:r>
            <a:endParaRPr lang="en-US" sz="2000">
              <a:solidFill>
                <a:schemeClr val="bg2"/>
              </a:solidFill>
            </a:endParaRPr>
          </a:p>
        </p:txBody>
      </p:sp>
      <p:sp>
        <p:nvSpPr>
          <p:cNvPr id="9" name="Rectangle 8">
            <a:extLst>
              <a:ext uri="{FF2B5EF4-FFF2-40B4-BE49-F238E27FC236}">
                <a16:creationId xmlns:a16="http://schemas.microsoft.com/office/drawing/2014/main" id="{17BC341A-78A9-12C6-A8EA-0C1CEBEC16D4}"/>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a:solidFill>
                <a:schemeClr val="bg2"/>
              </a:solidFill>
            </a:endParaRPr>
          </a:p>
        </p:txBody>
      </p:sp>
    </p:spTree>
    <p:extLst>
      <p:ext uri="{BB962C8B-B14F-4D97-AF65-F5344CB8AC3E}">
        <p14:creationId xmlns:p14="http://schemas.microsoft.com/office/powerpoint/2010/main" val="411764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2A9D-6AE9-9481-3568-D3C8B1CC0B48}"/>
              </a:ext>
            </a:extLst>
          </p:cNvPr>
          <p:cNvSpPr>
            <a:spLocks noGrp="1"/>
          </p:cNvSpPr>
          <p:nvPr>
            <p:ph type="title"/>
          </p:nvPr>
        </p:nvSpPr>
        <p:spPr/>
        <p:txBody>
          <a:bodyPr/>
          <a:lstStyle/>
          <a:p>
            <a:r>
              <a:rPr lang="en-US"/>
              <a:t>What are Big Data’s Confounding Properties?</a:t>
            </a:r>
          </a:p>
        </p:txBody>
      </p:sp>
      <p:sp>
        <p:nvSpPr>
          <p:cNvPr id="4" name="Rectangle 3">
            <a:extLst>
              <a:ext uri="{FF2B5EF4-FFF2-40B4-BE49-F238E27FC236}">
                <a16:creationId xmlns:a16="http://schemas.microsoft.com/office/drawing/2014/main" id="{DF36F75A-F520-6A56-DAAD-DA34B0E4E837}"/>
              </a:ext>
            </a:extLst>
          </p:cNvPr>
          <p:cNvSpPr/>
          <p:nvPr/>
        </p:nvSpPr>
        <p:spPr>
          <a:xfrm>
            <a:off x="1232453" y="2324100"/>
            <a:ext cx="137160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800" b="1">
                <a:solidFill>
                  <a:schemeClr val="bg2"/>
                </a:solidFill>
              </a:rPr>
              <a:t>The Six V’s of Big Data</a:t>
            </a:r>
            <a:r>
              <a:rPr lang="en-US" sz="2800">
                <a:solidFill>
                  <a:schemeClr val="bg2"/>
                </a:solidFill>
              </a:rPr>
              <a:t>: The c</a:t>
            </a:r>
            <a:r>
              <a:rPr lang="en-US" sz="2800" b="0" i="0">
                <a:solidFill>
                  <a:schemeClr val="bg2"/>
                </a:solidFill>
                <a:effectLst/>
              </a:rPr>
              <a:t>haracteristics used to describe and understand the key aspects of massive and complex datasets that fall under the umbrella of big data</a:t>
            </a:r>
          </a:p>
        </p:txBody>
      </p:sp>
      <p:sp>
        <p:nvSpPr>
          <p:cNvPr id="5" name="Rectangle 4">
            <a:extLst>
              <a:ext uri="{FF2B5EF4-FFF2-40B4-BE49-F238E27FC236}">
                <a16:creationId xmlns:a16="http://schemas.microsoft.com/office/drawing/2014/main" id="{9F008847-50B2-0B39-3570-82B64EC41249}"/>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3200">
              <a:solidFill>
                <a:schemeClr val="bg2"/>
              </a:solidFill>
              <a:latin typeface="Roboto" panose="02000000000000000000" pitchFamily="2" charset="0"/>
            </a:endParaRPr>
          </a:p>
        </p:txBody>
      </p:sp>
      <p:pic>
        <p:nvPicPr>
          <p:cNvPr id="44" name="Picture 43" descr="The image describes the six &quot;V's&quot; of big data, each accompanied by an icon and a brief description: &#10;&#10;  &#10;&#10;1. **Volume**: &#10;&#10;   - **Icon**: Stack of disks. &#10;&#10;   - **Description**: &quot;Volume refers to the sheer size of the data. Big data solutions need to be able to store, manage, and process these immense volumes of data efficiently.&quot; &#10;&#10;  &#10;&#10;2. **Variety**: &#10;&#10;   - **Icon**: Network nodes connected by lines. &#10;&#10;   - **Description**: &quot;The diversity of types of data formats and structures that big data encompasses including structured, semi-structured, and unstructured. Traditional data stores are not well-suited to handle such unstructured and semi-structured data.&quot; &#10;&#10;  &#10;&#10;3. **Velocity**: &#10;&#10;   - **Icon**: Speedometer. &#10;&#10;   - **Description**: &quot;Velocity represents the speed at which data is generated, collected, and processed. Organizations must be able to capture, process, and derive insights from this rapidly generated data in near real-time.&quot; &#10;&#10;  &#10;&#10;4. **Veracity**: &#10;&#10;   - **Icon**: Checkmark. &#10;&#10;   - **Description**: &quot;Veracity pertains to the quality and reliability of the data. Ensuring data quality and verifying the authenticity of the data is crucial for making meaningful decisions and drawing accurate insights.&quot; &#10;&#10;  &#10;&#10;5. **Variability**: &#10;&#10;   - **Icon**: Bar chart with different lengths. &#10;&#10;   - **Description**: &quot;The numerous and evolving ways in which data can be represented, extended with new attributes or formatted according to different standards (CSV, JSON, XML).&quot; &#10;&#10;  &#10;&#10;6. **Value**: &#10;&#10;   - **Icon**: Diamond. &#10;&#10;   - **Description**: &quot;The criticality of discovering and extracting business value of data. Extracting value from large datasets requires advanced analytics and data mining techniques.&quot; &#10;&#10;  &#10;&#10;This image highlights the key characteristics and challenges of managing and utilizing big data effectively. &#10;&#10;  &#10;&#10;6. **Experimental Data**: &#10;&#10;   - **Icon**: Microscope. &#10;&#10;   - **Description**: &quot;Large scale experiments are highly instrumented and collect huge volumes of progress or status measurements in real-time.&quot; &#10;&#10;  &#10;&#10;This image highlights the diverse and pervasive sources of data in the modern digital age. ">
            <a:extLst>
              <a:ext uri="{FF2B5EF4-FFF2-40B4-BE49-F238E27FC236}">
                <a16:creationId xmlns:a16="http://schemas.microsoft.com/office/drawing/2014/main" id="{D48FAC4D-7647-C6C2-D235-BBA273B54BF7}"/>
              </a:ext>
            </a:extLst>
          </p:cNvPr>
          <p:cNvPicPr>
            <a:picLocks noChangeAspect="1"/>
          </p:cNvPicPr>
          <p:nvPr/>
        </p:nvPicPr>
        <p:blipFill>
          <a:blip r:embed="rId2"/>
          <a:stretch>
            <a:fillRect/>
          </a:stretch>
        </p:blipFill>
        <p:spPr>
          <a:xfrm>
            <a:off x="593148" y="4081896"/>
            <a:ext cx="17101704" cy="4970318"/>
          </a:xfrm>
          <a:prstGeom prst="rect">
            <a:avLst/>
          </a:prstGeom>
        </p:spPr>
      </p:pic>
    </p:spTree>
    <p:extLst>
      <p:ext uri="{BB962C8B-B14F-4D97-AF65-F5344CB8AC3E}">
        <p14:creationId xmlns:p14="http://schemas.microsoft.com/office/powerpoint/2010/main" val="908454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a:t>What is Big Data Volume?</a:t>
            </a:r>
          </a:p>
        </p:txBody>
      </p:sp>
      <p:sp>
        <p:nvSpPr>
          <p:cNvPr id="7" name="TextBox 6">
            <a:extLst>
              <a:ext uri="{FF2B5EF4-FFF2-40B4-BE49-F238E27FC236}">
                <a16:creationId xmlns:a16="http://schemas.microsoft.com/office/drawing/2014/main" id="{08724162-0A30-F26B-5DB1-05E8AEA919C5}"/>
              </a:ext>
            </a:extLst>
          </p:cNvPr>
          <p:cNvSpPr txBox="1"/>
          <p:nvPr/>
        </p:nvSpPr>
        <p:spPr>
          <a:xfrm>
            <a:off x="1098550" y="9010313"/>
            <a:ext cx="822687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a:t>1,000 gigabytes in a terabyte,   1,000 terabytes in a petabyte</a:t>
            </a:r>
            <a:r>
              <a:rPr lang="en-US" sz="2000">
                <a:cs typeface="Arial"/>
              </a:rPr>
              <a:t>​</a:t>
            </a:r>
            <a:br>
              <a:rPr lang="en-US" sz="2000">
                <a:cs typeface="Arial"/>
              </a:rPr>
            </a:br>
            <a:r>
              <a:rPr lang="en-US" sz="2000" i="1"/>
              <a:t>1,000 petabytes in an exabyte, 1,000 exabytes in a zettabyte</a:t>
            </a:r>
            <a:r>
              <a:rPr lang="en-US" sz="2000">
                <a:cs typeface="Arial"/>
              </a:rPr>
              <a:t>​</a:t>
            </a:r>
          </a:p>
        </p:txBody>
      </p:sp>
      <p:pic>
        <p:nvPicPr>
          <p:cNvPr id="33" name="Content Placeholder 32" descr="The image provided seems to represent key aspects of Big Data, with each colored section highlighting a different characteristic or challenge related to it. Here is a detailed description based on the visual elements:&#10;&#10;1. **Red Section:**&#10;   - **Text:** &quot;Refers to the sheer amount of data that is generated and stored.&quot;&#10;   - **Icon:** A database symbol, representing large volumes of data.&#10;&#10;2. **Orange Section:**&#10;   - **Text:** &quot;Is increasing exponentially, driven by the proliferation of sensors, social media, and other data sources.&quot;&#10;   - **Icon:** A rising arrow, indicating exponential growth.&#10;&#10;3. **Gray Section:**&#10;   - **Text:** &quot;Can be challenging to store and manage, but it also presents an opportunity to gain new insights and identify trends and patterns that would be difficult to see with smaller datasets.&quot;&#10;   - **Icon:** A magnifying glass, symbolizing data analysis and discovery.&#10;&#10;4. **Blue Section:**&#10;   - **Text:** &quot;Raises new ethical and legal concerns, such as the need to protect the privacy and security of data that is being generated and stored on a massive scale.&quot;&#10;   - **Icon:** A gavel, representing legal and ethical issues.&#10;">
            <a:extLst>
              <a:ext uri="{FF2B5EF4-FFF2-40B4-BE49-F238E27FC236}">
                <a16:creationId xmlns:a16="http://schemas.microsoft.com/office/drawing/2014/main" id="{C6E4CBC4-F95D-1302-9A46-08C04921B82B}"/>
              </a:ext>
            </a:extLst>
          </p:cNvPr>
          <p:cNvPicPr>
            <a:picLocks noGrp="1" noChangeAspect="1"/>
          </p:cNvPicPr>
          <p:nvPr>
            <p:ph idx="1"/>
          </p:nvPr>
        </p:nvPicPr>
        <p:blipFill>
          <a:blip r:embed="rId2"/>
          <a:stretch>
            <a:fillRect/>
          </a:stretch>
        </p:blipFill>
        <p:spPr>
          <a:xfrm>
            <a:off x="1262786" y="1993398"/>
            <a:ext cx="15756080" cy="6316806"/>
          </a:xfrm>
        </p:spPr>
      </p:pic>
    </p:spTree>
    <p:extLst>
      <p:ext uri="{BB962C8B-B14F-4D97-AF65-F5344CB8AC3E}">
        <p14:creationId xmlns:p14="http://schemas.microsoft.com/office/powerpoint/2010/main" val="475764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5EAF3-A384-2E86-CD0D-38ABA4D243DE}"/>
              </a:ext>
            </a:extLst>
          </p:cNvPr>
          <p:cNvSpPr>
            <a:spLocks noGrp="1"/>
          </p:cNvSpPr>
          <p:nvPr>
            <p:ph type="title"/>
          </p:nvPr>
        </p:nvSpPr>
        <p:spPr/>
        <p:txBody>
          <a:bodyPr/>
          <a:lstStyle/>
          <a:p>
            <a:r>
              <a:rPr lang="en-US"/>
              <a:t>What is Big Data Volume?</a:t>
            </a:r>
          </a:p>
        </p:txBody>
      </p:sp>
      <p:sp>
        <p:nvSpPr>
          <p:cNvPr id="7" name="TextBox 6">
            <a:extLst>
              <a:ext uri="{FF2B5EF4-FFF2-40B4-BE49-F238E27FC236}">
                <a16:creationId xmlns:a16="http://schemas.microsoft.com/office/drawing/2014/main" id="{08724162-0A30-F26B-5DB1-05E8AEA919C5}"/>
              </a:ext>
            </a:extLst>
          </p:cNvPr>
          <p:cNvSpPr txBox="1"/>
          <p:nvPr/>
        </p:nvSpPr>
        <p:spPr>
          <a:xfrm>
            <a:off x="1098550" y="9010313"/>
            <a:ext cx="822687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i="1"/>
              <a:t>1,000 gigabytes in a terabyte,   1,000 terabytes in a petabyte</a:t>
            </a:r>
            <a:r>
              <a:rPr lang="en-US" sz="2000">
                <a:cs typeface="Arial"/>
              </a:rPr>
              <a:t>​</a:t>
            </a:r>
            <a:br>
              <a:rPr lang="en-US" sz="2000">
                <a:cs typeface="Arial"/>
              </a:rPr>
            </a:br>
            <a:r>
              <a:rPr lang="en-US" sz="2000" i="1"/>
              <a:t>1,000 petabytes in an exabyte, 1,000 exabytes in a zettabyte</a:t>
            </a:r>
            <a:r>
              <a:rPr lang="en-US" sz="2000">
                <a:cs typeface="Arial"/>
              </a:rPr>
              <a:t>​</a:t>
            </a:r>
          </a:p>
        </p:txBody>
      </p:sp>
      <p:pic>
        <p:nvPicPr>
          <p:cNvPr id="33" name="Content Placeholder 32" descr="The image provided appears to display statistics related to Big Data, with each colored section detailing a specific fact or figure. Here is a detailed description of each section based on the visual elements:&#10;&#10;1. **Red Section:**&#10;   - **Text:** &quot;From the dawn of civilization until 2003, humans generated five exabytes of data. Now we produce five exabytes every two days [Source: Eric Schmidt, CEO Google, 2013]&quot;&#10;   - **Icon:** A stopwatch, indicating the rapid pace of data generation.&#10;&#10;2. **Orange Section:**&#10;   - **Text:** &quot;The global datasphere is expected to reach 180 zettabytes by 2025. [Source: IDC]&quot;&#10;   - **Icon:** A globe, representing the vast amount of data globally.&#10;&#10;3. **Gray Section:**&#10;   - **Text:** &quot;As of 2021, Facebook's users generate approximately 30 petabytes (30 million gigabytes) of data on the platform each month. [Source: Domo]&quot;&#10;   - **Icon:** A database, symbolizing large volumes of user-generated data.&#10;&#10;4. **Blue Section:**&#10;   - **Text:** &quot;On Prime day (2022) Amazon processed 288 billion transactions, stored 1,849 terabytes of data, and transferred 749 terabytes of data [Source: Amazon]&quot;&#10;   - **Icon:** A bar chart, indicating large-scale data processing and transfer.&#10;">
            <a:extLst>
              <a:ext uri="{FF2B5EF4-FFF2-40B4-BE49-F238E27FC236}">
                <a16:creationId xmlns:a16="http://schemas.microsoft.com/office/drawing/2014/main" id="{C69B8111-BB3A-629A-9320-6B4C1D7A880C}"/>
              </a:ext>
            </a:extLst>
          </p:cNvPr>
          <p:cNvPicPr>
            <a:picLocks noGrp="1" noChangeAspect="1"/>
          </p:cNvPicPr>
          <p:nvPr>
            <p:ph idx="1"/>
          </p:nvPr>
        </p:nvPicPr>
        <p:blipFill>
          <a:blip r:embed="rId2"/>
          <a:stretch>
            <a:fillRect/>
          </a:stretch>
        </p:blipFill>
        <p:spPr>
          <a:xfrm>
            <a:off x="1778434" y="2322011"/>
            <a:ext cx="14724782" cy="5638798"/>
          </a:xfrm>
        </p:spPr>
      </p:pic>
    </p:spTree>
    <p:extLst>
      <p:ext uri="{BB962C8B-B14F-4D97-AF65-F5344CB8AC3E}">
        <p14:creationId xmlns:p14="http://schemas.microsoft.com/office/powerpoint/2010/main" val="2339868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6282D-EF77-EEA5-5F98-977FB5C92D3C}"/>
              </a:ext>
            </a:extLst>
          </p:cNvPr>
          <p:cNvSpPr>
            <a:spLocks noGrp="1"/>
          </p:cNvSpPr>
          <p:nvPr>
            <p:ph type="title"/>
          </p:nvPr>
        </p:nvSpPr>
        <p:spPr/>
        <p:txBody>
          <a:bodyPr/>
          <a:lstStyle/>
          <a:p>
            <a:r>
              <a:rPr lang="en-US"/>
              <a:t>Big Data: How Big?</a:t>
            </a:r>
            <a:br>
              <a:rPr lang="en-US"/>
            </a:br>
            <a:r>
              <a:rPr lang="en-US" sz="4400"/>
              <a:t>Every 60 Seconds of the Day</a:t>
            </a:r>
            <a:endParaRPr lang="en-US"/>
          </a:p>
        </p:txBody>
      </p:sp>
      <p:pic>
        <p:nvPicPr>
          <p:cNvPr id="31" name="Picture 30" descr="The image presents various statistics on digital activities occurring every minute: &#10;&#10;  &#10;&#10;1. **5.9 million Google searches happen**: &#10;&#10;   - This is shown in an orange box. &#10;&#10;  &#10;&#10;2. **Instagram users share 66,000 photos**: &#10;&#10;   - This is shown in a grey box. &#10;&#10;  &#10;&#10;3. **Facebook users post 1.7 million pieces of content**: &#10;&#10;   - This is shown in a grey box. &#10;&#10;  &#10;&#10;4. **People send 231.4 million emails**: &#10;&#10;   - This is shown in a red box. &#10;&#10;  &#10;&#10;5. **YouTubers upload 500 hours of videos**: &#10;&#10;   - This is shown in a blue box. &#10;&#10;  &#10;&#10;6. **Snapchat users send 4.3 million snaps**: &#10;&#10;   - This is shown in an orange box. &#10;&#10;  &#10;&#10;7. **Twitter users write 347,200 tweets**: &#10;&#10;   - This is shown in a red box. &#10;&#10;  &#10;&#10;8. **People send 16 million texts**: &#10;&#10;   - This is shown in a grey box. &#10;&#10;  &#10;&#10;These statistics illustrate the massive scale of digital interactions and content creation happening online every minute. ">
            <a:extLst>
              <a:ext uri="{FF2B5EF4-FFF2-40B4-BE49-F238E27FC236}">
                <a16:creationId xmlns:a16="http://schemas.microsoft.com/office/drawing/2014/main" id="{F2B9EAA0-661A-7B04-0A98-34B4A54C1F1B}"/>
              </a:ext>
            </a:extLst>
          </p:cNvPr>
          <p:cNvPicPr>
            <a:picLocks noChangeAspect="1"/>
          </p:cNvPicPr>
          <p:nvPr/>
        </p:nvPicPr>
        <p:blipFill>
          <a:blip r:embed="rId3"/>
          <a:stretch>
            <a:fillRect/>
          </a:stretch>
        </p:blipFill>
        <p:spPr>
          <a:xfrm>
            <a:off x="3833982" y="2572904"/>
            <a:ext cx="10642839" cy="6548167"/>
          </a:xfrm>
          <a:prstGeom prst="rect">
            <a:avLst/>
          </a:prstGeom>
        </p:spPr>
      </p:pic>
    </p:spTree>
    <p:custDataLst>
      <p:tags r:id="rId1"/>
    </p:custDataLst>
    <p:extLst>
      <p:ext uri="{BB962C8B-B14F-4D97-AF65-F5344CB8AC3E}">
        <p14:creationId xmlns:p14="http://schemas.microsoft.com/office/powerpoint/2010/main" val="19213732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2.xml><?xml version="1.0" encoding="utf-8"?>
<ds:datastoreItem xmlns:ds="http://schemas.openxmlformats.org/officeDocument/2006/customXml" ds:itemID="{3C6A4EEA-2556-441D-B20B-0657893061DE}">
  <ds:schemaRefs>
    <ds:schemaRef ds:uri="4e58ebf2-e4df-4cd3-9186-1e42b3ede124"/>
    <ds:schemaRef ds:uri="5e41b080-9453-459c-bb93-b19be7335f42"/>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7DFD3F0-D7E1-4B4A-AA42-941FD361C7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Breeze</vt:lpstr>
      <vt:lpstr>Module 1: Lesson 2 Big Data Overview</vt:lpstr>
      <vt:lpstr>What is Big Data?</vt:lpstr>
      <vt:lpstr>What is Big Data?</vt:lpstr>
      <vt:lpstr>Where Does Big Data Come From?</vt:lpstr>
      <vt:lpstr>Big Data in the Real World</vt:lpstr>
      <vt:lpstr>Does Big Data Have the Answers?</vt:lpstr>
      <vt:lpstr>What are Big Data’s Confounding Properties?</vt:lpstr>
      <vt:lpstr>What is Big Data Volume?</vt:lpstr>
      <vt:lpstr>What is Big Data Volume?</vt:lpstr>
      <vt:lpstr>Big Data: How Big? Every 60 Seconds of the Day</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revision>40</cp:revision>
  <cp:lastPrinted>2023-10-30T23:31:26Z</cp:lastPrinted>
  <dcterms:created xsi:type="dcterms:W3CDTF">2019-02-13T16:04:21Z</dcterms:created>
  <dcterms:modified xsi:type="dcterms:W3CDTF">2024-07-03T18:08:20Z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39587E59-5F11-49FD-B4CA-BDC4D2A46ED1</vt:lpwstr>
  </property>
  <property fmtid="{D5CDD505-2E9C-101B-9397-08002B2CF9AE}" pid="4" name="ArticulatePath">
    <vt:lpwstr>Module 1 v1 11092023</vt:lpwstr>
  </property>
  <property fmtid="{D5CDD505-2E9C-101B-9397-08002B2CF9AE}" pid="5" name="MediaServiceImageTags">
    <vt:lpwstr/>
  </property>
</Properties>
</file>