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3.xml" ContentType="application/vnd.openxmlformats-officedocument.presentationml.tags+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5"/>
  </p:notesMasterIdLst>
  <p:sldIdLst>
    <p:sldId id="533" r:id="rId5"/>
    <p:sldId id="289" r:id="rId6"/>
    <p:sldId id="292" r:id="rId7"/>
    <p:sldId id="290" r:id="rId8"/>
    <p:sldId id="291" r:id="rId9"/>
    <p:sldId id="578" r:id="rId10"/>
    <p:sldId id="293" r:id="rId11"/>
    <p:sldId id="579" r:id="rId12"/>
    <p:sldId id="294" r:id="rId13"/>
    <p:sldId id="580" r:id="rId14"/>
    <p:sldId id="581" r:id="rId15"/>
    <p:sldId id="582" r:id="rId16"/>
    <p:sldId id="492" r:id="rId17"/>
    <p:sldId id="583" r:id="rId18"/>
    <p:sldId id="584" r:id="rId19"/>
    <p:sldId id="617" r:id="rId20"/>
    <p:sldId id="494" r:id="rId21"/>
    <p:sldId id="534" r:id="rId22"/>
    <p:sldId id="493" r:id="rId23"/>
    <p:sldId id="500" r:id="rId24"/>
  </p:sldIdLst>
  <p:sldSz cx="18288000" cy="10287000"/>
  <p:notesSz cx="6858000" cy="9144000"/>
  <p:custDataLst>
    <p:tags r:id="rId26"/>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4F6C"/>
    <a:srgbClr val="969696"/>
    <a:srgbClr val="E98D0A"/>
    <a:srgbClr val="C50724"/>
    <a:srgbClr val="0070C0"/>
    <a:srgbClr val="1770C0"/>
    <a:srgbClr val="BD0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B37724-5D5D-C84D-5EEA-7B4E347DBF6D}" v="80" dt="2024-07-03T18:22:30.9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49"/>
    <p:restoredTop sz="94044"/>
  </p:normalViewPr>
  <p:slideViewPr>
    <p:cSldViewPr snapToGrid="0" snapToObjects="1">
      <p:cViewPr varScale="1">
        <p:scale>
          <a:sx n="39" d="100"/>
          <a:sy n="39" d="100"/>
        </p:scale>
        <p:origin x="67" y="47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dy Tseng" userId="b031a71b-ea40-479f-9c0f-e713aa008bfa" providerId="ADAL" clId="{7C2926AD-6166-4DD6-83D5-EE3E929018C4}"/>
    <pc:docChg chg="modSld">
      <pc:chgData name="Judy Tseng" userId="b031a71b-ea40-479f-9c0f-e713aa008bfa" providerId="ADAL" clId="{7C2926AD-6166-4DD6-83D5-EE3E929018C4}" dt="2024-03-27T16:27:35.203" v="45" actId="207"/>
      <pc:docMkLst>
        <pc:docMk/>
      </pc:docMkLst>
      <pc:sldChg chg="modSp mod">
        <pc:chgData name="Judy Tseng" userId="b031a71b-ea40-479f-9c0f-e713aa008bfa" providerId="ADAL" clId="{7C2926AD-6166-4DD6-83D5-EE3E929018C4}" dt="2024-03-27T16:24:31.140" v="1" actId="207"/>
        <pc:sldMkLst>
          <pc:docMk/>
          <pc:sldMk cId="4203863691" sldId="289"/>
        </pc:sldMkLst>
        <pc:graphicFrameChg chg="modGraphic">
          <ac:chgData name="Judy Tseng" userId="b031a71b-ea40-479f-9c0f-e713aa008bfa" providerId="ADAL" clId="{7C2926AD-6166-4DD6-83D5-EE3E929018C4}" dt="2024-03-27T16:24:31.140" v="1" actId="207"/>
          <ac:graphicFrameMkLst>
            <pc:docMk/>
            <pc:sldMk cId="4203863691" sldId="289"/>
            <ac:graphicFrameMk id="6" creationId="{426228E3-B3B6-C83C-3391-9AAF4BEF0FB4}"/>
          </ac:graphicFrameMkLst>
        </pc:graphicFrameChg>
      </pc:sldChg>
      <pc:sldChg chg="modSp mod">
        <pc:chgData name="Judy Tseng" userId="b031a71b-ea40-479f-9c0f-e713aa008bfa" providerId="ADAL" clId="{7C2926AD-6166-4DD6-83D5-EE3E929018C4}" dt="2024-03-27T16:26:11.450" v="28" actId="962"/>
        <pc:sldMkLst>
          <pc:docMk/>
          <pc:sldMk cId="799207563" sldId="290"/>
        </pc:sldMkLst>
        <pc:spChg chg="mod">
          <ac:chgData name="Judy Tseng" userId="b031a71b-ea40-479f-9c0f-e713aa008bfa" providerId="ADAL" clId="{7C2926AD-6166-4DD6-83D5-EE3E929018C4}" dt="2024-03-27T16:26:08.795" v="27" actId="962"/>
          <ac:spMkLst>
            <pc:docMk/>
            <pc:sldMk cId="799207563" sldId="290"/>
            <ac:spMk id="5" creationId="{44860486-9435-E772-4BF0-8424CF91A5BB}"/>
          </ac:spMkLst>
        </pc:spChg>
        <pc:spChg chg="mod">
          <ac:chgData name="Judy Tseng" userId="b031a71b-ea40-479f-9c0f-e713aa008bfa" providerId="ADAL" clId="{7C2926AD-6166-4DD6-83D5-EE3E929018C4}" dt="2024-03-27T16:26:11.450" v="28" actId="962"/>
          <ac:spMkLst>
            <pc:docMk/>
            <pc:sldMk cId="799207563" sldId="290"/>
            <ac:spMk id="12" creationId="{A71E3EE0-EB9D-5346-6B2A-0E6E82E0FB65}"/>
          </ac:spMkLst>
        </pc:spChg>
      </pc:sldChg>
      <pc:sldChg chg="modSp mod">
        <pc:chgData name="Judy Tseng" userId="b031a71b-ea40-479f-9c0f-e713aa008bfa" providerId="ADAL" clId="{7C2926AD-6166-4DD6-83D5-EE3E929018C4}" dt="2024-03-27T16:26:16.250" v="30" actId="962"/>
        <pc:sldMkLst>
          <pc:docMk/>
          <pc:sldMk cId="2359750650" sldId="291"/>
        </pc:sldMkLst>
        <pc:spChg chg="mod">
          <ac:chgData name="Judy Tseng" userId="b031a71b-ea40-479f-9c0f-e713aa008bfa" providerId="ADAL" clId="{7C2926AD-6166-4DD6-83D5-EE3E929018C4}" dt="2024-03-27T16:26:16.250" v="30" actId="962"/>
          <ac:spMkLst>
            <pc:docMk/>
            <pc:sldMk cId="2359750650" sldId="291"/>
            <ac:spMk id="5" creationId="{44860486-9435-E772-4BF0-8424CF91A5BB}"/>
          </ac:spMkLst>
        </pc:spChg>
        <pc:spChg chg="mod">
          <ac:chgData name="Judy Tseng" userId="b031a71b-ea40-479f-9c0f-e713aa008bfa" providerId="ADAL" clId="{7C2926AD-6166-4DD6-83D5-EE3E929018C4}" dt="2024-03-27T16:26:14.014" v="29" actId="962"/>
          <ac:spMkLst>
            <pc:docMk/>
            <pc:sldMk cId="2359750650" sldId="291"/>
            <ac:spMk id="12" creationId="{A71E3EE0-EB9D-5346-6B2A-0E6E82E0FB65}"/>
          </ac:spMkLst>
        </pc:spChg>
      </pc:sldChg>
      <pc:sldChg chg="modSp mod">
        <pc:chgData name="Judy Tseng" userId="b031a71b-ea40-479f-9c0f-e713aa008bfa" providerId="ADAL" clId="{7C2926AD-6166-4DD6-83D5-EE3E929018C4}" dt="2024-03-27T16:24:37.742" v="3" actId="207"/>
        <pc:sldMkLst>
          <pc:docMk/>
          <pc:sldMk cId="3062944557" sldId="292"/>
        </pc:sldMkLst>
        <pc:graphicFrameChg chg="modGraphic">
          <ac:chgData name="Judy Tseng" userId="b031a71b-ea40-479f-9c0f-e713aa008bfa" providerId="ADAL" clId="{7C2926AD-6166-4DD6-83D5-EE3E929018C4}" dt="2024-03-27T16:24:37.742" v="3" actId="207"/>
          <ac:graphicFrameMkLst>
            <pc:docMk/>
            <pc:sldMk cId="3062944557" sldId="292"/>
            <ac:graphicFrameMk id="6" creationId="{426228E3-B3B6-C83C-3391-9AAF4BEF0FB4}"/>
          </ac:graphicFrameMkLst>
        </pc:graphicFrameChg>
      </pc:sldChg>
      <pc:sldChg chg="modSp mod">
        <pc:chgData name="Judy Tseng" userId="b031a71b-ea40-479f-9c0f-e713aa008bfa" providerId="ADAL" clId="{7C2926AD-6166-4DD6-83D5-EE3E929018C4}" dt="2024-03-27T16:26:23.353" v="32" actId="962"/>
        <pc:sldMkLst>
          <pc:docMk/>
          <pc:sldMk cId="2575009908" sldId="293"/>
        </pc:sldMkLst>
        <pc:spChg chg="mod">
          <ac:chgData name="Judy Tseng" userId="b031a71b-ea40-479f-9c0f-e713aa008bfa" providerId="ADAL" clId="{7C2926AD-6166-4DD6-83D5-EE3E929018C4}" dt="2024-03-27T16:26:21.084" v="31" actId="962"/>
          <ac:spMkLst>
            <pc:docMk/>
            <pc:sldMk cId="2575009908" sldId="293"/>
            <ac:spMk id="3" creationId="{FBE4AAD6-C61F-15F7-8C1F-CD3430E55E3A}"/>
          </ac:spMkLst>
        </pc:spChg>
        <pc:spChg chg="mod">
          <ac:chgData name="Judy Tseng" userId="b031a71b-ea40-479f-9c0f-e713aa008bfa" providerId="ADAL" clId="{7C2926AD-6166-4DD6-83D5-EE3E929018C4}" dt="2024-03-27T16:26:23.353" v="32" actId="962"/>
          <ac:spMkLst>
            <pc:docMk/>
            <pc:sldMk cId="2575009908" sldId="293"/>
            <ac:spMk id="4" creationId="{B1C7C90E-137C-1873-494E-1A393BBA9627}"/>
          </ac:spMkLst>
        </pc:spChg>
      </pc:sldChg>
      <pc:sldChg chg="modSp mod">
        <pc:chgData name="Judy Tseng" userId="b031a71b-ea40-479f-9c0f-e713aa008bfa" providerId="ADAL" clId="{7C2926AD-6166-4DD6-83D5-EE3E929018C4}" dt="2024-03-27T16:27:35.203" v="45" actId="207"/>
        <pc:sldMkLst>
          <pc:docMk/>
          <pc:sldMk cId="3109955730" sldId="294"/>
        </pc:sldMkLst>
        <pc:spChg chg="mod">
          <ac:chgData name="Judy Tseng" userId="b031a71b-ea40-479f-9c0f-e713aa008bfa" providerId="ADAL" clId="{7C2926AD-6166-4DD6-83D5-EE3E929018C4}" dt="2024-03-27T16:27:35.203" v="45" actId="207"/>
          <ac:spMkLst>
            <pc:docMk/>
            <pc:sldMk cId="3109955730" sldId="294"/>
            <ac:spMk id="13" creationId="{7643EFC5-0669-1A24-9D92-F11FC3394B0B}"/>
          </ac:spMkLst>
        </pc:spChg>
        <pc:spChg chg="mod">
          <ac:chgData name="Judy Tseng" userId="b031a71b-ea40-479f-9c0f-e713aa008bfa" providerId="ADAL" clId="{7C2926AD-6166-4DD6-83D5-EE3E929018C4}" dt="2024-03-27T16:26:42.179" v="34" actId="962"/>
          <ac:spMkLst>
            <pc:docMk/>
            <pc:sldMk cId="3109955730" sldId="294"/>
            <ac:spMk id="14" creationId="{CC60E8D0-59AC-E259-88C8-7E3B1CC597C7}"/>
          </ac:spMkLst>
        </pc:spChg>
        <pc:spChg chg="mod">
          <ac:chgData name="Judy Tseng" userId="b031a71b-ea40-479f-9c0f-e713aa008bfa" providerId="ADAL" clId="{7C2926AD-6166-4DD6-83D5-EE3E929018C4}" dt="2024-03-27T16:26:43.688" v="35" actId="962"/>
          <ac:spMkLst>
            <pc:docMk/>
            <pc:sldMk cId="3109955730" sldId="294"/>
            <ac:spMk id="15" creationId="{A5BC734D-39A6-BFE5-47A2-A8C0629DD9CE}"/>
          </ac:spMkLst>
        </pc:spChg>
        <pc:grpChg chg="mod">
          <ac:chgData name="Judy Tseng" userId="b031a71b-ea40-479f-9c0f-e713aa008bfa" providerId="ADAL" clId="{7C2926AD-6166-4DD6-83D5-EE3E929018C4}" dt="2024-03-27T16:26:39.476" v="33" actId="962"/>
          <ac:grpSpMkLst>
            <pc:docMk/>
            <pc:sldMk cId="3109955730" sldId="294"/>
            <ac:grpSpMk id="3" creationId="{140C978D-E872-E8EA-0373-1C3A653D5C21}"/>
          </ac:grpSpMkLst>
        </pc:grpChg>
      </pc:sldChg>
      <pc:sldChg chg="modSp mod">
        <pc:chgData name="Judy Tseng" userId="b031a71b-ea40-479f-9c0f-e713aa008bfa" providerId="ADAL" clId="{7C2926AD-6166-4DD6-83D5-EE3E929018C4}" dt="2024-03-27T16:25:15.976" v="13" actId="207"/>
        <pc:sldMkLst>
          <pc:docMk/>
          <pc:sldMk cId="2248458286" sldId="492"/>
        </pc:sldMkLst>
        <pc:graphicFrameChg chg="modGraphic">
          <ac:chgData name="Judy Tseng" userId="b031a71b-ea40-479f-9c0f-e713aa008bfa" providerId="ADAL" clId="{7C2926AD-6166-4DD6-83D5-EE3E929018C4}" dt="2024-03-27T16:25:15.976" v="13" actId="207"/>
          <ac:graphicFrameMkLst>
            <pc:docMk/>
            <pc:sldMk cId="2248458286" sldId="492"/>
            <ac:graphicFrameMk id="6" creationId="{426228E3-B3B6-C83C-3391-9AAF4BEF0FB4}"/>
          </ac:graphicFrameMkLst>
        </pc:graphicFrameChg>
      </pc:sldChg>
      <pc:sldChg chg="modSp mod">
        <pc:chgData name="Judy Tseng" userId="b031a71b-ea40-479f-9c0f-e713aa008bfa" providerId="ADAL" clId="{7C2926AD-6166-4DD6-83D5-EE3E929018C4}" dt="2024-03-27T16:25:50.822" v="24" actId="207"/>
        <pc:sldMkLst>
          <pc:docMk/>
          <pc:sldMk cId="163090449" sldId="493"/>
        </pc:sldMkLst>
        <pc:graphicFrameChg chg="modGraphic">
          <ac:chgData name="Judy Tseng" userId="b031a71b-ea40-479f-9c0f-e713aa008bfa" providerId="ADAL" clId="{7C2926AD-6166-4DD6-83D5-EE3E929018C4}" dt="2024-03-27T16:25:50.822" v="24" actId="207"/>
          <ac:graphicFrameMkLst>
            <pc:docMk/>
            <pc:sldMk cId="163090449" sldId="493"/>
            <ac:graphicFrameMk id="6" creationId="{426228E3-B3B6-C83C-3391-9AAF4BEF0FB4}"/>
          </ac:graphicFrameMkLst>
        </pc:graphicFrameChg>
      </pc:sldChg>
      <pc:sldChg chg="modSp mod">
        <pc:chgData name="Judy Tseng" userId="b031a71b-ea40-479f-9c0f-e713aa008bfa" providerId="ADAL" clId="{7C2926AD-6166-4DD6-83D5-EE3E929018C4}" dt="2024-03-27T16:27:09.753" v="39" actId="962"/>
        <pc:sldMkLst>
          <pc:docMk/>
          <pc:sldMk cId="1545360990" sldId="494"/>
        </pc:sldMkLst>
        <pc:spChg chg="mod">
          <ac:chgData name="Judy Tseng" userId="b031a71b-ea40-479f-9c0f-e713aa008bfa" providerId="ADAL" clId="{7C2926AD-6166-4DD6-83D5-EE3E929018C4}" dt="2024-03-27T16:25:37.683" v="20" actId="207"/>
          <ac:spMkLst>
            <pc:docMk/>
            <pc:sldMk cId="1545360990" sldId="494"/>
            <ac:spMk id="5" creationId="{3ED4DE36-52C0-CB95-BACC-337A00B1A90C}"/>
          </ac:spMkLst>
        </pc:spChg>
        <pc:spChg chg="mod">
          <ac:chgData name="Judy Tseng" userId="b031a71b-ea40-479f-9c0f-e713aa008bfa" providerId="ADAL" clId="{7C2926AD-6166-4DD6-83D5-EE3E929018C4}" dt="2024-03-27T16:27:07.859" v="38" actId="962"/>
          <ac:spMkLst>
            <pc:docMk/>
            <pc:sldMk cId="1545360990" sldId="494"/>
            <ac:spMk id="8" creationId="{AE65C159-5C92-BCA3-41C6-866AA4775CF5}"/>
          </ac:spMkLst>
        </pc:spChg>
        <pc:spChg chg="mod">
          <ac:chgData name="Judy Tseng" userId="b031a71b-ea40-479f-9c0f-e713aa008bfa" providerId="ADAL" clId="{7C2926AD-6166-4DD6-83D5-EE3E929018C4}" dt="2024-03-27T16:27:09.753" v="39" actId="962"/>
          <ac:spMkLst>
            <pc:docMk/>
            <pc:sldMk cId="1545360990" sldId="494"/>
            <ac:spMk id="9" creationId="{E4BC379E-337C-E555-73C1-C466E42489C1}"/>
          </ac:spMkLst>
        </pc:spChg>
      </pc:sldChg>
      <pc:sldChg chg="modSp mod">
        <pc:chgData name="Judy Tseng" userId="b031a71b-ea40-479f-9c0f-e713aa008bfa" providerId="ADAL" clId="{7C2926AD-6166-4DD6-83D5-EE3E929018C4}" dt="2024-03-27T16:25:56.123" v="26" actId="207"/>
        <pc:sldMkLst>
          <pc:docMk/>
          <pc:sldMk cId="1945195105" sldId="500"/>
        </pc:sldMkLst>
        <pc:graphicFrameChg chg="modGraphic">
          <ac:chgData name="Judy Tseng" userId="b031a71b-ea40-479f-9c0f-e713aa008bfa" providerId="ADAL" clId="{7C2926AD-6166-4DD6-83D5-EE3E929018C4}" dt="2024-03-27T16:25:56.123" v="26" actId="207"/>
          <ac:graphicFrameMkLst>
            <pc:docMk/>
            <pc:sldMk cId="1945195105" sldId="500"/>
            <ac:graphicFrameMk id="6" creationId="{426228E3-B3B6-C83C-3391-9AAF4BEF0FB4}"/>
          </ac:graphicFrameMkLst>
        </pc:graphicFrameChg>
      </pc:sldChg>
      <pc:sldChg chg="modSp mod">
        <pc:chgData name="Judy Tseng" userId="b031a71b-ea40-479f-9c0f-e713aa008bfa" providerId="ADAL" clId="{7C2926AD-6166-4DD6-83D5-EE3E929018C4}" dt="2024-03-27T16:27:15.875" v="43" actId="962"/>
        <pc:sldMkLst>
          <pc:docMk/>
          <pc:sldMk cId="2729650186" sldId="534"/>
        </pc:sldMkLst>
        <pc:spChg chg="mod">
          <ac:chgData name="Judy Tseng" userId="b031a71b-ea40-479f-9c0f-e713aa008bfa" providerId="ADAL" clId="{7C2926AD-6166-4DD6-83D5-EE3E929018C4}" dt="2024-03-27T16:27:14.267" v="42" actId="962"/>
          <ac:spMkLst>
            <pc:docMk/>
            <pc:sldMk cId="2729650186" sldId="534"/>
            <ac:spMk id="3" creationId="{F0198E06-907F-EDB8-3165-65181847C7FE}"/>
          </ac:spMkLst>
        </pc:spChg>
        <pc:spChg chg="mod">
          <ac:chgData name="Judy Tseng" userId="b031a71b-ea40-479f-9c0f-e713aa008bfa" providerId="ADAL" clId="{7C2926AD-6166-4DD6-83D5-EE3E929018C4}" dt="2024-03-27T16:25:41.086" v="21" actId="207"/>
          <ac:spMkLst>
            <pc:docMk/>
            <pc:sldMk cId="2729650186" sldId="534"/>
            <ac:spMk id="5" creationId="{3ED4DE36-52C0-CB95-BACC-337A00B1A90C}"/>
          </ac:spMkLst>
        </pc:spChg>
        <pc:spChg chg="mod">
          <ac:chgData name="Judy Tseng" userId="b031a71b-ea40-479f-9c0f-e713aa008bfa" providerId="ADAL" clId="{7C2926AD-6166-4DD6-83D5-EE3E929018C4}" dt="2024-03-27T16:25:42.927" v="22" actId="207"/>
          <ac:spMkLst>
            <pc:docMk/>
            <pc:sldMk cId="2729650186" sldId="534"/>
            <ac:spMk id="6" creationId="{D7AAFCEC-8CFD-2586-37E2-FB68E05134D6}"/>
          </ac:spMkLst>
        </pc:spChg>
        <pc:spChg chg="mod">
          <ac:chgData name="Judy Tseng" userId="b031a71b-ea40-479f-9c0f-e713aa008bfa" providerId="ADAL" clId="{7C2926AD-6166-4DD6-83D5-EE3E929018C4}" dt="2024-03-27T16:27:11.305" v="40" actId="962"/>
          <ac:spMkLst>
            <pc:docMk/>
            <pc:sldMk cId="2729650186" sldId="534"/>
            <ac:spMk id="8" creationId="{AE65C159-5C92-BCA3-41C6-866AA4775CF5}"/>
          </ac:spMkLst>
        </pc:spChg>
        <pc:spChg chg="mod">
          <ac:chgData name="Judy Tseng" userId="b031a71b-ea40-479f-9c0f-e713aa008bfa" providerId="ADAL" clId="{7C2926AD-6166-4DD6-83D5-EE3E929018C4}" dt="2024-03-27T16:27:12.684" v="41" actId="962"/>
          <ac:spMkLst>
            <pc:docMk/>
            <pc:sldMk cId="2729650186" sldId="534"/>
            <ac:spMk id="9" creationId="{E4BC379E-337C-E555-73C1-C466E42489C1}"/>
          </ac:spMkLst>
        </pc:spChg>
        <pc:spChg chg="mod">
          <ac:chgData name="Judy Tseng" userId="b031a71b-ea40-479f-9c0f-e713aa008bfa" providerId="ADAL" clId="{7C2926AD-6166-4DD6-83D5-EE3E929018C4}" dt="2024-03-27T16:27:15.875" v="43" actId="962"/>
          <ac:spMkLst>
            <pc:docMk/>
            <pc:sldMk cId="2729650186" sldId="534"/>
            <ac:spMk id="11" creationId="{DDDC2E95-9679-06A9-E91D-BA0A47108817}"/>
          </ac:spMkLst>
        </pc:spChg>
      </pc:sldChg>
      <pc:sldChg chg="modSp mod">
        <pc:chgData name="Judy Tseng" userId="b031a71b-ea40-479f-9c0f-e713aa008bfa" providerId="ADAL" clId="{7C2926AD-6166-4DD6-83D5-EE3E929018C4}" dt="2024-03-27T16:24:45.312" v="5" actId="207"/>
        <pc:sldMkLst>
          <pc:docMk/>
          <pc:sldMk cId="4195928676" sldId="578"/>
        </pc:sldMkLst>
        <pc:graphicFrameChg chg="modGraphic">
          <ac:chgData name="Judy Tseng" userId="b031a71b-ea40-479f-9c0f-e713aa008bfa" providerId="ADAL" clId="{7C2926AD-6166-4DD6-83D5-EE3E929018C4}" dt="2024-03-27T16:24:45.312" v="5" actId="207"/>
          <ac:graphicFrameMkLst>
            <pc:docMk/>
            <pc:sldMk cId="4195928676" sldId="578"/>
            <ac:graphicFrameMk id="6" creationId="{426228E3-B3B6-C83C-3391-9AAF4BEF0FB4}"/>
          </ac:graphicFrameMkLst>
        </pc:graphicFrameChg>
      </pc:sldChg>
      <pc:sldChg chg="modSp mod">
        <pc:chgData name="Judy Tseng" userId="b031a71b-ea40-479f-9c0f-e713aa008bfa" providerId="ADAL" clId="{7C2926AD-6166-4DD6-83D5-EE3E929018C4}" dt="2024-03-27T16:24:58.863" v="9" actId="207"/>
        <pc:sldMkLst>
          <pc:docMk/>
          <pc:sldMk cId="2670857420" sldId="579"/>
        </pc:sldMkLst>
        <pc:graphicFrameChg chg="modGraphic">
          <ac:chgData name="Judy Tseng" userId="b031a71b-ea40-479f-9c0f-e713aa008bfa" providerId="ADAL" clId="{7C2926AD-6166-4DD6-83D5-EE3E929018C4}" dt="2024-03-27T16:24:58.863" v="9" actId="207"/>
          <ac:graphicFrameMkLst>
            <pc:docMk/>
            <pc:sldMk cId="2670857420" sldId="579"/>
            <ac:graphicFrameMk id="6" creationId="{426228E3-B3B6-C83C-3391-9AAF4BEF0FB4}"/>
          </ac:graphicFrameMkLst>
        </pc:graphicFrameChg>
      </pc:sldChg>
      <pc:sldChg chg="modSp mod">
        <pc:chgData name="Judy Tseng" userId="b031a71b-ea40-479f-9c0f-e713aa008bfa" providerId="ADAL" clId="{7C2926AD-6166-4DD6-83D5-EE3E929018C4}" dt="2024-03-27T16:26:50.541" v="37" actId="207"/>
        <pc:sldMkLst>
          <pc:docMk/>
          <pc:sldMk cId="2847956810" sldId="580"/>
        </pc:sldMkLst>
        <pc:graphicFrameChg chg="modGraphic">
          <ac:chgData name="Judy Tseng" userId="b031a71b-ea40-479f-9c0f-e713aa008bfa" providerId="ADAL" clId="{7C2926AD-6166-4DD6-83D5-EE3E929018C4}" dt="2024-03-27T16:26:50.541" v="37" actId="207"/>
          <ac:graphicFrameMkLst>
            <pc:docMk/>
            <pc:sldMk cId="2847956810" sldId="580"/>
            <ac:graphicFrameMk id="6" creationId="{426228E3-B3B6-C83C-3391-9AAF4BEF0FB4}"/>
          </ac:graphicFrameMkLst>
        </pc:graphicFrameChg>
      </pc:sldChg>
      <pc:sldChg chg="modSp mod">
        <pc:chgData name="Judy Tseng" userId="b031a71b-ea40-479f-9c0f-e713aa008bfa" providerId="ADAL" clId="{7C2926AD-6166-4DD6-83D5-EE3E929018C4}" dt="2024-03-27T16:27:28.111" v="44" actId="13238"/>
        <pc:sldMkLst>
          <pc:docMk/>
          <pc:sldMk cId="1238853160" sldId="581"/>
        </pc:sldMkLst>
        <pc:graphicFrameChg chg="modGraphic">
          <ac:chgData name="Judy Tseng" userId="b031a71b-ea40-479f-9c0f-e713aa008bfa" providerId="ADAL" clId="{7C2926AD-6166-4DD6-83D5-EE3E929018C4}" dt="2024-03-27T16:27:28.111" v="44" actId="13238"/>
          <ac:graphicFrameMkLst>
            <pc:docMk/>
            <pc:sldMk cId="1238853160" sldId="581"/>
            <ac:graphicFrameMk id="5" creationId="{3ECBAEDE-7294-3542-7C6F-C3D3AF969E42}"/>
          </ac:graphicFrameMkLst>
        </pc:graphicFrameChg>
      </pc:sldChg>
      <pc:sldChg chg="modSp mod">
        <pc:chgData name="Judy Tseng" userId="b031a71b-ea40-479f-9c0f-e713aa008bfa" providerId="ADAL" clId="{7C2926AD-6166-4DD6-83D5-EE3E929018C4}" dt="2024-03-27T16:25:09.632" v="11" actId="207"/>
        <pc:sldMkLst>
          <pc:docMk/>
          <pc:sldMk cId="2713327191" sldId="582"/>
        </pc:sldMkLst>
        <pc:graphicFrameChg chg="modGraphic">
          <ac:chgData name="Judy Tseng" userId="b031a71b-ea40-479f-9c0f-e713aa008bfa" providerId="ADAL" clId="{7C2926AD-6166-4DD6-83D5-EE3E929018C4}" dt="2024-03-27T16:25:09.632" v="11" actId="207"/>
          <ac:graphicFrameMkLst>
            <pc:docMk/>
            <pc:sldMk cId="2713327191" sldId="582"/>
            <ac:graphicFrameMk id="6" creationId="{426228E3-B3B6-C83C-3391-9AAF4BEF0FB4}"/>
          </ac:graphicFrameMkLst>
        </pc:graphicFrameChg>
      </pc:sldChg>
      <pc:sldChg chg="modSp mod">
        <pc:chgData name="Judy Tseng" userId="b031a71b-ea40-479f-9c0f-e713aa008bfa" providerId="ADAL" clId="{7C2926AD-6166-4DD6-83D5-EE3E929018C4}" dt="2024-03-27T16:25:26.280" v="17" actId="207"/>
        <pc:sldMkLst>
          <pc:docMk/>
          <pc:sldMk cId="2659701563" sldId="583"/>
        </pc:sldMkLst>
        <pc:spChg chg="mod">
          <ac:chgData name="Judy Tseng" userId="b031a71b-ea40-479f-9c0f-e713aa008bfa" providerId="ADAL" clId="{7C2926AD-6166-4DD6-83D5-EE3E929018C4}" dt="2024-03-27T16:25:20.294" v="14" actId="207"/>
          <ac:spMkLst>
            <pc:docMk/>
            <pc:sldMk cId="2659701563" sldId="583"/>
            <ac:spMk id="5" creationId="{AFC64A9E-92DC-E1F9-7988-22DCE18F2F50}"/>
          </ac:spMkLst>
        </pc:spChg>
        <pc:spChg chg="mod">
          <ac:chgData name="Judy Tseng" userId="b031a71b-ea40-479f-9c0f-e713aa008bfa" providerId="ADAL" clId="{7C2926AD-6166-4DD6-83D5-EE3E929018C4}" dt="2024-03-27T16:25:22.163" v="15" actId="207"/>
          <ac:spMkLst>
            <pc:docMk/>
            <pc:sldMk cId="2659701563" sldId="583"/>
            <ac:spMk id="6" creationId="{53767511-4343-89FB-12DD-77B0E6E6347A}"/>
          </ac:spMkLst>
        </pc:spChg>
        <pc:spChg chg="mod">
          <ac:chgData name="Judy Tseng" userId="b031a71b-ea40-479f-9c0f-e713aa008bfa" providerId="ADAL" clId="{7C2926AD-6166-4DD6-83D5-EE3E929018C4}" dt="2024-03-27T16:25:24.394" v="16" actId="207"/>
          <ac:spMkLst>
            <pc:docMk/>
            <pc:sldMk cId="2659701563" sldId="583"/>
            <ac:spMk id="8" creationId="{84821B0E-EFB3-4D78-ABA7-3F5E546C9DF9}"/>
          </ac:spMkLst>
        </pc:spChg>
        <pc:spChg chg="mod">
          <ac:chgData name="Judy Tseng" userId="b031a71b-ea40-479f-9c0f-e713aa008bfa" providerId="ADAL" clId="{7C2926AD-6166-4DD6-83D5-EE3E929018C4}" dt="2024-03-27T16:25:26.280" v="17" actId="207"/>
          <ac:spMkLst>
            <pc:docMk/>
            <pc:sldMk cId="2659701563" sldId="583"/>
            <ac:spMk id="9" creationId="{3EF81FAD-7358-1AE8-DEEA-5304B1ECA956}"/>
          </ac:spMkLst>
        </pc:spChg>
      </pc:sldChg>
      <pc:sldChg chg="modSp mod">
        <pc:chgData name="Judy Tseng" userId="b031a71b-ea40-479f-9c0f-e713aa008bfa" providerId="ADAL" clId="{7C2926AD-6166-4DD6-83D5-EE3E929018C4}" dt="2024-03-27T16:25:34.344" v="19" actId="207"/>
        <pc:sldMkLst>
          <pc:docMk/>
          <pc:sldMk cId="3801896251" sldId="617"/>
        </pc:sldMkLst>
        <pc:graphicFrameChg chg="modGraphic">
          <ac:chgData name="Judy Tseng" userId="b031a71b-ea40-479f-9c0f-e713aa008bfa" providerId="ADAL" clId="{7C2926AD-6166-4DD6-83D5-EE3E929018C4}" dt="2024-03-27T16:25:34.344" v="19" actId="207"/>
          <ac:graphicFrameMkLst>
            <pc:docMk/>
            <pc:sldMk cId="3801896251" sldId="617"/>
            <ac:graphicFrameMk id="6" creationId="{426228E3-B3B6-C83C-3391-9AAF4BEF0FB4}"/>
          </ac:graphicFrameMkLst>
        </pc:graphicFrameChg>
      </pc:sldChg>
    </pc:docChg>
  </pc:docChgLst>
  <pc:docChgLst>
    <pc:chgData name="Allison Mulshine" userId="S::allison.mulshine@collegiseducation.com::5f656d52-c555-4e5e-9a5b-18226766ffe3" providerId="AD" clId="Web-{BEB37724-5D5D-C84D-5EEA-7B4E347DBF6D}"/>
    <pc:docChg chg="modSld">
      <pc:chgData name="Allison Mulshine" userId="S::allison.mulshine@collegiseducation.com::5f656d52-c555-4e5e-9a5b-18226766ffe3" providerId="AD" clId="Web-{BEB37724-5D5D-C84D-5EEA-7B4E347DBF6D}" dt="2024-07-03T18:22:30.937" v="68" actId="1076"/>
      <pc:docMkLst>
        <pc:docMk/>
      </pc:docMkLst>
      <pc:sldChg chg="addSp delSp modSp">
        <pc:chgData name="Allison Mulshine" userId="S::allison.mulshine@collegiseducation.com::5f656d52-c555-4e5e-9a5b-18226766ffe3" providerId="AD" clId="Web-{BEB37724-5D5D-C84D-5EEA-7B4E347DBF6D}" dt="2024-07-03T18:11:38.404" v="4"/>
        <pc:sldMkLst>
          <pc:docMk/>
          <pc:sldMk cId="4203863691" sldId="289"/>
        </pc:sldMkLst>
        <pc:spChg chg="add del mod">
          <ac:chgData name="Allison Mulshine" userId="S::allison.mulshine@collegiseducation.com::5f656d52-c555-4e5e-9a5b-18226766ffe3" providerId="AD" clId="Web-{BEB37724-5D5D-C84D-5EEA-7B4E347DBF6D}" dt="2024-07-03T18:11:15.794" v="1"/>
          <ac:spMkLst>
            <pc:docMk/>
            <pc:sldMk cId="4203863691" sldId="289"/>
            <ac:spMk id="45" creationId="{5897E66F-ABCC-F8D0-6892-456C08127F57}"/>
          </ac:spMkLst>
        </pc:spChg>
        <pc:graphicFrameChg chg="del">
          <ac:chgData name="Allison Mulshine" userId="S::allison.mulshine@collegiseducation.com::5f656d52-c555-4e5e-9a5b-18226766ffe3" providerId="AD" clId="Web-{BEB37724-5D5D-C84D-5EEA-7B4E347DBF6D}" dt="2024-07-03T18:11:14.747" v="0"/>
          <ac:graphicFrameMkLst>
            <pc:docMk/>
            <pc:sldMk cId="4203863691" sldId="289"/>
            <ac:graphicFrameMk id="6" creationId="{426228E3-B3B6-C83C-3391-9AAF4BEF0FB4}"/>
          </ac:graphicFrameMkLst>
        </pc:graphicFrameChg>
        <pc:picChg chg="add mod ord">
          <ac:chgData name="Allison Mulshine" userId="S::allison.mulshine@collegiseducation.com::5f656d52-c555-4e5e-9a5b-18226766ffe3" providerId="AD" clId="Web-{BEB37724-5D5D-C84D-5EEA-7B4E347DBF6D}" dt="2024-07-03T18:11:38.404" v="4"/>
          <ac:picMkLst>
            <pc:docMk/>
            <pc:sldMk cId="4203863691" sldId="289"/>
            <ac:picMk id="46" creationId="{3B79C302-43C9-EAFB-9EA0-8FDF4FE1C67C}"/>
          </ac:picMkLst>
        </pc:picChg>
      </pc:sldChg>
      <pc:sldChg chg="addSp delSp modSp">
        <pc:chgData name="Allison Mulshine" userId="S::allison.mulshine@collegiseducation.com::5f656d52-c555-4e5e-9a5b-18226766ffe3" providerId="AD" clId="Web-{BEB37724-5D5D-C84D-5EEA-7B4E347DBF6D}" dt="2024-07-03T18:15:24.129" v="24"/>
        <pc:sldMkLst>
          <pc:docMk/>
          <pc:sldMk cId="799207563" sldId="290"/>
        </pc:sldMkLst>
        <pc:spChg chg="del mod">
          <ac:chgData name="Allison Mulshine" userId="S::allison.mulshine@collegiseducation.com::5f656d52-c555-4e5e-9a5b-18226766ffe3" providerId="AD" clId="Web-{BEB37724-5D5D-C84D-5EEA-7B4E347DBF6D}" dt="2024-07-03T18:15:01.097" v="18"/>
          <ac:spMkLst>
            <pc:docMk/>
            <pc:sldMk cId="799207563" sldId="290"/>
            <ac:spMk id="10" creationId="{8EB05D65-E352-0DA7-0E13-8DAFB7A45BF1}"/>
          </ac:spMkLst>
        </pc:spChg>
        <pc:spChg chg="mod">
          <ac:chgData name="Allison Mulshine" userId="S::allison.mulshine@collegiseducation.com::5f656d52-c555-4e5e-9a5b-18226766ffe3" providerId="AD" clId="Web-{BEB37724-5D5D-C84D-5EEA-7B4E347DBF6D}" dt="2024-07-03T18:14:54.206" v="13" actId="20577"/>
          <ac:spMkLst>
            <pc:docMk/>
            <pc:sldMk cId="799207563" sldId="290"/>
            <ac:spMk id="11" creationId="{6C442C73-29BC-7B84-C85E-512F1FC0FF27}"/>
          </ac:spMkLst>
        </pc:spChg>
        <pc:grpChg chg="del">
          <ac:chgData name="Allison Mulshine" userId="S::allison.mulshine@collegiseducation.com::5f656d52-c555-4e5e-9a5b-18226766ffe3" providerId="AD" clId="Web-{BEB37724-5D5D-C84D-5EEA-7B4E347DBF6D}" dt="2024-07-03T18:15:03.722" v="19"/>
          <ac:grpSpMkLst>
            <pc:docMk/>
            <pc:sldMk cId="799207563" sldId="290"/>
            <ac:grpSpMk id="3" creationId="{E3A90957-DD16-4BE9-34E0-508065AF46A0}"/>
          </ac:grpSpMkLst>
        </pc:grpChg>
        <pc:picChg chg="add mod">
          <ac:chgData name="Allison Mulshine" userId="S::allison.mulshine@collegiseducation.com::5f656d52-c555-4e5e-9a5b-18226766ffe3" providerId="AD" clId="Web-{BEB37724-5D5D-C84D-5EEA-7B4E347DBF6D}" dt="2024-07-03T18:15:24.129" v="24"/>
          <ac:picMkLst>
            <pc:docMk/>
            <pc:sldMk cId="799207563" sldId="290"/>
            <ac:picMk id="6" creationId="{93F94DF3-FC77-FD1A-9E5E-EBE2AAB17CBC}"/>
          </ac:picMkLst>
        </pc:picChg>
      </pc:sldChg>
      <pc:sldChg chg="addSp delSp modSp">
        <pc:chgData name="Allison Mulshine" userId="S::allison.mulshine@collegiseducation.com::5f656d52-c555-4e5e-9a5b-18226766ffe3" providerId="AD" clId="Web-{BEB37724-5D5D-C84D-5EEA-7B4E347DBF6D}" dt="2024-07-03T18:17:00.522" v="32" actId="1076"/>
        <pc:sldMkLst>
          <pc:docMk/>
          <pc:sldMk cId="2359750650" sldId="291"/>
        </pc:sldMkLst>
        <pc:grpChg chg="del mod">
          <ac:chgData name="Allison Mulshine" userId="S::allison.mulshine@collegiseducation.com::5f656d52-c555-4e5e-9a5b-18226766ffe3" providerId="AD" clId="Web-{BEB37724-5D5D-C84D-5EEA-7B4E347DBF6D}" dt="2024-07-03T18:16:51.522" v="29"/>
          <ac:grpSpMkLst>
            <pc:docMk/>
            <pc:sldMk cId="2359750650" sldId="291"/>
            <ac:grpSpMk id="3" creationId="{24315450-49BF-0A9D-F40C-AC4B8138A433}"/>
          </ac:grpSpMkLst>
        </pc:grpChg>
        <pc:picChg chg="add mod">
          <ac:chgData name="Allison Mulshine" userId="S::allison.mulshine@collegiseducation.com::5f656d52-c555-4e5e-9a5b-18226766ffe3" providerId="AD" clId="Web-{BEB37724-5D5D-C84D-5EEA-7B4E347DBF6D}" dt="2024-07-03T18:17:00.522" v="32" actId="1076"/>
          <ac:picMkLst>
            <pc:docMk/>
            <pc:sldMk cId="2359750650" sldId="291"/>
            <ac:picMk id="8" creationId="{B1724960-63DC-13A1-1E9A-429284CEE41A}"/>
          </ac:picMkLst>
        </pc:picChg>
      </pc:sldChg>
      <pc:sldChg chg="addSp delSp modSp">
        <pc:chgData name="Allison Mulshine" userId="S::allison.mulshine@collegiseducation.com::5f656d52-c555-4e5e-9a5b-18226766ffe3" providerId="AD" clId="Web-{BEB37724-5D5D-C84D-5EEA-7B4E347DBF6D}" dt="2024-07-03T18:13:51.252" v="12"/>
        <pc:sldMkLst>
          <pc:docMk/>
          <pc:sldMk cId="3062944557" sldId="292"/>
        </pc:sldMkLst>
        <pc:spChg chg="add del mod">
          <ac:chgData name="Allison Mulshine" userId="S::allison.mulshine@collegiseducation.com::5f656d52-c555-4e5e-9a5b-18226766ffe3" providerId="AD" clId="Web-{BEB37724-5D5D-C84D-5EEA-7B4E347DBF6D}" dt="2024-07-03T18:13:24.345" v="6"/>
          <ac:spMkLst>
            <pc:docMk/>
            <pc:sldMk cId="3062944557" sldId="292"/>
            <ac:spMk id="44" creationId="{BD6DED32-350F-2579-4BF0-A0FF774B1AB6}"/>
          </ac:spMkLst>
        </pc:spChg>
        <pc:graphicFrameChg chg="del">
          <ac:chgData name="Allison Mulshine" userId="S::allison.mulshine@collegiseducation.com::5f656d52-c555-4e5e-9a5b-18226766ffe3" providerId="AD" clId="Web-{BEB37724-5D5D-C84D-5EEA-7B4E347DBF6D}" dt="2024-07-03T18:13:22.782" v="5"/>
          <ac:graphicFrameMkLst>
            <pc:docMk/>
            <pc:sldMk cId="3062944557" sldId="292"/>
            <ac:graphicFrameMk id="6" creationId="{426228E3-B3B6-C83C-3391-9AAF4BEF0FB4}"/>
          </ac:graphicFrameMkLst>
        </pc:graphicFrameChg>
        <pc:picChg chg="add mod ord">
          <ac:chgData name="Allison Mulshine" userId="S::allison.mulshine@collegiseducation.com::5f656d52-c555-4e5e-9a5b-18226766ffe3" providerId="AD" clId="Web-{BEB37724-5D5D-C84D-5EEA-7B4E347DBF6D}" dt="2024-07-03T18:13:51.252" v="12"/>
          <ac:picMkLst>
            <pc:docMk/>
            <pc:sldMk cId="3062944557" sldId="292"/>
            <ac:picMk id="45" creationId="{F6B24517-DC12-B101-7081-AF347E90C324}"/>
          </ac:picMkLst>
        </pc:picChg>
      </pc:sldChg>
      <pc:sldChg chg="addSp delSp modSp">
        <pc:chgData name="Allison Mulshine" userId="S::allison.mulshine@collegiseducation.com::5f656d52-c555-4e5e-9a5b-18226766ffe3" providerId="AD" clId="Web-{BEB37724-5D5D-C84D-5EEA-7B4E347DBF6D}" dt="2024-07-03T18:20:07.308" v="47" actId="14100"/>
        <pc:sldMkLst>
          <pc:docMk/>
          <pc:sldMk cId="2575009908" sldId="293"/>
        </pc:sldMkLst>
        <pc:grpChg chg="del">
          <ac:chgData name="Allison Mulshine" userId="S::allison.mulshine@collegiseducation.com::5f656d52-c555-4e5e-9a5b-18226766ffe3" providerId="AD" clId="Web-{BEB37724-5D5D-C84D-5EEA-7B4E347DBF6D}" dt="2024-07-03T18:20:00.293" v="45"/>
          <ac:grpSpMkLst>
            <pc:docMk/>
            <pc:sldMk cId="2575009908" sldId="293"/>
            <ac:grpSpMk id="7" creationId="{DEBFE2BF-9B45-1CB4-EF36-E42E3E74802C}"/>
          </ac:grpSpMkLst>
        </pc:grpChg>
        <pc:picChg chg="add mod">
          <ac:chgData name="Allison Mulshine" userId="S::allison.mulshine@collegiseducation.com::5f656d52-c555-4e5e-9a5b-18226766ffe3" providerId="AD" clId="Web-{BEB37724-5D5D-C84D-5EEA-7B4E347DBF6D}" dt="2024-07-03T18:20:07.308" v="47" actId="14100"/>
          <ac:picMkLst>
            <pc:docMk/>
            <pc:sldMk cId="2575009908" sldId="293"/>
            <ac:picMk id="8" creationId="{BA6F7191-8A0A-38D5-2E27-0A525FB2064C}"/>
          </ac:picMkLst>
        </pc:picChg>
      </pc:sldChg>
      <pc:sldChg chg="modSp">
        <pc:chgData name="Allison Mulshine" userId="S::allison.mulshine@collegiseducation.com::5f656d52-c555-4e5e-9a5b-18226766ffe3" providerId="AD" clId="Web-{BEB37724-5D5D-C84D-5EEA-7B4E347DBF6D}" dt="2024-07-03T18:21:33.967" v="60"/>
        <pc:sldMkLst>
          <pc:docMk/>
          <pc:sldMk cId="3109955730" sldId="294"/>
        </pc:sldMkLst>
        <pc:picChg chg="mod">
          <ac:chgData name="Allison Mulshine" userId="S::allison.mulshine@collegiseducation.com::5f656d52-c555-4e5e-9a5b-18226766ffe3" providerId="AD" clId="Web-{BEB37724-5D5D-C84D-5EEA-7B4E347DBF6D}" dt="2024-07-03T18:21:33.967" v="60"/>
          <ac:picMkLst>
            <pc:docMk/>
            <pc:sldMk cId="3109955730" sldId="294"/>
            <ac:picMk id="10" creationId="{1D066044-43C6-75CC-75F4-6D8189F987F9}"/>
          </ac:picMkLst>
        </pc:picChg>
        <pc:picChg chg="mod">
          <ac:chgData name="Allison Mulshine" userId="S::allison.mulshine@collegiseducation.com::5f656d52-c555-4e5e-9a5b-18226766ffe3" providerId="AD" clId="Web-{BEB37724-5D5D-C84D-5EEA-7B4E347DBF6D}" dt="2024-07-03T18:21:28.842" v="59"/>
          <ac:picMkLst>
            <pc:docMk/>
            <pc:sldMk cId="3109955730" sldId="294"/>
            <ac:picMk id="1026" creationId="{AAF18310-EAAE-546F-BF4E-07BA974B7BA9}"/>
          </ac:picMkLst>
        </pc:picChg>
      </pc:sldChg>
      <pc:sldChg chg="addSp delSp modSp">
        <pc:chgData name="Allison Mulshine" userId="S::allison.mulshine@collegiseducation.com::5f656d52-c555-4e5e-9a5b-18226766ffe3" providerId="AD" clId="Web-{BEB37724-5D5D-C84D-5EEA-7B4E347DBF6D}" dt="2024-07-03T18:19:01.447" v="41"/>
        <pc:sldMkLst>
          <pc:docMk/>
          <pc:sldMk cId="4195928676" sldId="578"/>
        </pc:sldMkLst>
        <pc:spChg chg="add del mod">
          <ac:chgData name="Allison Mulshine" userId="S::allison.mulshine@collegiseducation.com::5f656d52-c555-4e5e-9a5b-18226766ffe3" providerId="AD" clId="Web-{BEB37724-5D5D-C84D-5EEA-7B4E347DBF6D}" dt="2024-07-03T18:19:01.447" v="41"/>
          <ac:spMkLst>
            <pc:docMk/>
            <pc:sldMk cId="4195928676" sldId="578"/>
            <ac:spMk id="39" creationId="{F70A99EB-8B24-4C37-3A8E-3DE269EA0198}"/>
          </ac:spMkLst>
        </pc:spChg>
        <pc:graphicFrameChg chg="del">
          <ac:chgData name="Allison Mulshine" userId="S::allison.mulshine@collegiseducation.com::5f656d52-c555-4e5e-9a5b-18226766ffe3" providerId="AD" clId="Web-{BEB37724-5D5D-C84D-5EEA-7B4E347DBF6D}" dt="2024-07-03T18:18:44.275" v="37"/>
          <ac:graphicFrameMkLst>
            <pc:docMk/>
            <pc:sldMk cId="4195928676" sldId="578"/>
            <ac:graphicFrameMk id="6" creationId="{426228E3-B3B6-C83C-3391-9AAF4BEF0FB4}"/>
          </ac:graphicFrameMkLst>
        </pc:graphicFrameChg>
        <pc:picChg chg="add mod">
          <ac:chgData name="Allison Mulshine" userId="S::allison.mulshine@collegiseducation.com::5f656d52-c555-4e5e-9a5b-18226766ffe3" providerId="AD" clId="Web-{BEB37724-5D5D-C84D-5EEA-7B4E347DBF6D}" dt="2024-07-03T18:18:56.447" v="40" actId="1076"/>
          <ac:picMkLst>
            <pc:docMk/>
            <pc:sldMk cId="4195928676" sldId="578"/>
            <ac:picMk id="37" creationId="{F5289CD9-34C4-E312-1EC5-9A74BF81D221}"/>
          </ac:picMkLst>
        </pc:picChg>
      </pc:sldChg>
      <pc:sldChg chg="addSp delSp modSp">
        <pc:chgData name="Allison Mulshine" userId="S::allison.mulshine@collegiseducation.com::5f656d52-c555-4e5e-9a5b-18226766ffe3" providerId="AD" clId="Web-{BEB37724-5D5D-C84D-5EEA-7B4E347DBF6D}" dt="2024-07-03T18:21:17.076" v="57" actId="1076"/>
        <pc:sldMkLst>
          <pc:docMk/>
          <pc:sldMk cId="2670857420" sldId="579"/>
        </pc:sldMkLst>
        <pc:spChg chg="add del mod">
          <ac:chgData name="Allison Mulshine" userId="S::allison.mulshine@collegiseducation.com::5f656d52-c555-4e5e-9a5b-18226766ffe3" providerId="AD" clId="Web-{BEB37724-5D5D-C84D-5EEA-7B4E347DBF6D}" dt="2024-07-03T18:21:10.560" v="54"/>
          <ac:spMkLst>
            <pc:docMk/>
            <pc:sldMk cId="2670857420" sldId="579"/>
            <ac:spMk id="27" creationId="{D8177425-9D7D-A347-8B62-8556F3DB49B7}"/>
          </ac:spMkLst>
        </pc:spChg>
        <pc:graphicFrameChg chg="del">
          <ac:chgData name="Allison Mulshine" userId="S::allison.mulshine@collegiseducation.com::5f656d52-c555-4e5e-9a5b-18226766ffe3" providerId="AD" clId="Web-{BEB37724-5D5D-C84D-5EEA-7B4E347DBF6D}" dt="2024-07-03T18:21:06.888" v="51"/>
          <ac:graphicFrameMkLst>
            <pc:docMk/>
            <pc:sldMk cId="2670857420" sldId="579"/>
            <ac:graphicFrameMk id="6" creationId="{426228E3-B3B6-C83C-3391-9AAF4BEF0FB4}"/>
          </ac:graphicFrameMkLst>
        </pc:graphicFrameChg>
        <pc:picChg chg="add mod">
          <ac:chgData name="Allison Mulshine" userId="S::allison.mulshine@collegiseducation.com::5f656d52-c555-4e5e-9a5b-18226766ffe3" providerId="AD" clId="Web-{BEB37724-5D5D-C84D-5EEA-7B4E347DBF6D}" dt="2024-07-03T18:21:17.076" v="57" actId="1076"/>
          <ac:picMkLst>
            <pc:docMk/>
            <pc:sldMk cId="2670857420" sldId="579"/>
            <ac:picMk id="25" creationId="{7CCEF99B-0330-A940-5A9D-7597CE4E580C}"/>
          </ac:picMkLst>
        </pc:picChg>
      </pc:sldChg>
      <pc:sldChg chg="addSp delSp modSp">
        <pc:chgData name="Allison Mulshine" userId="S::allison.mulshine@collegiseducation.com::5f656d52-c555-4e5e-9a5b-18226766ffe3" providerId="AD" clId="Web-{BEB37724-5D5D-C84D-5EEA-7B4E347DBF6D}" dt="2024-07-03T18:22:30.937" v="68" actId="1076"/>
        <pc:sldMkLst>
          <pc:docMk/>
          <pc:sldMk cId="2847956810" sldId="580"/>
        </pc:sldMkLst>
        <pc:spChg chg="add del mod">
          <ac:chgData name="Allison Mulshine" userId="S::allison.mulshine@collegiseducation.com::5f656d52-c555-4e5e-9a5b-18226766ffe3" providerId="AD" clId="Web-{BEB37724-5D5D-C84D-5EEA-7B4E347DBF6D}" dt="2024-07-03T18:22:23.765" v="65"/>
          <ac:spMkLst>
            <pc:docMk/>
            <pc:sldMk cId="2847956810" sldId="580"/>
            <ac:spMk id="27" creationId="{718DAECA-F853-B641-9168-3133CE4A2B0F}"/>
          </ac:spMkLst>
        </pc:spChg>
        <pc:graphicFrameChg chg="del">
          <ac:chgData name="Allison Mulshine" userId="S::allison.mulshine@collegiseducation.com::5f656d52-c555-4e5e-9a5b-18226766ffe3" providerId="AD" clId="Web-{BEB37724-5D5D-C84D-5EEA-7B4E347DBF6D}" dt="2024-07-03T18:22:20.234" v="64"/>
          <ac:graphicFrameMkLst>
            <pc:docMk/>
            <pc:sldMk cId="2847956810" sldId="580"/>
            <ac:graphicFrameMk id="6" creationId="{426228E3-B3B6-C83C-3391-9AAF4BEF0FB4}"/>
          </ac:graphicFrameMkLst>
        </pc:graphicFrameChg>
        <pc:picChg chg="add mod">
          <ac:chgData name="Allison Mulshine" userId="S::allison.mulshine@collegiseducation.com::5f656d52-c555-4e5e-9a5b-18226766ffe3" providerId="AD" clId="Web-{BEB37724-5D5D-C84D-5EEA-7B4E347DBF6D}" dt="2024-07-03T18:22:30.937" v="68" actId="1076"/>
          <ac:picMkLst>
            <pc:docMk/>
            <pc:sldMk cId="2847956810" sldId="580"/>
            <ac:picMk id="25" creationId="{90202143-7574-86B9-3FCB-27786A3CDB92}"/>
          </ac:picMkLst>
        </pc:picChg>
      </pc:sldChg>
    </pc:docChg>
  </pc:docChgLst>
  <pc:docChgLst>
    <pc:chgData name="Allison Mulshine" userId="S::allison.mulshine@collegiseducation.com::5f656d52-c555-4e5e-9a5b-18226766ffe3" providerId="AD" clId="Web-{ADE59E4F-D38D-B83D-19BE-0ADA6C7F4485}"/>
    <pc:docChg chg="modSld">
      <pc:chgData name="Allison Mulshine" userId="S::allison.mulshine@collegiseducation.com::5f656d52-c555-4e5e-9a5b-18226766ffe3" providerId="AD" clId="Web-{ADE59E4F-D38D-B83D-19BE-0ADA6C7F4485}" dt="2024-06-19T16:53:55.467" v="17"/>
      <pc:docMkLst>
        <pc:docMk/>
      </pc:docMkLst>
      <pc:sldChg chg="modSp">
        <pc:chgData name="Allison Mulshine" userId="S::allison.mulshine@collegiseducation.com::5f656d52-c555-4e5e-9a5b-18226766ffe3" providerId="AD" clId="Web-{ADE59E4F-D38D-B83D-19BE-0ADA6C7F4485}" dt="2024-06-19T16:39:28.172" v="0"/>
        <pc:sldMkLst>
          <pc:docMk/>
          <pc:sldMk cId="4203863691" sldId="289"/>
        </pc:sldMkLst>
        <pc:graphicFrameChg chg="mod">
          <ac:chgData name="Allison Mulshine" userId="S::allison.mulshine@collegiseducation.com::5f656d52-c555-4e5e-9a5b-18226766ffe3" providerId="AD" clId="Web-{ADE59E4F-D38D-B83D-19BE-0ADA6C7F4485}" dt="2024-06-19T16:39:28.172" v="0"/>
          <ac:graphicFrameMkLst>
            <pc:docMk/>
            <pc:sldMk cId="4203863691" sldId="289"/>
            <ac:graphicFrameMk id="6" creationId="{426228E3-B3B6-C83C-3391-9AAF4BEF0FB4}"/>
          </ac:graphicFrameMkLst>
        </pc:graphicFrameChg>
      </pc:sldChg>
      <pc:sldChg chg="addSp modSp">
        <pc:chgData name="Allison Mulshine" userId="S::allison.mulshine@collegiseducation.com::5f656d52-c555-4e5e-9a5b-18226766ffe3" providerId="AD" clId="Web-{ADE59E4F-D38D-B83D-19BE-0ADA6C7F4485}" dt="2024-06-19T16:41:27.915" v="3"/>
        <pc:sldMkLst>
          <pc:docMk/>
          <pc:sldMk cId="799207563" sldId="290"/>
        </pc:sldMkLst>
        <pc:grpChg chg="add mod">
          <ac:chgData name="Allison Mulshine" userId="S::allison.mulshine@collegiseducation.com::5f656d52-c555-4e5e-9a5b-18226766ffe3" providerId="AD" clId="Web-{ADE59E4F-D38D-B83D-19BE-0ADA6C7F4485}" dt="2024-06-19T16:41:27.915" v="3"/>
          <ac:grpSpMkLst>
            <pc:docMk/>
            <pc:sldMk cId="799207563" sldId="290"/>
            <ac:grpSpMk id="3" creationId="{E3A90957-DD16-4BE9-34E0-508065AF46A0}"/>
          </ac:grpSpMkLst>
        </pc:grpChg>
      </pc:sldChg>
      <pc:sldChg chg="addSp modSp">
        <pc:chgData name="Allison Mulshine" userId="S::allison.mulshine@collegiseducation.com::5f656d52-c555-4e5e-9a5b-18226766ffe3" providerId="AD" clId="Web-{ADE59E4F-D38D-B83D-19BE-0ADA6C7F4485}" dt="2024-06-19T16:42:24.731" v="5"/>
        <pc:sldMkLst>
          <pc:docMk/>
          <pc:sldMk cId="2359750650" sldId="291"/>
        </pc:sldMkLst>
        <pc:grpChg chg="add mod">
          <ac:chgData name="Allison Mulshine" userId="S::allison.mulshine@collegiseducation.com::5f656d52-c555-4e5e-9a5b-18226766ffe3" providerId="AD" clId="Web-{ADE59E4F-D38D-B83D-19BE-0ADA6C7F4485}" dt="2024-06-19T16:42:24.731" v="5"/>
          <ac:grpSpMkLst>
            <pc:docMk/>
            <pc:sldMk cId="2359750650" sldId="291"/>
            <ac:grpSpMk id="3" creationId="{24315450-49BF-0A9D-F40C-AC4B8138A433}"/>
          </ac:grpSpMkLst>
        </pc:grpChg>
      </pc:sldChg>
      <pc:sldChg chg="modSp">
        <pc:chgData name="Allison Mulshine" userId="S::allison.mulshine@collegiseducation.com::5f656d52-c555-4e5e-9a5b-18226766ffe3" providerId="AD" clId="Web-{ADE59E4F-D38D-B83D-19BE-0ADA6C7F4485}" dt="2024-06-19T16:40:19.488" v="1"/>
        <pc:sldMkLst>
          <pc:docMk/>
          <pc:sldMk cId="3062944557" sldId="292"/>
        </pc:sldMkLst>
        <pc:graphicFrameChg chg="mod">
          <ac:chgData name="Allison Mulshine" userId="S::allison.mulshine@collegiseducation.com::5f656d52-c555-4e5e-9a5b-18226766ffe3" providerId="AD" clId="Web-{ADE59E4F-D38D-B83D-19BE-0ADA6C7F4485}" dt="2024-06-19T16:40:19.488" v="1"/>
          <ac:graphicFrameMkLst>
            <pc:docMk/>
            <pc:sldMk cId="3062944557" sldId="292"/>
            <ac:graphicFrameMk id="6" creationId="{426228E3-B3B6-C83C-3391-9AAF4BEF0FB4}"/>
          </ac:graphicFrameMkLst>
        </pc:graphicFrameChg>
      </pc:sldChg>
      <pc:sldChg chg="addSp modSp">
        <pc:chgData name="Allison Mulshine" userId="S::allison.mulshine@collegiseducation.com::5f656d52-c555-4e5e-9a5b-18226766ffe3" providerId="AD" clId="Web-{ADE59E4F-D38D-B83D-19BE-0ADA6C7F4485}" dt="2024-06-19T16:44:35.256" v="8"/>
        <pc:sldMkLst>
          <pc:docMk/>
          <pc:sldMk cId="2575009908" sldId="293"/>
        </pc:sldMkLst>
        <pc:grpChg chg="add mod">
          <ac:chgData name="Allison Mulshine" userId="S::allison.mulshine@collegiseducation.com::5f656d52-c555-4e5e-9a5b-18226766ffe3" providerId="AD" clId="Web-{ADE59E4F-D38D-B83D-19BE-0ADA6C7F4485}" dt="2024-06-19T16:44:35.256" v="8"/>
          <ac:grpSpMkLst>
            <pc:docMk/>
            <pc:sldMk cId="2575009908" sldId="293"/>
            <ac:grpSpMk id="7" creationId="{DEBFE2BF-9B45-1CB4-EF36-E42E3E74802C}"/>
          </ac:grpSpMkLst>
        </pc:grpChg>
      </pc:sldChg>
      <pc:sldChg chg="modSp">
        <pc:chgData name="Allison Mulshine" userId="S::allison.mulshine@collegiseducation.com::5f656d52-c555-4e5e-9a5b-18226766ffe3" providerId="AD" clId="Web-{ADE59E4F-D38D-B83D-19BE-0ADA6C7F4485}" dt="2024-06-19T16:49:37.543" v="13"/>
        <pc:sldMkLst>
          <pc:docMk/>
          <pc:sldMk cId="2248458286" sldId="492"/>
        </pc:sldMkLst>
        <pc:graphicFrameChg chg="mod">
          <ac:chgData name="Allison Mulshine" userId="S::allison.mulshine@collegiseducation.com::5f656d52-c555-4e5e-9a5b-18226766ffe3" providerId="AD" clId="Web-{ADE59E4F-D38D-B83D-19BE-0ADA6C7F4485}" dt="2024-06-19T16:49:37.543" v="13"/>
          <ac:graphicFrameMkLst>
            <pc:docMk/>
            <pc:sldMk cId="2248458286" sldId="492"/>
            <ac:graphicFrameMk id="6" creationId="{426228E3-B3B6-C83C-3391-9AAF4BEF0FB4}"/>
          </ac:graphicFrameMkLst>
        </pc:graphicFrameChg>
      </pc:sldChg>
      <pc:sldChg chg="modSp">
        <pc:chgData name="Allison Mulshine" userId="S::allison.mulshine@collegiseducation.com::5f656d52-c555-4e5e-9a5b-18226766ffe3" providerId="AD" clId="Web-{ADE59E4F-D38D-B83D-19BE-0ADA6C7F4485}" dt="2024-06-19T16:52:33.118" v="16"/>
        <pc:sldMkLst>
          <pc:docMk/>
          <pc:sldMk cId="163090449" sldId="493"/>
        </pc:sldMkLst>
        <pc:graphicFrameChg chg="mod">
          <ac:chgData name="Allison Mulshine" userId="S::allison.mulshine@collegiseducation.com::5f656d52-c555-4e5e-9a5b-18226766ffe3" providerId="AD" clId="Web-{ADE59E4F-D38D-B83D-19BE-0ADA6C7F4485}" dt="2024-06-19T16:52:33.118" v="16"/>
          <ac:graphicFrameMkLst>
            <pc:docMk/>
            <pc:sldMk cId="163090449" sldId="493"/>
            <ac:graphicFrameMk id="6" creationId="{426228E3-B3B6-C83C-3391-9AAF4BEF0FB4}"/>
          </ac:graphicFrameMkLst>
        </pc:graphicFrameChg>
      </pc:sldChg>
      <pc:sldChg chg="modSp">
        <pc:chgData name="Allison Mulshine" userId="S::allison.mulshine@collegiseducation.com::5f656d52-c555-4e5e-9a5b-18226766ffe3" providerId="AD" clId="Web-{ADE59E4F-D38D-B83D-19BE-0ADA6C7F4485}" dt="2024-06-19T16:53:55.467" v="17"/>
        <pc:sldMkLst>
          <pc:docMk/>
          <pc:sldMk cId="1945195105" sldId="500"/>
        </pc:sldMkLst>
        <pc:graphicFrameChg chg="mod">
          <ac:chgData name="Allison Mulshine" userId="S::allison.mulshine@collegiseducation.com::5f656d52-c555-4e5e-9a5b-18226766ffe3" providerId="AD" clId="Web-{ADE59E4F-D38D-B83D-19BE-0ADA6C7F4485}" dt="2024-06-19T16:53:55.467" v="17"/>
          <ac:graphicFrameMkLst>
            <pc:docMk/>
            <pc:sldMk cId="1945195105" sldId="500"/>
            <ac:graphicFrameMk id="6" creationId="{426228E3-B3B6-C83C-3391-9AAF4BEF0FB4}"/>
          </ac:graphicFrameMkLst>
        </pc:graphicFrameChg>
      </pc:sldChg>
      <pc:sldChg chg="modSp">
        <pc:chgData name="Allison Mulshine" userId="S::allison.mulshine@collegiseducation.com::5f656d52-c555-4e5e-9a5b-18226766ffe3" providerId="AD" clId="Web-{ADE59E4F-D38D-B83D-19BE-0ADA6C7F4485}" dt="2024-06-19T16:43:30.658" v="6"/>
        <pc:sldMkLst>
          <pc:docMk/>
          <pc:sldMk cId="4195928676" sldId="578"/>
        </pc:sldMkLst>
        <pc:graphicFrameChg chg="mod">
          <ac:chgData name="Allison Mulshine" userId="S::allison.mulshine@collegiseducation.com::5f656d52-c555-4e5e-9a5b-18226766ffe3" providerId="AD" clId="Web-{ADE59E4F-D38D-B83D-19BE-0ADA6C7F4485}" dt="2024-06-19T16:43:30.658" v="6"/>
          <ac:graphicFrameMkLst>
            <pc:docMk/>
            <pc:sldMk cId="4195928676" sldId="578"/>
            <ac:graphicFrameMk id="6" creationId="{426228E3-B3B6-C83C-3391-9AAF4BEF0FB4}"/>
          </ac:graphicFrameMkLst>
        </pc:graphicFrameChg>
      </pc:sldChg>
      <pc:sldChg chg="modSp">
        <pc:chgData name="Allison Mulshine" userId="S::allison.mulshine@collegiseducation.com::5f656d52-c555-4e5e-9a5b-18226766ffe3" providerId="AD" clId="Web-{ADE59E4F-D38D-B83D-19BE-0ADA6C7F4485}" dt="2024-06-19T16:45:22.462" v="9"/>
        <pc:sldMkLst>
          <pc:docMk/>
          <pc:sldMk cId="2670857420" sldId="579"/>
        </pc:sldMkLst>
        <pc:graphicFrameChg chg="mod">
          <ac:chgData name="Allison Mulshine" userId="S::allison.mulshine@collegiseducation.com::5f656d52-c555-4e5e-9a5b-18226766ffe3" providerId="AD" clId="Web-{ADE59E4F-D38D-B83D-19BE-0ADA6C7F4485}" dt="2024-06-19T16:45:22.462" v="9"/>
          <ac:graphicFrameMkLst>
            <pc:docMk/>
            <pc:sldMk cId="2670857420" sldId="579"/>
            <ac:graphicFrameMk id="6" creationId="{426228E3-B3B6-C83C-3391-9AAF4BEF0FB4}"/>
          </ac:graphicFrameMkLst>
        </pc:graphicFrameChg>
      </pc:sldChg>
      <pc:sldChg chg="modSp">
        <pc:chgData name="Allison Mulshine" userId="S::allison.mulshine@collegiseducation.com::5f656d52-c555-4e5e-9a5b-18226766ffe3" providerId="AD" clId="Web-{ADE59E4F-D38D-B83D-19BE-0ADA6C7F4485}" dt="2024-06-19T16:46:58.500" v="10"/>
        <pc:sldMkLst>
          <pc:docMk/>
          <pc:sldMk cId="2847956810" sldId="580"/>
        </pc:sldMkLst>
        <pc:graphicFrameChg chg="mod">
          <ac:chgData name="Allison Mulshine" userId="S::allison.mulshine@collegiseducation.com::5f656d52-c555-4e5e-9a5b-18226766ffe3" providerId="AD" clId="Web-{ADE59E4F-D38D-B83D-19BE-0ADA6C7F4485}" dt="2024-06-19T16:46:58.500" v="10"/>
          <ac:graphicFrameMkLst>
            <pc:docMk/>
            <pc:sldMk cId="2847956810" sldId="580"/>
            <ac:graphicFrameMk id="6" creationId="{426228E3-B3B6-C83C-3391-9AAF4BEF0FB4}"/>
          </ac:graphicFrameMkLst>
        </pc:graphicFrameChg>
      </pc:sldChg>
      <pc:sldChg chg="modSp">
        <pc:chgData name="Allison Mulshine" userId="S::allison.mulshine@collegiseducation.com::5f656d52-c555-4e5e-9a5b-18226766ffe3" providerId="AD" clId="Web-{ADE59E4F-D38D-B83D-19BE-0ADA6C7F4485}" dt="2024-06-19T16:47:54.364" v="11"/>
        <pc:sldMkLst>
          <pc:docMk/>
          <pc:sldMk cId="1238853160" sldId="581"/>
        </pc:sldMkLst>
        <pc:picChg chg="mod">
          <ac:chgData name="Allison Mulshine" userId="S::allison.mulshine@collegiseducation.com::5f656d52-c555-4e5e-9a5b-18226766ffe3" providerId="AD" clId="Web-{ADE59E4F-D38D-B83D-19BE-0ADA6C7F4485}" dt="2024-06-19T16:47:54.364" v="11"/>
          <ac:picMkLst>
            <pc:docMk/>
            <pc:sldMk cId="1238853160" sldId="581"/>
            <ac:picMk id="3" creationId="{A05E07B4-9DE8-00DD-FB99-A5B0FCC49726}"/>
          </ac:picMkLst>
        </pc:picChg>
      </pc:sldChg>
      <pc:sldChg chg="modSp">
        <pc:chgData name="Allison Mulshine" userId="S::allison.mulshine@collegiseducation.com::5f656d52-c555-4e5e-9a5b-18226766ffe3" providerId="AD" clId="Web-{ADE59E4F-D38D-B83D-19BE-0ADA6C7F4485}" dt="2024-06-19T16:48:53.680" v="12"/>
        <pc:sldMkLst>
          <pc:docMk/>
          <pc:sldMk cId="2713327191" sldId="582"/>
        </pc:sldMkLst>
        <pc:graphicFrameChg chg="mod">
          <ac:chgData name="Allison Mulshine" userId="S::allison.mulshine@collegiseducation.com::5f656d52-c555-4e5e-9a5b-18226766ffe3" providerId="AD" clId="Web-{ADE59E4F-D38D-B83D-19BE-0ADA6C7F4485}" dt="2024-06-19T16:48:53.680" v="12"/>
          <ac:graphicFrameMkLst>
            <pc:docMk/>
            <pc:sldMk cId="2713327191" sldId="582"/>
            <ac:graphicFrameMk id="6" creationId="{426228E3-B3B6-C83C-3391-9AAF4BEF0FB4}"/>
          </ac:graphicFrameMkLst>
        </pc:graphicFrameChg>
      </pc:sldChg>
      <pc:sldChg chg="modSp">
        <pc:chgData name="Allison Mulshine" userId="S::allison.mulshine@collegiseducation.com::5f656d52-c555-4e5e-9a5b-18226766ffe3" providerId="AD" clId="Web-{ADE59E4F-D38D-B83D-19BE-0ADA6C7F4485}" dt="2024-06-19T16:50:27.890" v="14"/>
        <pc:sldMkLst>
          <pc:docMk/>
          <pc:sldMk cId="1262690193" sldId="584"/>
        </pc:sldMkLst>
        <pc:graphicFrameChg chg="mod">
          <ac:chgData name="Allison Mulshine" userId="S::allison.mulshine@collegiseducation.com::5f656d52-c555-4e5e-9a5b-18226766ffe3" providerId="AD" clId="Web-{ADE59E4F-D38D-B83D-19BE-0ADA6C7F4485}" dt="2024-06-19T16:50:27.890" v="14"/>
          <ac:graphicFrameMkLst>
            <pc:docMk/>
            <pc:sldMk cId="1262690193" sldId="584"/>
            <ac:graphicFrameMk id="3" creationId="{DDD95922-301B-50A3-D5C4-6537808D28BC}"/>
          </ac:graphicFrameMkLst>
        </pc:graphicFrameChg>
      </pc:sldChg>
      <pc:sldChg chg="modSp">
        <pc:chgData name="Allison Mulshine" userId="S::allison.mulshine@collegiseducation.com::5f656d52-c555-4e5e-9a5b-18226766ffe3" providerId="AD" clId="Web-{ADE59E4F-D38D-B83D-19BE-0ADA6C7F4485}" dt="2024-06-19T16:51:19.910" v="15"/>
        <pc:sldMkLst>
          <pc:docMk/>
          <pc:sldMk cId="3801896251" sldId="617"/>
        </pc:sldMkLst>
        <pc:graphicFrameChg chg="mod">
          <ac:chgData name="Allison Mulshine" userId="S::allison.mulshine@collegiseducation.com::5f656d52-c555-4e5e-9a5b-18226766ffe3" providerId="AD" clId="Web-{ADE59E4F-D38D-B83D-19BE-0ADA6C7F4485}" dt="2024-06-19T16:51:19.910" v="15"/>
          <ac:graphicFrameMkLst>
            <pc:docMk/>
            <pc:sldMk cId="3801896251" sldId="617"/>
            <ac:graphicFrameMk id="6" creationId="{426228E3-B3B6-C83C-3391-9AAF4BEF0FB4}"/>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2.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8.png"/><Relationship Id="rId7" Type="http://schemas.openxmlformats.org/officeDocument/2006/relationships/image" Target="../media/image28.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19.svg"/></Relationships>
</file>

<file path=ppt/diagrams/_rels/data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2.png"/><Relationship Id="rId7" Type="http://schemas.openxmlformats.org/officeDocument/2006/relationships/image" Target="../media/image16.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10" Type="http://schemas.openxmlformats.org/officeDocument/2006/relationships/image" Target="../media/image38.svg"/><Relationship Id="rId4" Type="http://schemas.openxmlformats.org/officeDocument/2006/relationships/image" Target="../media/image33.svg"/><Relationship Id="rId9" Type="http://schemas.openxmlformats.org/officeDocument/2006/relationships/image" Target="../media/image37.png"/></Relationships>
</file>

<file path=ppt/diagrams/_rels/data5.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8.png"/><Relationship Id="rId7" Type="http://schemas.openxmlformats.org/officeDocument/2006/relationships/image" Target="../media/image28.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19.svg"/></Relationships>
</file>

<file path=ppt/diagrams/_rels/data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8.png"/><Relationship Id="rId7" Type="http://schemas.openxmlformats.org/officeDocument/2006/relationships/image" Target="../media/image28.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8.png"/><Relationship Id="rId7" Type="http://schemas.openxmlformats.org/officeDocument/2006/relationships/image" Target="../media/image28.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19.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2.png"/><Relationship Id="rId7" Type="http://schemas.openxmlformats.org/officeDocument/2006/relationships/image" Target="../media/image16.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10" Type="http://schemas.openxmlformats.org/officeDocument/2006/relationships/image" Target="../media/image38.svg"/><Relationship Id="rId4" Type="http://schemas.openxmlformats.org/officeDocument/2006/relationships/image" Target="../media/image33.svg"/><Relationship Id="rId9" Type="http://schemas.openxmlformats.org/officeDocument/2006/relationships/image" Target="../media/image37.png"/></Relationships>
</file>

<file path=ppt/diagrams/_rels/drawing5.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8.png"/><Relationship Id="rId7" Type="http://schemas.openxmlformats.org/officeDocument/2006/relationships/image" Target="../media/image28.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19.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8.png"/><Relationship Id="rId7" Type="http://schemas.openxmlformats.org/officeDocument/2006/relationships/image" Target="../media/image28.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6C53B2-3C1D-4657-8010-705DDBCA0B6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F71C10C-5229-4F26-AE5D-63A01B367B30}">
      <dgm:prSet custT="1"/>
      <dgm:spPr/>
      <dgm:t>
        <a:bodyPr/>
        <a:lstStyle/>
        <a:p>
          <a:pPr>
            <a:lnSpc>
              <a:spcPct val="100000"/>
            </a:lnSpc>
          </a:pPr>
          <a:r>
            <a:rPr lang="en-US" sz="2400" b="0" i="0" dirty="0">
              <a:solidFill>
                <a:schemeClr val="bg2"/>
              </a:solidFill>
            </a:rPr>
            <a:t>Semi-structured data is data that has some organizational properties, but does not conform to a rigid schema.  Examples of semi-structured data include: JSON, XML, HTML, Log files, Email messages</a:t>
          </a:r>
        </a:p>
      </dgm:t>
    </dgm:pt>
    <dgm:pt modelId="{3D079D7B-E54D-4CC3-9DC3-C151442A2E58}" type="parTrans" cxnId="{939802E0-0591-469C-802C-2FABEDACD6A4}">
      <dgm:prSet/>
      <dgm:spPr/>
      <dgm:t>
        <a:bodyPr/>
        <a:lstStyle/>
        <a:p>
          <a:endParaRPr lang="en-US" sz="2400">
            <a:solidFill>
              <a:schemeClr val="bg2"/>
            </a:solidFill>
          </a:endParaRPr>
        </a:p>
      </dgm:t>
    </dgm:pt>
    <dgm:pt modelId="{85777CA0-2F91-463F-98A9-2B73F0317108}" type="sibTrans" cxnId="{939802E0-0591-469C-802C-2FABEDACD6A4}">
      <dgm:prSet/>
      <dgm:spPr/>
      <dgm:t>
        <a:bodyPr/>
        <a:lstStyle/>
        <a:p>
          <a:endParaRPr lang="en-US" sz="2400">
            <a:solidFill>
              <a:schemeClr val="bg2"/>
            </a:solidFill>
          </a:endParaRPr>
        </a:p>
      </dgm:t>
    </dgm:pt>
    <dgm:pt modelId="{E8B155A1-D8E7-4C4A-9843-3B8BB0190534}">
      <dgm:prSet custT="1"/>
      <dgm:spPr/>
      <dgm:t>
        <a:bodyPr/>
        <a:lstStyle/>
        <a:p>
          <a:pPr>
            <a:lnSpc>
              <a:spcPct val="100000"/>
            </a:lnSpc>
          </a:pPr>
          <a:r>
            <a:rPr lang="en-US" sz="2400" b="0" i="0" dirty="0">
              <a:solidFill>
                <a:schemeClr val="tx1"/>
              </a:solidFill>
            </a:rPr>
            <a:t>For example, XML data is organized using tags and attributes, and JSON data is organized using key-value pairs. </a:t>
          </a:r>
          <a:endParaRPr lang="en-US" sz="2400" dirty="0">
            <a:solidFill>
              <a:schemeClr val="tx1"/>
            </a:solidFill>
            <a:latin typeface="Arial"/>
          </a:endParaRPr>
        </a:p>
      </dgm:t>
    </dgm:pt>
    <dgm:pt modelId="{5A62B1F2-B961-4F39-87BD-FD9E816ACCB2}" type="parTrans" cxnId="{C4B28C7A-F10F-45EE-BF4F-EED93F6A7702}">
      <dgm:prSet/>
      <dgm:spPr/>
      <dgm:t>
        <a:bodyPr/>
        <a:lstStyle/>
        <a:p>
          <a:endParaRPr lang="en-US" sz="2400">
            <a:solidFill>
              <a:schemeClr val="bg2"/>
            </a:solidFill>
          </a:endParaRPr>
        </a:p>
      </dgm:t>
    </dgm:pt>
    <dgm:pt modelId="{8CA4EAA1-020D-45D9-AF7C-252CE91A41EF}" type="sibTrans" cxnId="{C4B28C7A-F10F-45EE-BF4F-EED93F6A7702}">
      <dgm:prSet/>
      <dgm:spPr/>
      <dgm:t>
        <a:bodyPr/>
        <a:lstStyle/>
        <a:p>
          <a:endParaRPr lang="en-US" sz="2400">
            <a:solidFill>
              <a:schemeClr val="bg2"/>
            </a:solidFill>
          </a:endParaRPr>
        </a:p>
      </dgm:t>
    </dgm:pt>
    <dgm:pt modelId="{828FDA1D-99C9-47FE-A175-5F2046713DCE}">
      <dgm:prSet phldr="0" custT="1"/>
      <dgm:spPr/>
      <dgm:t>
        <a:bodyPr/>
        <a:lstStyle/>
        <a:p>
          <a:pPr>
            <a:lnSpc>
              <a:spcPct val="100000"/>
            </a:lnSpc>
          </a:pPr>
          <a:r>
            <a:rPr lang="en-US" sz="2400" dirty="0">
              <a:solidFill>
                <a:schemeClr val="tx1"/>
              </a:solidFill>
            </a:rPr>
            <a:t>Emails have the sender, recipient, date, time and other fixed fields added to the unstructured data of the email message content </a:t>
          </a:r>
          <a:endParaRPr lang="en-US" sz="2400" dirty="0">
            <a:solidFill>
              <a:schemeClr val="tx1"/>
            </a:solidFill>
            <a:latin typeface="Arial"/>
          </a:endParaRPr>
        </a:p>
      </dgm:t>
    </dgm:pt>
    <dgm:pt modelId="{59091568-4B62-45CA-80CB-7FD82780312D}" type="parTrans" cxnId="{7E0D5873-CEED-4A7B-8DA6-BBD5879F53D9}">
      <dgm:prSet/>
      <dgm:spPr/>
      <dgm:t>
        <a:bodyPr/>
        <a:lstStyle/>
        <a:p>
          <a:endParaRPr lang="en-US" sz="2400">
            <a:solidFill>
              <a:schemeClr val="bg2"/>
            </a:solidFill>
          </a:endParaRPr>
        </a:p>
      </dgm:t>
    </dgm:pt>
    <dgm:pt modelId="{2C704CBC-E854-470B-88CD-2CCA88AA9136}" type="sibTrans" cxnId="{7E0D5873-CEED-4A7B-8DA6-BBD5879F53D9}">
      <dgm:prSet/>
      <dgm:spPr/>
      <dgm:t>
        <a:bodyPr/>
        <a:lstStyle/>
        <a:p>
          <a:endParaRPr lang="en-US" sz="2400">
            <a:solidFill>
              <a:schemeClr val="bg2"/>
            </a:solidFill>
          </a:endParaRPr>
        </a:p>
      </dgm:t>
    </dgm:pt>
    <dgm:pt modelId="{2DFF7612-AB78-2243-A87B-0E65A9ED40B6}">
      <dgm:prSet phldr="0" custT="1"/>
      <dgm:spPr/>
      <dgm:t>
        <a:bodyPr/>
        <a:lstStyle/>
        <a:p>
          <a:pPr>
            <a:lnSpc>
              <a:spcPct val="100000"/>
            </a:lnSpc>
          </a:pPr>
          <a:r>
            <a:rPr lang="en-US" sz="2400" b="0" i="0" dirty="0">
              <a:solidFill>
                <a:schemeClr val="bg2"/>
              </a:solidFill>
            </a:rPr>
            <a:t>This makes semi-structured data easier to process and analyze than unstructured data, but it is still not as easy to process and analyze as structured data</a:t>
          </a:r>
          <a:endParaRPr lang="en-US" sz="2400" dirty="0">
            <a:solidFill>
              <a:schemeClr val="bg2"/>
            </a:solidFill>
            <a:latin typeface="Arial"/>
          </a:endParaRPr>
        </a:p>
      </dgm:t>
    </dgm:pt>
    <dgm:pt modelId="{727AA568-8C2F-F540-80A0-655A335A0571}" type="parTrans" cxnId="{EF314791-056C-F540-BFDB-0B38AB7AA345}">
      <dgm:prSet/>
      <dgm:spPr/>
      <dgm:t>
        <a:bodyPr/>
        <a:lstStyle/>
        <a:p>
          <a:endParaRPr lang="en-US" sz="2400">
            <a:solidFill>
              <a:schemeClr val="bg2"/>
            </a:solidFill>
          </a:endParaRPr>
        </a:p>
      </dgm:t>
    </dgm:pt>
    <dgm:pt modelId="{448A3676-03BB-1D4B-9DB3-FBECD3A2C3F5}" type="sibTrans" cxnId="{EF314791-056C-F540-BFDB-0B38AB7AA345}">
      <dgm:prSet/>
      <dgm:spPr/>
      <dgm:t>
        <a:bodyPr/>
        <a:lstStyle/>
        <a:p>
          <a:endParaRPr lang="en-US" sz="2400">
            <a:solidFill>
              <a:schemeClr val="bg2"/>
            </a:solidFill>
          </a:endParaRPr>
        </a:p>
      </dgm:t>
    </dgm:pt>
    <dgm:pt modelId="{D329C77A-D578-3141-9B5B-D6A5B0C2BC13}">
      <dgm:prSet phldr="0" custT="1"/>
      <dgm:spPr>
        <a:solidFill>
          <a:srgbClr val="0070C0"/>
        </a:solidFill>
      </dgm:spPr>
      <dgm:t>
        <a:bodyPr/>
        <a:lstStyle/>
        <a:p>
          <a:pPr>
            <a:lnSpc>
              <a:spcPct val="100000"/>
            </a:lnSpc>
          </a:pPr>
          <a:r>
            <a:rPr lang="en-US" sz="2400" dirty="0">
              <a:solidFill>
                <a:schemeClr val="bg2"/>
              </a:solidFill>
            </a:rPr>
            <a:t>Once understood, semi-structured and unstructured data have many of the same requirements as structured data, such as summarization, lineage, auditability, and privacy. </a:t>
          </a:r>
          <a:endParaRPr lang="en-US" sz="2400" dirty="0">
            <a:solidFill>
              <a:schemeClr val="bg2"/>
            </a:solidFill>
            <a:latin typeface="Arial"/>
          </a:endParaRPr>
        </a:p>
      </dgm:t>
    </dgm:pt>
    <dgm:pt modelId="{DF47D188-E9E1-2E40-A7AB-E48611721C36}" type="parTrans" cxnId="{F1B9C60D-5F3C-9F40-AE65-7A4C74D1E208}">
      <dgm:prSet/>
      <dgm:spPr/>
      <dgm:t>
        <a:bodyPr/>
        <a:lstStyle/>
        <a:p>
          <a:endParaRPr lang="en-US">
            <a:solidFill>
              <a:schemeClr val="bg2"/>
            </a:solidFill>
          </a:endParaRPr>
        </a:p>
      </dgm:t>
    </dgm:pt>
    <dgm:pt modelId="{6795D872-1912-1045-ACF9-709C99CFBFDC}" type="sibTrans" cxnId="{F1B9C60D-5F3C-9F40-AE65-7A4C74D1E208}">
      <dgm:prSet/>
      <dgm:spPr/>
      <dgm:t>
        <a:bodyPr/>
        <a:lstStyle/>
        <a:p>
          <a:endParaRPr lang="en-US">
            <a:solidFill>
              <a:schemeClr val="bg2"/>
            </a:solidFill>
          </a:endParaRPr>
        </a:p>
      </dgm:t>
    </dgm:pt>
    <dgm:pt modelId="{4F02FFE4-8013-4AF7-9001-A4A57D546DD6}" type="pres">
      <dgm:prSet presAssocID="{606C53B2-3C1D-4657-8010-705DDBCA0B6B}" presName="root" presStyleCnt="0">
        <dgm:presLayoutVars>
          <dgm:dir/>
          <dgm:resizeHandles val="exact"/>
        </dgm:presLayoutVars>
      </dgm:prSet>
      <dgm:spPr/>
    </dgm:pt>
    <dgm:pt modelId="{32A1E248-52DC-4F94-92AA-524D8E3CA15A}" type="pres">
      <dgm:prSet presAssocID="{5F71C10C-5229-4F26-AE5D-63A01B367B30}" presName="compNode" presStyleCnt="0"/>
      <dgm:spPr/>
    </dgm:pt>
    <dgm:pt modelId="{91CED9CF-B4C2-4488-B863-F9B84D7303D6}" type="pres">
      <dgm:prSet presAssocID="{5F71C10C-5229-4F26-AE5D-63A01B367B30}" presName="bgRect" presStyleLbl="bgShp" presStyleIdx="0" presStyleCnt="5"/>
      <dgm:spPr>
        <a:solidFill>
          <a:srgbClr val="C50724"/>
        </a:solidFill>
      </dgm:spPr>
    </dgm:pt>
    <dgm:pt modelId="{74BE0942-9403-4725-82AA-FB8E6969CEC9}" type="pres">
      <dgm:prSet presAssocID="{5F71C10C-5229-4F26-AE5D-63A01B367B3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opwatch"/>
        </a:ext>
      </dgm:extLst>
    </dgm:pt>
    <dgm:pt modelId="{275FDA82-51D9-4A17-B4A2-C14608285105}" type="pres">
      <dgm:prSet presAssocID="{5F71C10C-5229-4F26-AE5D-63A01B367B30}" presName="spaceRect" presStyleCnt="0"/>
      <dgm:spPr/>
    </dgm:pt>
    <dgm:pt modelId="{99AB229D-44BC-42F4-9436-48EF09D10E9E}" type="pres">
      <dgm:prSet presAssocID="{5F71C10C-5229-4F26-AE5D-63A01B367B30}" presName="parTx" presStyleLbl="revTx" presStyleIdx="0" presStyleCnt="5">
        <dgm:presLayoutVars>
          <dgm:chMax val="0"/>
          <dgm:chPref val="0"/>
        </dgm:presLayoutVars>
      </dgm:prSet>
      <dgm:spPr/>
    </dgm:pt>
    <dgm:pt modelId="{4B11809E-C094-48D3-8580-71B578ACF3CB}" type="pres">
      <dgm:prSet presAssocID="{85777CA0-2F91-463F-98A9-2B73F0317108}" presName="sibTrans" presStyleCnt="0"/>
      <dgm:spPr/>
    </dgm:pt>
    <dgm:pt modelId="{EFB60F7E-8111-49D2-A83B-AA343DB4BEE2}" type="pres">
      <dgm:prSet presAssocID="{E8B155A1-D8E7-4C4A-9843-3B8BB0190534}" presName="compNode" presStyleCnt="0"/>
      <dgm:spPr/>
    </dgm:pt>
    <dgm:pt modelId="{46C81AF9-EF3D-4824-B189-400D68887296}" type="pres">
      <dgm:prSet presAssocID="{E8B155A1-D8E7-4C4A-9843-3B8BB0190534}" presName="bgRect" presStyleLbl="bgShp" presStyleIdx="1" presStyleCnt="5" custLinFactNeighborX="1555" custLinFactNeighborY="7005"/>
      <dgm:spPr>
        <a:solidFill>
          <a:srgbClr val="E98D0A"/>
        </a:solidFill>
      </dgm:spPr>
    </dgm:pt>
    <dgm:pt modelId="{CB5D6A20-5127-4984-B59F-FD0AA84D1387}" type="pres">
      <dgm:prSet presAssocID="{E8B155A1-D8E7-4C4A-9843-3B8BB019053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arth Globe Europe-Africa"/>
        </a:ext>
      </dgm:extLst>
    </dgm:pt>
    <dgm:pt modelId="{4B076952-A8FE-47AB-9678-3F578347B5B1}" type="pres">
      <dgm:prSet presAssocID="{E8B155A1-D8E7-4C4A-9843-3B8BB0190534}" presName="spaceRect" presStyleCnt="0"/>
      <dgm:spPr/>
    </dgm:pt>
    <dgm:pt modelId="{1DFA7640-A0BF-43A1-BD62-3BB725F1AC3D}" type="pres">
      <dgm:prSet presAssocID="{E8B155A1-D8E7-4C4A-9843-3B8BB0190534}" presName="parTx" presStyleLbl="revTx" presStyleIdx="1" presStyleCnt="5" custLinFactNeighborY="5472">
        <dgm:presLayoutVars>
          <dgm:chMax val="0"/>
          <dgm:chPref val="0"/>
        </dgm:presLayoutVars>
      </dgm:prSet>
      <dgm:spPr/>
    </dgm:pt>
    <dgm:pt modelId="{20A86966-C5D3-456F-93EB-E6F71BE9B010}" type="pres">
      <dgm:prSet presAssocID="{8CA4EAA1-020D-45D9-AF7C-252CE91A41EF}" presName="sibTrans" presStyleCnt="0"/>
      <dgm:spPr/>
    </dgm:pt>
    <dgm:pt modelId="{83B27074-E9A9-4A46-8E99-B40EAB42068C}" type="pres">
      <dgm:prSet presAssocID="{828FDA1D-99C9-47FE-A175-5F2046713DCE}" presName="compNode" presStyleCnt="0"/>
      <dgm:spPr/>
    </dgm:pt>
    <dgm:pt modelId="{92E912FB-50AE-454A-A9D2-7DBF642BD4B6}" type="pres">
      <dgm:prSet presAssocID="{828FDA1D-99C9-47FE-A175-5F2046713DCE}" presName="bgRect" presStyleLbl="bgShp" presStyleIdx="2" presStyleCnt="5"/>
      <dgm:spPr>
        <a:solidFill>
          <a:srgbClr val="969696"/>
        </a:solidFill>
      </dgm:spPr>
    </dgm:pt>
    <dgm:pt modelId="{057EE6C3-3D97-49F3-9920-A10D6749350E}" type="pres">
      <dgm:prSet presAssocID="{828FDA1D-99C9-47FE-A175-5F2046713DC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E9C4BCD9-B72F-4558-832C-AEC54EC0DB89}" type="pres">
      <dgm:prSet presAssocID="{828FDA1D-99C9-47FE-A175-5F2046713DCE}" presName="spaceRect" presStyleCnt="0"/>
      <dgm:spPr/>
    </dgm:pt>
    <dgm:pt modelId="{22185353-A9EC-48B0-AF2F-43F57E6C55DA}" type="pres">
      <dgm:prSet presAssocID="{828FDA1D-99C9-47FE-A175-5F2046713DCE}" presName="parTx" presStyleLbl="revTx" presStyleIdx="2" presStyleCnt="5">
        <dgm:presLayoutVars>
          <dgm:chMax val="0"/>
          <dgm:chPref val="0"/>
        </dgm:presLayoutVars>
      </dgm:prSet>
      <dgm:spPr/>
    </dgm:pt>
    <dgm:pt modelId="{F617CF7D-EF67-8D4B-87A2-D95E8B0A6712}" type="pres">
      <dgm:prSet presAssocID="{2C704CBC-E854-470B-88CD-2CCA88AA9136}" presName="sibTrans" presStyleCnt="0"/>
      <dgm:spPr/>
    </dgm:pt>
    <dgm:pt modelId="{66795E98-EDE7-9647-8911-5921D81DC692}" type="pres">
      <dgm:prSet presAssocID="{2DFF7612-AB78-2243-A87B-0E65A9ED40B6}" presName="compNode" presStyleCnt="0"/>
      <dgm:spPr/>
    </dgm:pt>
    <dgm:pt modelId="{E23099F3-B3F0-5B47-8D4B-F0786278877C}" type="pres">
      <dgm:prSet presAssocID="{2DFF7612-AB78-2243-A87B-0E65A9ED40B6}" presName="bgRect" presStyleLbl="bgShp" presStyleIdx="3" presStyleCnt="5"/>
      <dgm:spPr>
        <a:solidFill>
          <a:srgbClr val="3F4F6C"/>
        </a:solidFill>
      </dgm:spPr>
    </dgm:pt>
    <dgm:pt modelId="{D05D3F96-2E26-4B46-8252-BC1D5F121F9B}" type="pres">
      <dgm:prSet presAssocID="{2DFF7612-AB78-2243-A87B-0E65A9ED40B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usiness Growth"/>
        </a:ext>
      </dgm:extLst>
    </dgm:pt>
    <dgm:pt modelId="{29333A0B-3D98-784B-BCF2-663BABB31A66}" type="pres">
      <dgm:prSet presAssocID="{2DFF7612-AB78-2243-A87B-0E65A9ED40B6}" presName="spaceRect" presStyleCnt="0"/>
      <dgm:spPr/>
    </dgm:pt>
    <dgm:pt modelId="{D605DED6-E939-2343-A8A8-BA1B9836D05D}" type="pres">
      <dgm:prSet presAssocID="{2DFF7612-AB78-2243-A87B-0E65A9ED40B6}" presName="parTx" presStyleLbl="revTx" presStyleIdx="3" presStyleCnt="5">
        <dgm:presLayoutVars>
          <dgm:chMax val="0"/>
          <dgm:chPref val="0"/>
        </dgm:presLayoutVars>
      </dgm:prSet>
      <dgm:spPr/>
    </dgm:pt>
    <dgm:pt modelId="{799C2AD0-E889-B546-8124-537E9AC0EC95}" type="pres">
      <dgm:prSet presAssocID="{448A3676-03BB-1D4B-9DB3-FBECD3A2C3F5}" presName="sibTrans" presStyleCnt="0"/>
      <dgm:spPr/>
    </dgm:pt>
    <dgm:pt modelId="{BCD9BEB8-FF84-7942-BA2F-3BF94C662A52}" type="pres">
      <dgm:prSet presAssocID="{D329C77A-D578-3141-9B5B-D6A5B0C2BC13}" presName="compNode" presStyleCnt="0"/>
      <dgm:spPr/>
    </dgm:pt>
    <dgm:pt modelId="{EB4A5D19-04FB-1649-8EE6-31C5B99F0034}" type="pres">
      <dgm:prSet presAssocID="{D329C77A-D578-3141-9B5B-D6A5B0C2BC13}" presName="bgRect" presStyleLbl="bgShp" presStyleIdx="4" presStyleCnt="5"/>
      <dgm:spPr>
        <a:solidFill>
          <a:srgbClr val="0070C0"/>
        </a:solidFill>
      </dgm:spPr>
    </dgm:pt>
    <dgm:pt modelId="{311B65D3-1981-E342-B9DA-D86AC13763F2}" type="pres">
      <dgm:prSet presAssocID="{D329C77A-D578-3141-9B5B-D6A5B0C2BC13}" presName="iconRect" presStyleLbl="node1" presStyleIdx="4" presStyleCnt="5"/>
      <dgm:spPr/>
    </dgm:pt>
    <dgm:pt modelId="{B91AA31C-36C7-0641-91F5-947AE8C8EA03}" type="pres">
      <dgm:prSet presAssocID="{D329C77A-D578-3141-9B5B-D6A5B0C2BC13}" presName="spaceRect" presStyleCnt="0"/>
      <dgm:spPr/>
    </dgm:pt>
    <dgm:pt modelId="{3777FE86-3528-8A4D-8E30-9B405F34760D}" type="pres">
      <dgm:prSet presAssocID="{D329C77A-D578-3141-9B5B-D6A5B0C2BC13}" presName="parTx" presStyleLbl="revTx" presStyleIdx="4" presStyleCnt="5">
        <dgm:presLayoutVars>
          <dgm:chMax val="0"/>
          <dgm:chPref val="0"/>
        </dgm:presLayoutVars>
      </dgm:prSet>
      <dgm:spPr/>
    </dgm:pt>
  </dgm:ptLst>
  <dgm:cxnLst>
    <dgm:cxn modelId="{F1B9C60D-5F3C-9F40-AE65-7A4C74D1E208}" srcId="{606C53B2-3C1D-4657-8010-705DDBCA0B6B}" destId="{D329C77A-D578-3141-9B5B-D6A5B0C2BC13}" srcOrd="4" destOrd="0" parTransId="{DF47D188-E9E1-2E40-A7AB-E48611721C36}" sibTransId="{6795D872-1912-1045-ACF9-709C99CFBFDC}"/>
    <dgm:cxn modelId="{604A1B2F-D68F-45F6-8FB3-FBC3EE6F3D40}" type="presOf" srcId="{828FDA1D-99C9-47FE-A175-5F2046713DCE}" destId="{22185353-A9EC-48B0-AF2F-43F57E6C55DA}" srcOrd="0" destOrd="0" presId="urn:microsoft.com/office/officeart/2018/2/layout/IconVerticalSolidList"/>
    <dgm:cxn modelId="{7E0D5873-CEED-4A7B-8DA6-BBD5879F53D9}" srcId="{606C53B2-3C1D-4657-8010-705DDBCA0B6B}" destId="{828FDA1D-99C9-47FE-A175-5F2046713DCE}" srcOrd="2" destOrd="0" parTransId="{59091568-4B62-45CA-80CB-7FD82780312D}" sibTransId="{2C704CBC-E854-470B-88CD-2CCA88AA9136}"/>
    <dgm:cxn modelId="{C4B28C7A-F10F-45EE-BF4F-EED93F6A7702}" srcId="{606C53B2-3C1D-4657-8010-705DDBCA0B6B}" destId="{E8B155A1-D8E7-4C4A-9843-3B8BB0190534}" srcOrd="1" destOrd="0" parTransId="{5A62B1F2-B961-4F39-87BD-FD9E816ACCB2}" sibTransId="{8CA4EAA1-020D-45D9-AF7C-252CE91A41EF}"/>
    <dgm:cxn modelId="{0FC98B87-943B-496E-ACF7-3384D913C9D3}" type="presOf" srcId="{E8B155A1-D8E7-4C4A-9843-3B8BB0190534}" destId="{1DFA7640-A0BF-43A1-BD62-3BB725F1AC3D}" srcOrd="0" destOrd="0" presId="urn:microsoft.com/office/officeart/2018/2/layout/IconVerticalSolidList"/>
    <dgm:cxn modelId="{EF314791-056C-F540-BFDB-0B38AB7AA345}" srcId="{606C53B2-3C1D-4657-8010-705DDBCA0B6B}" destId="{2DFF7612-AB78-2243-A87B-0E65A9ED40B6}" srcOrd="3" destOrd="0" parTransId="{727AA568-8C2F-F540-80A0-655A335A0571}" sibTransId="{448A3676-03BB-1D4B-9DB3-FBECD3A2C3F5}"/>
    <dgm:cxn modelId="{D5617098-5A8D-43DD-9183-C634C23474C8}" type="presOf" srcId="{5F71C10C-5229-4F26-AE5D-63A01B367B30}" destId="{99AB229D-44BC-42F4-9436-48EF09D10E9E}" srcOrd="0" destOrd="0" presId="urn:microsoft.com/office/officeart/2018/2/layout/IconVerticalSolidList"/>
    <dgm:cxn modelId="{8C9F75A3-D929-4964-A9F4-5175DF046C43}" type="presOf" srcId="{606C53B2-3C1D-4657-8010-705DDBCA0B6B}" destId="{4F02FFE4-8013-4AF7-9001-A4A57D546DD6}" srcOrd="0" destOrd="0" presId="urn:microsoft.com/office/officeart/2018/2/layout/IconVerticalSolidList"/>
    <dgm:cxn modelId="{569FB7B4-07D9-B548-8EEC-9E89D7DA0A1D}" type="presOf" srcId="{2DFF7612-AB78-2243-A87B-0E65A9ED40B6}" destId="{D605DED6-E939-2343-A8A8-BA1B9836D05D}" srcOrd="0" destOrd="0" presId="urn:microsoft.com/office/officeart/2018/2/layout/IconVerticalSolidList"/>
    <dgm:cxn modelId="{2072F4D2-42A2-8440-BF65-C8A41B14BE27}" type="presOf" srcId="{D329C77A-D578-3141-9B5B-D6A5B0C2BC13}" destId="{3777FE86-3528-8A4D-8E30-9B405F34760D}" srcOrd="0" destOrd="0" presId="urn:microsoft.com/office/officeart/2018/2/layout/IconVerticalSolidList"/>
    <dgm:cxn modelId="{939802E0-0591-469C-802C-2FABEDACD6A4}" srcId="{606C53B2-3C1D-4657-8010-705DDBCA0B6B}" destId="{5F71C10C-5229-4F26-AE5D-63A01B367B30}" srcOrd="0" destOrd="0" parTransId="{3D079D7B-E54D-4CC3-9DC3-C151442A2E58}" sibTransId="{85777CA0-2F91-463F-98A9-2B73F0317108}"/>
    <dgm:cxn modelId="{CA9E1E45-DB31-41ED-9B6D-807EBA5D09A8}" type="presParOf" srcId="{4F02FFE4-8013-4AF7-9001-A4A57D546DD6}" destId="{32A1E248-52DC-4F94-92AA-524D8E3CA15A}" srcOrd="0" destOrd="0" presId="urn:microsoft.com/office/officeart/2018/2/layout/IconVerticalSolidList"/>
    <dgm:cxn modelId="{A2095E11-AF63-48E4-BDFE-BC0E135AC0F1}" type="presParOf" srcId="{32A1E248-52DC-4F94-92AA-524D8E3CA15A}" destId="{91CED9CF-B4C2-4488-B863-F9B84D7303D6}" srcOrd="0" destOrd="0" presId="urn:microsoft.com/office/officeart/2018/2/layout/IconVerticalSolidList"/>
    <dgm:cxn modelId="{450652C1-4374-471D-BD77-569BB4469172}" type="presParOf" srcId="{32A1E248-52DC-4F94-92AA-524D8E3CA15A}" destId="{74BE0942-9403-4725-82AA-FB8E6969CEC9}" srcOrd="1" destOrd="0" presId="urn:microsoft.com/office/officeart/2018/2/layout/IconVerticalSolidList"/>
    <dgm:cxn modelId="{79692682-5289-4594-8F22-88428FCF50EA}" type="presParOf" srcId="{32A1E248-52DC-4F94-92AA-524D8E3CA15A}" destId="{275FDA82-51D9-4A17-B4A2-C14608285105}" srcOrd="2" destOrd="0" presId="urn:microsoft.com/office/officeart/2018/2/layout/IconVerticalSolidList"/>
    <dgm:cxn modelId="{D20DC861-2338-4F22-8D38-D3C8145C56F4}" type="presParOf" srcId="{32A1E248-52DC-4F94-92AA-524D8E3CA15A}" destId="{99AB229D-44BC-42F4-9436-48EF09D10E9E}" srcOrd="3" destOrd="0" presId="urn:microsoft.com/office/officeart/2018/2/layout/IconVerticalSolidList"/>
    <dgm:cxn modelId="{61BEA172-18C4-4B41-BD0E-ACCC685F41D7}" type="presParOf" srcId="{4F02FFE4-8013-4AF7-9001-A4A57D546DD6}" destId="{4B11809E-C094-48D3-8580-71B578ACF3CB}" srcOrd="1" destOrd="0" presId="urn:microsoft.com/office/officeart/2018/2/layout/IconVerticalSolidList"/>
    <dgm:cxn modelId="{495014C5-F219-4CB8-ABB6-7B38459E233E}" type="presParOf" srcId="{4F02FFE4-8013-4AF7-9001-A4A57D546DD6}" destId="{EFB60F7E-8111-49D2-A83B-AA343DB4BEE2}" srcOrd="2" destOrd="0" presId="urn:microsoft.com/office/officeart/2018/2/layout/IconVerticalSolidList"/>
    <dgm:cxn modelId="{05AB305C-9802-49DF-B229-70A89E77C8D4}" type="presParOf" srcId="{EFB60F7E-8111-49D2-A83B-AA343DB4BEE2}" destId="{46C81AF9-EF3D-4824-B189-400D68887296}" srcOrd="0" destOrd="0" presId="urn:microsoft.com/office/officeart/2018/2/layout/IconVerticalSolidList"/>
    <dgm:cxn modelId="{79E2F124-1BD0-4A22-BB09-971BD3D7B2C9}" type="presParOf" srcId="{EFB60F7E-8111-49D2-A83B-AA343DB4BEE2}" destId="{CB5D6A20-5127-4984-B59F-FD0AA84D1387}" srcOrd="1" destOrd="0" presId="urn:microsoft.com/office/officeart/2018/2/layout/IconVerticalSolidList"/>
    <dgm:cxn modelId="{D5351E9B-EA2E-47C3-87BC-BC3D95F6A5B6}" type="presParOf" srcId="{EFB60F7E-8111-49D2-A83B-AA343DB4BEE2}" destId="{4B076952-A8FE-47AB-9678-3F578347B5B1}" srcOrd="2" destOrd="0" presId="urn:microsoft.com/office/officeart/2018/2/layout/IconVerticalSolidList"/>
    <dgm:cxn modelId="{3CF894D1-0F9E-4835-ABCB-7C07B87BC898}" type="presParOf" srcId="{EFB60F7E-8111-49D2-A83B-AA343DB4BEE2}" destId="{1DFA7640-A0BF-43A1-BD62-3BB725F1AC3D}" srcOrd="3" destOrd="0" presId="urn:microsoft.com/office/officeart/2018/2/layout/IconVerticalSolidList"/>
    <dgm:cxn modelId="{AA67A461-5506-42C6-9E57-68510C711B56}" type="presParOf" srcId="{4F02FFE4-8013-4AF7-9001-A4A57D546DD6}" destId="{20A86966-C5D3-456F-93EB-E6F71BE9B010}" srcOrd="3" destOrd="0" presId="urn:microsoft.com/office/officeart/2018/2/layout/IconVerticalSolidList"/>
    <dgm:cxn modelId="{A531AA5C-328B-4596-A752-30297C159784}" type="presParOf" srcId="{4F02FFE4-8013-4AF7-9001-A4A57D546DD6}" destId="{83B27074-E9A9-4A46-8E99-B40EAB42068C}" srcOrd="4" destOrd="0" presId="urn:microsoft.com/office/officeart/2018/2/layout/IconVerticalSolidList"/>
    <dgm:cxn modelId="{14BDBD4B-5808-4F4B-9D40-0F53372A29CB}" type="presParOf" srcId="{83B27074-E9A9-4A46-8E99-B40EAB42068C}" destId="{92E912FB-50AE-454A-A9D2-7DBF642BD4B6}" srcOrd="0" destOrd="0" presId="urn:microsoft.com/office/officeart/2018/2/layout/IconVerticalSolidList"/>
    <dgm:cxn modelId="{D8BD6D80-5FF4-4D36-9905-58D7802334F5}" type="presParOf" srcId="{83B27074-E9A9-4A46-8E99-B40EAB42068C}" destId="{057EE6C3-3D97-49F3-9920-A10D6749350E}" srcOrd="1" destOrd="0" presId="urn:microsoft.com/office/officeart/2018/2/layout/IconVerticalSolidList"/>
    <dgm:cxn modelId="{9D98DA0D-A43F-44C4-B3CE-67089ED4DFD4}" type="presParOf" srcId="{83B27074-E9A9-4A46-8E99-B40EAB42068C}" destId="{E9C4BCD9-B72F-4558-832C-AEC54EC0DB89}" srcOrd="2" destOrd="0" presId="urn:microsoft.com/office/officeart/2018/2/layout/IconVerticalSolidList"/>
    <dgm:cxn modelId="{23F413AF-5528-48F1-B489-CE3A2C47FC91}" type="presParOf" srcId="{83B27074-E9A9-4A46-8E99-B40EAB42068C}" destId="{22185353-A9EC-48B0-AF2F-43F57E6C55DA}" srcOrd="3" destOrd="0" presId="urn:microsoft.com/office/officeart/2018/2/layout/IconVerticalSolidList"/>
    <dgm:cxn modelId="{83AF61F2-5FFA-D244-8502-8E6111D8B528}" type="presParOf" srcId="{4F02FFE4-8013-4AF7-9001-A4A57D546DD6}" destId="{F617CF7D-EF67-8D4B-87A2-D95E8B0A6712}" srcOrd="5" destOrd="0" presId="urn:microsoft.com/office/officeart/2018/2/layout/IconVerticalSolidList"/>
    <dgm:cxn modelId="{4F464407-DB15-5944-9A41-7A59FE95F55B}" type="presParOf" srcId="{4F02FFE4-8013-4AF7-9001-A4A57D546DD6}" destId="{66795E98-EDE7-9647-8911-5921D81DC692}" srcOrd="6" destOrd="0" presId="urn:microsoft.com/office/officeart/2018/2/layout/IconVerticalSolidList"/>
    <dgm:cxn modelId="{1AF31CC4-85DB-6B4B-A599-37AF3C58E0A3}" type="presParOf" srcId="{66795E98-EDE7-9647-8911-5921D81DC692}" destId="{E23099F3-B3F0-5B47-8D4B-F0786278877C}" srcOrd="0" destOrd="0" presId="urn:microsoft.com/office/officeart/2018/2/layout/IconVerticalSolidList"/>
    <dgm:cxn modelId="{17AD8434-9A26-3D4F-8AD0-3F043E686634}" type="presParOf" srcId="{66795E98-EDE7-9647-8911-5921D81DC692}" destId="{D05D3F96-2E26-4B46-8252-BC1D5F121F9B}" srcOrd="1" destOrd="0" presId="urn:microsoft.com/office/officeart/2018/2/layout/IconVerticalSolidList"/>
    <dgm:cxn modelId="{DC000255-45D1-0B4A-B27C-FBD15B89653E}" type="presParOf" srcId="{66795E98-EDE7-9647-8911-5921D81DC692}" destId="{29333A0B-3D98-784B-BCF2-663BABB31A66}" srcOrd="2" destOrd="0" presId="urn:microsoft.com/office/officeart/2018/2/layout/IconVerticalSolidList"/>
    <dgm:cxn modelId="{0B9B9BF2-0F6A-6042-8B12-322753CCD819}" type="presParOf" srcId="{66795E98-EDE7-9647-8911-5921D81DC692}" destId="{D605DED6-E939-2343-A8A8-BA1B9836D05D}" srcOrd="3" destOrd="0" presId="urn:microsoft.com/office/officeart/2018/2/layout/IconVerticalSolidList"/>
    <dgm:cxn modelId="{41F7B915-6E15-444F-869E-181AC4ABC225}" type="presParOf" srcId="{4F02FFE4-8013-4AF7-9001-A4A57D546DD6}" destId="{799C2AD0-E889-B546-8124-537E9AC0EC95}" srcOrd="7" destOrd="0" presId="urn:microsoft.com/office/officeart/2018/2/layout/IconVerticalSolidList"/>
    <dgm:cxn modelId="{C7D22A5D-E5C5-7444-928A-261B87BEC7AA}" type="presParOf" srcId="{4F02FFE4-8013-4AF7-9001-A4A57D546DD6}" destId="{BCD9BEB8-FF84-7942-BA2F-3BF94C662A52}" srcOrd="8" destOrd="0" presId="urn:microsoft.com/office/officeart/2018/2/layout/IconVerticalSolidList"/>
    <dgm:cxn modelId="{A5A594DA-F6D2-034D-9D57-595F169AAAF4}" type="presParOf" srcId="{BCD9BEB8-FF84-7942-BA2F-3BF94C662A52}" destId="{EB4A5D19-04FB-1649-8EE6-31C5B99F0034}" srcOrd="0" destOrd="0" presId="urn:microsoft.com/office/officeart/2018/2/layout/IconVerticalSolidList"/>
    <dgm:cxn modelId="{0D1B79D7-BC5A-DF4D-B881-EB000323D82B}" type="presParOf" srcId="{BCD9BEB8-FF84-7942-BA2F-3BF94C662A52}" destId="{311B65D3-1981-E342-B9DA-D86AC13763F2}" srcOrd="1" destOrd="0" presId="urn:microsoft.com/office/officeart/2018/2/layout/IconVerticalSolidList"/>
    <dgm:cxn modelId="{FB61AD19-E37D-A344-9CC7-7786BD5716FD}" type="presParOf" srcId="{BCD9BEB8-FF84-7942-BA2F-3BF94C662A52}" destId="{B91AA31C-36C7-0641-91F5-947AE8C8EA03}" srcOrd="2" destOrd="0" presId="urn:microsoft.com/office/officeart/2018/2/layout/IconVerticalSolidList"/>
    <dgm:cxn modelId="{2E196292-C825-0B4B-BE66-35F3AD00C1EF}" type="presParOf" srcId="{BCD9BEB8-FF84-7942-BA2F-3BF94C662A52}" destId="{3777FE86-3528-8A4D-8E30-9B405F34760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6C53B2-3C1D-4657-8010-705DDBCA0B6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F71C10C-5229-4F26-AE5D-63A01B367B30}">
      <dgm:prSet custT="1"/>
      <dgm:spPr/>
      <dgm:t>
        <a:bodyPr/>
        <a:lstStyle/>
        <a:p>
          <a:pPr>
            <a:lnSpc>
              <a:spcPct val="100000"/>
            </a:lnSpc>
          </a:pPr>
          <a:r>
            <a:rPr lang="en-US" sz="2400" b="0" i="0" dirty="0">
              <a:solidFill>
                <a:schemeClr val="bg2"/>
              </a:solidFill>
            </a:rPr>
            <a:t>Veracity is the degree to which data is accurate, consistent, complete, precise, and trustworthy and able to support reliable decisions</a:t>
          </a:r>
        </a:p>
      </dgm:t>
    </dgm:pt>
    <dgm:pt modelId="{3D079D7B-E54D-4CC3-9DC3-C151442A2E58}" type="parTrans" cxnId="{939802E0-0591-469C-802C-2FABEDACD6A4}">
      <dgm:prSet/>
      <dgm:spPr/>
      <dgm:t>
        <a:bodyPr/>
        <a:lstStyle/>
        <a:p>
          <a:endParaRPr lang="en-US" sz="2400">
            <a:solidFill>
              <a:schemeClr val="bg2"/>
            </a:solidFill>
          </a:endParaRPr>
        </a:p>
      </dgm:t>
    </dgm:pt>
    <dgm:pt modelId="{85777CA0-2F91-463F-98A9-2B73F0317108}" type="sibTrans" cxnId="{939802E0-0591-469C-802C-2FABEDACD6A4}">
      <dgm:prSet/>
      <dgm:spPr/>
      <dgm:t>
        <a:bodyPr/>
        <a:lstStyle/>
        <a:p>
          <a:endParaRPr lang="en-US" sz="2400">
            <a:solidFill>
              <a:schemeClr val="bg2"/>
            </a:solidFill>
          </a:endParaRPr>
        </a:p>
      </dgm:t>
    </dgm:pt>
    <dgm:pt modelId="{E8B155A1-D8E7-4C4A-9843-3B8BB0190534}">
      <dgm:prSet custT="1"/>
      <dgm:spPr/>
      <dgm:t>
        <a:bodyPr/>
        <a:lstStyle/>
        <a:p>
          <a:pPr>
            <a:lnSpc>
              <a:spcPct val="100000"/>
            </a:lnSpc>
          </a:pPr>
          <a:r>
            <a:rPr lang="en-US" sz="2400" b="0" i="0" dirty="0">
              <a:solidFill>
                <a:schemeClr val="tx1"/>
              </a:solidFill>
            </a:rPr>
            <a:t>As the world moves toward automated decision-making, where computers make choices instead of humans, it becomes imperative that organizations be able to trust the quality of the data</a:t>
          </a:r>
          <a:endParaRPr lang="en-US" sz="2400" dirty="0">
            <a:solidFill>
              <a:schemeClr val="tx1"/>
            </a:solidFill>
            <a:latin typeface="Arial"/>
          </a:endParaRPr>
        </a:p>
      </dgm:t>
    </dgm:pt>
    <dgm:pt modelId="{5A62B1F2-B961-4F39-87BD-FD9E816ACCB2}" type="parTrans" cxnId="{C4B28C7A-F10F-45EE-BF4F-EED93F6A7702}">
      <dgm:prSet/>
      <dgm:spPr/>
      <dgm:t>
        <a:bodyPr/>
        <a:lstStyle/>
        <a:p>
          <a:endParaRPr lang="en-US" sz="2400">
            <a:solidFill>
              <a:schemeClr val="bg2"/>
            </a:solidFill>
          </a:endParaRPr>
        </a:p>
      </dgm:t>
    </dgm:pt>
    <dgm:pt modelId="{8CA4EAA1-020D-45D9-AF7C-252CE91A41EF}" type="sibTrans" cxnId="{C4B28C7A-F10F-45EE-BF4F-EED93F6A7702}">
      <dgm:prSet/>
      <dgm:spPr/>
      <dgm:t>
        <a:bodyPr/>
        <a:lstStyle/>
        <a:p>
          <a:endParaRPr lang="en-US" sz="2400">
            <a:solidFill>
              <a:schemeClr val="bg2"/>
            </a:solidFill>
          </a:endParaRPr>
        </a:p>
      </dgm:t>
    </dgm:pt>
    <dgm:pt modelId="{828FDA1D-99C9-47FE-A175-5F2046713DCE}">
      <dgm:prSet phldr="0" custT="1"/>
      <dgm:spPr/>
      <dgm:t>
        <a:bodyPr/>
        <a:lstStyle/>
        <a:p>
          <a:pPr>
            <a:lnSpc>
              <a:spcPct val="100000"/>
            </a:lnSpc>
          </a:pPr>
          <a:r>
            <a:rPr lang="en-US" sz="2400" b="0" i="0" dirty="0">
              <a:solidFill>
                <a:schemeClr val="tx1"/>
              </a:solidFill>
            </a:rPr>
            <a:t>Veracity is important because it is essential for making reliable decisions based on big data. Inaccurate, incomplete, and unreliable data can lead to misleading insights and decisions.</a:t>
          </a:r>
        </a:p>
      </dgm:t>
    </dgm:pt>
    <dgm:pt modelId="{59091568-4B62-45CA-80CB-7FD82780312D}" type="parTrans" cxnId="{7E0D5873-CEED-4A7B-8DA6-BBD5879F53D9}">
      <dgm:prSet/>
      <dgm:spPr/>
      <dgm:t>
        <a:bodyPr/>
        <a:lstStyle/>
        <a:p>
          <a:endParaRPr lang="en-US" sz="2400">
            <a:solidFill>
              <a:schemeClr val="bg2"/>
            </a:solidFill>
          </a:endParaRPr>
        </a:p>
      </dgm:t>
    </dgm:pt>
    <dgm:pt modelId="{2C704CBC-E854-470B-88CD-2CCA88AA9136}" type="sibTrans" cxnId="{7E0D5873-CEED-4A7B-8DA6-BBD5879F53D9}">
      <dgm:prSet/>
      <dgm:spPr/>
      <dgm:t>
        <a:bodyPr/>
        <a:lstStyle/>
        <a:p>
          <a:endParaRPr lang="en-US" sz="2400">
            <a:solidFill>
              <a:schemeClr val="bg2"/>
            </a:solidFill>
          </a:endParaRPr>
        </a:p>
      </dgm:t>
    </dgm:pt>
    <dgm:pt modelId="{2DFF7612-AB78-2243-A87B-0E65A9ED40B6}">
      <dgm:prSet phldr="0" custT="1"/>
      <dgm:spPr/>
      <dgm:t>
        <a:bodyPr/>
        <a:lstStyle/>
        <a:p>
          <a:pPr>
            <a:lnSpc>
              <a:spcPct val="100000"/>
            </a:lnSpc>
          </a:pPr>
          <a:r>
            <a:rPr lang="en-US" sz="2400" dirty="0">
              <a:solidFill>
                <a:schemeClr val="bg2"/>
              </a:solidFill>
              <a:latin typeface="Arial"/>
            </a:rPr>
            <a:t>But big data is of a volume or velocity such that confirmation of its accuracy, completeness, etc. is beyond human capacity to evaluate and beyond the ability of traditional technologies to automate efficiently</a:t>
          </a:r>
        </a:p>
      </dgm:t>
    </dgm:pt>
    <dgm:pt modelId="{727AA568-8C2F-F540-80A0-655A335A0571}" type="parTrans" cxnId="{EF314791-056C-F540-BFDB-0B38AB7AA345}">
      <dgm:prSet/>
      <dgm:spPr/>
      <dgm:t>
        <a:bodyPr/>
        <a:lstStyle/>
        <a:p>
          <a:endParaRPr lang="en-US" sz="2400">
            <a:solidFill>
              <a:schemeClr val="bg2"/>
            </a:solidFill>
          </a:endParaRPr>
        </a:p>
      </dgm:t>
    </dgm:pt>
    <dgm:pt modelId="{448A3676-03BB-1D4B-9DB3-FBECD3A2C3F5}" type="sibTrans" cxnId="{EF314791-056C-F540-BFDB-0B38AB7AA345}">
      <dgm:prSet/>
      <dgm:spPr/>
      <dgm:t>
        <a:bodyPr/>
        <a:lstStyle/>
        <a:p>
          <a:endParaRPr lang="en-US" sz="2400">
            <a:solidFill>
              <a:schemeClr val="bg2"/>
            </a:solidFill>
          </a:endParaRPr>
        </a:p>
      </dgm:t>
    </dgm:pt>
    <dgm:pt modelId="{4F02FFE4-8013-4AF7-9001-A4A57D546DD6}" type="pres">
      <dgm:prSet presAssocID="{606C53B2-3C1D-4657-8010-705DDBCA0B6B}" presName="root" presStyleCnt="0">
        <dgm:presLayoutVars>
          <dgm:dir/>
          <dgm:resizeHandles val="exact"/>
        </dgm:presLayoutVars>
      </dgm:prSet>
      <dgm:spPr/>
    </dgm:pt>
    <dgm:pt modelId="{32A1E248-52DC-4F94-92AA-524D8E3CA15A}" type="pres">
      <dgm:prSet presAssocID="{5F71C10C-5229-4F26-AE5D-63A01B367B30}" presName="compNode" presStyleCnt="0"/>
      <dgm:spPr/>
    </dgm:pt>
    <dgm:pt modelId="{91CED9CF-B4C2-4488-B863-F9B84D7303D6}" type="pres">
      <dgm:prSet presAssocID="{5F71C10C-5229-4F26-AE5D-63A01B367B30}" presName="bgRect" presStyleLbl="bgShp" presStyleIdx="0" presStyleCnt="4"/>
      <dgm:spPr>
        <a:solidFill>
          <a:srgbClr val="C50724"/>
        </a:solidFill>
      </dgm:spPr>
    </dgm:pt>
    <dgm:pt modelId="{74BE0942-9403-4725-82AA-FB8E6969CEC9}" type="pres">
      <dgm:prSet presAssocID="{5F71C10C-5229-4F26-AE5D-63A01B367B30}"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ullseye"/>
        </a:ext>
      </dgm:extLst>
    </dgm:pt>
    <dgm:pt modelId="{275FDA82-51D9-4A17-B4A2-C14608285105}" type="pres">
      <dgm:prSet presAssocID="{5F71C10C-5229-4F26-AE5D-63A01B367B30}" presName="spaceRect" presStyleCnt="0"/>
      <dgm:spPr/>
    </dgm:pt>
    <dgm:pt modelId="{99AB229D-44BC-42F4-9436-48EF09D10E9E}" type="pres">
      <dgm:prSet presAssocID="{5F71C10C-5229-4F26-AE5D-63A01B367B30}" presName="parTx" presStyleLbl="revTx" presStyleIdx="0" presStyleCnt="4">
        <dgm:presLayoutVars>
          <dgm:chMax val="0"/>
          <dgm:chPref val="0"/>
        </dgm:presLayoutVars>
      </dgm:prSet>
      <dgm:spPr/>
    </dgm:pt>
    <dgm:pt modelId="{4B11809E-C094-48D3-8580-71B578ACF3CB}" type="pres">
      <dgm:prSet presAssocID="{85777CA0-2F91-463F-98A9-2B73F0317108}" presName="sibTrans" presStyleCnt="0"/>
      <dgm:spPr/>
    </dgm:pt>
    <dgm:pt modelId="{EFB60F7E-8111-49D2-A83B-AA343DB4BEE2}" type="pres">
      <dgm:prSet presAssocID="{E8B155A1-D8E7-4C4A-9843-3B8BB0190534}" presName="compNode" presStyleCnt="0"/>
      <dgm:spPr/>
    </dgm:pt>
    <dgm:pt modelId="{46C81AF9-EF3D-4824-B189-400D68887296}" type="pres">
      <dgm:prSet presAssocID="{E8B155A1-D8E7-4C4A-9843-3B8BB0190534}" presName="bgRect" presStyleLbl="bgShp" presStyleIdx="1" presStyleCnt="4" custLinFactNeighborX="1555" custLinFactNeighborY="7005"/>
      <dgm:spPr>
        <a:solidFill>
          <a:srgbClr val="E98D0A"/>
        </a:solidFill>
      </dgm:spPr>
    </dgm:pt>
    <dgm:pt modelId="{CB5D6A20-5127-4984-B59F-FD0AA84D1387}" type="pres">
      <dgm:prSet presAssocID="{E8B155A1-D8E7-4C4A-9843-3B8BB019053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arth Globe Europe-Africa"/>
        </a:ext>
      </dgm:extLst>
    </dgm:pt>
    <dgm:pt modelId="{4B076952-A8FE-47AB-9678-3F578347B5B1}" type="pres">
      <dgm:prSet presAssocID="{E8B155A1-D8E7-4C4A-9843-3B8BB0190534}" presName="spaceRect" presStyleCnt="0"/>
      <dgm:spPr/>
    </dgm:pt>
    <dgm:pt modelId="{1DFA7640-A0BF-43A1-BD62-3BB725F1AC3D}" type="pres">
      <dgm:prSet presAssocID="{E8B155A1-D8E7-4C4A-9843-3B8BB0190534}" presName="parTx" presStyleLbl="revTx" presStyleIdx="1" presStyleCnt="4">
        <dgm:presLayoutVars>
          <dgm:chMax val="0"/>
          <dgm:chPref val="0"/>
        </dgm:presLayoutVars>
      </dgm:prSet>
      <dgm:spPr/>
    </dgm:pt>
    <dgm:pt modelId="{20A86966-C5D3-456F-93EB-E6F71BE9B010}" type="pres">
      <dgm:prSet presAssocID="{8CA4EAA1-020D-45D9-AF7C-252CE91A41EF}" presName="sibTrans" presStyleCnt="0"/>
      <dgm:spPr/>
    </dgm:pt>
    <dgm:pt modelId="{83B27074-E9A9-4A46-8E99-B40EAB42068C}" type="pres">
      <dgm:prSet presAssocID="{828FDA1D-99C9-47FE-A175-5F2046713DCE}" presName="compNode" presStyleCnt="0"/>
      <dgm:spPr/>
    </dgm:pt>
    <dgm:pt modelId="{92E912FB-50AE-454A-A9D2-7DBF642BD4B6}" type="pres">
      <dgm:prSet presAssocID="{828FDA1D-99C9-47FE-A175-5F2046713DCE}" presName="bgRect" presStyleLbl="bgShp" presStyleIdx="2" presStyleCnt="4"/>
      <dgm:spPr>
        <a:solidFill>
          <a:srgbClr val="969696"/>
        </a:solidFill>
      </dgm:spPr>
    </dgm:pt>
    <dgm:pt modelId="{057EE6C3-3D97-49F3-9920-A10D6749350E}" type="pres">
      <dgm:prSet presAssocID="{828FDA1D-99C9-47FE-A175-5F2046713DCE}"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Magnifying glass"/>
        </a:ext>
      </dgm:extLst>
    </dgm:pt>
    <dgm:pt modelId="{E9C4BCD9-B72F-4558-832C-AEC54EC0DB89}" type="pres">
      <dgm:prSet presAssocID="{828FDA1D-99C9-47FE-A175-5F2046713DCE}" presName="spaceRect" presStyleCnt="0"/>
      <dgm:spPr/>
    </dgm:pt>
    <dgm:pt modelId="{22185353-A9EC-48B0-AF2F-43F57E6C55DA}" type="pres">
      <dgm:prSet presAssocID="{828FDA1D-99C9-47FE-A175-5F2046713DCE}" presName="parTx" presStyleLbl="revTx" presStyleIdx="2" presStyleCnt="4">
        <dgm:presLayoutVars>
          <dgm:chMax val="0"/>
          <dgm:chPref val="0"/>
        </dgm:presLayoutVars>
      </dgm:prSet>
      <dgm:spPr/>
    </dgm:pt>
    <dgm:pt modelId="{F617CF7D-EF67-8D4B-87A2-D95E8B0A6712}" type="pres">
      <dgm:prSet presAssocID="{2C704CBC-E854-470B-88CD-2CCA88AA9136}" presName="sibTrans" presStyleCnt="0"/>
      <dgm:spPr/>
    </dgm:pt>
    <dgm:pt modelId="{66795E98-EDE7-9647-8911-5921D81DC692}" type="pres">
      <dgm:prSet presAssocID="{2DFF7612-AB78-2243-A87B-0E65A9ED40B6}" presName="compNode" presStyleCnt="0"/>
      <dgm:spPr/>
    </dgm:pt>
    <dgm:pt modelId="{E23099F3-B3F0-5B47-8D4B-F0786278877C}" type="pres">
      <dgm:prSet presAssocID="{2DFF7612-AB78-2243-A87B-0E65A9ED40B6}" presName="bgRect" presStyleLbl="bgShp" presStyleIdx="3" presStyleCnt="4"/>
      <dgm:spPr>
        <a:solidFill>
          <a:srgbClr val="3F4F6C"/>
        </a:solidFill>
      </dgm:spPr>
    </dgm:pt>
    <dgm:pt modelId="{D05D3F96-2E26-4B46-8252-BC1D5F121F9B}" type="pres">
      <dgm:prSet presAssocID="{2DFF7612-AB78-2243-A87B-0E65A9ED40B6}"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Gears"/>
        </a:ext>
      </dgm:extLst>
    </dgm:pt>
    <dgm:pt modelId="{29333A0B-3D98-784B-BCF2-663BABB31A66}" type="pres">
      <dgm:prSet presAssocID="{2DFF7612-AB78-2243-A87B-0E65A9ED40B6}" presName="spaceRect" presStyleCnt="0"/>
      <dgm:spPr/>
    </dgm:pt>
    <dgm:pt modelId="{D605DED6-E939-2343-A8A8-BA1B9836D05D}" type="pres">
      <dgm:prSet presAssocID="{2DFF7612-AB78-2243-A87B-0E65A9ED40B6}" presName="parTx" presStyleLbl="revTx" presStyleIdx="3" presStyleCnt="4">
        <dgm:presLayoutVars>
          <dgm:chMax val="0"/>
          <dgm:chPref val="0"/>
        </dgm:presLayoutVars>
      </dgm:prSet>
      <dgm:spPr/>
    </dgm:pt>
  </dgm:ptLst>
  <dgm:cxnLst>
    <dgm:cxn modelId="{604A1B2F-D68F-45F6-8FB3-FBC3EE6F3D40}" type="presOf" srcId="{828FDA1D-99C9-47FE-A175-5F2046713DCE}" destId="{22185353-A9EC-48B0-AF2F-43F57E6C55DA}" srcOrd="0" destOrd="0" presId="urn:microsoft.com/office/officeart/2018/2/layout/IconVerticalSolidList"/>
    <dgm:cxn modelId="{7E0D5873-CEED-4A7B-8DA6-BBD5879F53D9}" srcId="{606C53B2-3C1D-4657-8010-705DDBCA0B6B}" destId="{828FDA1D-99C9-47FE-A175-5F2046713DCE}" srcOrd="2" destOrd="0" parTransId="{59091568-4B62-45CA-80CB-7FD82780312D}" sibTransId="{2C704CBC-E854-470B-88CD-2CCA88AA9136}"/>
    <dgm:cxn modelId="{C4B28C7A-F10F-45EE-BF4F-EED93F6A7702}" srcId="{606C53B2-3C1D-4657-8010-705DDBCA0B6B}" destId="{E8B155A1-D8E7-4C4A-9843-3B8BB0190534}" srcOrd="1" destOrd="0" parTransId="{5A62B1F2-B961-4F39-87BD-FD9E816ACCB2}" sibTransId="{8CA4EAA1-020D-45D9-AF7C-252CE91A41EF}"/>
    <dgm:cxn modelId="{0FC98B87-943B-496E-ACF7-3384D913C9D3}" type="presOf" srcId="{E8B155A1-D8E7-4C4A-9843-3B8BB0190534}" destId="{1DFA7640-A0BF-43A1-BD62-3BB725F1AC3D}" srcOrd="0" destOrd="0" presId="urn:microsoft.com/office/officeart/2018/2/layout/IconVerticalSolidList"/>
    <dgm:cxn modelId="{EF314791-056C-F540-BFDB-0B38AB7AA345}" srcId="{606C53B2-3C1D-4657-8010-705DDBCA0B6B}" destId="{2DFF7612-AB78-2243-A87B-0E65A9ED40B6}" srcOrd="3" destOrd="0" parTransId="{727AA568-8C2F-F540-80A0-655A335A0571}" sibTransId="{448A3676-03BB-1D4B-9DB3-FBECD3A2C3F5}"/>
    <dgm:cxn modelId="{D5617098-5A8D-43DD-9183-C634C23474C8}" type="presOf" srcId="{5F71C10C-5229-4F26-AE5D-63A01B367B30}" destId="{99AB229D-44BC-42F4-9436-48EF09D10E9E}" srcOrd="0" destOrd="0" presId="urn:microsoft.com/office/officeart/2018/2/layout/IconVerticalSolidList"/>
    <dgm:cxn modelId="{8C9F75A3-D929-4964-A9F4-5175DF046C43}" type="presOf" srcId="{606C53B2-3C1D-4657-8010-705DDBCA0B6B}" destId="{4F02FFE4-8013-4AF7-9001-A4A57D546DD6}" srcOrd="0" destOrd="0" presId="urn:microsoft.com/office/officeart/2018/2/layout/IconVerticalSolidList"/>
    <dgm:cxn modelId="{569FB7B4-07D9-B548-8EEC-9E89D7DA0A1D}" type="presOf" srcId="{2DFF7612-AB78-2243-A87B-0E65A9ED40B6}" destId="{D605DED6-E939-2343-A8A8-BA1B9836D05D}" srcOrd="0" destOrd="0" presId="urn:microsoft.com/office/officeart/2018/2/layout/IconVerticalSolidList"/>
    <dgm:cxn modelId="{939802E0-0591-469C-802C-2FABEDACD6A4}" srcId="{606C53B2-3C1D-4657-8010-705DDBCA0B6B}" destId="{5F71C10C-5229-4F26-AE5D-63A01B367B30}" srcOrd="0" destOrd="0" parTransId="{3D079D7B-E54D-4CC3-9DC3-C151442A2E58}" sibTransId="{85777CA0-2F91-463F-98A9-2B73F0317108}"/>
    <dgm:cxn modelId="{CA9E1E45-DB31-41ED-9B6D-807EBA5D09A8}" type="presParOf" srcId="{4F02FFE4-8013-4AF7-9001-A4A57D546DD6}" destId="{32A1E248-52DC-4F94-92AA-524D8E3CA15A}" srcOrd="0" destOrd="0" presId="urn:microsoft.com/office/officeart/2018/2/layout/IconVerticalSolidList"/>
    <dgm:cxn modelId="{A2095E11-AF63-48E4-BDFE-BC0E135AC0F1}" type="presParOf" srcId="{32A1E248-52DC-4F94-92AA-524D8E3CA15A}" destId="{91CED9CF-B4C2-4488-B863-F9B84D7303D6}" srcOrd="0" destOrd="0" presId="urn:microsoft.com/office/officeart/2018/2/layout/IconVerticalSolidList"/>
    <dgm:cxn modelId="{450652C1-4374-471D-BD77-569BB4469172}" type="presParOf" srcId="{32A1E248-52DC-4F94-92AA-524D8E3CA15A}" destId="{74BE0942-9403-4725-82AA-FB8E6969CEC9}" srcOrd="1" destOrd="0" presId="urn:microsoft.com/office/officeart/2018/2/layout/IconVerticalSolidList"/>
    <dgm:cxn modelId="{79692682-5289-4594-8F22-88428FCF50EA}" type="presParOf" srcId="{32A1E248-52DC-4F94-92AA-524D8E3CA15A}" destId="{275FDA82-51D9-4A17-B4A2-C14608285105}" srcOrd="2" destOrd="0" presId="urn:microsoft.com/office/officeart/2018/2/layout/IconVerticalSolidList"/>
    <dgm:cxn modelId="{D20DC861-2338-4F22-8D38-D3C8145C56F4}" type="presParOf" srcId="{32A1E248-52DC-4F94-92AA-524D8E3CA15A}" destId="{99AB229D-44BC-42F4-9436-48EF09D10E9E}" srcOrd="3" destOrd="0" presId="urn:microsoft.com/office/officeart/2018/2/layout/IconVerticalSolidList"/>
    <dgm:cxn modelId="{61BEA172-18C4-4B41-BD0E-ACCC685F41D7}" type="presParOf" srcId="{4F02FFE4-8013-4AF7-9001-A4A57D546DD6}" destId="{4B11809E-C094-48D3-8580-71B578ACF3CB}" srcOrd="1" destOrd="0" presId="urn:microsoft.com/office/officeart/2018/2/layout/IconVerticalSolidList"/>
    <dgm:cxn modelId="{495014C5-F219-4CB8-ABB6-7B38459E233E}" type="presParOf" srcId="{4F02FFE4-8013-4AF7-9001-A4A57D546DD6}" destId="{EFB60F7E-8111-49D2-A83B-AA343DB4BEE2}" srcOrd="2" destOrd="0" presId="urn:microsoft.com/office/officeart/2018/2/layout/IconVerticalSolidList"/>
    <dgm:cxn modelId="{05AB305C-9802-49DF-B229-70A89E77C8D4}" type="presParOf" srcId="{EFB60F7E-8111-49D2-A83B-AA343DB4BEE2}" destId="{46C81AF9-EF3D-4824-B189-400D68887296}" srcOrd="0" destOrd="0" presId="urn:microsoft.com/office/officeart/2018/2/layout/IconVerticalSolidList"/>
    <dgm:cxn modelId="{79E2F124-1BD0-4A22-BB09-971BD3D7B2C9}" type="presParOf" srcId="{EFB60F7E-8111-49D2-A83B-AA343DB4BEE2}" destId="{CB5D6A20-5127-4984-B59F-FD0AA84D1387}" srcOrd="1" destOrd="0" presId="urn:microsoft.com/office/officeart/2018/2/layout/IconVerticalSolidList"/>
    <dgm:cxn modelId="{D5351E9B-EA2E-47C3-87BC-BC3D95F6A5B6}" type="presParOf" srcId="{EFB60F7E-8111-49D2-A83B-AA343DB4BEE2}" destId="{4B076952-A8FE-47AB-9678-3F578347B5B1}" srcOrd="2" destOrd="0" presId="urn:microsoft.com/office/officeart/2018/2/layout/IconVerticalSolidList"/>
    <dgm:cxn modelId="{3CF894D1-0F9E-4835-ABCB-7C07B87BC898}" type="presParOf" srcId="{EFB60F7E-8111-49D2-A83B-AA343DB4BEE2}" destId="{1DFA7640-A0BF-43A1-BD62-3BB725F1AC3D}" srcOrd="3" destOrd="0" presId="urn:microsoft.com/office/officeart/2018/2/layout/IconVerticalSolidList"/>
    <dgm:cxn modelId="{AA67A461-5506-42C6-9E57-68510C711B56}" type="presParOf" srcId="{4F02FFE4-8013-4AF7-9001-A4A57D546DD6}" destId="{20A86966-C5D3-456F-93EB-E6F71BE9B010}" srcOrd="3" destOrd="0" presId="urn:microsoft.com/office/officeart/2018/2/layout/IconVerticalSolidList"/>
    <dgm:cxn modelId="{A531AA5C-328B-4596-A752-30297C159784}" type="presParOf" srcId="{4F02FFE4-8013-4AF7-9001-A4A57D546DD6}" destId="{83B27074-E9A9-4A46-8E99-B40EAB42068C}" srcOrd="4" destOrd="0" presId="urn:microsoft.com/office/officeart/2018/2/layout/IconVerticalSolidList"/>
    <dgm:cxn modelId="{14BDBD4B-5808-4F4B-9D40-0F53372A29CB}" type="presParOf" srcId="{83B27074-E9A9-4A46-8E99-B40EAB42068C}" destId="{92E912FB-50AE-454A-A9D2-7DBF642BD4B6}" srcOrd="0" destOrd="0" presId="urn:microsoft.com/office/officeart/2018/2/layout/IconVerticalSolidList"/>
    <dgm:cxn modelId="{D8BD6D80-5FF4-4D36-9905-58D7802334F5}" type="presParOf" srcId="{83B27074-E9A9-4A46-8E99-B40EAB42068C}" destId="{057EE6C3-3D97-49F3-9920-A10D6749350E}" srcOrd="1" destOrd="0" presId="urn:microsoft.com/office/officeart/2018/2/layout/IconVerticalSolidList"/>
    <dgm:cxn modelId="{9D98DA0D-A43F-44C4-B3CE-67089ED4DFD4}" type="presParOf" srcId="{83B27074-E9A9-4A46-8E99-B40EAB42068C}" destId="{E9C4BCD9-B72F-4558-832C-AEC54EC0DB89}" srcOrd="2" destOrd="0" presId="urn:microsoft.com/office/officeart/2018/2/layout/IconVerticalSolidList"/>
    <dgm:cxn modelId="{23F413AF-5528-48F1-B489-CE3A2C47FC91}" type="presParOf" srcId="{83B27074-E9A9-4A46-8E99-B40EAB42068C}" destId="{22185353-A9EC-48B0-AF2F-43F57E6C55DA}" srcOrd="3" destOrd="0" presId="urn:microsoft.com/office/officeart/2018/2/layout/IconVerticalSolidList"/>
    <dgm:cxn modelId="{83AF61F2-5FFA-D244-8502-8E6111D8B528}" type="presParOf" srcId="{4F02FFE4-8013-4AF7-9001-A4A57D546DD6}" destId="{F617CF7D-EF67-8D4B-87A2-D95E8B0A6712}" srcOrd="5" destOrd="0" presId="urn:microsoft.com/office/officeart/2018/2/layout/IconVerticalSolidList"/>
    <dgm:cxn modelId="{4F464407-DB15-5944-9A41-7A59FE95F55B}" type="presParOf" srcId="{4F02FFE4-8013-4AF7-9001-A4A57D546DD6}" destId="{66795E98-EDE7-9647-8911-5921D81DC692}" srcOrd="6" destOrd="0" presId="urn:microsoft.com/office/officeart/2018/2/layout/IconVerticalSolidList"/>
    <dgm:cxn modelId="{1AF31CC4-85DB-6B4B-A599-37AF3C58E0A3}" type="presParOf" srcId="{66795E98-EDE7-9647-8911-5921D81DC692}" destId="{E23099F3-B3F0-5B47-8D4B-F0786278877C}" srcOrd="0" destOrd="0" presId="urn:microsoft.com/office/officeart/2018/2/layout/IconVerticalSolidList"/>
    <dgm:cxn modelId="{17AD8434-9A26-3D4F-8AD0-3F043E686634}" type="presParOf" srcId="{66795E98-EDE7-9647-8911-5921D81DC692}" destId="{D05D3F96-2E26-4B46-8252-BC1D5F121F9B}" srcOrd="1" destOrd="0" presId="urn:microsoft.com/office/officeart/2018/2/layout/IconVerticalSolidList"/>
    <dgm:cxn modelId="{DC000255-45D1-0B4A-B27C-FBD15B89653E}" type="presParOf" srcId="{66795E98-EDE7-9647-8911-5921D81DC692}" destId="{29333A0B-3D98-784B-BCF2-663BABB31A66}" srcOrd="2" destOrd="0" presId="urn:microsoft.com/office/officeart/2018/2/layout/IconVerticalSolidList"/>
    <dgm:cxn modelId="{0B9B9BF2-0F6A-6042-8B12-322753CCD819}" type="presParOf" srcId="{66795E98-EDE7-9647-8911-5921D81DC692}" destId="{D605DED6-E939-2343-A8A8-BA1B9836D05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7972E4-5A73-9642-B337-D58D4CFD469C}"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lang="en-US"/>
        </a:p>
      </dgm:t>
    </dgm:pt>
    <dgm:pt modelId="{A89C1545-FDAE-7146-B395-F7886C6BAEB1}">
      <dgm:prSet phldrT="[Text]"/>
      <dgm:spPr/>
      <dgm:t>
        <a:bodyPr/>
        <a:lstStyle/>
        <a:p>
          <a:pPr>
            <a:buFont typeface="Arial" panose="020B0604020202020204" pitchFamily="34" charset="0"/>
            <a:buChar char="•"/>
          </a:pPr>
          <a:r>
            <a:rPr lang="en-US" b="1" i="0" dirty="0"/>
            <a:t>Biasedness</a:t>
          </a:r>
          <a:endParaRPr lang="en-US" dirty="0"/>
        </a:p>
      </dgm:t>
    </dgm:pt>
    <dgm:pt modelId="{6CDAB586-A92E-9747-87C8-3013325D3BF3}" type="parTrans" cxnId="{170341C9-752F-6741-9686-BA25C4284E31}">
      <dgm:prSet/>
      <dgm:spPr/>
      <dgm:t>
        <a:bodyPr/>
        <a:lstStyle/>
        <a:p>
          <a:endParaRPr lang="en-US"/>
        </a:p>
      </dgm:t>
    </dgm:pt>
    <dgm:pt modelId="{676D1C77-5C7D-1B4C-B0F9-A2E62D5563F2}" type="sibTrans" cxnId="{170341C9-752F-6741-9686-BA25C4284E31}">
      <dgm:prSet/>
      <dgm:spPr/>
      <dgm:t>
        <a:bodyPr/>
        <a:lstStyle/>
        <a:p>
          <a:endParaRPr lang="en-US"/>
        </a:p>
      </dgm:t>
    </dgm:pt>
    <dgm:pt modelId="{7073E098-41DE-C142-A825-440FFFC987A9}">
      <dgm:prSet/>
      <dgm:spPr/>
      <dgm:t>
        <a:bodyPr/>
        <a:lstStyle/>
        <a:p>
          <a:pPr>
            <a:buFont typeface="Arial" panose="020B0604020202020204" pitchFamily="34" charset="0"/>
            <a:buChar char="•"/>
          </a:pPr>
          <a:r>
            <a:rPr lang="en-US" b="1" i="0" dirty="0"/>
            <a:t>Software defects</a:t>
          </a:r>
        </a:p>
      </dgm:t>
    </dgm:pt>
    <dgm:pt modelId="{F63E0248-465D-E347-845C-CEF27306C1A9}" type="parTrans" cxnId="{E3F63BBC-315E-A64C-85FC-A6BDFA234C57}">
      <dgm:prSet/>
      <dgm:spPr/>
      <dgm:t>
        <a:bodyPr/>
        <a:lstStyle/>
        <a:p>
          <a:endParaRPr lang="en-US"/>
        </a:p>
      </dgm:t>
    </dgm:pt>
    <dgm:pt modelId="{73EAD733-74A0-434C-A0C1-9FABEDCE6F85}" type="sibTrans" cxnId="{E3F63BBC-315E-A64C-85FC-A6BDFA234C57}">
      <dgm:prSet/>
      <dgm:spPr/>
      <dgm:t>
        <a:bodyPr/>
        <a:lstStyle/>
        <a:p>
          <a:endParaRPr lang="en-US"/>
        </a:p>
      </dgm:t>
    </dgm:pt>
    <dgm:pt modelId="{81FD1EF4-B3D7-2F44-AF85-47455E5255D1}">
      <dgm:prSet/>
      <dgm:spPr/>
      <dgm:t>
        <a:bodyPr/>
        <a:lstStyle/>
        <a:p>
          <a:pPr>
            <a:buFont typeface="Arial" panose="020B0604020202020204" pitchFamily="34" charset="0"/>
            <a:buChar char="•"/>
          </a:pPr>
          <a:r>
            <a:rPr lang="en-US" b="1" i="0" dirty="0"/>
            <a:t>Noise</a:t>
          </a:r>
          <a:endParaRPr lang="en-US" b="0" i="0" dirty="0"/>
        </a:p>
      </dgm:t>
    </dgm:pt>
    <dgm:pt modelId="{DCF0755C-C1C3-EA4C-9B9D-B608DD200F03}" type="parTrans" cxnId="{CD1D8860-BAFC-1644-BE37-19B41945A9E9}">
      <dgm:prSet/>
      <dgm:spPr/>
      <dgm:t>
        <a:bodyPr/>
        <a:lstStyle/>
        <a:p>
          <a:endParaRPr lang="en-US"/>
        </a:p>
      </dgm:t>
    </dgm:pt>
    <dgm:pt modelId="{D18B5E5B-4EDF-1048-8F26-1D353239FAA6}" type="sibTrans" cxnId="{CD1D8860-BAFC-1644-BE37-19B41945A9E9}">
      <dgm:prSet/>
      <dgm:spPr/>
      <dgm:t>
        <a:bodyPr/>
        <a:lstStyle/>
        <a:p>
          <a:endParaRPr lang="en-US"/>
        </a:p>
      </dgm:t>
    </dgm:pt>
    <dgm:pt modelId="{C0EA35A5-BC68-BE46-A115-515D7036A061}">
      <dgm:prSet/>
      <dgm:spPr/>
      <dgm:t>
        <a:bodyPr/>
        <a:lstStyle/>
        <a:p>
          <a:pPr>
            <a:buFont typeface="Arial" panose="020B0604020202020204" pitchFamily="34" charset="0"/>
            <a:buChar char="•"/>
          </a:pPr>
          <a:r>
            <a:rPr lang="en-US" b="1" i="0" dirty="0"/>
            <a:t>Abnormalities</a:t>
          </a:r>
          <a:endParaRPr lang="en-US" b="0" i="0" dirty="0"/>
        </a:p>
      </dgm:t>
    </dgm:pt>
    <dgm:pt modelId="{FB36F249-D86C-6444-8E38-E8C0CEE00270}" type="parTrans" cxnId="{DD3D9885-D00A-0948-9719-0E623AB01061}">
      <dgm:prSet/>
      <dgm:spPr/>
      <dgm:t>
        <a:bodyPr/>
        <a:lstStyle/>
        <a:p>
          <a:endParaRPr lang="en-US"/>
        </a:p>
      </dgm:t>
    </dgm:pt>
    <dgm:pt modelId="{DA6E5F7B-52FE-8448-8554-702755B36B6F}" type="sibTrans" cxnId="{DD3D9885-D00A-0948-9719-0E623AB01061}">
      <dgm:prSet/>
      <dgm:spPr/>
      <dgm:t>
        <a:bodyPr/>
        <a:lstStyle/>
        <a:p>
          <a:endParaRPr lang="en-US"/>
        </a:p>
      </dgm:t>
    </dgm:pt>
    <dgm:pt modelId="{619CAA20-AAA4-1F47-9FAF-5207493BC20A}">
      <dgm:prSet/>
      <dgm:spPr/>
      <dgm:t>
        <a:bodyPr/>
        <a:lstStyle/>
        <a:p>
          <a:pPr>
            <a:buFont typeface="Arial" panose="020B0604020202020204" pitchFamily="34" charset="0"/>
            <a:buChar char="•"/>
          </a:pPr>
          <a:r>
            <a:rPr lang="en-US" b="1" i="0" dirty="0"/>
            <a:t>Uncertainty</a:t>
          </a:r>
          <a:endParaRPr lang="en-US" b="0" i="0" dirty="0"/>
        </a:p>
      </dgm:t>
    </dgm:pt>
    <dgm:pt modelId="{1C55A397-0C46-374A-AA4A-8ED29A756273}" type="parTrans" cxnId="{3EA10B60-8EC6-A444-8215-933CADF0B4D8}">
      <dgm:prSet/>
      <dgm:spPr/>
      <dgm:t>
        <a:bodyPr/>
        <a:lstStyle/>
        <a:p>
          <a:endParaRPr lang="en-US"/>
        </a:p>
      </dgm:t>
    </dgm:pt>
    <dgm:pt modelId="{E9B0F139-3224-C448-A0A4-8318C8F0CE76}" type="sibTrans" cxnId="{3EA10B60-8EC6-A444-8215-933CADF0B4D8}">
      <dgm:prSet/>
      <dgm:spPr/>
      <dgm:t>
        <a:bodyPr/>
        <a:lstStyle/>
        <a:p>
          <a:endParaRPr lang="en-US"/>
        </a:p>
      </dgm:t>
    </dgm:pt>
    <dgm:pt modelId="{503FD8D6-A1EC-CA49-8AF6-4777772AA1FD}">
      <dgm:prSet/>
      <dgm:spPr/>
      <dgm:t>
        <a:bodyPr/>
        <a:lstStyle/>
        <a:p>
          <a:pPr>
            <a:buFont typeface="Arial" panose="020B0604020202020204" pitchFamily="34" charset="0"/>
            <a:buChar char="•"/>
          </a:pPr>
          <a:r>
            <a:rPr lang="en-US" b="1" i="0" dirty="0"/>
            <a:t>Data lineage</a:t>
          </a:r>
          <a:endParaRPr lang="en-US" b="0" i="0" dirty="0"/>
        </a:p>
      </dgm:t>
    </dgm:pt>
    <dgm:pt modelId="{DD4E7E59-29C0-BF40-94D0-741B153E541C}" type="parTrans" cxnId="{567F0264-13D3-4248-AEEB-BE0DCFCC0D6A}">
      <dgm:prSet/>
      <dgm:spPr/>
      <dgm:t>
        <a:bodyPr/>
        <a:lstStyle/>
        <a:p>
          <a:endParaRPr lang="en-US"/>
        </a:p>
      </dgm:t>
    </dgm:pt>
    <dgm:pt modelId="{71BD887A-F152-4A44-8ED0-7070C4B600F5}" type="sibTrans" cxnId="{567F0264-13D3-4248-AEEB-BE0DCFCC0D6A}">
      <dgm:prSet/>
      <dgm:spPr/>
      <dgm:t>
        <a:bodyPr/>
        <a:lstStyle/>
        <a:p>
          <a:endParaRPr lang="en-US"/>
        </a:p>
      </dgm:t>
    </dgm:pt>
    <dgm:pt modelId="{7288DD1D-CC52-D641-9452-8B2C5F7014EF}">
      <dgm:prSet phldrT="[Text]"/>
      <dgm:spPr/>
      <dgm:t>
        <a:bodyPr/>
        <a:lstStyle/>
        <a:p>
          <a:pPr>
            <a:buFont typeface="Arial" panose="020B0604020202020204" pitchFamily="34" charset="0"/>
            <a:buChar char="•"/>
          </a:pPr>
          <a:r>
            <a:rPr lang="en-US" b="0" i="0" dirty="0"/>
            <a:t>Bias or data bias is an error in which some data elements have more weightage than others, resulting in inaccurate data when an organization decides on calculated values that are suffering from statistical bias.</a:t>
          </a:r>
          <a:endParaRPr lang="en-US" dirty="0"/>
        </a:p>
      </dgm:t>
    </dgm:pt>
    <dgm:pt modelId="{192AA094-F020-004A-AFE2-C1AB5273F2B7}" type="parTrans" cxnId="{2A8D2183-9B86-4846-8557-9D6A6454070A}">
      <dgm:prSet/>
      <dgm:spPr/>
      <dgm:t>
        <a:bodyPr/>
        <a:lstStyle/>
        <a:p>
          <a:endParaRPr lang="en-US"/>
        </a:p>
      </dgm:t>
    </dgm:pt>
    <dgm:pt modelId="{9154F12E-24C0-964B-98CE-939D25DCB304}" type="sibTrans" cxnId="{2A8D2183-9B86-4846-8557-9D6A6454070A}">
      <dgm:prSet/>
      <dgm:spPr/>
      <dgm:t>
        <a:bodyPr/>
        <a:lstStyle/>
        <a:p>
          <a:endParaRPr lang="en-US"/>
        </a:p>
      </dgm:t>
    </dgm:pt>
    <dgm:pt modelId="{2A33E715-F16E-544F-9059-BF8C823185A6}">
      <dgm:prSet/>
      <dgm:spPr/>
      <dgm:t>
        <a:bodyPr/>
        <a:lstStyle/>
        <a:p>
          <a:pPr>
            <a:buFont typeface="Arial" panose="020B0604020202020204" pitchFamily="34" charset="0"/>
            <a:buChar char="•"/>
          </a:pPr>
          <a:r>
            <a:rPr lang="en-US" b="0" i="0" dirty="0"/>
            <a:t>Software or application bugs can transform or miscalculate the data.</a:t>
          </a:r>
        </a:p>
      </dgm:t>
    </dgm:pt>
    <dgm:pt modelId="{7C3CA49D-2ABA-5F4A-BFA7-85B4A9FBF80A}" type="parTrans" cxnId="{4E1F1C5F-5047-3746-8B82-AA237981298F}">
      <dgm:prSet/>
      <dgm:spPr/>
      <dgm:t>
        <a:bodyPr/>
        <a:lstStyle/>
        <a:p>
          <a:endParaRPr lang="en-US"/>
        </a:p>
      </dgm:t>
    </dgm:pt>
    <dgm:pt modelId="{B754A1F0-6A62-244C-8EFB-883CE2B9AF49}" type="sibTrans" cxnId="{4E1F1C5F-5047-3746-8B82-AA237981298F}">
      <dgm:prSet/>
      <dgm:spPr/>
      <dgm:t>
        <a:bodyPr/>
        <a:lstStyle/>
        <a:p>
          <a:endParaRPr lang="en-US"/>
        </a:p>
      </dgm:t>
    </dgm:pt>
    <dgm:pt modelId="{2E1E8F50-BEAB-044F-990D-5726B882F5D0}">
      <dgm:prSet/>
      <dgm:spPr/>
      <dgm:t>
        <a:bodyPr/>
        <a:lstStyle/>
        <a:p>
          <a:pPr>
            <a:buFont typeface="Arial" panose="020B0604020202020204" pitchFamily="34" charset="0"/>
            <a:buChar char="•"/>
          </a:pPr>
          <a:r>
            <a:rPr lang="en-US" b="0" i="0" dirty="0"/>
            <a:t>The non-valuable data in the datasets is known as noise. High noise will increase data cleaning work as they have to remove the unnecessary data to get better insights.</a:t>
          </a:r>
        </a:p>
      </dgm:t>
    </dgm:pt>
    <dgm:pt modelId="{2D00FE2E-54FD-8346-9DEF-7EA92DABD097}" type="parTrans" cxnId="{4934D3E7-BC48-DF4F-9469-53159853E21E}">
      <dgm:prSet/>
      <dgm:spPr/>
      <dgm:t>
        <a:bodyPr/>
        <a:lstStyle/>
        <a:p>
          <a:endParaRPr lang="en-US"/>
        </a:p>
      </dgm:t>
    </dgm:pt>
    <dgm:pt modelId="{360721A7-5711-2341-A0E4-416001D42C2D}" type="sibTrans" cxnId="{4934D3E7-BC48-DF4F-9469-53159853E21E}">
      <dgm:prSet/>
      <dgm:spPr/>
      <dgm:t>
        <a:bodyPr/>
        <a:lstStyle/>
        <a:p>
          <a:endParaRPr lang="en-US"/>
        </a:p>
      </dgm:t>
    </dgm:pt>
    <dgm:pt modelId="{A74D6839-E08D-4E49-B41B-5C575AE7B262}">
      <dgm:prSet/>
      <dgm:spPr/>
      <dgm:t>
        <a:bodyPr/>
        <a:lstStyle/>
        <a:p>
          <a:pPr>
            <a:buFont typeface="Arial" panose="020B0604020202020204" pitchFamily="34" charset="0"/>
            <a:buChar char="•"/>
          </a:pPr>
          <a:r>
            <a:rPr lang="en-US" b="0" i="0" dirty="0"/>
            <a:t>Abnormality or anomaly in the data is the data point that is not normal or the data point that stands out from the actual data</a:t>
          </a:r>
        </a:p>
      </dgm:t>
    </dgm:pt>
    <dgm:pt modelId="{915BCCE2-A9AD-2646-B848-378CC2E6421A}" type="parTrans" cxnId="{D986C0CF-28C3-1040-92AB-70465B1CFD37}">
      <dgm:prSet/>
      <dgm:spPr/>
      <dgm:t>
        <a:bodyPr/>
        <a:lstStyle/>
        <a:p>
          <a:endParaRPr lang="en-US"/>
        </a:p>
      </dgm:t>
    </dgm:pt>
    <dgm:pt modelId="{A2D50892-F188-B74C-A818-49857B540F6A}" type="sibTrans" cxnId="{D986C0CF-28C3-1040-92AB-70465B1CFD37}">
      <dgm:prSet/>
      <dgm:spPr/>
      <dgm:t>
        <a:bodyPr/>
        <a:lstStyle/>
        <a:p>
          <a:endParaRPr lang="en-US"/>
        </a:p>
      </dgm:t>
    </dgm:pt>
    <dgm:pt modelId="{380FCE0B-6B2D-5744-A6DE-E9A3CAB0F907}">
      <dgm:prSet/>
      <dgm:spPr/>
      <dgm:t>
        <a:bodyPr/>
        <a:lstStyle/>
        <a:p>
          <a:pPr>
            <a:buFont typeface="Arial" panose="020B0604020202020204" pitchFamily="34" charset="0"/>
            <a:buChar char="•"/>
          </a:pPr>
          <a:r>
            <a:rPr lang="en-US" b="0" i="0" dirty="0"/>
            <a:t>Uncertainty can be defined as doubt or ambiguity in the data. Uncertain data contains noise that deviates from the correct, intended, or original values.</a:t>
          </a:r>
        </a:p>
      </dgm:t>
    </dgm:pt>
    <dgm:pt modelId="{7B5F9C6B-012F-B741-A32A-B0AFB708975C}" type="parTrans" cxnId="{EEE46A91-1357-4C4F-9604-0485933AB6B5}">
      <dgm:prSet/>
      <dgm:spPr/>
      <dgm:t>
        <a:bodyPr/>
        <a:lstStyle/>
        <a:p>
          <a:endParaRPr lang="en-US"/>
        </a:p>
      </dgm:t>
    </dgm:pt>
    <dgm:pt modelId="{AC400035-6ADA-1C46-8875-0D874FD4AF55}" type="sibTrans" cxnId="{EEE46A91-1357-4C4F-9604-0485933AB6B5}">
      <dgm:prSet/>
      <dgm:spPr/>
      <dgm:t>
        <a:bodyPr/>
        <a:lstStyle/>
        <a:p>
          <a:endParaRPr lang="en-US"/>
        </a:p>
      </dgm:t>
    </dgm:pt>
    <dgm:pt modelId="{3AC929CC-6F69-F248-A3F4-62C2792B3C5B}">
      <dgm:prSet/>
      <dgm:spPr/>
      <dgm:t>
        <a:bodyPr/>
        <a:lstStyle/>
        <a:p>
          <a:pPr>
            <a:buFont typeface="Arial" panose="020B0604020202020204" pitchFamily="34" charset="0"/>
            <a:buChar char="•"/>
          </a:pPr>
          <a:r>
            <a:rPr lang="en-US" b="0" i="0" dirty="0"/>
            <a:t>Organizations collect data from multiple sources, but sometimes an inaccurate source is discovered without historical reference</a:t>
          </a:r>
        </a:p>
      </dgm:t>
    </dgm:pt>
    <dgm:pt modelId="{BBD32B7B-EEF4-CD44-81BD-08D8966BCC47}" type="parTrans" cxnId="{946A04B6-A93B-364C-B36F-0043E308081F}">
      <dgm:prSet/>
      <dgm:spPr/>
      <dgm:t>
        <a:bodyPr/>
        <a:lstStyle/>
        <a:p>
          <a:endParaRPr lang="en-US"/>
        </a:p>
      </dgm:t>
    </dgm:pt>
    <dgm:pt modelId="{3CF23A5D-8199-7C42-B7A3-AD8ADE05EDEE}" type="sibTrans" cxnId="{946A04B6-A93B-364C-B36F-0043E308081F}">
      <dgm:prSet/>
      <dgm:spPr/>
      <dgm:t>
        <a:bodyPr/>
        <a:lstStyle/>
        <a:p>
          <a:endParaRPr lang="en-US"/>
        </a:p>
      </dgm:t>
    </dgm:pt>
    <dgm:pt modelId="{28FE42FB-9F4F-F344-BE29-6646ED5BA6A7}" type="pres">
      <dgm:prSet presAssocID="{9B7972E4-5A73-9642-B337-D58D4CFD469C}" presName="vert0" presStyleCnt="0">
        <dgm:presLayoutVars>
          <dgm:dir/>
          <dgm:animOne val="branch"/>
          <dgm:animLvl val="lvl"/>
        </dgm:presLayoutVars>
      </dgm:prSet>
      <dgm:spPr/>
    </dgm:pt>
    <dgm:pt modelId="{C456576B-60CF-BB47-ACB2-0B25441F19F6}" type="pres">
      <dgm:prSet presAssocID="{A89C1545-FDAE-7146-B395-F7886C6BAEB1}" presName="thickLine" presStyleLbl="alignNode1" presStyleIdx="0" presStyleCnt="6"/>
      <dgm:spPr/>
    </dgm:pt>
    <dgm:pt modelId="{A14B00BB-DE9A-B647-B157-F377D5F0143D}" type="pres">
      <dgm:prSet presAssocID="{A89C1545-FDAE-7146-B395-F7886C6BAEB1}" presName="horz1" presStyleCnt="0"/>
      <dgm:spPr/>
    </dgm:pt>
    <dgm:pt modelId="{9AC0729C-5642-0A4C-9C13-6AFEB4F21458}" type="pres">
      <dgm:prSet presAssocID="{A89C1545-FDAE-7146-B395-F7886C6BAEB1}" presName="tx1" presStyleLbl="revTx" presStyleIdx="0" presStyleCnt="12"/>
      <dgm:spPr/>
    </dgm:pt>
    <dgm:pt modelId="{025701A0-CCE1-8C42-8E7D-06E80767CD5A}" type="pres">
      <dgm:prSet presAssocID="{A89C1545-FDAE-7146-B395-F7886C6BAEB1}" presName="vert1" presStyleCnt="0"/>
      <dgm:spPr/>
    </dgm:pt>
    <dgm:pt modelId="{D6ED19FC-31C3-0547-B339-73A2D82FB544}" type="pres">
      <dgm:prSet presAssocID="{7288DD1D-CC52-D641-9452-8B2C5F7014EF}" presName="vertSpace2a" presStyleCnt="0"/>
      <dgm:spPr/>
    </dgm:pt>
    <dgm:pt modelId="{07E35A00-A22E-5442-8A44-A1D9644F98EE}" type="pres">
      <dgm:prSet presAssocID="{7288DD1D-CC52-D641-9452-8B2C5F7014EF}" presName="horz2" presStyleCnt="0"/>
      <dgm:spPr/>
    </dgm:pt>
    <dgm:pt modelId="{38F5E92F-8D2D-3E49-B85A-D3657E13F017}" type="pres">
      <dgm:prSet presAssocID="{7288DD1D-CC52-D641-9452-8B2C5F7014EF}" presName="horzSpace2" presStyleCnt="0"/>
      <dgm:spPr/>
    </dgm:pt>
    <dgm:pt modelId="{BF62B7D9-D5F0-694F-8BDD-7BAED27753DF}" type="pres">
      <dgm:prSet presAssocID="{7288DD1D-CC52-D641-9452-8B2C5F7014EF}" presName="tx2" presStyleLbl="revTx" presStyleIdx="1" presStyleCnt="12"/>
      <dgm:spPr/>
    </dgm:pt>
    <dgm:pt modelId="{A28EC801-191E-2B4A-B82F-4DF5346C942C}" type="pres">
      <dgm:prSet presAssocID="{7288DD1D-CC52-D641-9452-8B2C5F7014EF}" presName="vert2" presStyleCnt="0"/>
      <dgm:spPr/>
    </dgm:pt>
    <dgm:pt modelId="{4CF89ED7-CEC3-6F4B-AC05-19336AE1AA30}" type="pres">
      <dgm:prSet presAssocID="{7288DD1D-CC52-D641-9452-8B2C5F7014EF}" presName="thinLine2b" presStyleLbl="callout" presStyleIdx="0" presStyleCnt="6"/>
      <dgm:spPr/>
    </dgm:pt>
    <dgm:pt modelId="{53560BEF-BD8D-BB45-893E-66215E0F716D}" type="pres">
      <dgm:prSet presAssocID="{7288DD1D-CC52-D641-9452-8B2C5F7014EF}" presName="vertSpace2b" presStyleCnt="0"/>
      <dgm:spPr/>
    </dgm:pt>
    <dgm:pt modelId="{6394E1C0-2292-914B-A622-AF6CC66E6FD6}" type="pres">
      <dgm:prSet presAssocID="{7073E098-41DE-C142-A825-440FFFC987A9}" presName="thickLine" presStyleLbl="alignNode1" presStyleIdx="1" presStyleCnt="6"/>
      <dgm:spPr/>
    </dgm:pt>
    <dgm:pt modelId="{35E8F767-40FD-D04E-A95D-3B7CA05CAEF4}" type="pres">
      <dgm:prSet presAssocID="{7073E098-41DE-C142-A825-440FFFC987A9}" presName="horz1" presStyleCnt="0"/>
      <dgm:spPr/>
    </dgm:pt>
    <dgm:pt modelId="{85DFC939-B93A-0246-AFF3-3990C024023F}" type="pres">
      <dgm:prSet presAssocID="{7073E098-41DE-C142-A825-440FFFC987A9}" presName="tx1" presStyleLbl="revTx" presStyleIdx="2" presStyleCnt="12"/>
      <dgm:spPr/>
    </dgm:pt>
    <dgm:pt modelId="{771FB5D5-9B60-9140-BB8E-52D0A5CDA77F}" type="pres">
      <dgm:prSet presAssocID="{7073E098-41DE-C142-A825-440FFFC987A9}" presName="vert1" presStyleCnt="0"/>
      <dgm:spPr/>
    </dgm:pt>
    <dgm:pt modelId="{5B2C3516-199D-C247-B1ED-D63D98306D52}" type="pres">
      <dgm:prSet presAssocID="{2A33E715-F16E-544F-9059-BF8C823185A6}" presName="vertSpace2a" presStyleCnt="0"/>
      <dgm:spPr/>
    </dgm:pt>
    <dgm:pt modelId="{DCC86AC4-D9A0-9941-B83B-144B1B03C2DF}" type="pres">
      <dgm:prSet presAssocID="{2A33E715-F16E-544F-9059-BF8C823185A6}" presName="horz2" presStyleCnt="0"/>
      <dgm:spPr/>
    </dgm:pt>
    <dgm:pt modelId="{6506689C-EA8A-5D44-9FF5-7C354476EC2F}" type="pres">
      <dgm:prSet presAssocID="{2A33E715-F16E-544F-9059-BF8C823185A6}" presName="horzSpace2" presStyleCnt="0"/>
      <dgm:spPr/>
    </dgm:pt>
    <dgm:pt modelId="{64ADA91F-9EA6-BD41-AF02-1F5854875B3F}" type="pres">
      <dgm:prSet presAssocID="{2A33E715-F16E-544F-9059-BF8C823185A6}" presName="tx2" presStyleLbl="revTx" presStyleIdx="3" presStyleCnt="12"/>
      <dgm:spPr/>
    </dgm:pt>
    <dgm:pt modelId="{D5205943-E7CE-C44C-8EFA-D1280A7DE868}" type="pres">
      <dgm:prSet presAssocID="{2A33E715-F16E-544F-9059-BF8C823185A6}" presName="vert2" presStyleCnt="0"/>
      <dgm:spPr/>
    </dgm:pt>
    <dgm:pt modelId="{46EFEE1A-54D5-204C-BCD4-637FF45B2DF9}" type="pres">
      <dgm:prSet presAssocID="{2A33E715-F16E-544F-9059-BF8C823185A6}" presName="thinLine2b" presStyleLbl="callout" presStyleIdx="1" presStyleCnt="6"/>
      <dgm:spPr/>
    </dgm:pt>
    <dgm:pt modelId="{1A81F404-12B8-494C-804B-45CA059F0224}" type="pres">
      <dgm:prSet presAssocID="{2A33E715-F16E-544F-9059-BF8C823185A6}" presName="vertSpace2b" presStyleCnt="0"/>
      <dgm:spPr/>
    </dgm:pt>
    <dgm:pt modelId="{A813B2A5-E891-B24E-9965-9830623F17C3}" type="pres">
      <dgm:prSet presAssocID="{81FD1EF4-B3D7-2F44-AF85-47455E5255D1}" presName="thickLine" presStyleLbl="alignNode1" presStyleIdx="2" presStyleCnt="6"/>
      <dgm:spPr/>
    </dgm:pt>
    <dgm:pt modelId="{FF2ED4FA-73E5-2A4F-9AA1-CF4B54B480D3}" type="pres">
      <dgm:prSet presAssocID="{81FD1EF4-B3D7-2F44-AF85-47455E5255D1}" presName="horz1" presStyleCnt="0"/>
      <dgm:spPr/>
    </dgm:pt>
    <dgm:pt modelId="{FA9BD610-7108-7947-96F1-65D5D84C6496}" type="pres">
      <dgm:prSet presAssocID="{81FD1EF4-B3D7-2F44-AF85-47455E5255D1}" presName="tx1" presStyleLbl="revTx" presStyleIdx="4" presStyleCnt="12"/>
      <dgm:spPr/>
    </dgm:pt>
    <dgm:pt modelId="{E921629F-9E73-4242-A13F-044AACE56208}" type="pres">
      <dgm:prSet presAssocID="{81FD1EF4-B3D7-2F44-AF85-47455E5255D1}" presName="vert1" presStyleCnt="0"/>
      <dgm:spPr/>
    </dgm:pt>
    <dgm:pt modelId="{F8975DFA-B464-F24D-9199-DC266E50E202}" type="pres">
      <dgm:prSet presAssocID="{2E1E8F50-BEAB-044F-990D-5726B882F5D0}" presName="vertSpace2a" presStyleCnt="0"/>
      <dgm:spPr/>
    </dgm:pt>
    <dgm:pt modelId="{ECCF682F-8DDE-1546-819C-8ADE4B64245F}" type="pres">
      <dgm:prSet presAssocID="{2E1E8F50-BEAB-044F-990D-5726B882F5D0}" presName="horz2" presStyleCnt="0"/>
      <dgm:spPr/>
    </dgm:pt>
    <dgm:pt modelId="{2FF865FC-7E51-3949-A2BC-912864B5FB0A}" type="pres">
      <dgm:prSet presAssocID="{2E1E8F50-BEAB-044F-990D-5726B882F5D0}" presName="horzSpace2" presStyleCnt="0"/>
      <dgm:spPr/>
    </dgm:pt>
    <dgm:pt modelId="{34A0D87C-FFDA-754B-BAA0-2BE0685E8454}" type="pres">
      <dgm:prSet presAssocID="{2E1E8F50-BEAB-044F-990D-5726B882F5D0}" presName="tx2" presStyleLbl="revTx" presStyleIdx="5" presStyleCnt="12"/>
      <dgm:spPr/>
    </dgm:pt>
    <dgm:pt modelId="{5F713236-C0A0-0C46-B6BD-C2BCAF827525}" type="pres">
      <dgm:prSet presAssocID="{2E1E8F50-BEAB-044F-990D-5726B882F5D0}" presName="vert2" presStyleCnt="0"/>
      <dgm:spPr/>
    </dgm:pt>
    <dgm:pt modelId="{F6EF08D7-6134-3441-AD61-313C2A310C8E}" type="pres">
      <dgm:prSet presAssocID="{2E1E8F50-BEAB-044F-990D-5726B882F5D0}" presName="thinLine2b" presStyleLbl="callout" presStyleIdx="2" presStyleCnt="6"/>
      <dgm:spPr/>
    </dgm:pt>
    <dgm:pt modelId="{1E9DCA8C-A69A-D941-B7F0-1F51FE013684}" type="pres">
      <dgm:prSet presAssocID="{2E1E8F50-BEAB-044F-990D-5726B882F5D0}" presName="vertSpace2b" presStyleCnt="0"/>
      <dgm:spPr/>
    </dgm:pt>
    <dgm:pt modelId="{7C1FA7A1-FA71-6448-BD45-904BCD6A9CBB}" type="pres">
      <dgm:prSet presAssocID="{C0EA35A5-BC68-BE46-A115-515D7036A061}" presName="thickLine" presStyleLbl="alignNode1" presStyleIdx="3" presStyleCnt="6"/>
      <dgm:spPr/>
    </dgm:pt>
    <dgm:pt modelId="{578B14AA-E15A-934C-ADD6-09FD4548B167}" type="pres">
      <dgm:prSet presAssocID="{C0EA35A5-BC68-BE46-A115-515D7036A061}" presName="horz1" presStyleCnt="0"/>
      <dgm:spPr/>
    </dgm:pt>
    <dgm:pt modelId="{E0730ABA-9486-904C-B563-3E1E556F2091}" type="pres">
      <dgm:prSet presAssocID="{C0EA35A5-BC68-BE46-A115-515D7036A061}" presName="tx1" presStyleLbl="revTx" presStyleIdx="6" presStyleCnt="12"/>
      <dgm:spPr/>
    </dgm:pt>
    <dgm:pt modelId="{D096F512-DAFE-7D40-980E-0DE78BE5A537}" type="pres">
      <dgm:prSet presAssocID="{C0EA35A5-BC68-BE46-A115-515D7036A061}" presName="vert1" presStyleCnt="0"/>
      <dgm:spPr/>
    </dgm:pt>
    <dgm:pt modelId="{3361BECA-4CC8-E946-91FC-D05ABD530330}" type="pres">
      <dgm:prSet presAssocID="{A74D6839-E08D-4E49-B41B-5C575AE7B262}" presName="vertSpace2a" presStyleCnt="0"/>
      <dgm:spPr/>
    </dgm:pt>
    <dgm:pt modelId="{41399532-F622-BE43-B2F0-EA91A6A5C03F}" type="pres">
      <dgm:prSet presAssocID="{A74D6839-E08D-4E49-B41B-5C575AE7B262}" presName="horz2" presStyleCnt="0"/>
      <dgm:spPr/>
    </dgm:pt>
    <dgm:pt modelId="{0376705C-6C90-F249-8F4F-DE09739F9F80}" type="pres">
      <dgm:prSet presAssocID="{A74D6839-E08D-4E49-B41B-5C575AE7B262}" presName="horzSpace2" presStyleCnt="0"/>
      <dgm:spPr/>
    </dgm:pt>
    <dgm:pt modelId="{CDC35FF1-2234-B644-9C8A-D5A3E89F1367}" type="pres">
      <dgm:prSet presAssocID="{A74D6839-E08D-4E49-B41B-5C575AE7B262}" presName="tx2" presStyleLbl="revTx" presStyleIdx="7" presStyleCnt="12"/>
      <dgm:spPr/>
    </dgm:pt>
    <dgm:pt modelId="{E9AB13B5-1ED2-0A4A-88ED-0E5E0411C383}" type="pres">
      <dgm:prSet presAssocID="{A74D6839-E08D-4E49-B41B-5C575AE7B262}" presName="vert2" presStyleCnt="0"/>
      <dgm:spPr/>
    </dgm:pt>
    <dgm:pt modelId="{4AB49895-AABF-0F4B-B46B-9E20D8764EF6}" type="pres">
      <dgm:prSet presAssocID="{A74D6839-E08D-4E49-B41B-5C575AE7B262}" presName="thinLine2b" presStyleLbl="callout" presStyleIdx="3" presStyleCnt="6"/>
      <dgm:spPr/>
    </dgm:pt>
    <dgm:pt modelId="{7D6780D3-79F2-A446-BB02-06CBC3D642F2}" type="pres">
      <dgm:prSet presAssocID="{A74D6839-E08D-4E49-B41B-5C575AE7B262}" presName="vertSpace2b" presStyleCnt="0"/>
      <dgm:spPr/>
    </dgm:pt>
    <dgm:pt modelId="{F55446FB-273F-4E4F-9DE8-1C279153A5A7}" type="pres">
      <dgm:prSet presAssocID="{619CAA20-AAA4-1F47-9FAF-5207493BC20A}" presName="thickLine" presStyleLbl="alignNode1" presStyleIdx="4" presStyleCnt="6"/>
      <dgm:spPr/>
    </dgm:pt>
    <dgm:pt modelId="{BAD51163-64CF-114A-86C1-2242826896B9}" type="pres">
      <dgm:prSet presAssocID="{619CAA20-AAA4-1F47-9FAF-5207493BC20A}" presName="horz1" presStyleCnt="0"/>
      <dgm:spPr/>
    </dgm:pt>
    <dgm:pt modelId="{449BE1E6-A939-4D4D-B753-E36F408F3382}" type="pres">
      <dgm:prSet presAssocID="{619CAA20-AAA4-1F47-9FAF-5207493BC20A}" presName="tx1" presStyleLbl="revTx" presStyleIdx="8" presStyleCnt="12"/>
      <dgm:spPr/>
    </dgm:pt>
    <dgm:pt modelId="{7ECFC380-68DA-D549-96E7-E584906DCB4C}" type="pres">
      <dgm:prSet presAssocID="{619CAA20-AAA4-1F47-9FAF-5207493BC20A}" presName="vert1" presStyleCnt="0"/>
      <dgm:spPr/>
    </dgm:pt>
    <dgm:pt modelId="{CF38B151-77BD-8D49-9960-30FD2A74109C}" type="pres">
      <dgm:prSet presAssocID="{380FCE0B-6B2D-5744-A6DE-E9A3CAB0F907}" presName="vertSpace2a" presStyleCnt="0"/>
      <dgm:spPr/>
    </dgm:pt>
    <dgm:pt modelId="{4281D0E9-18C0-9341-85BB-2B73D55F773E}" type="pres">
      <dgm:prSet presAssocID="{380FCE0B-6B2D-5744-A6DE-E9A3CAB0F907}" presName="horz2" presStyleCnt="0"/>
      <dgm:spPr/>
    </dgm:pt>
    <dgm:pt modelId="{A56CB171-87EA-9E41-B2AD-AE239D61ECCE}" type="pres">
      <dgm:prSet presAssocID="{380FCE0B-6B2D-5744-A6DE-E9A3CAB0F907}" presName="horzSpace2" presStyleCnt="0"/>
      <dgm:spPr/>
    </dgm:pt>
    <dgm:pt modelId="{D0BF1A28-3890-E44E-BCEA-EBF7A0F1ADED}" type="pres">
      <dgm:prSet presAssocID="{380FCE0B-6B2D-5744-A6DE-E9A3CAB0F907}" presName="tx2" presStyleLbl="revTx" presStyleIdx="9" presStyleCnt="12"/>
      <dgm:spPr/>
    </dgm:pt>
    <dgm:pt modelId="{B40B898B-4174-0B47-9BE1-22B6DE2B331E}" type="pres">
      <dgm:prSet presAssocID="{380FCE0B-6B2D-5744-A6DE-E9A3CAB0F907}" presName="vert2" presStyleCnt="0"/>
      <dgm:spPr/>
    </dgm:pt>
    <dgm:pt modelId="{F9553983-4F50-9A47-9016-280EA73232D8}" type="pres">
      <dgm:prSet presAssocID="{380FCE0B-6B2D-5744-A6DE-E9A3CAB0F907}" presName="thinLine2b" presStyleLbl="callout" presStyleIdx="4" presStyleCnt="6"/>
      <dgm:spPr/>
    </dgm:pt>
    <dgm:pt modelId="{CF8A0D00-604E-974E-8DE0-B69A54784532}" type="pres">
      <dgm:prSet presAssocID="{380FCE0B-6B2D-5744-A6DE-E9A3CAB0F907}" presName="vertSpace2b" presStyleCnt="0"/>
      <dgm:spPr/>
    </dgm:pt>
    <dgm:pt modelId="{BA98D160-45A3-794E-A474-3D0D7F920CE9}" type="pres">
      <dgm:prSet presAssocID="{503FD8D6-A1EC-CA49-8AF6-4777772AA1FD}" presName="thickLine" presStyleLbl="alignNode1" presStyleIdx="5" presStyleCnt="6"/>
      <dgm:spPr/>
    </dgm:pt>
    <dgm:pt modelId="{4A713931-466D-5A43-A229-9F540D0D7223}" type="pres">
      <dgm:prSet presAssocID="{503FD8D6-A1EC-CA49-8AF6-4777772AA1FD}" presName="horz1" presStyleCnt="0"/>
      <dgm:spPr/>
    </dgm:pt>
    <dgm:pt modelId="{1D64C9CB-5539-AE4A-9DF3-DE7954619CA4}" type="pres">
      <dgm:prSet presAssocID="{503FD8D6-A1EC-CA49-8AF6-4777772AA1FD}" presName="tx1" presStyleLbl="revTx" presStyleIdx="10" presStyleCnt="12"/>
      <dgm:spPr/>
    </dgm:pt>
    <dgm:pt modelId="{A1517347-A343-3C4F-844F-78EDF08D9816}" type="pres">
      <dgm:prSet presAssocID="{503FD8D6-A1EC-CA49-8AF6-4777772AA1FD}" presName="vert1" presStyleCnt="0"/>
      <dgm:spPr/>
    </dgm:pt>
    <dgm:pt modelId="{6550E36E-ABE6-6D4C-8974-A97F97BAC84F}" type="pres">
      <dgm:prSet presAssocID="{3AC929CC-6F69-F248-A3F4-62C2792B3C5B}" presName="vertSpace2a" presStyleCnt="0"/>
      <dgm:spPr/>
    </dgm:pt>
    <dgm:pt modelId="{68215FCE-15F8-B04B-A02F-4E89D469C795}" type="pres">
      <dgm:prSet presAssocID="{3AC929CC-6F69-F248-A3F4-62C2792B3C5B}" presName="horz2" presStyleCnt="0"/>
      <dgm:spPr/>
    </dgm:pt>
    <dgm:pt modelId="{ED8A43ED-58D9-F645-998C-8D3D161A9E40}" type="pres">
      <dgm:prSet presAssocID="{3AC929CC-6F69-F248-A3F4-62C2792B3C5B}" presName="horzSpace2" presStyleCnt="0"/>
      <dgm:spPr/>
    </dgm:pt>
    <dgm:pt modelId="{07E2C8C5-947E-534F-B4E2-37E114235711}" type="pres">
      <dgm:prSet presAssocID="{3AC929CC-6F69-F248-A3F4-62C2792B3C5B}" presName="tx2" presStyleLbl="revTx" presStyleIdx="11" presStyleCnt="12"/>
      <dgm:spPr/>
    </dgm:pt>
    <dgm:pt modelId="{4759C127-FF85-2247-923F-8EB699533182}" type="pres">
      <dgm:prSet presAssocID="{3AC929CC-6F69-F248-A3F4-62C2792B3C5B}" presName="vert2" presStyleCnt="0"/>
      <dgm:spPr/>
    </dgm:pt>
    <dgm:pt modelId="{CE31F488-6E8C-7E40-989A-73D169BE4370}" type="pres">
      <dgm:prSet presAssocID="{3AC929CC-6F69-F248-A3F4-62C2792B3C5B}" presName="thinLine2b" presStyleLbl="callout" presStyleIdx="5" presStyleCnt="6"/>
      <dgm:spPr/>
    </dgm:pt>
    <dgm:pt modelId="{94822B33-39FE-674E-BF71-253CB6C36525}" type="pres">
      <dgm:prSet presAssocID="{3AC929CC-6F69-F248-A3F4-62C2792B3C5B}" presName="vertSpace2b" presStyleCnt="0"/>
      <dgm:spPr/>
    </dgm:pt>
  </dgm:ptLst>
  <dgm:cxnLst>
    <dgm:cxn modelId="{5376680B-886D-A442-9E0B-A86F2B657B14}" type="presOf" srcId="{2A33E715-F16E-544F-9059-BF8C823185A6}" destId="{64ADA91F-9EA6-BD41-AF02-1F5854875B3F}" srcOrd="0" destOrd="0" presId="urn:microsoft.com/office/officeart/2008/layout/LinedList"/>
    <dgm:cxn modelId="{C4708B0B-8C56-5440-AB54-1E70E445C5AA}" type="presOf" srcId="{7288DD1D-CC52-D641-9452-8B2C5F7014EF}" destId="{BF62B7D9-D5F0-694F-8BDD-7BAED27753DF}" srcOrd="0" destOrd="0" presId="urn:microsoft.com/office/officeart/2008/layout/LinedList"/>
    <dgm:cxn modelId="{76561F5D-B141-FB47-9787-573F4D31CBFE}" type="presOf" srcId="{503FD8D6-A1EC-CA49-8AF6-4777772AA1FD}" destId="{1D64C9CB-5539-AE4A-9DF3-DE7954619CA4}" srcOrd="0" destOrd="0" presId="urn:microsoft.com/office/officeart/2008/layout/LinedList"/>
    <dgm:cxn modelId="{4E1F1C5F-5047-3746-8B82-AA237981298F}" srcId="{7073E098-41DE-C142-A825-440FFFC987A9}" destId="{2A33E715-F16E-544F-9059-BF8C823185A6}" srcOrd="0" destOrd="0" parTransId="{7C3CA49D-2ABA-5F4A-BFA7-85B4A9FBF80A}" sibTransId="{B754A1F0-6A62-244C-8EFB-883CE2B9AF49}"/>
    <dgm:cxn modelId="{3EA10B60-8EC6-A444-8215-933CADF0B4D8}" srcId="{9B7972E4-5A73-9642-B337-D58D4CFD469C}" destId="{619CAA20-AAA4-1F47-9FAF-5207493BC20A}" srcOrd="4" destOrd="0" parTransId="{1C55A397-0C46-374A-AA4A-8ED29A756273}" sibTransId="{E9B0F139-3224-C448-A0A4-8318C8F0CE76}"/>
    <dgm:cxn modelId="{ED825260-9343-4B4F-A0A2-7CDBC4EAA515}" type="presOf" srcId="{9B7972E4-5A73-9642-B337-D58D4CFD469C}" destId="{28FE42FB-9F4F-F344-BE29-6646ED5BA6A7}" srcOrd="0" destOrd="0" presId="urn:microsoft.com/office/officeart/2008/layout/LinedList"/>
    <dgm:cxn modelId="{CD1D8860-BAFC-1644-BE37-19B41945A9E9}" srcId="{9B7972E4-5A73-9642-B337-D58D4CFD469C}" destId="{81FD1EF4-B3D7-2F44-AF85-47455E5255D1}" srcOrd="2" destOrd="0" parTransId="{DCF0755C-C1C3-EA4C-9B9D-B608DD200F03}" sibTransId="{D18B5E5B-4EDF-1048-8F26-1D353239FAA6}"/>
    <dgm:cxn modelId="{567F0264-13D3-4248-AEEB-BE0DCFCC0D6A}" srcId="{9B7972E4-5A73-9642-B337-D58D4CFD469C}" destId="{503FD8D6-A1EC-CA49-8AF6-4777772AA1FD}" srcOrd="5" destOrd="0" parTransId="{DD4E7E59-29C0-BF40-94D0-741B153E541C}" sibTransId="{71BD887A-F152-4A44-8ED0-7070C4B600F5}"/>
    <dgm:cxn modelId="{14E26965-4904-884A-8CBA-E833A94C424D}" type="presOf" srcId="{2E1E8F50-BEAB-044F-990D-5726B882F5D0}" destId="{34A0D87C-FFDA-754B-BAA0-2BE0685E8454}" srcOrd="0" destOrd="0" presId="urn:microsoft.com/office/officeart/2008/layout/LinedList"/>
    <dgm:cxn modelId="{164A5E48-AF7B-3647-A98C-1F51A9878312}" type="presOf" srcId="{380FCE0B-6B2D-5744-A6DE-E9A3CAB0F907}" destId="{D0BF1A28-3890-E44E-BCEA-EBF7A0F1ADED}" srcOrd="0" destOrd="0" presId="urn:microsoft.com/office/officeart/2008/layout/LinedList"/>
    <dgm:cxn modelId="{DBCD6848-0FA9-9241-BD1B-7A9A63024F0D}" type="presOf" srcId="{81FD1EF4-B3D7-2F44-AF85-47455E5255D1}" destId="{FA9BD610-7108-7947-96F1-65D5D84C6496}" srcOrd="0" destOrd="0" presId="urn:microsoft.com/office/officeart/2008/layout/LinedList"/>
    <dgm:cxn modelId="{A81D8A6C-3C91-9E40-AFD2-32BF1BE1CE4C}" type="presOf" srcId="{A89C1545-FDAE-7146-B395-F7886C6BAEB1}" destId="{9AC0729C-5642-0A4C-9C13-6AFEB4F21458}" srcOrd="0" destOrd="0" presId="urn:microsoft.com/office/officeart/2008/layout/LinedList"/>
    <dgm:cxn modelId="{2865987E-BF7E-ED43-A5C0-9876EADEB0D8}" type="presOf" srcId="{7073E098-41DE-C142-A825-440FFFC987A9}" destId="{85DFC939-B93A-0246-AFF3-3990C024023F}" srcOrd="0" destOrd="0" presId="urn:microsoft.com/office/officeart/2008/layout/LinedList"/>
    <dgm:cxn modelId="{2A8D2183-9B86-4846-8557-9D6A6454070A}" srcId="{A89C1545-FDAE-7146-B395-F7886C6BAEB1}" destId="{7288DD1D-CC52-D641-9452-8B2C5F7014EF}" srcOrd="0" destOrd="0" parTransId="{192AA094-F020-004A-AFE2-C1AB5273F2B7}" sibTransId="{9154F12E-24C0-964B-98CE-939D25DCB304}"/>
    <dgm:cxn modelId="{DD3D9885-D00A-0948-9719-0E623AB01061}" srcId="{9B7972E4-5A73-9642-B337-D58D4CFD469C}" destId="{C0EA35A5-BC68-BE46-A115-515D7036A061}" srcOrd="3" destOrd="0" parTransId="{FB36F249-D86C-6444-8E38-E8C0CEE00270}" sibTransId="{DA6E5F7B-52FE-8448-8554-702755B36B6F}"/>
    <dgm:cxn modelId="{EEE46A91-1357-4C4F-9604-0485933AB6B5}" srcId="{619CAA20-AAA4-1F47-9FAF-5207493BC20A}" destId="{380FCE0B-6B2D-5744-A6DE-E9A3CAB0F907}" srcOrd="0" destOrd="0" parTransId="{7B5F9C6B-012F-B741-A32A-B0AFB708975C}" sibTransId="{AC400035-6ADA-1C46-8875-0D874FD4AF55}"/>
    <dgm:cxn modelId="{AAD77B91-E6E1-E84F-878D-790358C869C8}" type="presOf" srcId="{619CAA20-AAA4-1F47-9FAF-5207493BC20A}" destId="{449BE1E6-A939-4D4D-B753-E36F408F3382}" srcOrd="0" destOrd="0" presId="urn:microsoft.com/office/officeart/2008/layout/LinedList"/>
    <dgm:cxn modelId="{F6BFCBB1-C5E1-5144-9EC5-1F3EE67FF172}" type="presOf" srcId="{C0EA35A5-BC68-BE46-A115-515D7036A061}" destId="{E0730ABA-9486-904C-B563-3E1E556F2091}" srcOrd="0" destOrd="0" presId="urn:microsoft.com/office/officeart/2008/layout/LinedList"/>
    <dgm:cxn modelId="{946A04B6-A93B-364C-B36F-0043E308081F}" srcId="{503FD8D6-A1EC-CA49-8AF6-4777772AA1FD}" destId="{3AC929CC-6F69-F248-A3F4-62C2792B3C5B}" srcOrd="0" destOrd="0" parTransId="{BBD32B7B-EEF4-CD44-81BD-08D8966BCC47}" sibTransId="{3CF23A5D-8199-7C42-B7A3-AD8ADE05EDEE}"/>
    <dgm:cxn modelId="{E3F63BBC-315E-A64C-85FC-A6BDFA234C57}" srcId="{9B7972E4-5A73-9642-B337-D58D4CFD469C}" destId="{7073E098-41DE-C142-A825-440FFFC987A9}" srcOrd="1" destOrd="0" parTransId="{F63E0248-465D-E347-845C-CEF27306C1A9}" sibTransId="{73EAD733-74A0-434C-A0C1-9FABEDCE6F85}"/>
    <dgm:cxn modelId="{170341C9-752F-6741-9686-BA25C4284E31}" srcId="{9B7972E4-5A73-9642-B337-D58D4CFD469C}" destId="{A89C1545-FDAE-7146-B395-F7886C6BAEB1}" srcOrd="0" destOrd="0" parTransId="{6CDAB586-A92E-9747-87C8-3013325D3BF3}" sibTransId="{676D1C77-5C7D-1B4C-B0F9-A2E62D5563F2}"/>
    <dgm:cxn modelId="{D986C0CF-28C3-1040-92AB-70465B1CFD37}" srcId="{C0EA35A5-BC68-BE46-A115-515D7036A061}" destId="{A74D6839-E08D-4E49-B41B-5C575AE7B262}" srcOrd="0" destOrd="0" parTransId="{915BCCE2-A9AD-2646-B848-378CC2E6421A}" sibTransId="{A2D50892-F188-B74C-A818-49857B540F6A}"/>
    <dgm:cxn modelId="{7847D7E1-DC99-BB4F-A1ED-739788BAB061}" type="presOf" srcId="{3AC929CC-6F69-F248-A3F4-62C2792B3C5B}" destId="{07E2C8C5-947E-534F-B4E2-37E114235711}" srcOrd="0" destOrd="0" presId="urn:microsoft.com/office/officeart/2008/layout/LinedList"/>
    <dgm:cxn modelId="{4934D3E7-BC48-DF4F-9469-53159853E21E}" srcId="{81FD1EF4-B3D7-2F44-AF85-47455E5255D1}" destId="{2E1E8F50-BEAB-044F-990D-5726B882F5D0}" srcOrd="0" destOrd="0" parTransId="{2D00FE2E-54FD-8346-9DEF-7EA92DABD097}" sibTransId="{360721A7-5711-2341-A0E4-416001D42C2D}"/>
    <dgm:cxn modelId="{94CB33EB-4090-4947-BC76-9F684F779948}" type="presOf" srcId="{A74D6839-E08D-4E49-B41B-5C575AE7B262}" destId="{CDC35FF1-2234-B644-9C8A-D5A3E89F1367}" srcOrd="0" destOrd="0" presId="urn:microsoft.com/office/officeart/2008/layout/LinedList"/>
    <dgm:cxn modelId="{46E1E9DB-48E1-7048-94B2-A6FFFC5C8EF0}" type="presParOf" srcId="{28FE42FB-9F4F-F344-BE29-6646ED5BA6A7}" destId="{C456576B-60CF-BB47-ACB2-0B25441F19F6}" srcOrd="0" destOrd="0" presId="urn:microsoft.com/office/officeart/2008/layout/LinedList"/>
    <dgm:cxn modelId="{74544794-72C2-AD4E-BF5C-BE23E281069E}" type="presParOf" srcId="{28FE42FB-9F4F-F344-BE29-6646ED5BA6A7}" destId="{A14B00BB-DE9A-B647-B157-F377D5F0143D}" srcOrd="1" destOrd="0" presId="urn:microsoft.com/office/officeart/2008/layout/LinedList"/>
    <dgm:cxn modelId="{D78FDA8B-6060-8E46-A4D9-5B80492C1418}" type="presParOf" srcId="{A14B00BB-DE9A-B647-B157-F377D5F0143D}" destId="{9AC0729C-5642-0A4C-9C13-6AFEB4F21458}" srcOrd="0" destOrd="0" presId="urn:microsoft.com/office/officeart/2008/layout/LinedList"/>
    <dgm:cxn modelId="{14C778C7-0A64-C146-A4F2-5107F9F08F83}" type="presParOf" srcId="{A14B00BB-DE9A-B647-B157-F377D5F0143D}" destId="{025701A0-CCE1-8C42-8E7D-06E80767CD5A}" srcOrd="1" destOrd="0" presId="urn:microsoft.com/office/officeart/2008/layout/LinedList"/>
    <dgm:cxn modelId="{451A821B-D603-374D-9A9F-E12DEFE88A46}" type="presParOf" srcId="{025701A0-CCE1-8C42-8E7D-06E80767CD5A}" destId="{D6ED19FC-31C3-0547-B339-73A2D82FB544}" srcOrd="0" destOrd="0" presId="urn:microsoft.com/office/officeart/2008/layout/LinedList"/>
    <dgm:cxn modelId="{E4A7F435-8ACC-AC44-ACEF-78EBFD09EECE}" type="presParOf" srcId="{025701A0-CCE1-8C42-8E7D-06E80767CD5A}" destId="{07E35A00-A22E-5442-8A44-A1D9644F98EE}" srcOrd="1" destOrd="0" presId="urn:microsoft.com/office/officeart/2008/layout/LinedList"/>
    <dgm:cxn modelId="{1918618C-9DCF-724A-A9E7-65EB47096909}" type="presParOf" srcId="{07E35A00-A22E-5442-8A44-A1D9644F98EE}" destId="{38F5E92F-8D2D-3E49-B85A-D3657E13F017}" srcOrd="0" destOrd="0" presId="urn:microsoft.com/office/officeart/2008/layout/LinedList"/>
    <dgm:cxn modelId="{4323D8E0-3108-6244-887B-9EB22071F848}" type="presParOf" srcId="{07E35A00-A22E-5442-8A44-A1D9644F98EE}" destId="{BF62B7D9-D5F0-694F-8BDD-7BAED27753DF}" srcOrd="1" destOrd="0" presId="urn:microsoft.com/office/officeart/2008/layout/LinedList"/>
    <dgm:cxn modelId="{70850EE8-88CE-564B-B8AC-9D9CA71BEF9E}" type="presParOf" srcId="{07E35A00-A22E-5442-8A44-A1D9644F98EE}" destId="{A28EC801-191E-2B4A-B82F-4DF5346C942C}" srcOrd="2" destOrd="0" presId="urn:microsoft.com/office/officeart/2008/layout/LinedList"/>
    <dgm:cxn modelId="{3E9C0BD2-4FB3-CA45-9AF8-B0E23A081BD3}" type="presParOf" srcId="{025701A0-CCE1-8C42-8E7D-06E80767CD5A}" destId="{4CF89ED7-CEC3-6F4B-AC05-19336AE1AA30}" srcOrd="2" destOrd="0" presId="urn:microsoft.com/office/officeart/2008/layout/LinedList"/>
    <dgm:cxn modelId="{90C70A35-3A81-5F4F-820E-6C28500E48C6}" type="presParOf" srcId="{025701A0-CCE1-8C42-8E7D-06E80767CD5A}" destId="{53560BEF-BD8D-BB45-893E-66215E0F716D}" srcOrd="3" destOrd="0" presId="urn:microsoft.com/office/officeart/2008/layout/LinedList"/>
    <dgm:cxn modelId="{1C580008-4198-CB4C-9A8B-14B3576F90EB}" type="presParOf" srcId="{28FE42FB-9F4F-F344-BE29-6646ED5BA6A7}" destId="{6394E1C0-2292-914B-A622-AF6CC66E6FD6}" srcOrd="2" destOrd="0" presId="urn:microsoft.com/office/officeart/2008/layout/LinedList"/>
    <dgm:cxn modelId="{A75C5BDB-F856-8143-B4F8-1F1474317725}" type="presParOf" srcId="{28FE42FB-9F4F-F344-BE29-6646ED5BA6A7}" destId="{35E8F767-40FD-D04E-A95D-3B7CA05CAEF4}" srcOrd="3" destOrd="0" presId="urn:microsoft.com/office/officeart/2008/layout/LinedList"/>
    <dgm:cxn modelId="{54420B52-AEE1-0E43-950E-5AF7EFA15F0E}" type="presParOf" srcId="{35E8F767-40FD-D04E-A95D-3B7CA05CAEF4}" destId="{85DFC939-B93A-0246-AFF3-3990C024023F}" srcOrd="0" destOrd="0" presId="urn:microsoft.com/office/officeart/2008/layout/LinedList"/>
    <dgm:cxn modelId="{690AACC2-E665-FC41-95A6-5259667D0B5B}" type="presParOf" srcId="{35E8F767-40FD-D04E-A95D-3B7CA05CAEF4}" destId="{771FB5D5-9B60-9140-BB8E-52D0A5CDA77F}" srcOrd="1" destOrd="0" presId="urn:microsoft.com/office/officeart/2008/layout/LinedList"/>
    <dgm:cxn modelId="{36A42747-A68E-054D-8C4D-840722D4406C}" type="presParOf" srcId="{771FB5D5-9B60-9140-BB8E-52D0A5CDA77F}" destId="{5B2C3516-199D-C247-B1ED-D63D98306D52}" srcOrd="0" destOrd="0" presId="urn:microsoft.com/office/officeart/2008/layout/LinedList"/>
    <dgm:cxn modelId="{A2AD36B0-8CD7-4E42-8B67-3540E5B547B4}" type="presParOf" srcId="{771FB5D5-9B60-9140-BB8E-52D0A5CDA77F}" destId="{DCC86AC4-D9A0-9941-B83B-144B1B03C2DF}" srcOrd="1" destOrd="0" presId="urn:microsoft.com/office/officeart/2008/layout/LinedList"/>
    <dgm:cxn modelId="{C3741307-E6E5-6349-858B-74A4EB7E1882}" type="presParOf" srcId="{DCC86AC4-D9A0-9941-B83B-144B1B03C2DF}" destId="{6506689C-EA8A-5D44-9FF5-7C354476EC2F}" srcOrd="0" destOrd="0" presId="urn:microsoft.com/office/officeart/2008/layout/LinedList"/>
    <dgm:cxn modelId="{75317FC4-0946-8C42-8CE7-47EBCBF7D61B}" type="presParOf" srcId="{DCC86AC4-D9A0-9941-B83B-144B1B03C2DF}" destId="{64ADA91F-9EA6-BD41-AF02-1F5854875B3F}" srcOrd="1" destOrd="0" presId="urn:microsoft.com/office/officeart/2008/layout/LinedList"/>
    <dgm:cxn modelId="{829F8D55-19C8-C84D-9F12-0C8C96535636}" type="presParOf" srcId="{DCC86AC4-D9A0-9941-B83B-144B1B03C2DF}" destId="{D5205943-E7CE-C44C-8EFA-D1280A7DE868}" srcOrd="2" destOrd="0" presId="urn:microsoft.com/office/officeart/2008/layout/LinedList"/>
    <dgm:cxn modelId="{05930D6D-B0E0-B144-9874-948A927FB5DC}" type="presParOf" srcId="{771FB5D5-9B60-9140-BB8E-52D0A5CDA77F}" destId="{46EFEE1A-54D5-204C-BCD4-637FF45B2DF9}" srcOrd="2" destOrd="0" presId="urn:microsoft.com/office/officeart/2008/layout/LinedList"/>
    <dgm:cxn modelId="{69771631-C8BE-0448-B896-5BF73C633FDE}" type="presParOf" srcId="{771FB5D5-9B60-9140-BB8E-52D0A5CDA77F}" destId="{1A81F404-12B8-494C-804B-45CA059F0224}" srcOrd="3" destOrd="0" presId="urn:microsoft.com/office/officeart/2008/layout/LinedList"/>
    <dgm:cxn modelId="{45FDE770-4E48-D647-8F33-17B70859F725}" type="presParOf" srcId="{28FE42FB-9F4F-F344-BE29-6646ED5BA6A7}" destId="{A813B2A5-E891-B24E-9965-9830623F17C3}" srcOrd="4" destOrd="0" presId="urn:microsoft.com/office/officeart/2008/layout/LinedList"/>
    <dgm:cxn modelId="{6B0701A0-AE7E-7645-B4AE-16726C508B11}" type="presParOf" srcId="{28FE42FB-9F4F-F344-BE29-6646ED5BA6A7}" destId="{FF2ED4FA-73E5-2A4F-9AA1-CF4B54B480D3}" srcOrd="5" destOrd="0" presId="urn:microsoft.com/office/officeart/2008/layout/LinedList"/>
    <dgm:cxn modelId="{C756A72A-CE40-1D42-9CEA-10669A544FD8}" type="presParOf" srcId="{FF2ED4FA-73E5-2A4F-9AA1-CF4B54B480D3}" destId="{FA9BD610-7108-7947-96F1-65D5D84C6496}" srcOrd="0" destOrd="0" presId="urn:microsoft.com/office/officeart/2008/layout/LinedList"/>
    <dgm:cxn modelId="{464D18A9-D676-1E46-8201-66E8AABBAE7E}" type="presParOf" srcId="{FF2ED4FA-73E5-2A4F-9AA1-CF4B54B480D3}" destId="{E921629F-9E73-4242-A13F-044AACE56208}" srcOrd="1" destOrd="0" presId="urn:microsoft.com/office/officeart/2008/layout/LinedList"/>
    <dgm:cxn modelId="{856992AF-6936-244D-B842-4DD6685C7DAC}" type="presParOf" srcId="{E921629F-9E73-4242-A13F-044AACE56208}" destId="{F8975DFA-B464-F24D-9199-DC266E50E202}" srcOrd="0" destOrd="0" presId="urn:microsoft.com/office/officeart/2008/layout/LinedList"/>
    <dgm:cxn modelId="{3DAEF164-E85B-224D-BD81-D47F5BD9F464}" type="presParOf" srcId="{E921629F-9E73-4242-A13F-044AACE56208}" destId="{ECCF682F-8DDE-1546-819C-8ADE4B64245F}" srcOrd="1" destOrd="0" presId="urn:microsoft.com/office/officeart/2008/layout/LinedList"/>
    <dgm:cxn modelId="{FF3E1749-96BA-F24D-A140-D3770EFC9B64}" type="presParOf" srcId="{ECCF682F-8DDE-1546-819C-8ADE4B64245F}" destId="{2FF865FC-7E51-3949-A2BC-912864B5FB0A}" srcOrd="0" destOrd="0" presId="urn:microsoft.com/office/officeart/2008/layout/LinedList"/>
    <dgm:cxn modelId="{252123F9-80B3-3745-9EDB-D8AA5D6F97C3}" type="presParOf" srcId="{ECCF682F-8DDE-1546-819C-8ADE4B64245F}" destId="{34A0D87C-FFDA-754B-BAA0-2BE0685E8454}" srcOrd="1" destOrd="0" presId="urn:microsoft.com/office/officeart/2008/layout/LinedList"/>
    <dgm:cxn modelId="{746154B7-E596-2940-91B3-DF2E374A00EE}" type="presParOf" srcId="{ECCF682F-8DDE-1546-819C-8ADE4B64245F}" destId="{5F713236-C0A0-0C46-B6BD-C2BCAF827525}" srcOrd="2" destOrd="0" presId="urn:microsoft.com/office/officeart/2008/layout/LinedList"/>
    <dgm:cxn modelId="{E9F7747D-AC29-B74E-BE29-0207C8867DA8}" type="presParOf" srcId="{E921629F-9E73-4242-A13F-044AACE56208}" destId="{F6EF08D7-6134-3441-AD61-313C2A310C8E}" srcOrd="2" destOrd="0" presId="urn:microsoft.com/office/officeart/2008/layout/LinedList"/>
    <dgm:cxn modelId="{BC2BBAF5-8AE3-124A-8326-E7E1F5F965D6}" type="presParOf" srcId="{E921629F-9E73-4242-A13F-044AACE56208}" destId="{1E9DCA8C-A69A-D941-B7F0-1F51FE013684}" srcOrd="3" destOrd="0" presId="urn:microsoft.com/office/officeart/2008/layout/LinedList"/>
    <dgm:cxn modelId="{0996A75C-146B-944E-8DAF-5E916BC121F0}" type="presParOf" srcId="{28FE42FB-9F4F-F344-BE29-6646ED5BA6A7}" destId="{7C1FA7A1-FA71-6448-BD45-904BCD6A9CBB}" srcOrd="6" destOrd="0" presId="urn:microsoft.com/office/officeart/2008/layout/LinedList"/>
    <dgm:cxn modelId="{A070023C-CE2A-F449-8732-23A9C36FAC84}" type="presParOf" srcId="{28FE42FB-9F4F-F344-BE29-6646ED5BA6A7}" destId="{578B14AA-E15A-934C-ADD6-09FD4548B167}" srcOrd="7" destOrd="0" presId="urn:microsoft.com/office/officeart/2008/layout/LinedList"/>
    <dgm:cxn modelId="{6FD77FD0-EBEC-5949-84E6-713913721052}" type="presParOf" srcId="{578B14AA-E15A-934C-ADD6-09FD4548B167}" destId="{E0730ABA-9486-904C-B563-3E1E556F2091}" srcOrd="0" destOrd="0" presId="urn:microsoft.com/office/officeart/2008/layout/LinedList"/>
    <dgm:cxn modelId="{BD2C324D-4D27-F64D-B6B4-74B08E337ABC}" type="presParOf" srcId="{578B14AA-E15A-934C-ADD6-09FD4548B167}" destId="{D096F512-DAFE-7D40-980E-0DE78BE5A537}" srcOrd="1" destOrd="0" presId="urn:microsoft.com/office/officeart/2008/layout/LinedList"/>
    <dgm:cxn modelId="{59780DF4-10FE-4443-A8B6-2E6E04F9EAB9}" type="presParOf" srcId="{D096F512-DAFE-7D40-980E-0DE78BE5A537}" destId="{3361BECA-4CC8-E946-91FC-D05ABD530330}" srcOrd="0" destOrd="0" presId="urn:microsoft.com/office/officeart/2008/layout/LinedList"/>
    <dgm:cxn modelId="{D2ECFAB6-61D9-6941-9408-7411BEF27E30}" type="presParOf" srcId="{D096F512-DAFE-7D40-980E-0DE78BE5A537}" destId="{41399532-F622-BE43-B2F0-EA91A6A5C03F}" srcOrd="1" destOrd="0" presId="urn:microsoft.com/office/officeart/2008/layout/LinedList"/>
    <dgm:cxn modelId="{2EBD543C-3AAD-454A-86AD-E312058461D8}" type="presParOf" srcId="{41399532-F622-BE43-B2F0-EA91A6A5C03F}" destId="{0376705C-6C90-F249-8F4F-DE09739F9F80}" srcOrd="0" destOrd="0" presId="urn:microsoft.com/office/officeart/2008/layout/LinedList"/>
    <dgm:cxn modelId="{BE166101-BD6F-CE47-ACA6-9F7845FCFA34}" type="presParOf" srcId="{41399532-F622-BE43-B2F0-EA91A6A5C03F}" destId="{CDC35FF1-2234-B644-9C8A-D5A3E89F1367}" srcOrd="1" destOrd="0" presId="urn:microsoft.com/office/officeart/2008/layout/LinedList"/>
    <dgm:cxn modelId="{9F04C5A1-8172-5D40-9702-FA1C4FD5AFF0}" type="presParOf" srcId="{41399532-F622-BE43-B2F0-EA91A6A5C03F}" destId="{E9AB13B5-1ED2-0A4A-88ED-0E5E0411C383}" srcOrd="2" destOrd="0" presId="urn:microsoft.com/office/officeart/2008/layout/LinedList"/>
    <dgm:cxn modelId="{223388BA-7119-6048-82FA-16F934B21B83}" type="presParOf" srcId="{D096F512-DAFE-7D40-980E-0DE78BE5A537}" destId="{4AB49895-AABF-0F4B-B46B-9E20D8764EF6}" srcOrd="2" destOrd="0" presId="urn:microsoft.com/office/officeart/2008/layout/LinedList"/>
    <dgm:cxn modelId="{55062645-4FDB-BB43-8F9C-431CE3F8E8FE}" type="presParOf" srcId="{D096F512-DAFE-7D40-980E-0DE78BE5A537}" destId="{7D6780D3-79F2-A446-BB02-06CBC3D642F2}" srcOrd="3" destOrd="0" presId="urn:microsoft.com/office/officeart/2008/layout/LinedList"/>
    <dgm:cxn modelId="{F85EF0B1-4E53-5F46-9C69-4F2774F23D05}" type="presParOf" srcId="{28FE42FB-9F4F-F344-BE29-6646ED5BA6A7}" destId="{F55446FB-273F-4E4F-9DE8-1C279153A5A7}" srcOrd="8" destOrd="0" presId="urn:microsoft.com/office/officeart/2008/layout/LinedList"/>
    <dgm:cxn modelId="{BC045990-C761-5248-B1EA-C275CC2F7979}" type="presParOf" srcId="{28FE42FB-9F4F-F344-BE29-6646ED5BA6A7}" destId="{BAD51163-64CF-114A-86C1-2242826896B9}" srcOrd="9" destOrd="0" presId="urn:microsoft.com/office/officeart/2008/layout/LinedList"/>
    <dgm:cxn modelId="{6AB17709-7E56-EC48-8CD1-69DD82A27070}" type="presParOf" srcId="{BAD51163-64CF-114A-86C1-2242826896B9}" destId="{449BE1E6-A939-4D4D-B753-E36F408F3382}" srcOrd="0" destOrd="0" presId="urn:microsoft.com/office/officeart/2008/layout/LinedList"/>
    <dgm:cxn modelId="{9ADA92C6-8EB7-8B4C-B817-25B654436285}" type="presParOf" srcId="{BAD51163-64CF-114A-86C1-2242826896B9}" destId="{7ECFC380-68DA-D549-96E7-E584906DCB4C}" srcOrd="1" destOrd="0" presId="urn:microsoft.com/office/officeart/2008/layout/LinedList"/>
    <dgm:cxn modelId="{4C232426-B3AB-2242-836A-BEBE1DF19647}" type="presParOf" srcId="{7ECFC380-68DA-D549-96E7-E584906DCB4C}" destId="{CF38B151-77BD-8D49-9960-30FD2A74109C}" srcOrd="0" destOrd="0" presId="urn:microsoft.com/office/officeart/2008/layout/LinedList"/>
    <dgm:cxn modelId="{8DF8E3A1-B8C0-F443-873E-628D559AAB15}" type="presParOf" srcId="{7ECFC380-68DA-D549-96E7-E584906DCB4C}" destId="{4281D0E9-18C0-9341-85BB-2B73D55F773E}" srcOrd="1" destOrd="0" presId="urn:microsoft.com/office/officeart/2008/layout/LinedList"/>
    <dgm:cxn modelId="{13D3D4A1-87FB-C04E-98ED-8BCA010B5C6C}" type="presParOf" srcId="{4281D0E9-18C0-9341-85BB-2B73D55F773E}" destId="{A56CB171-87EA-9E41-B2AD-AE239D61ECCE}" srcOrd="0" destOrd="0" presId="urn:microsoft.com/office/officeart/2008/layout/LinedList"/>
    <dgm:cxn modelId="{570BAF24-5B4E-0D4B-9FE2-3402BDBFEAED}" type="presParOf" srcId="{4281D0E9-18C0-9341-85BB-2B73D55F773E}" destId="{D0BF1A28-3890-E44E-BCEA-EBF7A0F1ADED}" srcOrd="1" destOrd="0" presId="urn:microsoft.com/office/officeart/2008/layout/LinedList"/>
    <dgm:cxn modelId="{82F25BC0-EB19-674F-8ED9-FE39CFCCA68F}" type="presParOf" srcId="{4281D0E9-18C0-9341-85BB-2B73D55F773E}" destId="{B40B898B-4174-0B47-9BE1-22B6DE2B331E}" srcOrd="2" destOrd="0" presId="urn:microsoft.com/office/officeart/2008/layout/LinedList"/>
    <dgm:cxn modelId="{CB36E82A-D27D-3540-BB7A-5462D059F912}" type="presParOf" srcId="{7ECFC380-68DA-D549-96E7-E584906DCB4C}" destId="{F9553983-4F50-9A47-9016-280EA73232D8}" srcOrd="2" destOrd="0" presId="urn:microsoft.com/office/officeart/2008/layout/LinedList"/>
    <dgm:cxn modelId="{69ABC168-3A9A-DB4A-A09E-5BBEAB4370C0}" type="presParOf" srcId="{7ECFC380-68DA-D549-96E7-E584906DCB4C}" destId="{CF8A0D00-604E-974E-8DE0-B69A54784532}" srcOrd="3" destOrd="0" presId="urn:microsoft.com/office/officeart/2008/layout/LinedList"/>
    <dgm:cxn modelId="{E2F8F74E-E559-AB41-93AC-13211E90F55E}" type="presParOf" srcId="{28FE42FB-9F4F-F344-BE29-6646ED5BA6A7}" destId="{BA98D160-45A3-794E-A474-3D0D7F920CE9}" srcOrd="10" destOrd="0" presId="urn:microsoft.com/office/officeart/2008/layout/LinedList"/>
    <dgm:cxn modelId="{5BAACD88-3842-6042-BA4B-527A67D35557}" type="presParOf" srcId="{28FE42FB-9F4F-F344-BE29-6646ED5BA6A7}" destId="{4A713931-466D-5A43-A229-9F540D0D7223}" srcOrd="11" destOrd="0" presId="urn:microsoft.com/office/officeart/2008/layout/LinedList"/>
    <dgm:cxn modelId="{BA251F10-E07B-D244-9214-0CF7DDA3A7B2}" type="presParOf" srcId="{4A713931-466D-5A43-A229-9F540D0D7223}" destId="{1D64C9CB-5539-AE4A-9DF3-DE7954619CA4}" srcOrd="0" destOrd="0" presId="urn:microsoft.com/office/officeart/2008/layout/LinedList"/>
    <dgm:cxn modelId="{BE7F3149-EB25-B247-9541-9D8F3E60CFE5}" type="presParOf" srcId="{4A713931-466D-5A43-A229-9F540D0D7223}" destId="{A1517347-A343-3C4F-844F-78EDF08D9816}" srcOrd="1" destOrd="0" presId="urn:microsoft.com/office/officeart/2008/layout/LinedList"/>
    <dgm:cxn modelId="{DA3A6028-7E0A-A54C-8D28-8DBC11FE81AD}" type="presParOf" srcId="{A1517347-A343-3C4F-844F-78EDF08D9816}" destId="{6550E36E-ABE6-6D4C-8974-A97F97BAC84F}" srcOrd="0" destOrd="0" presId="urn:microsoft.com/office/officeart/2008/layout/LinedList"/>
    <dgm:cxn modelId="{D9EC23B5-40DF-684B-A535-A26789C959A6}" type="presParOf" srcId="{A1517347-A343-3C4F-844F-78EDF08D9816}" destId="{68215FCE-15F8-B04B-A02F-4E89D469C795}" srcOrd="1" destOrd="0" presId="urn:microsoft.com/office/officeart/2008/layout/LinedList"/>
    <dgm:cxn modelId="{3B54187A-56CB-4E44-8F2F-73DB00127BF5}" type="presParOf" srcId="{68215FCE-15F8-B04B-A02F-4E89D469C795}" destId="{ED8A43ED-58D9-F645-998C-8D3D161A9E40}" srcOrd="0" destOrd="0" presId="urn:microsoft.com/office/officeart/2008/layout/LinedList"/>
    <dgm:cxn modelId="{6E14B3F5-74D5-C947-8A1C-B03B70984888}" type="presParOf" srcId="{68215FCE-15F8-B04B-A02F-4E89D469C795}" destId="{07E2C8C5-947E-534F-B4E2-37E114235711}" srcOrd="1" destOrd="0" presId="urn:microsoft.com/office/officeart/2008/layout/LinedList"/>
    <dgm:cxn modelId="{7CAAD4FF-F463-F94D-B867-FB51A04D9D40}" type="presParOf" srcId="{68215FCE-15F8-B04B-A02F-4E89D469C795}" destId="{4759C127-FF85-2247-923F-8EB699533182}" srcOrd="2" destOrd="0" presId="urn:microsoft.com/office/officeart/2008/layout/LinedList"/>
    <dgm:cxn modelId="{99147D54-B516-CF47-BD0C-F12241DFADAB}" type="presParOf" srcId="{A1517347-A343-3C4F-844F-78EDF08D9816}" destId="{CE31F488-6E8C-7E40-989A-73D169BE4370}" srcOrd="2" destOrd="0" presId="urn:microsoft.com/office/officeart/2008/layout/LinedList"/>
    <dgm:cxn modelId="{E5E0E780-BA83-6C40-AA3E-9909F65ED816}" type="presParOf" srcId="{A1517347-A343-3C4F-844F-78EDF08D9816}" destId="{94822B33-39FE-674E-BF71-253CB6C36525}"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06C53B2-3C1D-4657-8010-705DDBCA0B6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F71C10C-5229-4F26-AE5D-63A01B367B30}">
      <dgm:prSet custT="1"/>
      <dgm:spPr/>
      <dgm:t>
        <a:bodyPr/>
        <a:lstStyle/>
        <a:p>
          <a:pPr>
            <a:lnSpc>
              <a:spcPct val="100000"/>
            </a:lnSpc>
          </a:pPr>
          <a:r>
            <a:rPr lang="en-US" sz="2400" b="0" i="0" dirty="0">
              <a:solidFill>
                <a:schemeClr val="bg2"/>
              </a:solidFill>
            </a:rPr>
            <a:t>According to Gartner’s research, an organization’s average cost is $9.7 million per year due to poor data quality.</a:t>
          </a:r>
        </a:p>
      </dgm:t>
    </dgm:pt>
    <dgm:pt modelId="{3D079D7B-E54D-4CC3-9DC3-C151442A2E58}" type="parTrans" cxnId="{939802E0-0591-469C-802C-2FABEDACD6A4}">
      <dgm:prSet/>
      <dgm:spPr/>
      <dgm:t>
        <a:bodyPr/>
        <a:lstStyle/>
        <a:p>
          <a:endParaRPr lang="en-US" sz="2400">
            <a:solidFill>
              <a:schemeClr val="bg2"/>
            </a:solidFill>
          </a:endParaRPr>
        </a:p>
      </dgm:t>
    </dgm:pt>
    <dgm:pt modelId="{85777CA0-2F91-463F-98A9-2B73F0317108}" type="sibTrans" cxnId="{939802E0-0591-469C-802C-2FABEDACD6A4}">
      <dgm:prSet/>
      <dgm:spPr/>
      <dgm:t>
        <a:bodyPr/>
        <a:lstStyle/>
        <a:p>
          <a:endParaRPr lang="en-US" sz="2400">
            <a:solidFill>
              <a:schemeClr val="bg2"/>
            </a:solidFill>
          </a:endParaRPr>
        </a:p>
      </dgm:t>
    </dgm:pt>
    <dgm:pt modelId="{E8B155A1-D8E7-4C4A-9843-3B8BB0190534}">
      <dgm:prSet custT="1"/>
      <dgm:spPr/>
      <dgm:t>
        <a:bodyPr/>
        <a:lstStyle/>
        <a:p>
          <a:pPr>
            <a:lnSpc>
              <a:spcPct val="100000"/>
            </a:lnSpc>
          </a:pPr>
          <a:r>
            <a:rPr lang="en-US" sz="2400" b="0" i="0" dirty="0">
              <a:solidFill>
                <a:schemeClr val="tx1"/>
              </a:solidFill>
            </a:rPr>
            <a:t>According to IBM, businesses lose $3.1 trillion in the US only due to poor data quality</a:t>
          </a:r>
        </a:p>
      </dgm:t>
    </dgm:pt>
    <dgm:pt modelId="{5A62B1F2-B961-4F39-87BD-FD9E816ACCB2}" type="parTrans" cxnId="{C4B28C7A-F10F-45EE-BF4F-EED93F6A7702}">
      <dgm:prSet/>
      <dgm:spPr/>
      <dgm:t>
        <a:bodyPr/>
        <a:lstStyle/>
        <a:p>
          <a:endParaRPr lang="en-US" sz="2400">
            <a:solidFill>
              <a:schemeClr val="bg2"/>
            </a:solidFill>
          </a:endParaRPr>
        </a:p>
      </dgm:t>
    </dgm:pt>
    <dgm:pt modelId="{8CA4EAA1-020D-45D9-AF7C-252CE91A41EF}" type="sibTrans" cxnId="{C4B28C7A-F10F-45EE-BF4F-EED93F6A7702}">
      <dgm:prSet/>
      <dgm:spPr/>
      <dgm:t>
        <a:bodyPr/>
        <a:lstStyle/>
        <a:p>
          <a:endParaRPr lang="en-US" sz="2400">
            <a:solidFill>
              <a:schemeClr val="bg2"/>
            </a:solidFill>
          </a:endParaRPr>
        </a:p>
      </dgm:t>
    </dgm:pt>
    <dgm:pt modelId="{828FDA1D-99C9-47FE-A175-5F2046713DCE}">
      <dgm:prSet phldr="0" custT="1"/>
      <dgm:spPr/>
      <dgm:t>
        <a:bodyPr/>
        <a:lstStyle/>
        <a:p>
          <a:pPr>
            <a:lnSpc>
              <a:spcPct val="100000"/>
            </a:lnSpc>
          </a:pPr>
          <a:r>
            <a:rPr lang="en-US" sz="2400" dirty="0">
              <a:solidFill>
                <a:schemeClr val="tx1"/>
              </a:solidFill>
            </a:rPr>
            <a:t>80% of companies believe they lose revenue due to poor data quality challenges, identified by Cio.com.</a:t>
          </a:r>
        </a:p>
      </dgm:t>
    </dgm:pt>
    <dgm:pt modelId="{59091568-4B62-45CA-80CB-7FD82780312D}" type="parTrans" cxnId="{7E0D5873-CEED-4A7B-8DA6-BBD5879F53D9}">
      <dgm:prSet/>
      <dgm:spPr/>
      <dgm:t>
        <a:bodyPr/>
        <a:lstStyle/>
        <a:p>
          <a:endParaRPr lang="en-US" sz="2400">
            <a:solidFill>
              <a:schemeClr val="bg2"/>
            </a:solidFill>
          </a:endParaRPr>
        </a:p>
      </dgm:t>
    </dgm:pt>
    <dgm:pt modelId="{2C704CBC-E854-470B-88CD-2CCA88AA9136}" type="sibTrans" cxnId="{7E0D5873-CEED-4A7B-8DA6-BBD5879F53D9}">
      <dgm:prSet/>
      <dgm:spPr/>
      <dgm:t>
        <a:bodyPr/>
        <a:lstStyle/>
        <a:p>
          <a:endParaRPr lang="en-US" sz="2400">
            <a:solidFill>
              <a:schemeClr val="bg2"/>
            </a:solidFill>
          </a:endParaRPr>
        </a:p>
      </dgm:t>
    </dgm:pt>
    <dgm:pt modelId="{2DFF7612-AB78-2243-A87B-0E65A9ED40B6}">
      <dgm:prSet phldr="0" custT="1"/>
      <dgm:spPr/>
      <dgm:t>
        <a:bodyPr/>
        <a:lstStyle/>
        <a:p>
          <a:pPr>
            <a:lnSpc>
              <a:spcPct val="100000"/>
            </a:lnSpc>
          </a:pPr>
          <a:r>
            <a:rPr lang="en-US" sz="2400" b="0" i="0" dirty="0">
              <a:solidFill>
                <a:schemeClr val="bg2"/>
              </a:solidFill>
            </a:rPr>
            <a:t>Employees spend half of their time juggling with managing the data accuracy tasks.</a:t>
          </a:r>
        </a:p>
      </dgm:t>
    </dgm:pt>
    <dgm:pt modelId="{727AA568-8C2F-F540-80A0-655A335A0571}" type="parTrans" cxnId="{EF314791-056C-F540-BFDB-0B38AB7AA345}">
      <dgm:prSet/>
      <dgm:spPr/>
      <dgm:t>
        <a:bodyPr/>
        <a:lstStyle/>
        <a:p>
          <a:endParaRPr lang="en-US" sz="2400">
            <a:solidFill>
              <a:schemeClr val="bg2"/>
            </a:solidFill>
          </a:endParaRPr>
        </a:p>
      </dgm:t>
    </dgm:pt>
    <dgm:pt modelId="{448A3676-03BB-1D4B-9DB3-FBECD3A2C3F5}" type="sibTrans" cxnId="{EF314791-056C-F540-BFDB-0B38AB7AA345}">
      <dgm:prSet/>
      <dgm:spPr/>
      <dgm:t>
        <a:bodyPr/>
        <a:lstStyle/>
        <a:p>
          <a:endParaRPr lang="en-US" sz="2400">
            <a:solidFill>
              <a:schemeClr val="bg2"/>
            </a:solidFill>
          </a:endParaRPr>
        </a:p>
      </dgm:t>
    </dgm:pt>
    <dgm:pt modelId="{D329C77A-D578-3141-9B5B-D6A5B0C2BC13}">
      <dgm:prSet phldr="0" custT="1"/>
      <dgm:spPr>
        <a:solidFill>
          <a:srgbClr val="0070C0"/>
        </a:solidFill>
      </dgm:spPr>
      <dgm:t>
        <a:bodyPr/>
        <a:lstStyle/>
        <a:p>
          <a:pPr>
            <a:lnSpc>
              <a:spcPct val="100000"/>
            </a:lnSpc>
          </a:pPr>
          <a:r>
            <a:rPr lang="en-US" sz="2400" dirty="0">
              <a:solidFill>
                <a:schemeClr val="bg2"/>
              </a:solidFill>
            </a:rPr>
            <a:t>21% of businesses faced reputation issues and lost 30% of their revenue due to insufficient data, leading to mail delivery issues reported by Econsultancy.com.</a:t>
          </a:r>
        </a:p>
      </dgm:t>
    </dgm:pt>
    <dgm:pt modelId="{DF47D188-E9E1-2E40-A7AB-E48611721C36}" type="parTrans" cxnId="{F1B9C60D-5F3C-9F40-AE65-7A4C74D1E208}">
      <dgm:prSet/>
      <dgm:spPr/>
      <dgm:t>
        <a:bodyPr/>
        <a:lstStyle/>
        <a:p>
          <a:endParaRPr lang="en-US">
            <a:solidFill>
              <a:schemeClr val="bg2"/>
            </a:solidFill>
          </a:endParaRPr>
        </a:p>
      </dgm:t>
    </dgm:pt>
    <dgm:pt modelId="{6795D872-1912-1045-ACF9-709C99CFBFDC}" type="sibTrans" cxnId="{F1B9C60D-5F3C-9F40-AE65-7A4C74D1E208}">
      <dgm:prSet/>
      <dgm:spPr/>
      <dgm:t>
        <a:bodyPr/>
        <a:lstStyle/>
        <a:p>
          <a:endParaRPr lang="en-US">
            <a:solidFill>
              <a:schemeClr val="bg2"/>
            </a:solidFill>
          </a:endParaRPr>
        </a:p>
      </dgm:t>
    </dgm:pt>
    <dgm:pt modelId="{4F02FFE4-8013-4AF7-9001-A4A57D546DD6}" type="pres">
      <dgm:prSet presAssocID="{606C53B2-3C1D-4657-8010-705DDBCA0B6B}" presName="root" presStyleCnt="0">
        <dgm:presLayoutVars>
          <dgm:dir/>
          <dgm:resizeHandles val="exact"/>
        </dgm:presLayoutVars>
      </dgm:prSet>
      <dgm:spPr/>
    </dgm:pt>
    <dgm:pt modelId="{32A1E248-52DC-4F94-92AA-524D8E3CA15A}" type="pres">
      <dgm:prSet presAssocID="{5F71C10C-5229-4F26-AE5D-63A01B367B30}" presName="compNode" presStyleCnt="0"/>
      <dgm:spPr/>
    </dgm:pt>
    <dgm:pt modelId="{91CED9CF-B4C2-4488-B863-F9B84D7303D6}" type="pres">
      <dgm:prSet presAssocID="{5F71C10C-5229-4F26-AE5D-63A01B367B30}" presName="bgRect" presStyleLbl="bgShp" presStyleIdx="0" presStyleCnt="5"/>
      <dgm:spPr>
        <a:solidFill>
          <a:srgbClr val="C50724"/>
        </a:solidFill>
      </dgm:spPr>
    </dgm:pt>
    <dgm:pt modelId="{74BE0942-9403-4725-82AA-FB8E6969CEC9}" type="pres">
      <dgm:prSet presAssocID="{5F71C10C-5229-4F26-AE5D-63A01B367B30}"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Download"/>
        </a:ext>
      </dgm:extLst>
    </dgm:pt>
    <dgm:pt modelId="{275FDA82-51D9-4A17-B4A2-C14608285105}" type="pres">
      <dgm:prSet presAssocID="{5F71C10C-5229-4F26-AE5D-63A01B367B30}" presName="spaceRect" presStyleCnt="0"/>
      <dgm:spPr/>
    </dgm:pt>
    <dgm:pt modelId="{99AB229D-44BC-42F4-9436-48EF09D10E9E}" type="pres">
      <dgm:prSet presAssocID="{5F71C10C-5229-4F26-AE5D-63A01B367B30}" presName="parTx" presStyleLbl="revTx" presStyleIdx="0" presStyleCnt="5">
        <dgm:presLayoutVars>
          <dgm:chMax val="0"/>
          <dgm:chPref val="0"/>
        </dgm:presLayoutVars>
      </dgm:prSet>
      <dgm:spPr/>
    </dgm:pt>
    <dgm:pt modelId="{4B11809E-C094-48D3-8580-71B578ACF3CB}" type="pres">
      <dgm:prSet presAssocID="{85777CA0-2F91-463F-98A9-2B73F0317108}" presName="sibTrans" presStyleCnt="0"/>
      <dgm:spPr/>
    </dgm:pt>
    <dgm:pt modelId="{EFB60F7E-8111-49D2-A83B-AA343DB4BEE2}" type="pres">
      <dgm:prSet presAssocID="{E8B155A1-D8E7-4C4A-9843-3B8BB0190534}" presName="compNode" presStyleCnt="0"/>
      <dgm:spPr/>
    </dgm:pt>
    <dgm:pt modelId="{46C81AF9-EF3D-4824-B189-400D68887296}" type="pres">
      <dgm:prSet presAssocID="{E8B155A1-D8E7-4C4A-9843-3B8BB0190534}" presName="bgRect" presStyleLbl="bgShp" presStyleIdx="1" presStyleCnt="5" custLinFactNeighborX="1555" custLinFactNeighborY="7005"/>
      <dgm:spPr>
        <a:solidFill>
          <a:srgbClr val="E98D0A"/>
        </a:solidFill>
      </dgm:spPr>
    </dgm:pt>
    <dgm:pt modelId="{CB5D6A20-5127-4984-B59F-FD0AA84D1387}" type="pres">
      <dgm:prSet presAssocID="{E8B155A1-D8E7-4C4A-9843-3B8BB019053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ollar"/>
        </a:ext>
      </dgm:extLst>
    </dgm:pt>
    <dgm:pt modelId="{4B076952-A8FE-47AB-9678-3F578347B5B1}" type="pres">
      <dgm:prSet presAssocID="{E8B155A1-D8E7-4C4A-9843-3B8BB0190534}" presName="spaceRect" presStyleCnt="0"/>
      <dgm:spPr/>
    </dgm:pt>
    <dgm:pt modelId="{1DFA7640-A0BF-43A1-BD62-3BB725F1AC3D}" type="pres">
      <dgm:prSet presAssocID="{E8B155A1-D8E7-4C4A-9843-3B8BB0190534}" presName="parTx" presStyleLbl="revTx" presStyleIdx="1" presStyleCnt="5" custLinFactNeighborY="5472">
        <dgm:presLayoutVars>
          <dgm:chMax val="0"/>
          <dgm:chPref val="0"/>
        </dgm:presLayoutVars>
      </dgm:prSet>
      <dgm:spPr/>
    </dgm:pt>
    <dgm:pt modelId="{20A86966-C5D3-456F-93EB-E6F71BE9B010}" type="pres">
      <dgm:prSet presAssocID="{8CA4EAA1-020D-45D9-AF7C-252CE91A41EF}" presName="sibTrans" presStyleCnt="0"/>
      <dgm:spPr/>
    </dgm:pt>
    <dgm:pt modelId="{83B27074-E9A9-4A46-8E99-B40EAB42068C}" type="pres">
      <dgm:prSet presAssocID="{828FDA1D-99C9-47FE-A175-5F2046713DCE}" presName="compNode" presStyleCnt="0"/>
      <dgm:spPr/>
    </dgm:pt>
    <dgm:pt modelId="{92E912FB-50AE-454A-A9D2-7DBF642BD4B6}" type="pres">
      <dgm:prSet presAssocID="{828FDA1D-99C9-47FE-A175-5F2046713DCE}" presName="bgRect" presStyleLbl="bgShp" presStyleIdx="2" presStyleCnt="5"/>
      <dgm:spPr>
        <a:solidFill>
          <a:srgbClr val="969696"/>
        </a:solidFill>
      </dgm:spPr>
    </dgm:pt>
    <dgm:pt modelId="{057EE6C3-3D97-49F3-9920-A10D6749350E}" type="pres">
      <dgm:prSet presAssocID="{828FDA1D-99C9-47FE-A175-5F2046713DCE}"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r graph with downward trend"/>
        </a:ext>
      </dgm:extLst>
    </dgm:pt>
    <dgm:pt modelId="{E9C4BCD9-B72F-4558-832C-AEC54EC0DB89}" type="pres">
      <dgm:prSet presAssocID="{828FDA1D-99C9-47FE-A175-5F2046713DCE}" presName="spaceRect" presStyleCnt="0"/>
      <dgm:spPr/>
    </dgm:pt>
    <dgm:pt modelId="{22185353-A9EC-48B0-AF2F-43F57E6C55DA}" type="pres">
      <dgm:prSet presAssocID="{828FDA1D-99C9-47FE-A175-5F2046713DCE}" presName="parTx" presStyleLbl="revTx" presStyleIdx="2" presStyleCnt="5">
        <dgm:presLayoutVars>
          <dgm:chMax val="0"/>
          <dgm:chPref val="0"/>
        </dgm:presLayoutVars>
      </dgm:prSet>
      <dgm:spPr/>
    </dgm:pt>
    <dgm:pt modelId="{F617CF7D-EF67-8D4B-87A2-D95E8B0A6712}" type="pres">
      <dgm:prSet presAssocID="{2C704CBC-E854-470B-88CD-2CCA88AA9136}" presName="sibTrans" presStyleCnt="0"/>
      <dgm:spPr/>
    </dgm:pt>
    <dgm:pt modelId="{66795E98-EDE7-9647-8911-5921D81DC692}" type="pres">
      <dgm:prSet presAssocID="{2DFF7612-AB78-2243-A87B-0E65A9ED40B6}" presName="compNode" presStyleCnt="0"/>
      <dgm:spPr/>
    </dgm:pt>
    <dgm:pt modelId="{E23099F3-B3F0-5B47-8D4B-F0786278877C}" type="pres">
      <dgm:prSet presAssocID="{2DFF7612-AB78-2243-A87B-0E65A9ED40B6}" presName="bgRect" presStyleLbl="bgShp" presStyleIdx="3" presStyleCnt="5"/>
      <dgm:spPr>
        <a:solidFill>
          <a:srgbClr val="3F4F6C"/>
        </a:solidFill>
      </dgm:spPr>
    </dgm:pt>
    <dgm:pt modelId="{D05D3F96-2E26-4B46-8252-BC1D5F121F9B}" type="pres">
      <dgm:prSet presAssocID="{2DFF7612-AB78-2243-A87B-0E65A9ED40B6}"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Stopwatch"/>
        </a:ext>
      </dgm:extLst>
    </dgm:pt>
    <dgm:pt modelId="{29333A0B-3D98-784B-BCF2-663BABB31A66}" type="pres">
      <dgm:prSet presAssocID="{2DFF7612-AB78-2243-A87B-0E65A9ED40B6}" presName="spaceRect" presStyleCnt="0"/>
      <dgm:spPr/>
    </dgm:pt>
    <dgm:pt modelId="{D605DED6-E939-2343-A8A8-BA1B9836D05D}" type="pres">
      <dgm:prSet presAssocID="{2DFF7612-AB78-2243-A87B-0E65A9ED40B6}" presName="parTx" presStyleLbl="revTx" presStyleIdx="3" presStyleCnt="5">
        <dgm:presLayoutVars>
          <dgm:chMax val="0"/>
          <dgm:chPref val="0"/>
        </dgm:presLayoutVars>
      </dgm:prSet>
      <dgm:spPr/>
    </dgm:pt>
    <dgm:pt modelId="{799C2AD0-E889-B546-8124-537E9AC0EC95}" type="pres">
      <dgm:prSet presAssocID="{448A3676-03BB-1D4B-9DB3-FBECD3A2C3F5}" presName="sibTrans" presStyleCnt="0"/>
      <dgm:spPr/>
    </dgm:pt>
    <dgm:pt modelId="{BCD9BEB8-FF84-7942-BA2F-3BF94C662A52}" type="pres">
      <dgm:prSet presAssocID="{D329C77A-D578-3141-9B5B-D6A5B0C2BC13}" presName="compNode" presStyleCnt="0"/>
      <dgm:spPr/>
    </dgm:pt>
    <dgm:pt modelId="{EB4A5D19-04FB-1649-8EE6-31C5B99F0034}" type="pres">
      <dgm:prSet presAssocID="{D329C77A-D578-3141-9B5B-D6A5B0C2BC13}" presName="bgRect" presStyleLbl="bgShp" presStyleIdx="4" presStyleCnt="5"/>
      <dgm:spPr>
        <a:solidFill>
          <a:srgbClr val="0070C0"/>
        </a:solidFill>
      </dgm:spPr>
    </dgm:pt>
    <dgm:pt modelId="{311B65D3-1981-E342-B9DA-D86AC13763F2}" type="pres">
      <dgm:prSet presAssocID="{D329C77A-D578-3141-9B5B-D6A5B0C2BC13}"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Questions"/>
        </a:ext>
      </dgm:extLst>
    </dgm:pt>
    <dgm:pt modelId="{B91AA31C-36C7-0641-91F5-947AE8C8EA03}" type="pres">
      <dgm:prSet presAssocID="{D329C77A-D578-3141-9B5B-D6A5B0C2BC13}" presName="spaceRect" presStyleCnt="0"/>
      <dgm:spPr/>
    </dgm:pt>
    <dgm:pt modelId="{3777FE86-3528-8A4D-8E30-9B405F34760D}" type="pres">
      <dgm:prSet presAssocID="{D329C77A-D578-3141-9B5B-D6A5B0C2BC13}" presName="parTx" presStyleLbl="revTx" presStyleIdx="4" presStyleCnt="5">
        <dgm:presLayoutVars>
          <dgm:chMax val="0"/>
          <dgm:chPref val="0"/>
        </dgm:presLayoutVars>
      </dgm:prSet>
      <dgm:spPr/>
    </dgm:pt>
  </dgm:ptLst>
  <dgm:cxnLst>
    <dgm:cxn modelId="{F1B9C60D-5F3C-9F40-AE65-7A4C74D1E208}" srcId="{606C53B2-3C1D-4657-8010-705DDBCA0B6B}" destId="{D329C77A-D578-3141-9B5B-D6A5B0C2BC13}" srcOrd="4" destOrd="0" parTransId="{DF47D188-E9E1-2E40-A7AB-E48611721C36}" sibTransId="{6795D872-1912-1045-ACF9-709C99CFBFDC}"/>
    <dgm:cxn modelId="{604A1B2F-D68F-45F6-8FB3-FBC3EE6F3D40}" type="presOf" srcId="{828FDA1D-99C9-47FE-A175-5F2046713DCE}" destId="{22185353-A9EC-48B0-AF2F-43F57E6C55DA}" srcOrd="0" destOrd="0" presId="urn:microsoft.com/office/officeart/2018/2/layout/IconVerticalSolidList"/>
    <dgm:cxn modelId="{7E0D5873-CEED-4A7B-8DA6-BBD5879F53D9}" srcId="{606C53B2-3C1D-4657-8010-705DDBCA0B6B}" destId="{828FDA1D-99C9-47FE-A175-5F2046713DCE}" srcOrd="2" destOrd="0" parTransId="{59091568-4B62-45CA-80CB-7FD82780312D}" sibTransId="{2C704CBC-E854-470B-88CD-2CCA88AA9136}"/>
    <dgm:cxn modelId="{C4B28C7A-F10F-45EE-BF4F-EED93F6A7702}" srcId="{606C53B2-3C1D-4657-8010-705DDBCA0B6B}" destId="{E8B155A1-D8E7-4C4A-9843-3B8BB0190534}" srcOrd="1" destOrd="0" parTransId="{5A62B1F2-B961-4F39-87BD-FD9E816ACCB2}" sibTransId="{8CA4EAA1-020D-45D9-AF7C-252CE91A41EF}"/>
    <dgm:cxn modelId="{0FC98B87-943B-496E-ACF7-3384D913C9D3}" type="presOf" srcId="{E8B155A1-D8E7-4C4A-9843-3B8BB0190534}" destId="{1DFA7640-A0BF-43A1-BD62-3BB725F1AC3D}" srcOrd="0" destOrd="0" presId="urn:microsoft.com/office/officeart/2018/2/layout/IconVerticalSolidList"/>
    <dgm:cxn modelId="{EF314791-056C-F540-BFDB-0B38AB7AA345}" srcId="{606C53B2-3C1D-4657-8010-705DDBCA0B6B}" destId="{2DFF7612-AB78-2243-A87B-0E65A9ED40B6}" srcOrd="3" destOrd="0" parTransId="{727AA568-8C2F-F540-80A0-655A335A0571}" sibTransId="{448A3676-03BB-1D4B-9DB3-FBECD3A2C3F5}"/>
    <dgm:cxn modelId="{D5617098-5A8D-43DD-9183-C634C23474C8}" type="presOf" srcId="{5F71C10C-5229-4F26-AE5D-63A01B367B30}" destId="{99AB229D-44BC-42F4-9436-48EF09D10E9E}" srcOrd="0" destOrd="0" presId="urn:microsoft.com/office/officeart/2018/2/layout/IconVerticalSolidList"/>
    <dgm:cxn modelId="{8C9F75A3-D929-4964-A9F4-5175DF046C43}" type="presOf" srcId="{606C53B2-3C1D-4657-8010-705DDBCA0B6B}" destId="{4F02FFE4-8013-4AF7-9001-A4A57D546DD6}" srcOrd="0" destOrd="0" presId="urn:microsoft.com/office/officeart/2018/2/layout/IconVerticalSolidList"/>
    <dgm:cxn modelId="{569FB7B4-07D9-B548-8EEC-9E89D7DA0A1D}" type="presOf" srcId="{2DFF7612-AB78-2243-A87B-0E65A9ED40B6}" destId="{D605DED6-E939-2343-A8A8-BA1B9836D05D}" srcOrd="0" destOrd="0" presId="urn:microsoft.com/office/officeart/2018/2/layout/IconVerticalSolidList"/>
    <dgm:cxn modelId="{2072F4D2-42A2-8440-BF65-C8A41B14BE27}" type="presOf" srcId="{D329C77A-D578-3141-9B5B-D6A5B0C2BC13}" destId="{3777FE86-3528-8A4D-8E30-9B405F34760D}" srcOrd="0" destOrd="0" presId="urn:microsoft.com/office/officeart/2018/2/layout/IconVerticalSolidList"/>
    <dgm:cxn modelId="{939802E0-0591-469C-802C-2FABEDACD6A4}" srcId="{606C53B2-3C1D-4657-8010-705DDBCA0B6B}" destId="{5F71C10C-5229-4F26-AE5D-63A01B367B30}" srcOrd="0" destOrd="0" parTransId="{3D079D7B-E54D-4CC3-9DC3-C151442A2E58}" sibTransId="{85777CA0-2F91-463F-98A9-2B73F0317108}"/>
    <dgm:cxn modelId="{CA9E1E45-DB31-41ED-9B6D-807EBA5D09A8}" type="presParOf" srcId="{4F02FFE4-8013-4AF7-9001-A4A57D546DD6}" destId="{32A1E248-52DC-4F94-92AA-524D8E3CA15A}" srcOrd="0" destOrd="0" presId="urn:microsoft.com/office/officeart/2018/2/layout/IconVerticalSolidList"/>
    <dgm:cxn modelId="{A2095E11-AF63-48E4-BDFE-BC0E135AC0F1}" type="presParOf" srcId="{32A1E248-52DC-4F94-92AA-524D8E3CA15A}" destId="{91CED9CF-B4C2-4488-B863-F9B84D7303D6}" srcOrd="0" destOrd="0" presId="urn:microsoft.com/office/officeart/2018/2/layout/IconVerticalSolidList"/>
    <dgm:cxn modelId="{450652C1-4374-471D-BD77-569BB4469172}" type="presParOf" srcId="{32A1E248-52DC-4F94-92AA-524D8E3CA15A}" destId="{74BE0942-9403-4725-82AA-FB8E6969CEC9}" srcOrd="1" destOrd="0" presId="urn:microsoft.com/office/officeart/2018/2/layout/IconVerticalSolidList"/>
    <dgm:cxn modelId="{79692682-5289-4594-8F22-88428FCF50EA}" type="presParOf" srcId="{32A1E248-52DC-4F94-92AA-524D8E3CA15A}" destId="{275FDA82-51D9-4A17-B4A2-C14608285105}" srcOrd="2" destOrd="0" presId="urn:microsoft.com/office/officeart/2018/2/layout/IconVerticalSolidList"/>
    <dgm:cxn modelId="{D20DC861-2338-4F22-8D38-D3C8145C56F4}" type="presParOf" srcId="{32A1E248-52DC-4F94-92AA-524D8E3CA15A}" destId="{99AB229D-44BC-42F4-9436-48EF09D10E9E}" srcOrd="3" destOrd="0" presId="urn:microsoft.com/office/officeart/2018/2/layout/IconVerticalSolidList"/>
    <dgm:cxn modelId="{61BEA172-18C4-4B41-BD0E-ACCC685F41D7}" type="presParOf" srcId="{4F02FFE4-8013-4AF7-9001-A4A57D546DD6}" destId="{4B11809E-C094-48D3-8580-71B578ACF3CB}" srcOrd="1" destOrd="0" presId="urn:microsoft.com/office/officeart/2018/2/layout/IconVerticalSolidList"/>
    <dgm:cxn modelId="{495014C5-F219-4CB8-ABB6-7B38459E233E}" type="presParOf" srcId="{4F02FFE4-8013-4AF7-9001-A4A57D546DD6}" destId="{EFB60F7E-8111-49D2-A83B-AA343DB4BEE2}" srcOrd="2" destOrd="0" presId="urn:microsoft.com/office/officeart/2018/2/layout/IconVerticalSolidList"/>
    <dgm:cxn modelId="{05AB305C-9802-49DF-B229-70A89E77C8D4}" type="presParOf" srcId="{EFB60F7E-8111-49D2-A83B-AA343DB4BEE2}" destId="{46C81AF9-EF3D-4824-B189-400D68887296}" srcOrd="0" destOrd="0" presId="urn:microsoft.com/office/officeart/2018/2/layout/IconVerticalSolidList"/>
    <dgm:cxn modelId="{79E2F124-1BD0-4A22-BB09-971BD3D7B2C9}" type="presParOf" srcId="{EFB60F7E-8111-49D2-A83B-AA343DB4BEE2}" destId="{CB5D6A20-5127-4984-B59F-FD0AA84D1387}" srcOrd="1" destOrd="0" presId="urn:microsoft.com/office/officeart/2018/2/layout/IconVerticalSolidList"/>
    <dgm:cxn modelId="{D5351E9B-EA2E-47C3-87BC-BC3D95F6A5B6}" type="presParOf" srcId="{EFB60F7E-8111-49D2-A83B-AA343DB4BEE2}" destId="{4B076952-A8FE-47AB-9678-3F578347B5B1}" srcOrd="2" destOrd="0" presId="urn:microsoft.com/office/officeart/2018/2/layout/IconVerticalSolidList"/>
    <dgm:cxn modelId="{3CF894D1-0F9E-4835-ABCB-7C07B87BC898}" type="presParOf" srcId="{EFB60F7E-8111-49D2-A83B-AA343DB4BEE2}" destId="{1DFA7640-A0BF-43A1-BD62-3BB725F1AC3D}" srcOrd="3" destOrd="0" presId="urn:microsoft.com/office/officeart/2018/2/layout/IconVerticalSolidList"/>
    <dgm:cxn modelId="{AA67A461-5506-42C6-9E57-68510C711B56}" type="presParOf" srcId="{4F02FFE4-8013-4AF7-9001-A4A57D546DD6}" destId="{20A86966-C5D3-456F-93EB-E6F71BE9B010}" srcOrd="3" destOrd="0" presId="urn:microsoft.com/office/officeart/2018/2/layout/IconVerticalSolidList"/>
    <dgm:cxn modelId="{A531AA5C-328B-4596-A752-30297C159784}" type="presParOf" srcId="{4F02FFE4-8013-4AF7-9001-A4A57D546DD6}" destId="{83B27074-E9A9-4A46-8E99-B40EAB42068C}" srcOrd="4" destOrd="0" presId="urn:microsoft.com/office/officeart/2018/2/layout/IconVerticalSolidList"/>
    <dgm:cxn modelId="{14BDBD4B-5808-4F4B-9D40-0F53372A29CB}" type="presParOf" srcId="{83B27074-E9A9-4A46-8E99-B40EAB42068C}" destId="{92E912FB-50AE-454A-A9D2-7DBF642BD4B6}" srcOrd="0" destOrd="0" presId="urn:microsoft.com/office/officeart/2018/2/layout/IconVerticalSolidList"/>
    <dgm:cxn modelId="{D8BD6D80-5FF4-4D36-9905-58D7802334F5}" type="presParOf" srcId="{83B27074-E9A9-4A46-8E99-B40EAB42068C}" destId="{057EE6C3-3D97-49F3-9920-A10D6749350E}" srcOrd="1" destOrd="0" presId="urn:microsoft.com/office/officeart/2018/2/layout/IconVerticalSolidList"/>
    <dgm:cxn modelId="{9D98DA0D-A43F-44C4-B3CE-67089ED4DFD4}" type="presParOf" srcId="{83B27074-E9A9-4A46-8E99-B40EAB42068C}" destId="{E9C4BCD9-B72F-4558-832C-AEC54EC0DB89}" srcOrd="2" destOrd="0" presId="urn:microsoft.com/office/officeart/2018/2/layout/IconVerticalSolidList"/>
    <dgm:cxn modelId="{23F413AF-5528-48F1-B489-CE3A2C47FC91}" type="presParOf" srcId="{83B27074-E9A9-4A46-8E99-B40EAB42068C}" destId="{22185353-A9EC-48B0-AF2F-43F57E6C55DA}" srcOrd="3" destOrd="0" presId="urn:microsoft.com/office/officeart/2018/2/layout/IconVerticalSolidList"/>
    <dgm:cxn modelId="{83AF61F2-5FFA-D244-8502-8E6111D8B528}" type="presParOf" srcId="{4F02FFE4-8013-4AF7-9001-A4A57D546DD6}" destId="{F617CF7D-EF67-8D4B-87A2-D95E8B0A6712}" srcOrd="5" destOrd="0" presId="urn:microsoft.com/office/officeart/2018/2/layout/IconVerticalSolidList"/>
    <dgm:cxn modelId="{4F464407-DB15-5944-9A41-7A59FE95F55B}" type="presParOf" srcId="{4F02FFE4-8013-4AF7-9001-A4A57D546DD6}" destId="{66795E98-EDE7-9647-8911-5921D81DC692}" srcOrd="6" destOrd="0" presId="urn:microsoft.com/office/officeart/2018/2/layout/IconVerticalSolidList"/>
    <dgm:cxn modelId="{1AF31CC4-85DB-6B4B-A599-37AF3C58E0A3}" type="presParOf" srcId="{66795E98-EDE7-9647-8911-5921D81DC692}" destId="{E23099F3-B3F0-5B47-8D4B-F0786278877C}" srcOrd="0" destOrd="0" presId="urn:microsoft.com/office/officeart/2018/2/layout/IconVerticalSolidList"/>
    <dgm:cxn modelId="{17AD8434-9A26-3D4F-8AD0-3F043E686634}" type="presParOf" srcId="{66795E98-EDE7-9647-8911-5921D81DC692}" destId="{D05D3F96-2E26-4B46-8252-BC1D5F121F9B}" srcOrd="1" destOrd="0" presId="urn:microsoft.com/office/officeart/2018/2/layout/IconVerticalSolidList"/>
    <dgm:cxn modelId="{DC000255-45D1-0B4A-B27C-FBD15B89653E}" type="presParOf" srcId="{66795E98-EDE7-9647-8911-5921D81DC692}" destId="{29333A0B-3D98-784B-BCF2-663BABB31A66}" srcOrd="2" destOrd="0" presId="urn:microsoft.com/office/officeart/2018/2/layout/IconVerticalSolidList"/>
    <dgm:cxn modelId="{0B9B9BF2-0F6A-6042-8B12-322753CCD819}" type="presParOf" srcId="{66795E98-EDE7-9647-8911-5921D81DC692}" destId="{D605DED6-E939-2343-A8A8-BA1B9836D05D}" srcOrd="3" destOrd="0" presId="urn:microsoft.com/office/officeart/2018/2/layout/IconVerticalSolidList"/>
    <dgm:cxn modelId="{41F7B915-6E15-444F-869E-181AC4ABC225}" type="presParOf" srcId="{4F02FFE4-8013-4AF7-9001-A4A57D546DD6}" destId="{799C2AD0-E889-B546-8124-537E9AC0EC95}" srcOrd="7" destOrd="0" presId="urn:microsoft.com/office/officeart/2018/2/layout/IconVerticalSolidList"/>
    <dgm:cxn modelId="{C7D22A5D-E5C5-7444-928A-261B87BEC7AA}" type="presParOf" srcId="{4F02FFE4-8013-4AF7-9001-A4A57D546DD6}" destId="{BCD9BEB8-FF84-7942-BA2F-3BF94C662A52}" srcOrd="8" destOrd="0" presId="urn:microsoft.com/office/officeart/2018/2/layout/IconVerticalSolidList"/>
    <dgm:cxn modelId="{A5A594DA-F6D2-034D-9D57-595F169AAAF4}" type="presParOf" srcId="{BCD9BEB8-FF84-7942-BA2F-3BF94C662A52}" destId="{EB4A5D19-04FB-1649-8EE6-31C5B99F0034}" srcOrd="0" destOrd="0" presId="urn:microsoft.com/office/officeart/2018/2/layout/IconVerticalSolidList"/>
    <dgm:cxn modelId="{0D1B79D7-BC5A-DF4D-B881-EB000323D82B}" type="presParOf" srcId="{BCD9BEB8-FF84-7942-BA2F-3BF94C662A52}" destId="{311B65D3-1981-E342-B9DA-D86AC13763F2}" srcOrd="1" destOrd="0" presId="urn:microsoft.com/office/officeart/2018/2/layout/IconVerticalSolidList"/>
    <dgm:cxn modelId="{FB61AD19-E37D-A344-9CC7-7786BD5716FD}" type="presParOf" srcId="{BCD9BEB8-FF84-7942-BA2F-3BF94C662A52}" destId="{B91AA31C-36C7-0641-91F5-947AE8C8EA03}" srcOrd="2" destOrd="0" presId="urn:microsoft.com/office/officeart/2018/2/layout/IconVerticalSolidList"/>
    <dgm:cxn modelId="{2E196292-C825-0B4B-BE66-35F3AD00C1EF}" type="presParOf" srcId="{BCD9BEB8-FF84-7942-BA2F-3BF94C662A52}" destId="{3777FE86-3528-8A4D-8E30-9B405F34760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06C53B2-3C1D-4657-8010-705DDBCA0B6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F71C10C-5229-4F26-AE5D-63A01B367B30}">
      <dgm:prSet custT="1"/>
      <dgm:spPr/>
      <dgm:t>
        <a:bodyPr/>
        <a:lstStyle/>
        <a:p>
          <a:pPr>
            <a:lnSpc>
              <a:spcPct val="100000"/>
            </a:lnSpc>
          </a:pPr>
          <a:r>
            <a:rPr lang="en-US" sz="2400" b="0" i="0" dirty="0">
              <a:solidFill>
                <a:schemeClr val="bg2"/>
              </a:solidFill>
            </a:rPr>
            <a:t>Value is the business, economic, social, research, technical or cultural benefits derived from the collection, storage, processing and analysis of big data</a:t>
          </a:r>
        </a:p>
      </dgm:t>
    </dgm:pt>
    <dgm:pt modelId="{3D079D7B-E54D-4CC3-9DC3-C151442A2E58}" type="parTrans" cxnId="{939802E0-0591-469C-802C-2FABEDACD6A4}">
      <dgm:prSet/>
      <dgm:spPr/>
      <dgm:t>
        <a:bodyPr/>
        <a:lstStyle/>
        <a:p>
          <a:endParaRPr lang="en-US" sz="2400">
            <a:solidFill>
              <a:schemeClr val="bg2"/>
            </a:solidFill>
          </a:endParaRPr>
        </a:p>
      </dgm:t>
    </dgm:pt>
    <dgm:pt modelId="{85777CA0-2F91-463F-98A9-2B73F0317108}" type="sibTrans" cxnId="{939802E0-0591-469C-802C-2FABEDACD6A4}">
      <dgm:prSet/>
      <dgm:spPr/>
      <dgm:t>
        <a:bodyPr/>
        <a:lstStyle/>
        <a:p>
          <a:endParaRPr lang="en-US" sz="2400">
            <a:solidFill>
              <a:schemeClr val="bg2"/>
            </a:solidFill>
          </a:endParaRPr>
        </a:p>
      </dgm:t>
    </dgm:pt>
    <dgm:pt modelId="{E8B155A1-D8E7-4C4A-9843-3B8BB0190534}">
      <dgm:prSet custT="1"/>
      <dgm:spPr/>
      <dgm:t>
        <a:bodyPr/>
        <a:lstStyle/>
        <a:p>
          <a:pPr>
            <a:lnSpc>
              <a:spcPct val="100000"/>
            </a:lnSpc>
          </a:pPr>
          <a:r>
            <a:rPr lang="en-US" sz="2400" b="0" i="0" dirty="0">
              <a:solidFill>
                <a:schemeClr val="tx1"/>
              </a:solidFill>
            </a:rPr>
            <a:t>The value of big data comes from insight discovery and pattern recognition that lead to more effective operations, stronger customer relationships and other clear and quantifiable benefits</a:t>
          </a:r>
          <a:endParaRPr lang="en-US" sz="2400" dirty="0">
            <a:solidFill>
              <a:schemeClr val="tx1"/>
            </a:solidFill>
            <a:latin typeface="Arial"/>
          </a:endParaRPr>
        </a:p>
      </dgm:t>
    </dgm:pt>
    <dgm:pt modelId="{5A62B1F2-B961-4F39-87BD-FD9E816ACCB2}" type="parTrans" cxnId="{C4B28C7A-F10F-45EE-BF4F-EED93F6A7702}">
      <dgm:prSet/>
      <dgm:spPr/>
      <dgm:t>
        <a:bodyPr/>
        <a:lstStyle/>
        <a:p>
          <a:endParaRPr lang="en-US" sz="2400">
            <a:solidFill>
              <a:schemeClr val="bg2"/>
            </a:solidFill>
          </a:endParaRPr>
        </a:p>
      </dgm:t>
    </dgm:pt>
    <dgm:pt modelId="{8CA4EAA1-020D-45D9-AF7C-252CE91A41EF}" type="sibTrans" cxnId="{C4B28C7A-F10F-45EE-BF4F-EED93F6A7702}">
      <dgm:prSet/>
      <dgm:spPr/>
      <dgm:t>
        <a:bodyPr/>
        <a:lstStyle/>
        <a:p>
          <a:endParaRPr lang="en-US" sz="2400">
            <a:solidFill>
              <a:schemeClr val="bg2"/>
            </a:solidFill>
          </a:endParaRPr>
        </a:p>
      </dgm:t>
    </dgm:pt>
    <dgm:pt modelId="{828FDA1D-99C9-47FE-A175-5F2046713DCE}">
      <dgm:prSet phldr="0" custT="1"/>
      <dgm:spPr/>
      <dgm:t>
        <a:bodyPr/>
        <a:lstStyle/>
        <a:p>
          <a:pPr>
            <a:lnSpc>
              <a:spcPct val="100000"/>
            </a:lnSpc>
          </a:pPr>
          <a:r>
            <a:rPr lang="en-US" sz="2400" b="0" i="0" dirty="0">
              <a:solidFill>
                <a:schemeClr val="tx1"/>
              </a:solidFill>
            </a:rPr>
            <a:t>Due to its volume, velocity and variety, etc. it is difficult, time consuming and costly to obtain the value of big data using a data science pipeline enabled by traditional data collection, storage and processing technology</a:t>
          </a:r>
        </a:p>
      </dgm:t>
    </dgm:pt>
    <dgm:pt modelId="{59091568-4B62-45CA-80CB-7FD82780312D}" type="parTrans" cxnId="{7E0D5873-CEED-4A7B-8DA6-BBD5879F53D9}">
      <dgm:prSet/>
      <dgm:spPr/>
      <dgm:t>
        <a:bodyPr/>
        <a:lstStyle/>
        <a:p>
          <a:endParaRPr lang="en-US" sz="2400">
            <a:solidFill>
              <a:schemeClr val="bg2"/>
            </a:solidFill>
          </a:endParaRPr>
        </a:p>
      </dgm:t>
    </dgm:pt>
    <dgm:pt modelId="{2C704CBC-E854-470B-88CD-2CCA88AA9136}" type="sibTrans" cxnId="{7E0D5873-CEED-4A7B-8DA6-BBD5879F53D9}">
      <dgm:prSet/>
      <dgm:spPr/>
      <dgm:t>
        <a:bodyPr/>
        <a:lstStyle/>
        <a:p>
          <a:endParaRPr lang="en-US" sz="2400">
            <a:solidFill>
              <a:schemeClr val="bg2"/>
            </a:solidFill>
          </a:endParaRPr>
        </a:p>
      </dgm:t>
    </dgm:pt>
    <dgm:pt modelId="{2DFF7612-AB78-2243-A87B-0E65A9ED40B6}">
      <dgm:prSet phldr="0" custT="1"/>
      <dgm:spPr/>
      <dgm:t>
        <a:bodyPr/>
        <a:lstStyle/>
        <a:p>
          <a:pPr>
            <a:lnSpc>
              <a:spcPct val="100000"/>
            </a:lnSpc>
          </a:pPr>
          <a:r>
            <a:rPr lang="en-US" sz="2400" dirty="0">
              <a:solidFill>
                <a:schemeClr val="bg2"/>
              </a:solidFill>
            </a:rPr>
            <a:t>But to remain competitive, firms and research organizations absolutely must obtain value and uncover insights from their investment in collecting vast and diverse datasets. </a:t>
          </a:r>
          <a:endParaRPr lang="en-US" sz="2400" dirty="0">
            <a:solidFill>
              <a:schemeClr val="bg2"/>
            </a:solidFill>
            <a:latin typeface="Arial"/>
          </a:endParaRPr>
        </a:p>
      </dgm:t>
    </dgm:pt>
    <dgm:pt modelId="{727AA568-8C2F-F540-80A0-655A335A0571}" type="parTrans" cxnId="{EF314791-056C-F540-BFDB-0B38AB7AA345}">
      <dgm:prSet/>
      <dgm:spPr/>
      <dgm:t>
        <a:bodyPr/>
        <a:lstStyle/>
        <a:p>
          <a:endParaRPr lang="en-US" sz="2400">
            <a:solidFill>
              <a:schemeClr val="bg2"/>
            </a:solidFill>
          </a:endParaRPr>
        </a:p>
      </dgm:t>
    </dgm:pt>
    <dgm:pt modelId="{448A3676-03BB-1D4B-9DB3-FBECD3A2C3F5}" type="sibTrans" cxnId="{EF314791-056C-F540-BFDB-0B38AB7AA345}">
      <dgm:prSet/>
      <dgm:spPr/>
      <dgm:t>
        <a:bodyPr/>
        <a:lstStyle/>
        <a:p>
          <a:endParaRPr lang="en-US" sz="2400">
            <a:solidFill>
              <a:schemeClr val="bg2"/>
            </a:solidFill>
          </a:endParaRPr>
        </a:p>
      </dgm:t>
    </dgm:pt>
    <dgm:pt modelId="{4F02FFE4-8013-4AF7-9001-A4A57D546DD6}" type="pres">
      <dgm:prSet presAssocID="{606C53B2-3C1D-4657-8010-705DDBCA0B6B}" presName="root" presStyleCnt="0">
        <dgm:presLayoutVars>
          <dgm:dir/>
          <dgm:resizeHandles val="exact"/>
        </dgm:presLayoutVars>
      </dgm:prSet>
      <dgm:spPr/>
    </dgm:pt>
    <dgm:pt modelId="{32A1E248-52DC-4F94-92AA-524D8E3CA15A}" type="pres">
      <dgm:prSet presAssocID="{5F71C10C-5229-4F26-AE5D-63A01B367B30}" presName="compNode" presStyleCnt="0"/>
      <dgm:spPr/>
    </dgm:pt>
    <dgm:pt modelId="{91CED9CF-B4C2-4488-B863-F9B84D7303D6}" type="pres">
      <dgm:prSet presAssocID="{5F71C10C-5229-4F26-AE5D-63A01B367B30}" presName="bgRect" presStyleLbl="bgShp" presStyleIdx="0" presStyleCnt="4"/>
      <dgm:spPr>
        <a:solidFill>
          <a:srgbClr val="C50724"/>
        </a:solidFill>
      </dgm:spPr>
    </dgm:pt>
    <dgm:pt modelId="{74BE0942-9403-4725-82AA-FB8E6969CEC9}" type="pres">
      <dgm:prSet presAssocID="{5F71C10C-5229-4F26-AE5D-63A01B367B30}"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ullseye"/>
        </a:ext>
      </dgm:extLst>
    </dgm:pt>
    <dgm:pt modelId="{275FDA82-51D9-4A17-B4A2-C14608285105}" type="pres">
      <dgm:prSet presAssocID="{5F71C10C-5229-4F26-AE5D-63A01B367B30}" presName="spaceRect" presStyleCnt="0"/>
      <dgm:spPr/>
    </dgm:pt>
    <dgm:pt modelId="{99AB229D-44BC-42F4-9436-48EF09D10E9E}" type="pres">
      <dgm:prSet presAssocID="{5F71C10C-5229-4F26-AE5D-63A01B367B30}" presName="parTx" presStyleLbl="revTx" presStyleIdx="0" presStyleCnt="4">
        <dgm:presLayoutVars>
          <dgm:chMax val="0"/>
          <dgm:chPref val="0"/>
        </dgm:presLayoutVars>
      </dgm:prSet>
      <dgm:spPr/>
    </dgm:pt>
    <dgm:pt modelId="{4B11809E-C094-48D3-8580-71B578ACF3CB}" type="pres">
      <dgm:prSet presAssocID="{85777CA0-2F91-463F-98A9-2B73F0317108}" presName="sibTrans" presStyleCnt="0"/>
      <dgm:spPr/>
    </dgm:pt>
    <dgm:pt modelId="{EFB60F7E-8111-49D2-A83B-AA343DB4BEE2}" type="pres">
      <dgm:prSet presAssocID="{E8B155A1-D8E7-4C4A-9843-3B8BB0190534}" presName="compNode" presStyleCnt="0"/>
      <dgm:spPr/>
    </dgm:pt>
    <dgm:pt modelId="{46C81AF9-EF3D-4824-B189-400D68887296}" type="pres">
      <dgm:prSet presAssocID="{E8B155A1-D8E7-4C4A-9843-3B8BB0190534}" presName="bgRect" presStyleLbl="bgShp" presStyleIdx="1" presStyleCnt="4" custLinFactNeighborX="1555" custLinFactNeighborY="7005"/>
      <dgm:spPr>
        <a:solidFill>
          <a:srgbClr val="E98D0A"/>
        </a:solidFill>
      </dgm:spPr>
    </dgm:pt>
    <dgm:pt modelId="{CB5D6A20-5127-4984-B59F-FD0AA84D1387}" type="pres">
      <dgm:prSet presAssocID="{E8B155A1-D8E7-4C4A-9843-3B8BB019053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arth Globe Europe-Africa"/>
        </a:ext>
      </dgm:extLst>
    </dgm:pt>
    <dgm:pt modelId="{4B076952-A8FE-47AB-9678-3F578347B5B1}" type="pres">
      <dgm:prSet presAssocID="{E8B155A1-D8E7-4C4A-9843-3B8BB0190534}" presName="spaceRect" presStyleCnt="0"/>
      <dgm:spPr/>
    </dgm:pt>
    <dgm:pt modelId="{1DFA7640-A0BF-43A1-BD62-3BB725F1AC3D}" type="pres">
      <dgm:prSet presAssocID="{E8B155A1-D8E7-4C4A-9843-3B8BB0190534}" presName="parTx" presStyleLbl="revTx" presStyleIdx="1" presStyleCnt="4">
        <dgm:presLayoutVars>
          <dgm:chMax val="0"/>
          <dgm:chPref val="0"/>
        </dgm:presLayoutVars>
      </dgm:prSet>
      <dgm:spPr/>
    </dgm:pt>
    <dgm:pt modelId="{20A86966-C5D3-456F-93EB-E6F71BE9B010}" type="pres">
      <dgm:prSet presAssocID="{8CA4EAA1-020D-45D9-AF7C-252CE91A41EF}" presName="sibTrans" presStyleCnt="0"/>
      <dgm:spPr/>
    </dgm:pt>
    <dgm:pt modelId="{83B27074-E9A9-4A46-8E99-B40EAB42068C}" type="pres">
      <dgm:prSet presAssocID="{828FDA1D-99C9-47FE-A175-5F2046713DCE}" presName="compNode" presStyleCnt="0"/>
      <dgm:spPr/>
    </dgm:pt>
    <dgm:pt modelId="{92E912FB-50AE-454A-A9D2-7DBF642BD4B6}" type="pres">
      <dgm:prSet presAssocID="{828FDA1D-99C9-47FE-A175-5F2046713DCE}" presName="bgRect" presStyleLbl="bgShp" presStyleIdx="2" presStyleCnt="4"/>
      <dgm:spPr>
        <a:solidFill>
          <a:srgbClr val="969696"/>
        </a:solidFill>
      </dgm:spPr>
    </dgm:pt>
    <dgm:pt modelId="{057EE6C3-3D97-49F3-9920-A10D6749350E}" type="pres">
      <dgm:prSet presAssocID="{828FDA1D-99C9-47FE-A175-5F2046713DCE}"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Magnifying glass"/>
        </a:ext>
      </dgm:extLst>
    </dgm:pt>
    <dgm:pt modelId="{E9C4BCD9-B72F-4558-832C-AEC54EC0DB89}" type="pres">
      <dgm:prSet presAssocID="{828FDA1D-99C9-47FE-A175-5F2046713DCE}" presName="spaceRect" presStyleCnt="0"/>
      <dgm:spPr/>
    </dgm:pt>
    <dgm:pt modelId="{22185353-A9EC-48B0-AF2F-43F57E6C55DA}" type="pres">
      <dgm:prSet presAssocID="{828FDA1D-99C9-47FE-A175-5F2046713DCE}" presName="parTx" presStyleLbl="revTx" presStyleIdx="2" presStyleCnt="4">
        <dgm:presLayoutVars>
          <dgm:chMax val="0"/>
          <dgm:chPref val="0"/>
        </dgm:presLayoutVars>
      </dgm:prSet>
      <dgm:spPr/>
    </dgm:pt>
    <dgm:pt modelId="{F617CF7D-EF67-8D4B-87A2-D95E8B0A6712}" type="pres">
      <dgm:prSet presAssocID="{2C704CBC-E854-470B-88CD-2CCA88AA9136}" presName="sibTrans" presStyleCnt="0"/>
      <dgm:spPr/>
    </dgm:pt>
    <dgm:pt modelId="{66795E98-EDE7-9647-8911-5921D81DC692}" type="pres">
      <dgm:prSet presAssocID="{2DFF7612-AB78-2243-A87B-0E65A9ED40B6}" presName="compNode" presStyleCnt="0"/>
      <dgm:spPr/>
    </dgm:pt>
    <dgm:pt modelId="{E23099F3-B3F0-5B47-8D4B-F0786278877C}" type="pres">
      <dgm:prSet presAssocID="{2DFF7612-AB78-2243-A87B-0E65A9ED40B6}" presName="bgRect" presStyleLbl="bgShp" presStyleIdx="3" presStyleCnt="4"/>
      <dgm:spPr>
        <a:solidFill>
          <a:srgbClr val="3F4F6C"/>
        </a:solidFill>
      </dgm:spPr>
    </dgm:pt>
    <dgm:pt modelId="{D05D3F96-2E26-4B46-8252-BC1D5F121F9B}" type="pres">
      <dgm:prSet presAssocID="{2DFF7612-AB78-2243-A87B-0E65A9ED40B6}"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Gears"/>
        </a:ext>
      </dgm:extLst>
    </dgm:pt>
    <dgm:pt modelId="{29333A0B-3D98-784B-BCF2-663BABB31A66}" type="pres">
      <dgm:prSet presAssocID="{2DFF7612-AB78-2243-A87B-0E65A9ED40B6}" presName="spaceRect" presStyleCnt="0"/>
      <dgm:spPr/>
    </dgm:pt>
    <dgm:pt modelId="{D605DED6-E939-2343-A8A8-BA1B9836D05D}" type="pres">
      <dgm:prSet presAssocID="{2DFF7612-AB78-2243-A87B-0E65A9ED40B6}" presName="parTx" presStyleLbl="revTx" presStyleIdx="3" presStyleCnt="4">
        <dgm:presLayoutVars>
          <dgm:chMax val="0"/>
          <dgm:chPref val="0"/>
        </dgm:presLayoutVars>
      </dgm:prSet>
      <dgm:spPr/>
    </dgm:pt>
  </dgm:ptLst>
  <dgm:cxnLst>
    <dgm:cxn modelId="{604A1B2F-D68F-45F6-8FB3-FBC3EE6F3D40}" type="presOf" srcId="{828FDA1D-99C9-47FE-A175-5F2046713DCE}" destId="{22185353-A9EC-48B0-AF2F-43F57E6C55DA}" srcOrd="0" destOrd="0" presId="urn:microsoft.com/office/officeart/2018/2/layout/IconVerticalSolidList"/>
    <dgm:cxn modelId="{7E0D5873-CEED-4A7B-8DA6-BBD5879F53D9}" srcId="{606C53B2-3C1D-4657-8010-705DDBCA0B6B}" destId="{828FDA1D-99C9-47FE-A175-5F2046713DCE}" srcOrd="2" destOrd="0" parTransId="{59091568-4B62-45CA-80CB-7FD82780312D}" sibTransId="{2C704CBC-E854-470B-88CD-2CCA88AA9136}"/>
    <dgm:cxn modelId="{C4B28C7A-F10F-45EE-BF4F-EED93F6A7702}" srcId="{606C53B2-3C1D-4657-8010-705DDBCA0B6B}" destId="{E8B155A1-D8E7-4C4A-9843-3B8BB0190534}" srcOrd="1" destOrd="0" parTransId="{5A62B1F2-B961-4F39-87BD-FD9E816ACCB2}" sibTransId="{8CA4EAA1-020D-45D9-AF7C-252CE91A41EF}"/>
    <dgm:cxn modelId="{0FC98B87-943B-496E-ACF7-3384D913C9D3}" type="presOf" srcId="{E8B155A1-D8E7-4C4A-9843-3B8BB0190534}" destId="{1DFA7640-A0BF-43A1-BD62-3BB725F1AC3D}" srcOrd="0" destOrd="0" presId="urn:microsoft.com/office/officeart/2018/2/layout/IconVerticalSolidList"/>
    <dgm:cxn modelId="{EF314791-056C-F540-BFDB-0B38AB7AA345}" srcId="{606C53B2-3C1D-4657-8010-705DDBCA0B6B}" destId="{2DFF7612-AB78-2243-A87B-0E65A9ED40B6}" srcOrd="3" destOrd="0" parTransId="{727AA568-8C2F-F540-80A0-655A335A0571}" sibTransId="{448A3676-03BB-1D4B-9DB3-FBECD3A2C3F5}"/>
    <dgm:cxn modelId="{D5617098-5A8D-43DD-9183-C634C23474C8}" type="presOf" srcId="{5F71C10C-5229-4F26-AE5D-63A01B367B30}" destId="{99AB229D-44BC-42F4-9436-48EF09D10E9E}" srcOrd="0" destOrd="0" presId="urn:microsoft.com/office/officeart/2018/2/layout/IconVerticalSolidList"/>
    <dgm:cxn modelId="{8C9F75A3-D929-4964-A9F4-5175DF046C43}" type="presOf" srcId="{606C53B2-3C1D-4657-8010-705DDBCA0B6B}" destId="{4F02FFE4-8013-4AF7-9001-A4A57D546DD6}" srcOrd="0" destOrd="0" presId="urn:microsoft.com/office/officeart/2018/2/layout/IconVerticalSolidList"/>
    <dgm:cxn modelId="{569FB7B4-07D9-B548-8EEC-9E89D7DA0A1D}" type="presOf" srcId="{2DFF7612-AB78-2243-A87B-0E65A9ED40B6}" destId="{D605DED6-E939-2343-A8A8-BA1B9836D05D}" srcOrd="0" destOrd="0" presId="urn:microsoft.com/office/officeart/2018/2/layout/IconVerticalSolidList"/>
    <dgm:cxn modelId="{939802E0-0591-469C-802C-2FABEDACD6A4}" srcId="{606C53B2-3C1D-4657-8010-705DDBCA0B6B}" destId="{5F71C10C-5229-4F26-AE5D-63A01B367B30}" srcOrd="0" destOrd="0" parTransId="{3D079D7B-E54D-4CC3-9DC3-C151442A2E58}" sibTransId="{85777CA0-2F91-463F-98A9-2B73F0317108}"/>
    <dgm:cxn modelId="{CA9E1E45-DB31-41ED-9B6D-807EBA5D09A8}" type="presParOf" srcId="{4F02FFE4-8013-4AF7-9001-A4A57D546DD6}" destId="{32A1E248-52DC-4F94-92AA-524D8E3CA15A}" srcOrd="0" destOrd="0" presId="urn:microsoft.com/office/officeart/2018/2/layout/IconVerticalSolidList"/>
    <dgm:cxn modelId="{A2095E11-AF63-48E4-BDFE-BC0E135AC0F1}" type="presParOf" srcId="{32A1E248-52DC-4F94-92AA-524D8E3CA15A}" destId="{91CED9CF-B4C2-4488-B863-F9B84D7303D6}" srcOrd="0" destOrd="0" presId="urn:microsoft.com/office/officeart/2018/2/layout/IconVerticalSolidList"/>
    <dgm:cxn modelId="{450652C1-4374-471D-BD77-569BB4469172}" type="presParOf" srcId="{32A1E248-52DC-4F94-92AA-524D8E3CA15A}" destId="{74BE0942-9403-4725-82AA-FB8E6969CEC9}" srcOrd="1" destOrd="0" presId="urn:microsoft.com/office/officeart/2018/2/layout/IconVerticalSolidList"/>
    <dgm:cxn modelId="{79692682-5289-4594-8F22-88428FCF50EA}" type="presParOf" srcId="{32A1E248-52DC-4F94-92AA-524D8E3CA15A}" destId="{275FDA82-51D9-4A17-B4A2-C14608285105}" srcOrd="2" destOrd="0" presId="urn:microsoft.com/office/officeart/2018/2/layout/IconVerticalSolidList"/>
    <dgm:cxn modelId="{D20DC861-2338-4F22-8D38-D3C8145C56F4}" type="presParOf" srcId="{32A1E248-52DC-4F94-92AA-524D8E3CA15A}" destId="{99AB229D-44BC-42F4-9436-48EF09D10E9E}" srcOrd="3" destOrd="0" presId="urn:microsoft.com/office/officeart/2018/2/layout/IconVerticalSolidList"/>
    <dgm:cxn modelId="{61BEA172-18C4-4B41-BD0E-ACCC685F41D7}" type="presParOf" srcId="{4F02FFE4-8013-4AF7-9001-A4A57D546DD6}" destId="{4B11809E-C094-48D3-8580-71B578ACF3CB}" srcOrd="1" destOrd="0" presId="urn:microsoft.com/office/officeart/2018/2/layout/IconVerticalSolidList"/>
    <dgm:cxn modelId="{495014C5-F219-4CB8-ABB6-7B38459E233E}" type="presParOf" srcId="{4F02FFE4-8013-4AF7-9001-A4A57D546DD6}" destId="{EFB60F7E-8111-49D2-A83B-AA343DB4BEE2}" srcOrd="2" destOrd="0" presId="urn:microsoft.com/office/officeart/2018/2/layout/IconVerticalSolidList"/>
    <dgm:cxn modelId="{05AB305C-9802-49DF-B229-70A89E77C8D4}" type="presParOf" srcId="{EFB60F7E-8111-49D2-A83B-AA343DB4BEE2}" destId="{46C81AF9-EF3D-4824-B189-400D68887296}" srcOrd="0" destOrd="0" presId="urn:microsoft.com/office/officeart/2018/2/layout/IconVerticalSolidList"/>
    <dgm:cxn modelId="{79E2F124-1BD0-4A22-BB09-971BD3D7B2C9}" type="presParOf" srcId="{EFB60F7E-8111-49D2-A83B-AA343DB4BEE2}" destId="{CB5D6A20-5127-4984-B59F-FD0AA84D1387}" srcOrd="1" destOrd="0" presId="urn:microsoft.com/office/officeart/2018/2/layout/IconVerticalSolidList"/>
    <dgm:cxn modelId="{D5351E9B-EA2E-47C3-87BC-BC3D95F6A5B6}" type="presParOf" srcId="{EFB60F7E-8111-49D2-A83B-AA343DB4BEE2}" destId="{4B076952-A8FE-47AB-9678-3F578347B5B1}" srcOrd="2" destOrd="0" presId="urn:microsoft.com/office/officeart/2018/2/layout/IconVerticalSolidList"/>
    <dgm:cxn modelId="{3CF894D1-0F9E-4835-ABCB-7C07B87BC898}" type="presParOf" srcId="{EFB60F7E-8111-49D2-A83B-AA343DB4BEE2}" destId="{1DFA7640-A0BF-43A1-BD62-3BB725F1AC3D}" srcOrd="3" destOrd="0" presId="urn:microsoft.com/office/officeart/2018/2/layout/IconVerticalSolidList"/>
    <dgm:cxn modelId="{AA67A461-5506-42C6-9E57-68510C711B56}" type="presParOf" srcId="{4F02FFE4-8013-4AF7-9001-A4A57D546DD6}" destId="{20A86966-C5D3-456F-93EB-E6F71BE9B010}" srcOrd="3" destOrd="0" presId="urn:microsoft.com/office/officeart/2018/2/layout/IconVerticalSolidList"/>
    <dgm:cxn modelId="{A531AA5C-328B-4596-A752-30297C159784}" type="presParOf" srcId="{4F02FFE4-8013-4AF7-9001-A4A57D546DD6}" destId="{83B27074-E9A9-4A46-8E99-B40EAB42068C}" srcOrd="4" destOrd="0" presId="urn:microsoft.com/office/officeart/2018/2/layout/IconVerticalSolidList"/>
    <dgm:cxn modelId="{14BDBD4B-5808-4F4B-9D40-0F53372A29CB}" type="presParOf" srcId="{83B27074-E9A9-4A46-8E99-B40EAB42068C}" destId="{92E912FB-50AE-454A-A9D2-7DBF642BD4B6}" srcOrd="0" destOrd="0" presId="urn:microsoft.com/office/officeart/2018/2/layout/IconVerticalSolidList"/>
    <dgm:cxn modelId="{D8BD6D80-5FF4-4D36-9905-58D7802334F5}" type="presParOf" srcId="{83B27074-E9A9-4A46-8E99-B40EAB42068C}" destId="{057EE6C3-3D97-49F3-9920-A10D6749350E}" srcOrd="1" destOrd="0" presId="urn:microsoft.com/office/officeart/2018/2/layout/IconVerticalSolidList"/>
    <dgm:cxn modelId="{9D98DA0D-A43F-44C4-B3CE-67089ED4DFD4}" type="presParOf" srcId="{83B27074-E9A9-4A46-8E99-B40EAB42068C}" destId="{E9C4BCD9-B72F-4558-832C-AEC54EC0DB89}" srcOrd="2" destOrd="0" presId="urn:microsoft.com/office/officeart/2018/2/layout/IconVerticalSolidList"/>
    <dgm:cxn modelId="{23F413AF-5528-48F1-B489-CE3A2C47FC91}" type="presParOf" srcId="{83B27074-E9A9-4A46-8E99-B40EAB42068C}" destId="{22185353-A9EC-48B0-AF2F-43F57E6C55DA}" srcOrd="3" destOrd="0" presId="urn:microsoft.com/office/officeart/2018/2/layout/IconVerticalSolidList"/>
    <dgm:cxn modelId="{83AF61F2-5FFA-D244-8502-8E6111D8B528}" type="presParOf" srcId="{4F02FFE4-8013-4AF7-9001-A4A57D546DD6}" destId="{F617CF7D-EF67-8D4B-87A2-D95E8B0A6712}" srcOrd="5" destOrd="0" presId="urn:microsoft.com/office/officeart/2018/2/layout/IconVerticalSolidList"/>
    <dgm:cxn modelId="{4F464407-DB15-5944-9A41-7A59FE95F55B}" type="presParOf" srcId="{4F02FFE4-8013-4AF7-9001-A4A57D546DD6}" destId="{66795E98-EDE7-9647-8911-5921D81DC692}" srcOrd="6" destOrd="0" presId="urn:microsoft.com/office/officeart/2018/2/layout/IconVerticalSolidList"/>
    <dgm:cxn modelId="{1AF31CC4-85DB-6B4B-A599-37AF3C58E0A3}" type="presParOf" srcId="{66795E98-EDE7-9647-8911-5921D81DC692}" destId="{E23099F3-B3F0-5B47-8D4B-F0786278877C}" srcOrd="0" destOrd="0" presId="urn:microsoft.com/office/officeart/2018/2/layout/IconVerticalSolidList"/>
    <dgm:cxn modelId="{17AD8434-9A26-3D4F-8AD0-3F043E686634}" type="presParOf" srcId="{66795E98-EDE7-9647-8911-5921D81DC692}" destId="{D05D3F96-2E26-4B46-8252-BC1D5F121F9B}" srcOrd="1" destOrd="0" presId="urn:microsoft.com/office/officeart/2018/2/layout/IconVerticalSolidList"/>
    <dgm:cxn modelId="{DC000255-45D1-0B4A-B27C-FBD15B89653E}" type="presParOf" srcId="{66795E98-EDE7-9647-8911-5921D81DC692}" destId="{29333A0B-3D98-784B-BCF2-663BABB31A66}" srcOrd="2" destOrd="0" presId="urn:microsoft.com/office/officeart/2018/2/layout/IconVerticalSolidList"/>
    <dgm:cxn modelId="{0B9B9BF2-0F6A-6042-8B12-322753CCD819}" type="presParOf" srcId="{66795E98-EDE7-9647-8911-5921D81DC692}" destId="{D605DED6-E939-2343-A8A8-BA1B9836D05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06C53B2-3C1D-4657-8010-705DDBCA0B6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F71C10C-5229-4F26-AE5D-63A01B367B30}">
      <dgm:prSet custT="1"/>
      <dgm:spPr/>
      <dgm:t>
        <a:bodyPr/>
        <a:lstStyle/>
        <a:p>
          <a:pPr>
            <a:lnSpc>
              <a:spcPct val="100000"/>
            </a:lnSpc>
          </a:pPr>
          <a:r>
            <a:rPr lang="en-US" sz="2600" dirty="0">
              <a:solidFill>
                <a:schemeClr val="bg2"/>
              </a:solidFill>
              <a:effectLst/>
              <a:latin typeface="+mn-lt"/>
              <a:ea typeface="Calibri" panose="020F0502020204030204" pitchFamily="34" charset="0"/>
              <a:cs typeface="Times New Roman" panose="02020603050405020304" pitchFamily="18" charset="0"/>
            </a:rPr>
            <a:t>Parallel processing is a paradigm where hundreds or thousands of processing nodes work on parts of a computational task in parallel</a:t>
          </a:r>
          <a:endParaRPr lang="en-US" sz="2600" b="0" i="0" dirty="0">
            <a:solidFill>
              <a:schemeClr val="bg2"/>
            </a:solidFill>
            <a:latin typeface="+mn-lt"/>
          </a:endParaRPr>
        </a:p>
      </dgm:t>
    </dgm:pt>
    <dgm:pt modelId="{3D079D7B-E54D-4CC3-9DC3-C151442A2E58}" type="parTrans" cxnId="{939802E0-0591-469C-802C-2FABEDACD6A4}">
      <dgm:prSet/>
      <dgm:spPr/>
      <dgm:t>
        <a:bodyPr/>
        <a:lstStyle/>
        <a:p>
          <a:endParaRPr lang="en-US" sz="2600">
            <a:solidFill>
              <a:schemeClr val="bg2"/>
            </a:solidFill>
          </a:endParaRPr>
        </a:p>
      </dgm:t>
    </dgm:pt>
    <dgm:pt modelId="{85777CA0-2F91-463F-98A9-2B73F0317108}" type="sibTrans" cxnId="{939802E0-0591-469C-802C-2FABEDACD6A4}">
      <dgm:prSet/>
      <dgm:spPr/>
      <dgm:t>
        <a:bodyPr/>
        <a:lstStyle/>
        <a:p>
          <a:endParaRPr lang="en-US" sz="2600">
            <a:solidFill>
              <a:schemeClr val="bg2"/>
            </a:solidFill>
          </a:endParaRPr>
        </a:p>
      </dgm:t>
    </dgm:pt>
    <dgm:pt modelId="{E8B155A1-D8E7-4C4A-9843-3B8BB0190534}">
      <dgm:prSet custT="1"/>
      <dgm:spPr/>
      <dgm:t>
        <a:bodyPr/>
        <a:lstStyle/>
        <a:p>
          <a:pPr>
            <a:lnSpc>
              <a:spcPct val="100000"/>
            </a:lnSpc>
          </a:pPr>
          <a:r>
            <a:rPr lang="en-US" sz="2600" dirty="0">
              <a:solidFill>
                <a:schemeClr val="tx1"/>
              </a:solidFill>
              <a:effectLst/>
              <a:latin typeface="+mn-lt"/>
              <a:ea typeface="Calibri" panose="020F0502020204030204" pitchFamily="34" charset="0"/>
              <a:cs typeface="Times New Roman" panose="02020603050405020304" pitchFamily="18" charset="0"/>
            </a:rPr>
            <a:t>Each of these nodes run individual instances of an operating system, have their own input and output devices, and do not share memory</a:t>
          </a:r>
          <a:endParaRPr lang="en-US" sz="2600" dirty="0">
            <a:solidFill>
              <a:schemeClr val="tx1"/>
            </a:solidFill>
            <a:latin typeface="+mn-lt"/>
          </a:endParaRPr>
        </a:p>
      </dgm:t>
    </dgm:pt>
    <dgm:pt modelId="{5A62B1F2-B961-4F39-87BD-FD9E816ACCB2}" type="parTrans" cxnId="{C4B28C7A-F10F-45EE-BF4F-EED93F6A7702}">
      <dgm:prSet/>
      <dgm:spPr/>
      <dgm:t>
        <a:bodyPr/>
        <a:lstStyle/>
        <a:p>
          <a:endParaRPr lang="en-US" sz="2600">
            <a:solidFill>
              <a:schemeClr val="bg2"/>
            </a:solidFill>
          </a:endParaRPr>
        </a:p>
      </dgm:t>
    </dgm:pt>
    <dgm:pt modelId="{8CA4EAA1-020D-45D9-AF7C-252CE91A41EF}" type="sibTrans" cxnId="{C4B28C7A-F10F-45EE-BF4F-EED93F6A7702}">
      <dgm:prSet/>
      <dgm:spPr/>
      <dgm:t>
        <a:bodyPr/>
        <a:lstStyle/>
        <a:p>
          <a:endParaRPr lang="en-US" sz="2600">
            <a:solidFill>
              <a:schemeClr val="bg2"/>
            </a:solidFill>
          </a:endParaRPr>
        </a:p>
      </dgm:t>
    </dgm:pt>
    <dgm:pt modelId="{828FDA1D-99C9-47FE-A175-5F2046713DCE}">
      <dgm:prSet phldr="0" custT="1"/>
      <dgm:spPr/>
      <dgm:t>
        <a:bodyPr/>
        <a:lstStyle/>
        <a:p>
          <a:pPr>
            <a:lnSpc>
              <a:spcPct val="100000"/>
            </a:lnSpc>
          </a:pPr>
          <a:r>
            <a:rPr lang="en-US" sz="2600" dirty="0">
              <a:solidFill>
                <a:schemeClr val="tx1"/>
              </a:solidFill>
              <a:effectLst/>
              <a:latin typeface="+mn-lt"/>
              <a:ea typeface="Calibri" panose="020F0502020204030204" pitchFamily="34" charset="0"/>
              <a:cs typeface="Times New Roman" panose="02020603050405020304" pitchFamily="18" charset="0"/>
            </a:rPr>
            <a:t>These nodes might have private storage capacity (disk or solid state) and also share common network storage</a:t>
          </a:r>
          <a:endParaRPr lang="en-US" sz="2600" b="0" i="0" dirty="0">
            <a:solidFill>
              <a:schemeClr val="tx1"/>
            </a:solidFill>
            <a:latin typeface="+mn-lt"/>
          </a:endParaRPr>
        </a:p>
      </dgm:t>
    </dgm:pt>
    <dgm:pt modelId="{59091568-4B62-45CA-80CB-7FD82780312D}" type="parTrans" cxnId="{7E0D5873-CEED-4A7B-8DA6-BBD5879F53D9}">
      <dgm:prSet/>
      <dgm:spPr/>
      <dgm:t>
        <a:bodyPr/>
        <a:lstStyle/>
        <a:p>
          <a:endParaRPr lang="en-US" sz="2600">
            <a:solidFill>
              <a:schemeClr val="bg2"/>
            </a:solidFill>
          </a:endParaRPr>
        </a:p>
      </dgm:t>
    </dgm:pt>
    <dgm:pt modelId="{2C704CBC-E854-470B-88CD-2CCA88AA9136}" type="sibTrans" cxnId="{7E0D5873-CEED-4A7B-8DA6-BBD5879F53D9}">
      <dgm:prSet/>
      <dgm:spPr/>
      <dgm:t>
        <a:bodyPr/>
        <a:lstStyle/>
        <a:p>
          <a:endParaRPr lang="en-US" sz="2600">
            <a:solidFill>
              <a:schemeClr val="bg2"/>
            </a:solidFill>
          </a:endParaRPr>
        </a:p>
      </dgm:t>
    </dgm:pt>
    <dgm:pt modelId="{2DFF7612-AB78-2243-A87B-0E65A9ED40B6}">
      <dgm:prSet phldr="0" custT="1"/>
      <dgm:spPr/>
      <dgm:t>
        <a:bodyPr/>
        <a:lstStyle/>
        <a:p>
          <a:pPr>
            <a:lnSpc>
              <a:spcPct val="100000"/>
            </a:lnSpc>
          </a:pPr>
          <a:r>
            <a:rPr lang="en-US" sz="2600" dirty="0">
              <a:solidFill>
                <a:schemeClr val="bg2"/>
              </a:solidFill>
              <a:effectLst/>
              <a:latin typeface="+mn-lt"/>
              <a:ea typeface="Calibri" panose="020F0502020204030204" pitchFamily="34" charset="0"/>
              <a:cs typeface="Times New Roman" panose="02020603050405020304" pitchFamily="18" charset="0"/>
            </a:rPr>
            <a:t>Processing nodes achieve a common computational task by communicating with each other via message passing over a high-speed interconnect</a:t>
          </a:r>
          <a:endParaRPr lang="en-US" sz="2600" dirty="0">
            <a:solidFill>
              <a:schemeClr val="bg2"/>
            </a:solidFill>
            <a:latin typeface="Arial"/>
          </a:endParaRPr>
        </a:p>
      </dgm:t>
    </dgm:pt>
    <dgm:pt modelId="{727AA568-8C2F-F540-80A0-655A335A0571}" type="parTrans" cxnId="{EF314791-056C-F540-BFDB-0B38AB7AA345}">
      <dgm:prSet/>
      <dgm:spPr/>
      <dgm:t>
        <a:bodyPr/>
        <a:lstStyle/>
        <a:p>
          <a:endParaRPr lang="en-US" sz="2600">
            <a:solidFill>
              <a:schemeClr val="bg2"/>
            </a:solidFill>
          </a:endParaRPr>
        </a:p>
      </dgm:t>
    </dgm:pt>
    <dgm:pt modelId="{448A3676-03BB-1D4B-9DB3-FBECD3A2C3F5}" type="sibTrans" cxnId="{EF314791-056C-F540-BFDB-0B38AB7AA345}">
      <dgm:prSet/>
      <dgm:spPr/>
      <dgm:t>
        <a:bodyPr/>
        <a:lstStyle/>
        <a:p>
          <a:endParaRPr lang="en-US" sz="2600">
            <a:solidFill>
              <a:schemeClr val="bg2"/>
            </a:solidFill>
          </a:endParaRPr>
        </a:p>
      </dgm:t>
    </dgm:pt>
    <dgm:pt modelId="{4F02FFE4-8013-4AF7-9001-A4A57D546DD6}" type="pres">
      <dgm:prSet presAssocID="{606C53B2-3C1D-4657-8010-705DDBCA0B6B}" presName="root" presStyleCnt="0">
        <dgm:presLayoutVars>
          <dgm:dir/>
          <dgm:resizeHandles val="exact"/>
        </dgm:presLayoutVars>
      </dgm:prSet>
      <dgm:spPr/>
    </dgm:pt>
    <dgm:pt modelId="{32A1E248-52DC-4F94-92AA-524D8E3CA15A}" type="pres">
      <dgm:prSet presAssocID="{5F71C10C-5229-4F26-AE5D-63A01B367B30}" presName="compNode" presStyleCnt="0"/>
      <dgm:spPr/>
    </dgm:pt>
    <dgm:pt modelId="{91CED9CF-B4C2-4488-B863-F9B84D7303D6}" type="pres">
      <dgm:prSet presAssocID="{5F71C10C-5229-4F26-AE5D-63A01B367B30}" presName="bgRect" presStyleLbl="bgShp" presStyleIdx="0" presStyleCnt="4"/>
      <dgm:spPr>
        <a:solidFill>
          <a:srgbClr val="C50724"/>
        </a:solidFill>
      </dgm:spPr>
    </dgm:pt>
    <dgm:pt modelId="{74BE0942-9403-4725-82AA-FB8E6969CEC9}" type="pres">
      <dgm:prSet presAssocID="{5F71C10C-5229-4F26-AE5D-63A01B367B30}"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ullseye"/>
        </a:ext>
      </dgm:extLst>
    </dgm:pt>
    <dgm:pt modelId="{275FDA82-51D9-4A17-B4A2-C14608285105}" type="pres">
      <dgm:prSet presAssocID="{5F71C10C-5229-4F26-AE5D-63A01B367B30}" presName="spaceRect" presStyleCnt="0"/>
      <dgm:spPr/>
    </dgm:pt>
    <dgm:pt modelId="{99AB229D-44BC-42F4-9436-48EF09D10E9E}" type="pres">
      <dgm:prSet presAssocID="{5F71C10C-5229-4F26-AE5D-63A01B367B30}" presName="parTx" presStyleLbl="revTx" presStyleIdx="0" presStyleCnt="4">
        <dgm:presLayoutVars>
          <dgm:chMax val="0"/>
          <dgm:chPref val="0"/>
        </dgm:presLayoutVars>
      </dgm:prSet>
      <dgm:spPr/>
    </dgm:pt>
    <dgm:pt modelId="{4B11809E-C094-48D3-8580-71B578ACF3CB}" type="pres">
      <dgm:prSet presAssocID="{85777CA0-2F91-463F-98A9-2B73F0317108}" presName="sibTrans" presStyleCnt="0"/>
      <dgm:spPr/>
    </dgm:pt>
    <dgm:pt modelId="{EFB60F7E-8111-49D2-A83B-AA343DB4BEE2}" type="pres">
      <dgm:prSet presAssocID="{E8B155A1-D8E7-4C4A-9843-3B8BB0190534}" presName="compNode" presStyleCnt="0"/>
      <dgm:spPr/>
    </dgm:pt>
    <dgm:pt modelId="{46C81AF9-EF3D-4824-B189-400D68887296}" type="pres">
      <dgm:prSet presAssocID="{E8B155A1-D8E7-4C4A-9843-3B8BB0190534}" presName="bgRect" presStyleLbl="bgShp" presStyleIdx="1" presStyleCnt="4" custLinFactNeighborX="1555" custLinFactNeighborY="7005"/>
      <dgm:spPr>
        <a:solidFill>
          <a:srgbClr val="E98D0A"/>
        </a:solidFill>
      </dgm:spPr>
    </dgm:pt>
    <dgm:pt modelId="{CB5D6A20-5127-4984-B59F-FD0AA84D1387}" type="pres">
      <dgm:prSet presAssocID="{E8B155A1-D8E7-4C4A-9843-3B8BB019053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arth Globe Europe-Africa"/>
        </a:ext>
      </dgm:extLst>
    </dgm:pt>
    <dgm:pt modelId="{4B076952-A8FE-47AB-9678-3F578347B5B1}" type="pres">
      <dgm:prSet presAssocID="{E8B155A1-D8E7-4C4A-9843-3B8BB0190534}" presName="spaceRect" presStyleCnt="0"/>
      <dgm:spPr/>
    </dgm:pt>
    <dgm:pt modelId="{1DFA7640-A0BF-43A1-BD62-3BB725F1AC3D}" type="pres">
      <dgm:prSet presAssocID="{E8B155A1-D8E7-4C4A-9843-3B8BB0190534}" presName="parTx" presStyleLbl="revTx" presStyleIdx="1" presStyleCnt="4">
        <dgm:presLayoutVars>
          <dgm:chMax val="0"/>
          <dgm:chPref val="0"/>
        </dgm:presLayoutVars>
      </dgm:prSet>
      <dgm:spPr/>
    </dgm:pt>
    <dgm:pt modelId="{20A86966-C5D3-456F-93EB-E6F71BE9B010}" type="pres">
      <dgm:prSet presAssocID="{8CA4EAA1-020D-45D9-AF7C-252CE91A41EF}" presName="sibTrans" presStyleCnt="0"/>
      <dgm:spPr/>
    </dgm:pt>
    <dgm:pt modelId="{83B27074-E9A9-4A46-8E99-B40EAB42068C}" type="pres">
      <dgm:prSet presAssocID="{828FDA1D-99C9-47FE-A175-5F2046713DCE}" presName="compNode" presStyleCnt="0"/>
      <dgm:spPr/>
    </dgm:pt>
    <dgm:pt modelId="{92E912FB-50AE-454A-A9D2-7DBF642BD4B6}" type="pres">
      <dgm:prSet presAssocID="{828FDA1D-99C9-47FE-A175-5F2046713DCE}" presName="bgRect" presStyleLbl="bgShp" presStyleIdx="2" presStyleCnt="4"/>
      <dgm:spPr>
        <a:solidFill>
          <a:srgbClr val="969696"/>
        </a:solidFill>
      </dgm:spPr>
    </dgm:pt>
    <dgm:pt modelId="{057EE6C3-3D97-49F3-9920-A10D6749350E}" type="pres">
      <dgm:prSet presAssocID="{828FDA1D-99C9-47FE-A175-5F2046713DCE}"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Magnifying glass"/>
        </a:ext>
      </dgm:extLst>
    </dgm:pt>
    <dgm:pt modelId="{E9C4BCD9-B72F-4558-832C-AEC54EC0DB89}" type="pres">
      <dgm:prSet presAssocID="{828FDA1D-99C9-47FE-A175-5F2046713DCE}" presName="spaceRect" presStyleCnt="0"/>
      <dgm:spPr/>
    </dgm:pt>
    <dgm:pt modelId="{22185353-A9EC-48B0-AF2F-43F57E6C55DA}" type="pres">
      <dgm:prSet presAssocID="{828FDA1D-99C9-47FE-A175-5F2046713DCE}" presName="parTx" presStyleLbl="revTx" presStyleIdx="2" presStyleCnt="4">
        <dgm:presLayoutVars>
          <dgm:chMax val="0"/>
          <dgm:chPref val="0"/>
        </dgm:presLayoutVars>
      </dgm:prSet>
      <dgm:spPr/>
    </dgm:pt>
    <dgm:pt modelId="{F617CF7D-EF67-8D4B-87A2-D95E8B0A6712}" type="pres">
      <dgm:prSet presAssocID="{2C704CBC-E854-470B-88CD-2CCA88AA9136}" presName="sibTrans" presStyleCnt="0"/>
      <dgm:spPr/>
    </dgm:pt>
    <dgm:pt modelId="{66795E98-EDE7-9647-8911-5921D81DC692}" type="pres">
      <dgm:prSet presAssocID="{2DFF7612-AB78-2243-A87B-0E65A9ED40B6}" presName="compNode" presStyleCnt="0"/>
      <dgm:spPr/>
    </dgm:pt>
    <dgm:pt modelId="{E23099F3-B3F0-5B47-8D4B-F0786278877C}" type="pres">
      <dgm:prSet presAssocID="{2DFF7612-AB78-2243-A87B-0E65A9ED40B6}" presName="bgRect" presStyleLbl="bgShp" presStyleIdx="3" presStyleCnt="4"/>
      <dgm:spPr>
        <a:solidFill>
          <a:srgbClr val="3F4F6C"/>
        </a:solidFill>
      </dgm:spPr>
    </dgm:pt>
    <dgm:pt modelId="{D05D3F96-2E26-4B46-8252-BC1D5F121F9B}" type="pres">
      <dgm:prSet presAssocID="{2DFF7612-AB78-2243-A87B-0E65A9ED40B6}"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Gears"/>
        </a:ext>
      </dgm:extLst>
    </dgm:pt>
    <dgm:pt modelId="{29333A0B-3D98-784B-BCF2-663BABB31A66}" type="pres">
      <dgm:prSet presAssocID="{2DFF7612-AB78-2243-A87B-0E65A9ED40B6}" presName="spaceRect" presStyleCnt="0"/>
      <dgm:spPr/>
    </dgm:pt>
    <dgm:pt modelId="{D605DED6-E939-2343-A8A8-BA1B9836D05D}" type="pres">
      <dgm:prSet presAssocID="{2DFF7612-AB78-2243-A87B-0E65A9ED40B6}" presName="parTx" presStyleLbl="revTx" presStyleIdx="3" presStyleCnt="4">
        <dgm:presLayoutVars>
          <dgm:chMax val="0"/>
          <dgm:chPref val="0"/>
        </dgm:presLayoutVars>
      </dgm:prSet>
      <dgm:spPr/>
    </dgm:pt>
  </dgm:ptLst>
  <dgm:cxnLst>
    <dgm:cxn modelId="{604A1B2F-D68F-45F6-8FB3-FBC3EE6F3D40}" type="presOf" srcId="{828FDA1D-99C9-47FE-A175-5F2046713DCE}" destId="{22185353-A9EC-48B0-AF2F-43F57E6C55DA}" srcOrd="0" destOrd="0" presId="urn:microsoft.com/office/officeart/2018/2/layout/IconVerticalSolidList"/>
    <dgm:cxn modelId="{7E0D5873-CEED-4A7B-8DA6-BBD5879F53D9}" srcId="{606C53B2-3C1D-4657-8010-705DDBCA0B6B}" destId="{828FDA1D-99C9-47FE-A175-5F2046713DCE}" srcOrd="2" destOrd="0" parTransId="{59091568-4B62-45CA-80CB-7FD82780312D}" sibTransId="{2C704CBC-E854-470B-88CD-2CCA88AA9136}"/>
    <dgm:cxn modelId="{C4B28C7A-F10F-45EE-BF4F-EED93F6A7702}" srcId="{606C53B2-3C1D-4657-8010-705DDBCA0B6B}" destId="{E8B155A1-D8E7-4C4A-9843-3B8BB0190534}" srcOrd="1" destOrd="0" parTransId="{5A62B1F2-B961-4F39-87BD-FD9E816ACCB2}" sibTransId="{8CA4EAA1-020D-45D9-AF7C-252CE91A41EF}"/>
    <dgm:cxn modelId="{0FC98B87-943B-496E-ACF7-3384D913C9D3}" type="presOf" srcId="{E8B155A1-D8E7-4C4A-9843-3B8BB0190534}" destId="{1DFA7640-A0BF-43A1-BD62-3BB725F1AC3D}" srcOrd="0" destOrd="0" presId="urn:microsoft.com/office/officeart/2018/2/layout/IconVerticalSolidList"/>
    <dgm:cxn modelId="{EF314791-056C-F540-BFDB-0B38AB7AA345}" srcId="{606C53B2-3C1D-4657-8010-705DDBCA0B6B}" destId="{2DFF7612-AB78-2243-A87B-0E65A9ED40B6}" srcOrd="3" destOrd="0" parTransId="{727AA568-8C2F-F540-80A0-655A335A0571}" sibTransId="{448A3676-03BB-1D4B-9DB3-FBECD3A2C3F5}"/>
    <dgm:cxn modelId="{D5617098-5A8D-43DD-9183-C634C23474C8}" type="presOf" srcId="{5F71C10C-5229-4F26-AE5D-63A01B367B30}" destId="{99AB229D-44BC-42F4-9436-48EF09D10E9E}" srcOrd="0" destOrd="0" presId="urn:microsoft.com/office/officeart/2018/2/layout/IconVerticalSolidList"/>
    <dgm:cxn modelId="{8C9F75A3-D929-4964-A9F4-5175DF046C43}" type="presOf" srcId="{606C53B2-3C1D-4657-8010-705DDBCA0B6B}" destId="{4F02FFE4-8013-4AF7-9001-A4A57D546DD6}" srcOrd="0" destOrd="0" presId="urn:microsoft.com/office/officeart/2018/2/layout/IconVerticalSolidList"/>
    <dgm:cxn modelId="{569FB7B4-07D9-B548-8EEC-9E89D7DA0A1D}" type="presOf" srcId="{2DFF7612-AB78-2243-A87B-0E65A9ED40B6}" destId="{D605DED6-E939-2343-A8A8-BA1B9836D05D}" srcOrd="0" destOrd="0" presId="urn:microsoft.com/office/officeart/2018/2/layout/IconVerticalSolidList"/>
    <dgm:cxn modelId="{939802E0-0591-469C-802C-2FABEDACD6A4}" srcId="{606C53B2-3C1D-4657-8010-705DDBCA0B6B}" destId="{5F71C10C-5229-4F26-AE5D-63A01B367B30}" srcOrd="0" destOrd="0" parTransId="{3D079D7B-E54D-4CC3-9DC3-C151442A2E58}" sibTransId="{85777CA0-2F91-463F-98A9-2B73F0317108}"/>
    <dgm:cxn modelId="{CA9E1E45-DB31-41ED-9B6D-807EBA5D09A8}" type="presParOf" srcId="{4F02FFE4-8013-4AF7-9001-A4A57D546DD6}" destId="{32A1E248-52DC-4F94-92AA-524D8E3CA15A}" srcOrd="0" destOrd="0" presId="urn:microsoft.com/office/officeart/2018/2/layout/IconVerticalSolidList"/>
    <dgm:cxn modelId="{A2095E11-AF63-48E4-BDFE-BC0E135AC0F1}" type="presParOf" srcId="{32A1E248-52DC-4F94-92AA-524D8E3CA15A}" destId="{91CED9CF-B4C2-4488-B863-F9B84D7303D6}" srcOrd="0" destOrd="0" presId="urn:microsoft.com/office/officeart/2018/2/layout/IconVerticalSolidList"/>
    <dgm:cxn modelId="{450652C1-4374-471D-BD77-569BB4469172}" type="presParOf" srcId="{32A1E248-52DC-4F94-92AA-524D8E3CA15A}" destId="{74BE0942-9403-4725-82AA-FB8E6969CEC9}" srcOrd="1" destOrd="0" presId="urn:microsoft.com/office/officeart/2018/2/layout/IconVerticalSolidList"/>
    <dgm:cxn modelId="{79692682-5289-4594-8F22-88428FCF50EA}" type="presParOf" srcId="{32A1E248-52DC-4F94-92AA-524D8E3CA15A}" destId="{275FDA82-51D9-4A17-B4A2-C14608285105}" srcOrd="2" destOrd="0" presId="urn:microsoft.com/office/officeart/2018/2/layout/IconVerticalSolidList"/>
    <dgm:cxn modelId="{D20DC861-2338-4F22-8D38-D3C8145C56F4}" type="presParOf" srcId="{32A1E248-52DC-4F94-92AA-524D8E3CA15A}" destId="{99AB229D-44BC-42F4-9436-48EF09D10E9E}" srcOrd="3" destOrd="0" presId="urn:microsoft.com/office/officeart/2018/2/layout/IconVerticalSolidList"/>
    <dgm:cxn modelId="{61BEA172-18C4-4B41-BD0E-ACCC685F41D7}" type="presParOf" srcId="{4F02FFE4-8013-4AF7-9001-A4A57D546DD6}" destId="{4B11809E-C094-48D3-8580-71B578ACF3CB}" srcOrd="1" destOrd="0" presId="urn:microsoft.com/office/officeart/2018/2/layout/IconVerticalSolidList"/>
    <dgm:cxn modelId="{495014C5-F219-4CB8-ABB6-7B38459E233E}" type="presParOf" srcId="{4F02FFE4-8013-4AF7-9001-A4A57D546DD6}" destId="{EFB60F7E-8111-49D2-A83B-AA343DB4BEE2}" srcOrd="2" destOrd="0" presId="urn:microsoft.com/office/officeart/2018/2/layout/IconVerticalSolidList"/>
    <dgm:cxn modelId="{05AB305C-9802-49DF-B229-70A89E77C8D4}" type="presParOf" srcId="{EFB60F7E-8111-49D2-A83B-AA343DB4BEE2}" destId="{46C81AF9-EF3D-4824-B189-400D68887296}" srcOrd="0" destOrd="0" presId="urn:microsoft.com/office/officeart/2018/2/layout/IconVerticalSolidList"/>
    <dgm:cxn modelId="{79E2F124-1BD0-4A22-BB09-971BD3D7B2C9}" type="presParOf" srcId="{EFB60F7E-8111-49D2-A83B-AA343DB4BEE2}" destId="{CB5D6A20-5127-4984-B59F-FD0AA84D1387}" srcOrd="1" destOrd="0" presId="urn:microsoft.com/office/officeart/2018/2/layout/IconVerticalSolidList"/>
    <dgm:cxn modelId="{D5351E9B-EA2E-47C3-87BC-BC3D95F6A5B6}" type="presParOf" srcId="{EFB60F7E-8111-49D2-A83B-AA343DB4BEE2}" destId="{4B076952-A8FE-47AB-9678-3F578347B5B1}" srcOrd="2" destOrd="0" presId="urn:microsoft.com/office/officeart/2018/2/layout/IconVerticalSolidList"/>
    <dgm:cxn modelId="{3CF894D1-0F9E-4835-ABCB-7C07B87BC898}" type="presParOf" srcId="{EFB60F7E-8111-49D2-A83B-AA343DB4BEE2}" destId="{1DFA7640-A0BF-43A1-BD62-3BB725F1AC3D}" srcOrd="3" destOrd="0" presId="urn:microsoft.com/office/officeart/2018/2/layout/IconVerticalSolidList"/>
    <dgm:cxn modelId="{AA67A461-5506-42C6-9E57-68510C711B56}" type="presParOf" srcId="{4F02FFE4-8013-4AF7-9001-A4A57D546DD6}" destId="{20A86966-C5D3-456F-93EB-E6F71BE9B010}" srcOrd="3" destOrd="0" presId="urn:microsoft.com/office/officeart/2018/2/layout/IconVerticalSolidList"/>
    <dgm:cxn modelId="{A531AA5C-328B-4596-A752-30297C159784}" type="presParOf" srcId="{4F02FFE4-8013-4AF7-9001-A4A57D546DD6}" destId="{83B27074-E9A9-4A46-8E99-B40EAB42068C}" srcOrd="4" destOrd="0" presId="urn:microsoft.com/office/officeart/2018/2/layout/IconVerticalSolidList"/>
    <dgm:cxn modelId="{14BDBD4B-5808-4F4B-9D40-0F53372A29CB}" type="presParOf" srcId="{83B27074-E9A9-4A46-8E99-B40EAB42068C}" destId="{92E912FB-50AE-454A-A9D2-7DBF642BD4B6}" srcOrd="0" destOrd="0" presId="urn:microsoft.com/office/officeart/2018/2/layout/IconVerticalSolidList"/>
    <dgm:cxn modelId="{D8BD6D80-5FF4-4D36-9905-58D7802334F5}" type="presParOf" srcId="{83B27074-E9A9-4A46-8E99-B40EAB42068C}" destId="{057EE6C3-3D97-49F3-9920-A10D6749350E}" srcOrd="1" destOrd="0" presId="urn:microsoft.com/office/officeart/2018/2/layout/IconVerticalSolidList"/>
    <dgm:cxn modelId="{9D98DA0D-A43F-44C4-B3CE-67089ED4DFD4}" type="presParOf" srcId="{83B27074-E9A9-4A46-8E99-B40EAB42068C}" destId="{E9C4BCD9-B72F-4558-832C-AEC54EC0DB89}" srcOrd="2" destOrd="0" presId="urn:microsoft.com/office/officeart/2018/2/layout/IconVerticalSolidList"/>
    <dgm:cxn modelId="{23F413AF-5528-48F1-B489-CE3A2C47FC91}" type="presParOf" srcId="{83B27074-E9A9-4A46-8E99-B40EAB42068C}" destId="{22185353-A9EC-48B0-AF2F-43F57E6C55DA}" srcOrd="3" destOrd="0" presId="urn:microsoft.com/office/officeart/2018/2/layout/IconVerticalSolidList"/>
    <dgm:cxn modelId="{83AF61F2-5FFA-D244-8502-8E6111D8B528}" type="presParOf" srcId="{4F02FFE4-8013-4AF7-9001-A4A57D546DD6}" destId="{F617CF7D-EF67-8D4B-87A2-D95E8B0A6712}" srcOrd="5" destOrd="0" presId="urn:microsoft.com/office/officeart/2018/2/layout/IconVerticalSolidList"/>
    <dgm:cxn modelId="{4F464407-DB15-5944-9A41-7A59FE95F55B}" type="presParOf" srcId="{4F02FFE4-8013-4AF7-9001-A4A57D546DD6}" destId="{66795E98-EDE7-9647-8911-5921D81DC692}" srcOrd="6" destOrd="0" presId="urn:microsoft.com/office/officeart/2018/2/layout/IconVerticalSolidList"/>
    <dgm:cxn modelId="{1AF31CC4-85DB-6B4B-A599-37AF3C58E0A3}" type="presParOf" srcId="{66795E98-EDE7-9647-8911-5921D81DC692}" destId="{E23099F3-B3F0-5B47-8D4B-F0786278877C}" srcOrd="0" destOrd="0" presId="urn:microsoft.com/office/officeart/2018/2/layout/IconVerticalSolidList"/>
    <dgm:cxn modelId="{17AD8434-9A26-3D4F-8AD0-3F043E686634}" type="presParOf" srcId="{66795E98-EDE7-9647-8911-5921D81DC692}" destId="{D05D3F96-2E26-4B46-8252-BC1D5F121F9B}" srcOrd="1" destOrd="0" presId="urn:microsoft.com/office/officeart/2018/2/layout/IconVerticalSolidList"/>
    <dgm:cxn modelId="{DC000255-45D1-0B4A-B27C-FBD15B89653E}" type="presParOf" srcId="{66795E98-EDE7-9647-8911-5921D81DC692}" destId="{29333A0B-3D98-784B-BCF2-663BABB31A66}" srcOrd="2" destOrd="0" presId="urn:microsoft.com/office/officeart/2018/2/layout/IconVerticalSolidList"/>
    <dgm:cxn modelId="{0B9B9BF2-0F6A-6042-8B12-322753CCD819}" type="presParOf" srcId="{66795E98-EDE7-9647-8911-5921D81DC692}" destId="{D605DED6-E939-2343-A8A8-BA1B9836D05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CED9CF-B4C2-4488-B863-F9B84D7303D6}">
      <dsp:nvSpPr>
        <dsp:cNvPr id="0" name=""/>
        <dsp:cNvSpPr/>
      </dsp:nvSpPr>
      <dsp:spPr>
        <a:xfrm>
          <a:off x="0" y="4903"/>
          <a:ext cx="16084551" cy="1044548"/>
        </a:xfrm>
        <a:prstGeom prst="roundRect">
          <a:avLst>
            <a:gd name="adj" fmla="val 10000"/>
          </a:avLst>
        </a:prstGeom>
        <a:solidFill>
          <a:srgbClr val="C50724"/>
        </a:solidFill>
        <a:ln>
          <a:noFill/>
        </a:ln>
        <a:effectLst/>
      </dsp:spPr>
      <dsp:style>
        <a:lnRef idx="0">
          <a:scrgbClr r="0" g="0" b="0"/>
        </a:lnRef>
        <a:fillRef idx="1">
          <a:scrgbClr r="0" g="0" b="0"/>
        </a:fillRef>
        <a:effectRef idx="0">
          <a:scrgbClr r="0" g="0" b="0"/>
        </a:effectRef>
        <a:fontRef idx="minor"/>
      </dsp:style>
    </dsp:sp>
    <dsp:sp modelId="{74BE0942-9403-4725-82AA-FB8E6969CEC9}">
      <dsp:nvSpPr>
        <dsp:cNvPr id="0" name=""/>
        <dsp:cNvSpPr/>
      </dsp:nvSpPr>
      <dsp:spPr>
        <a:xfrm>
          <a:off x="315975" y="239927"/>
          <a:ext cx="574501" cy="5745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AB229D-44BC-42F4-9436-48EF09D10E9E}">
      <dsp:nvSpPr>
        <dsp:cNvPr id="0" name=""/>
        <dsp:cNvSpPr/>
      </dsp:nvSpPr>
      <dsp:spPr>
        <a:xfrm>
          <a:off x="1206452" y="4903"/>
          <a:ext cx="14878098" cy="1044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548" tIns="110548" rIns="110548" bIns="110548"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bg2"/>
              </a:solidFill>
            </a:rPr>
            <a:t>Semi-structured data is data that has some organizational properties, but does not conform to a rigid schema.  Examples of semi-structured data include: JSON, XML, HTML, Log files, Email messages</a:t>
          </a:r>
        </a:p>
      </dsp:txBody>
      <dsp:txXfrm>
        <a:off x="1206452" y="4903"/>
        <a:ext cx="14878098" cy="1044548"/>
      </dsp:txXfrm>
    </dsp:sp>
    <dsp:sp modelId="{46C81AF9-EF3D-4824-B189-400D68887296}">
      <dsp:nvSpPr>
        <dsp:cNvPr id="0" name=""/>
        <dsp:cNvSpPr/>
      </dsp:nvSpPr>
      <dsp:spPr>
        <a:xfrm>
          <a:off x="0" y="1383759"/>
          <a:ext cx="16084551" cy="1044548"/>
        </a:xfrm>
        <a:prstGeom prst="roundRect">
          <a:avLst>
            <a:gd name="adj" fmla="val 10000"/>
          </a:avLst>
        </a:prstGeom>
        <a:solidFill>
          <a:srgbClr val="E98D0A"/>
        </a:solidFill>
        <a:ln>
          <a:noFill/>
        </a:ln>
        <a:effectLst/>
      </dsp:spPr>
      <dsp:style>
        <a:lnRef idx="0">
          <a:scrgbClr r="0" g="0" b="0"/>
        </a:lnRef>
        <a:fillRef idx="1">
          <a:scrgbClr r="0" g="0" b="0"/>
        </a:fillRef>
        <a:effectRef idx="0">
          <a:scrgbClr r="0" g="0" b="0"/>
        </a:effectRef>
        <a:fontRef idx="minor"/>
      </dsp:style>
    </dsp:sp>
    <dsp:sp modelId="{CB5D6A20-5127-4984-B59F-FD0AA84D1387}">
      <dsp:nvSpPr>
        <dsp:cNvPr id="0" name=""/>
        <dsp:cNvSpPr/>
      </dsp:nvSpPr>
      <dsp:spPr>
        <a:xfrm>
          <a:off x="315975" y="1545612"/>
          <a:ext cx="574501" cy="5745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FA7640-A0BF-43A1-BD62-3BB725F1AC3D}">
      <dsp:nvSpPr>
        <dsp:cNvPr id="0" name=""/>
        <dsp:cNvSpPr/>
      </dsp:nvSpPr>
      <dsp:spPr>
        <a:xfrm>
          <a:off x="1206452" y="1367746"/>
          <a:ext cx="14878098" cy="1044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548" tIns="110548" rIns="110548" bIns="110548"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tx1"/>
              </a:solidFill>
            </a:rPr>
            <a:t>For example, XML data is organized using tags and attributes, and JSON data is organized using key-value pairs. </a:t>
          </a:r>
          <a:endParaRPr lang="en-US" sz="2400" kern="1200" dirty="0">
            <a:solidFill>
              <a:schemeClr val="tx1"/>
            </a:solidFill>
            <a:latin typeface="Arial"/>
          </a:endParaRPr>
        </a:p>
      </dsp:txBody>
      <dsp:txXfrm>
        <a:off x="1206452" y="1367746"/>
        <a:ext cx="14878098" cy="1044548"/>
      </dsp:txXfrm>
    </dsp:sp>
    <dsp:sp modelId="{92E912FB-50AE-454A-A9D2-7DBF642BD4B6}">
      <dsp:nvSpPr>
        <dsp:cNvPr id="0" name=""/>
        <dsp:cNvSpPr/>
      </dsp:nvSpPr>
      <dsp:spPr>
        <a:xfrm>
          <a:off x="0" y="2616273"/>
          <a:ext cx="16084551" cy="1044548"/>
        </a:xfrm>
        <a:prstGeom prst="roundRect">
          <a:avLst>
            <a:gd name="adj" fmla="val 10000"/>
          </a:avLst>
        </a:prstGeom>
        <a:solidFill>
          <a:srgbClr val="969696"/>
        </a:solidFill>
        <a:ln>
          <a:noFill/>
        </a:ln>
        <a:effectLst/>
      </dsp:spPr>
      <dsp:style>
        <a:lnRef idx="0">
          <a:scrgbClr r="0" g="0" b="0"/>
        </a:lnRef>
        <a:fillRef idx="1">
          <a:scrgbClr r="0" g="0" b="0"/>
        </a:fillRef>
        <a:effectRef idx="0">
          <a:scrgbClr r="0" g="0" b="0"/>
        </a:effectRef>
        <a:fontRef idx="minor"/>
      </dsp:style>
    </dsp:sp>
    <dsp:sp modelId="{057EE6C3-3D97-49F3-9920-A10D6749350E}">
      <dsp:nvSpPr>
        <dsp:cNvPr id="0" name=""/>
        <dsp:cNvSpPr/>
      </dsp:nvSpPr>
      <dsp:spPr>
        <a:xfrm>
          <a:off x="315975" y="2851297"/>
          <a:ext cx="574501" cy="5745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185353-A9EC-48B0-AF2F-43F57E6C55DA}">
      <dsp:nvSpPr>
        <dsp:cNvPr id="0" name=""/>
        <dsp:cNvSpPr/>
      </dsp:nvSpPr>
      <dsp:spPr>
        <a:xfrm>
          <a:off x="1206452" y="2616273"/>
          <a:ext cx="14878098" cy="1044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548" tIns="110548" rIns="110548" bIns="110548" numCol="1" spcCol="1270" anchor="ctr" anchorCtr="0">
          <a:noAutofit/>
        </a:bodyPr>
        <a:lstStyle/>
        <a:p>
          <a:pPr marL="0" lvl="0" indent="0" algn="l" defTabSz="1066800">
            <a:lnSpc>
              <a:spcPct val="100000"/>
            </a:lnSpc>
            <a:spcBef>
              <a:spcPct val="0"/>
            </a:spcBef>
            <a:spcAft>
              <a:spcPct val="35000"/>
            </a:spcAft>
            <a:buNone/>
          </a:pPr>
          <a:r>
            <a:rPr lang="en-US" sz="2400" kern="1200" dirty="0">
              <a:solidFill>
                <a:schemeClr val="tx1"/>
              </a:solidFill>
            </a:rPr>
            <a:t>Emails have the sender, recipient, date, time and other fixed fields added to the unstructured data of the email message content </a:t>
          </a:r>
          <a:endParaRPr lang="en-US" sz="2400" kern="1200" dirty="0">
            <a:solidFill>
              <a:schemeClr val="tx1"/>
            </a:solidFill>
            <a:latin typeface="Arial"/>
          </a:endParaRPr>
        </a:p>
      </dsp:txBody>
      <dsp:txXfrm>
        <a:off x="1206452" y="2616273"/>
        <a:ext cx="14878098" cy="1044548"/>
      </dsp:txXfrm>
    </dsp:sp>
    <dsp:sp modelId="{E23099F3-B3F0-5B47-8D4B-F0786278877C}">
      <dsp:nvSpPr>
        <dsp:cNvPr id="0" name=""/>
        <dsp:cNvSpPr/>
      </dsp:nvSpPr>
      <dsp:spPr>
        <a:xfrm>
          <a:off x="0" y="3921959"/>
          <a:ext cx="16084551" cy="1044548"/>
        </a:xfrm>
        <a:prstGeom prst="roundRect">
          <a:avLst>
            <a:gd name="adj" fmla="val 10000"/>
          </a:avLst>
        </a:prstGeom>
        <a:solidFill>
          <a:srgbClr val="3F4F6C"/>
        </a:solidFill>
        <a:ln>
          <a:noFill/>
        </a:ln>
        <a:effectLst/>
      </dsp:spPr>
      <dsp:style>
        <a:lnRef idx="0">
          <a:scrgbClr r="0" g="0" b="0"/>
        </a:lnRef>
        <a:fillRef idx="1">
          <a:scrgbClr r="0" g="0" b="0"/>
        </a:fillRef>
        <a:effectRef idx="0">
          <a:scrgbClr r="0" g="0" b="0"/>
        </a:effectRef>
        <a:fontRef idx="minor"/>
      </dsp:style>
    </dsp:sp>
    <dsp:sp modelId="{D05D3F96-2E26-4B46-8252-BC1D5F121F9B}">
      <dsp:nvSpPr>
        <dsp:cNvPr id="0" name=""/>
        <dsp:cNvSpPr/>
      </dsp:nvSpPr>
      <dsp:spPr>
        <a:xfrm>
          <a:off x="315975" y="4156982"/>
          <a:ext cx="574501" cy="5745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05DED6-E939-2343-A8A8-BA1B9836D05D}">
      <dsp:nvSpPr>
        <dsp:cNvPr id="0" name=""/>
        <dsp:cNvSpPr/>
      </dsp:nvSpPr>
      <dsp:spPr>
        <a:xfrm>
          <a:off x="1206452" y="3921959"/>
          <a:ext cx="14878098" cy="1044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548" tIns="110548" rIns="110548" bIns="110548"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bg2"/>
              </a:solidFill>
            </a:rPr>
            <a:t>This makes semi-structured data easier to process and analyze than unstructured data, but it is still not as easy to process and analyze as structured data</a:t>
          </a:r>
          <a:endParaRPr lang="en-US" sz="2400" kern="1200" dirty="0">
            <a:solidFill>
              <a:schemeClr val="bg2"/>
            </a:solidFill>
            <a:latin typeface="Arial"/>
          </a:endParaRPr>
        </a:p>
      </dsp:txBody>
      <dsp:txXfrm>
        <a:off x="1206452" y="3921959"/>
        <a:ext cx="14878098" cy="1044548"/>
      </dsp:txXfrm>
    </dsp:sp>
    <dsp:sp modelId="{EB4A5D19-04FB-1649-8EE6-31C5B99F0034}">
      <dsp:nvSpPr>
        <dsp:cNvPr id="0" name=""/>
        <dsp:cNvSpPr/>
      </dsp:nvSpPr>
      <dsp:spPr>
        <a:xfrm>
          <a:off x="0" y="5227644"/>
          <a:ext cx="16084551" cy="1044548"/>
        </a:xfrm>
        <a:prstGeom prst="roundRect">
          <a:avLst>
            <a:gd name="adj" fmla="val 10000"/>
          </a:avLst>
        </a:prstGeom>
        <a:solidFill>
          <a:srgbClr val="0070C0"/>
        </a:solidFill>
        <a:ln>
          <a:noFill/>
        </a:ln>
        <a:effectLst/>
      </dsp:spPr>
      <dsp:style>
        <a:lnRef idx="0">
          <a:scrgbClr r="0" g="0" b="0"/>
        </a:lnRef>
        <a:fillRef idx="1">
          <a:scrgbClr r="0" g="0" b="0"/>
        </a:fillRef>
        <a:effectRef idx="0">
          <a:scrgbClr r="0" g="0" b="0"/>
        </a:effectRef>
        <a:fontRef idx="minor"/>
      </dsp:style>
    </dsp:sp>
    <dsp:sp modelId="{311B65D3-1981-E342-B9DA-D86AC13763F2}">
      <dsp:nvSpPr>
        <dsp:cNvPr id="0" name=""/>
        <dsp:cNvSpPr/>
      </dsp:nvSpPr>
      <dsp:spPr>
        <a:xfrm>
          <a:off x="315975" y="5462667"/>
          <a:ext cx="574501" cy="574501"/>
        </a:xfrm>
        <a:prstGeom prst="rect">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77FE86-3528-8A4D-8E30-9B405F34760D}">
      <dsp:nvSpPr>
        <dsp:cNvPr id="0" name=""/>
        <dsp:cNvSpPr/>
      </dsp:nvSpPr>
      <dsp:spPr>
        <a:xfrm>
          <a:off x="1206452" y="5227644"/>
          <a:ext cx="14878098" cy="1044548"/>
        </a:xfrm>
        <a:prstGeom prst="rect">
          <a:avLst/>
        </a:prstGeom>
        <a:solidFill>
          <a:srgbClr val="0070C0"/>
        </a:solidFill>
        <a:ln>
          <a:noFill/>
        </a:ln>
        <a:effectLst/>
      </dsp:spPr>
      <dsp:style>
        <a:lnRef idx="0">
          <a:scrgbClr r="0" g="0" b="0"/>
        </a:lnRef>
        <a:fillRef idx="0">
          <a:scrgbClr r="0" g="0" b="0"/>
        </a:fillRef>
        <a:effectRef idx="0">
          <a:scrgbClr r="0" g="0" b="0"/>
        </a:effectRef>
        <a:fontRef idx="minor"/>
      </dsp:style>
      <dsp:txBody>
        <a:bodyPr spcFirstLastPara="0" vert="horz" wrap="square" lIns="110548" tIns="110548" rIns="110548" bIns="110548" numCol="1" spcCol="1270" anchor="ctr" anchorCtr="0">
          <a:noAutofit/>
        </a:bodyPr>
        <a:lstStyle/>
        <a:p>
          <a:pPr marL="0" lvl="0" indent="0" algn="l" defTabSz="1066800">
            <a:lnSpc>
              <a:spcPct val="100000"/>
            </a:lnSpc>
            <a:spcBef>
              <a:spcPct val="0"/>
            </a:spcBef>
            <a:spcAft>
              <a:spcPct val="35000"/>
            </a:spcAft>
            <a:buNone/>
          </a:pPr>
          <a:r>
            <a:rPr lang="en-US" sz="2400" kern="1200" dirty="0">
              <a:solidFill>
                <a:schemeClr val="bg2"/>
              </a:solidFill>
            </a:rPr>
            <a:t>Once understood, semi-structured and unstructured data have many of the same requirements as structured data, such as summarization, lineage, auditability, and privacy. </a:t>
          </a:r>
          <a:endParaRPr lang="en-US" sz="2400" kern="1200" dirty="0">
            <a:solidFill>
              <a:schemeClr val="bg2"/>
            </a:solidFill>
            <a:latin typeface="Arial"/>
          </a:endParaRPr>
        </a:p>
      </dsp:txBody>
      <dsp:txXfrm>
        <a:off x="1206452" y="5227644"/>
        <a:ext cx="14878098" cy="10445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CED9CF-B4C2-4488-B863-F9B84D7303D6}">
      <dsp:nvSpPr>
        <dsp:cNvPr id="0" name=""/>
        <dsp:cNvSpPr/>
      </dsp:nvSpPr>
      <dsp:spPr>
        <a:xfrm>
          <a:off x="0" y="2605"/>
          <a:ext cx="16084551" cy="1320396"/>
        </a:xfrm>
        <a:prstGeom prst="roundRect">
          <a:avLst>
            <a:gd name="adj" fmla="val 10000"/>
          </a:avLst>
        </a:prstGeom>
        <a:solidFill>
          <a:srgbClr val="C50724"/>
        </a:solidFill>
        <a:ln>
          <a:noFill/>
        </a:ln>
        <a:effectLst/>
      </dsp:spPr>
      <dsp:style>
        <a:lnRef idx="0">
          <a:scrgbClr r="0" g="0" b="0"/>
        </a:lnRef>
        <a:fillRef idx="1">
          <a:scrgbClr r="0" g="0" b="0"/>
        </a:fillRef>
        <a:effectRef idx="0">
          <a:scrgbClr r="0" g="0" b="0"/>
        </a:effectRef>
        <a:fontRef idx="minor"/>
      </dsp:style>
    </dsp:sp>
    <dsp:sp modelId="{74BE0942-9403-4725-82AA-FB8E6969CEC9}">
      <dsp:nvSpPr>
        <dsp:cNvPr id="0" name=""/>
        <dsp:cNvSpPr/>
      </dsp:nvSpPr>
      <dsp:spPr>
        <a:xfrm>
          <a:off x="399420" y="299694"/>
          <a:ext cx="726218" cy="72621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AB229D-44BC-42F4-9436-48EF09D10E9E}">
      <dsp:nvSpPr>
        <dsp:cNvPr id="0" name=""/>
        <dsp:cNvSpPr/>
      </dsp:nvSpPr>
      <dsp:spPr>
        <a:xfrm>
          <a:off x="1525058" y="2605"/>
          <a:ext cx="14559492" cy="1320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42" tIns="139742" rIns="139742" bIns="139742"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bg2"/>
              </a:solidFill>
            </a:rPr>
            <a:t>Veracity is the degree to which data is accurate, consistent, complete, precise, and trustworthy and able to support reliable decisions</a:t>
          </a:r>
        </a:p>
      </dsp:txBody>
      <dsp:txXfrm>
        <a:off x="1525058" y="2605"/>
        <a:ext cx="14559492" cy="1320396"/>
      </dsp:txXfrm>
    </dsp:sp>
    <dsp:sp modelId="{46C81AF9-EF3D-4824-B189-400D68887296}">
      <dsp:nvSpPr>
        <dsp:cNvPr id="0" name=""/>
        <dsp:cNvSpPr/>
      </dsp:nvSpPr>
      <dsp:spPr>
        <a:xfrm>
          <a:off x="0" y="1745595"/>
          <a:ext cx="16084551" cy="1320396"/>
        </a:xfrm>
        <a:prstGeom prst="roundRect">
          <a:avLst>
            <a:gd name="adj" fmla="val 10000"/>
          </a:avLst>
        </a:prstGeom>
        <a:solidFill>
          <a:srgbClr val="E98D0A"/>
        </a:solidFill>
        <a:ln>
          <a:noFill/>
        </a:ln>
        <a:effectLst/>
      </dsp:spPr>
      <dsp:style>
        <a:lnRef idx="0">
          <a:scrgbClr r="0" g="0" b="0"/>
        </a:lnRef>
        <a:fillRef idx="1">
          <a:scrgbClr r="0" g="0" b="0"/>
        </a:fillRef>
        <a:effectRef idx="0">
          <a:scrgbClr r="0" g="0" b="0"/>
        </a:effectRef>
        <a:fontRef idx="minor"/>
      </dsp:style>
    </dsp:sp>
    <dsp:sp modelId="{CB5D6A20-5127-4984-B59F-FD0AA84D1387}">
      <dsp:nvSpPr>
        <dsp:cNvPr id="0" name=""/>
        <dsp:cNvSpPr/>
      </dsp:nvSpPr>
      <dsp:spPr>
        <a:xfrm>
          <a:off x="399420" y="1950190"/>
          <a:ext cx="726218" cy="7262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FA7640-A0BF-43A1-BD62-3BB725F1AC3D}">
      <dsp:nvSpPr>
        <dsp:cNvPr id="0" name=""/>
        <dsp:cNvSpPr/>
      </dsp:nvSpPr>
      <dsp:spPr>
        <a:xfrm>
          <a:off x="1525058" y="1653101"/>
          <a:ext cx="14559492" cy="1320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42" tIns="139742" rIns="139742" bIns="139742"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tx1"/>
              </a:solidFill>
            </a:rPr>
            <a:t>As the world moves toward automated decision-making, where computers make choices instead of humans, it becomes imperative that organizations be able to trust the quality of the data</a:t>
          </a:r>
          <a:endParaRPr lang="en-US" sz="2400" kern="1200" dirty="0">
            <a:solidFill>
              <a:schemeClr val="tx1"/>
            </a:solidFill>
            <a:latin typeface="Arial"/>
          </a:endParaRPr>
        </a:p>
      </dsp:txBody>
      <dsp:txXfrm>
        <a:off x="1525058" y="1653101"/>
        <a:ext cx="14559492" cy="1320396"/>
      </dsp:txXfrm>
    </dsp:sp>
    <dsp:sp modelId="{92E912FB-50AE-454A-A9D2-7DBF642BD4B6}">
      <dsp:nvSpPr>
        <dsp:cNvPr id="0" name=""/>
        <dsp:cNvSpPr/>
      </dsp:nvSpPr>
      <dsp:spPr>
        <a:xfrm>
          <a:off x="0" y="3303597"/>
          <a:ext cx="16084551" cy="1320396"/>
        </a:xfrm>
        <a:prstGeom prst="roundRect">
          <a:avLst>
            <a:gd name="adj" fmla="val 10000"/>
          </a:avLst>
        </a:prstGeom>
        <a:solidFill>
          <a:srgbClr val="969696"/>
        </a:solidFill>
        <a:ln>
          <a:noFill/>
        </a:ln>
        <a:effectLst/>
      </dsp:spPr>
      <dsp:style>
        <a:lnRef idx="0">
          <a:scrgbClr r="0" g="0" b="0"/>
        </a:lnRef>
        <a:fillRef idx="1">
          <a:scrgbClr r="0" g="0" b="0"/>
        </a:fillRef>
        <a:effectRef idx="0">
          <a:scrgbClr r="0" g="0" b="0"/>
        </a:effectRef>
        <a:fontRef idx="minor"/>
      </dsp:style>
    </dsp:sp>
    <dsp:sp modelId="{057EE6C3-3D97-49F3-9920-A10D6749350E}">
      <dsp:nvSpPr>
        <dsp:cNvPr id="0" name=""/>
        <dsp:cNvSpPr/>
      </dsp:nvSpPr>
      <dsp:spPr>
        <a:xfrm>
          <a:off x="399420" y="3600686"/>
          <a:ext cx="726218" cy="726218"/>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185353-A9EC-48B0-AF2F-43F57E6C55DA}">
      <dsp:nvSpPr>
        <dsp:cNvPr id="0" name=""/>
        <dsp:cNvSpPr/>
      </dsp:nvSpPr>
      <dsp:spPr>
        <a:xfrm>
          <a:off x="1525058" y="3303597"/>
          <a:ext cx="14559492" cy="1320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42" tIns="139742" rIns="139742" bIns="139742"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tx1"/>
              </a:solidFill>
            </a:rPr>
            <a:t>Veracity is important because it is essential for making reliable decisions based on big data. Inaccurate, incomplete, and unreliable data can lead to misleading insights and decisions.</a:t>
          </a:r>
        </a:p>
      </dsp:txBody>
      <dsp:txXfrm>
        <a:off x="1525058" y="3303597"/>
        <a:ext cx="14559492" cy="1320396"/>
      </dsp:txXfrm>
    </dsp:sp>
    <dsp:sp modelId="{E23099F3-B3F0-5B47-8D4B-F0786278877C}">
      <dsp:nvSpPr>
        <dsp:cNvPr id="0" name=""/>
        <dsp:cNvSpPr/>
      </dsp:nvSpPr>
      <dsp:spPr>
        <a:xfrm>
          <a:off x="0" y="4954093"/>
          <a:ext cx="16084551" cy="1320396"/>
        </a:xfrm>
        <a:prstGeom prst="roundRect">
          <a:avLst>
            <a:gd name="adj" fmla="val 10000"/>
          </a:avLst>
        </a:prstGeom>
        <a:solidFill>
          <a:srgbClr val="3F4F6C"/>
        </a:solidFill>
        <a:ln>
          <a:noFill/>
        </a:ln>
        <a:effectLst/>
      </dsp:spPr>
      <dsp:style>
        <a:lnRef idx="0">
          <a:scrgbClr r="0" g="0" b="0"/>
        </a:lnRef>
        <a:fillRef idx="1">
          <a:scrgbClr r="0" g="0" b="0"/>
        </a:fillRef>
        <a:effectRef idx="0">
          <a:scrgbClr r="0" g="0" b="0"/>
        </a:effectRef>
        <a:fontRef idx="minor"/>
      </dsp:style>
    </dsp:sp>
    <dsp:sp modelId="{D05D3F96-2E26-4B46-8252-BC1D5F121F9B}">
      <dsp:nvSpPr>
        <dsp:cNvPr id="0" name=""/>
        <dsp:cNvSpPr/>
      </dsp:nvSpPr>
      <dsp:spPr>
        <a:xfrm>
          <a:off x="399420" y="5251183"/>
          <a:ext cx="726218" cy="726218"/>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05DED6-E939-2343-A8A8-BA1B9836D05D}">
      <dsp:nvSpPr>
        <dsp:cNvPr id="0" name=""/>
        <dsp:cNvSpPr/>
      </dsp:nvSpPr>
      <dsp:spPr>
        <a:xfrm>
          <a:off x="1525058" y="4954093"/>
          <a:ext cx="14559492" cy="1320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42" tIns="139742" rIns="139742" bIns="139742" numCol="1" spcCol="1270" anchor="ctr" anchorCtr="0">
          <a:noAutofit/>
        </a:bodyPr>
        <a:lstStyle/>
        <a:p>
          <a:pPr marL="0" lvl="0" indent="0" algn="l" defTabSz="1066800">
            <a:lnSpc>
              <a:spcPct val="100000"/>
            </a:lnSpc>
            <a:spcBef>
              <a:spcPct val="0"/>
            </a:spcBef>
            <a:spcAft>
              <a:spcPct val="35000"/>
            </a:spcAft>
            <a:buNone/>
          </a:pPr>
          <a:r>
            <a:rPr lang="en-US" sz="2400" kern="1200" dirty="0">
              <a:solidFill>
                <a:schemeClr val="bg2"/>
              </a:solidFill>
              <a:latin typeface="Arial"/>
            </a:rPr>
            <a:t>But big data is of a volume or velocity such that confirmation of its accuracy, completeness, etc. is beyond human capacity to evaluate and beyond the ability of traditional technologies to automate efficiently</a:t>
          </a:r>
        </a:p>
      </dsp:txBody>
      <dsp:txXfrm>
        <a:off x="1525058" y="4954093"/>
        <a:ext cx="14559492" cy="13203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6576B-60CF-BB47-ACB2-0B25441F19F6}">
      <dsp:nvSpPr>
        <dsp:cNvPr id="0" name=""/>
        <dsp:cNvSpPr/>
      </dsp:nvSpPr>
      <dsp:spPr>
        <a:xfrm>
          <a:off x="0" y="3023"/>
          <a:ext cx="16084550"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C0729C-5642-0A4C-9C13-6AFEB4F21458}">
      <dsp:nvSpPr>
        <dsp:cNvPr id="0" name=""/>
        <dsp:cNvSpPr/>
      </dsp:nvSpPr>
      <dsp:spPr>
        <a:xfrm>
          <a:off x="0" y="3023"/>
          <a:ext cx="3216910" cy="103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Font typeface="Arial" panose="020B0604020202020204" pitchFamily="34" charset="0"/>
            <a:buNone/>
          </a:pPr>
          <a:r>
            <a:rPr lang="en-US" sz="3000" b="1" i="0" kern="1200" dirty="0"/>
            <a:t>Biasedness</a:t>
          </a:r>
          <a:endParaRPr lang="en-US" sz="3000" kern="1200" dirty="0"/>
        </a:p>
      </dsp:txBody>
      <dsp:txXfrm>
        <a:off x="0" y="3023"/>
        <a:ext cx="3216910" cy="1030867"/>
      </dsp:txXfrm>
    </dsp:sp>
    <dsp:sp modelId="{BF62B7D9-D5F0-694F-8BDD-7BAED27753DF}">
      <dsp:nvSpPr>
        <dsp:cNvPr id="0" name=""/>
        <dsp:cNvSpPr/>
      </dsp:nvSpPr>
      <dsp:spPr>
        <a:xfrm>
          <a:off x="3458178" y="49834"/>
          <a:ext cx="12626371" cy="936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US" sz="2100" b="0" i="0" kern="1200" dirty="0"/>
            <a:t>Bias or data bias is an error in which some data elements have more weightage than others, resulting in inaccurate data when an organization decides on calculated values that are suffering from statistical bias.</a:t>
          </a:r>
          <a:endParaRPr lang="en-US" sz="2100" kern="1200" dirty="0"/>
        </a:p>
      </dsp:txBody>
      <dsp:txXfrm>
        <a:off x="3458178" y="49834"/>
        <a:ext cx="12626371" cy="936236"/>
      </dsp:txXfrm>
    </dsp:sp>
    <dsp:sp modelId="{4CF89ED7-CEC3-6F4B-AC05-19336AE1AA30}">
      <dsp:nvSpPr>
        <dsp:cNvPr id="0" name=""/>
        <dsp:cNvSpPr/>
      </dsp:nvSpPr>
      <dsp:spPr>
        <a:xfrm>
          <a:off x="3216909" y="986071"/>
          <a:ext cx="12867640" cy="0"/>
        </a:xfrm>
        <a:prstGeom prst="line">
          <a:avLst/>
        </a:prstGeom>
        <a:solidFill>
          <a:schemeClr val="accent1">
            <a:hueOff val="0"/>
            <a:satOff val="0"/>
            <a:lumOff val="0"/>
            <a:alphaOff val="0"/>
          </a:schemeClr>
        </a:solidFill>
        <a:ln w="25400" cap="flat" cmpd="dbl"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394E1C0-2292-914B-A622-AF6CC66E6FD6}">
      <dsp:nvSpPr>
        <dsp:cNvPr id="0" name=""/>
        <dsp:cNvSpPr/>
      </dsp:nvSpPr>
      <dsp:spPr>
        <a:xfrm>
          <a:off x="0" y="1033890"/>
          <a:ext cx="16084550"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DFC939-B93A-0246-AFF3-3990C024023F}">
      <dsp:nvSpPr>
        <dsp:cNvPr id="0" name=""/>
        <dsp:cNvSpPr/>
      </dsp:nvSpPr>
      <dsp:spPr>
        <a:xfrm>
          <a:off x="0" y="1033890"/>
          <a:ext cx="3216910" cy="103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Font typeface="Arial" panose="020B0604020202020204" pitchFamily="34" charset="0"/>
            <a:buNone/>
          </a:pPr>
          <a:r>
            <a:rPr lang="en-US" sz="3000" b="1" i="0" kern="1200" dirty="0"/>
            <a:t>Software defects</a:t>
          </a:r>
        </a:p>
      </dsp:txBody>
      <dsp:txXfrm>
        <a:off x="0" y="1033890"/>
        <a:ext cx="3216910" cy="1030867"/>
      </dsp:txXfrm>
    </dsp:sp>
    <dsp:sp modelId="{64ADA91F-9EA6-BD41-AF02-1F5854875B3F}">
      <dsp:nvSpPr>
        <dsp:cNvPr id="0" name=""/>
        <dsp:cNvSpPr/>
      </dsp:nvSpPr>
      <dsp:spPr>
        <a:xfrm>
          <a:off x="3458178" y="1080702"/>
          <a:ext cx="12626371" cy="936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US" sz="2100" b="0" i="0" kern="1200" dirty="0"/>
            <a:t>Software or application bugs can transform or miscalculate the data.</a:t>
          </a:r>
        </a:p>
      </dsp:txBody>
      <dsp:txXfrm>
        <a:off x="3458178" y="1080702"/>
        <a:ext cx="12626371" cy="936236"/>
      </dsp:txXfrm>
    </dsp:sp>
    <dsp:sp modelId="{46EFEE1A-54D5-204C-BCD4-637FF45B2DF9}">
      <dsp:nvSpPr>
        <dsp:cNvPr id="0" name=""/>
        <dsp:cNvSpPr/>
      </dsp:nvSpPr>
      <dsp:spPr>
        <a:xfrm>
          <a:off x="3216909" y="2016939"/>
          <a:ext cx="12867640" cy="0"/>
        </a:xfrm>
        <a:prstGeom prst="line">
          <a:avLst/>
        </a:prstGeom>
        <a:solidFill>
          <a:schemeClr val="accent1">
            <a:hueOff val="0"/>
            <a:satOff val="0"/>
            <a:lumOff val="0"/>
            <a:alphaOff val="0"/>
          </a:schemeClr>
        </a:solidFill>
        <a:ln w="25400" cap="flat" cmpd="dbl"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813B2A5-E891-B24E-9965-9830623F17C3}">
      <dsp:nvSpPr>
        <dsp:cNvPr id="0" name=""/>
        <dsp:cNvSpPr/>
      </dsp:nvSpPr>
      <dsp:spPr>
        <a:xfrm>
          <a:off x="0" y="2064757"/>
          <a:ext cx="16084550"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9BD610-7108-7947-96F1-65D5D84C6496}">
      <dsp:nvSpPr>
        <dsp:cNvPr id="0" name=""/>
        <dsp:cNvSpPr/>
      </dsp:nvSpPr>
      <dsp:spPr>
        <a:xfrm>
          <a:off x="0" y="2064757"/>
          <a:ext cx="3216910" cy="103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Font typeface="Arial" panose="020B0604020202020204" pitchFamily="34" charset="0"/>
            <a:buNone/>
          </a:pPr>
          <a:r>
            <a:rPr lang="en-US" sz="3000" b="1" i="0" kern="1200" dirty="0"/>
            <a:t>Noise</a:t>
          </a:r>
          <a:endParaRPr lang="en-US" sz="3000" b="0" i="0" kern="1200" dirty="0"/>
        </a:p>
      </dsp:txBody>
      <dsp:txXfrm>
        <a:off x="0" y="2064757"/>
        <a:ext cx="3216910" cy="1030867"/>
      </dsp:txXfrm>
    </dsp:sp>
    <dsp:sp modelId="{34A0D87C-FFDA-754B-BAA0-2BE0685E8454}">
      <dsp:nvSpPr>
        <dsp:cNvPr id="0" name=""/>
        <dsp:cNvSpPr/>
      </dsp:nvSpPr>
      <dsp:spPr>
        <a:xfrm>
          <a:off x="3458178" y="2111569"/>
          <a:ext cx="12626371" cy="936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US" sz="2100" b="0" i="0" kern="1200" dirty="0"/>
            <a:t>The non-valuable data in the datasets is known as noise. High noise will increase data cleaning work as they have to remove the unnecessary data to get better insights.</a:t>
          </a:r>
        </a:p>
      </dsp:txBody>
      <dsp:txXfrm>
        <a:off x="3458178" y="2111569"/>
        <a:ext cx="12626371" cy="936236"/>
      </dsp:txXfrm>
    </dsp:sp>
    <dsp:sp modelId="{F6EF08D7-6134-3441-AD61-313C2A310C8E}">
      <dsp:nvSpPr>
        <dsp:cNvPr id="0" name=""/>
        <dsp:cNvSpPr/>
      </dsp:nvSpPr>
      <dsp:spPr>
        <a:xfrm>
          <a:off x="3216909" y="3047806"/>
          <a:ext cx="12867640" cy="0"/>
        </a:xfrm>
        <a:prstGeom prst="line">
          <a:avLst/>
        </a:prstGeom>
        <a:solidFill>
          <a:schemeClr val="accent1">
            <a:hueOff val="0"/>
            <a:satOff val="0"/>
            <a:lumOff val="0"/>
            <a:alphaOff val="0"/>
          </a:schemeClr>
        </a:solidFill>
        <a:ln w="25400" cap="flat" cmpd="dbl"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1FA7A1-FA71-6448-BD45-904BCD6A9CBB}">
      <dsp:nvSpPr>
        <dsp:cNvPr id="0" name=""/>
        <dsp:cNvSpPr/>
      </dsp:nvSpPr>
      <dsp:spPr>
        <a:xfrm>
          <a:off x="0" y="3095625"/>
          <a:ext cx="16084550"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730ABA-9486-904C-B563-3E1E556F2091}">
      <dsp:nvSpPr>
        <dsp:cNvPr id="0" name=""/>
        <dsp:cNvSpPr/>
      </dsp:nvSpPr>
      <dsp:spPr>
        <a:xfrm>
          <a:off x="0" y="3095625"/>
          <a:ext cx="3216910" cy="103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Font typeface="Arial" panose="020B0604020202020204" pitchFamily="34" charset="0"/>
            <a:buNone/>
          </a:pPr>
          <a:r>
            <a:rPr lang="en-US" sz="3000" b="1" i="0" kern="1200" dirty="0"/>
            <a:t>Abnormalities</a:t>
          </a:r>
          <a:endParaRPr lang="en-US" sz="3000" b="0" i="0" kern="1200" dirty="0"/>
        </a:p>
      </dsp:txBody>
      <dsp:txXfrm>
        <a:off x="0" y="3095625"/>
        <a:ext cx="3216910" cy="1030867"/>
      </dsp:txXfrm>
    </dsp:sp>
    <dsp:sp modelId="{CDC35FF1-2234-B644-9C8A-D5A3E89F1367}">
      <dsp:nvSpPr>
        <dsp:cNvPr id="0" name=""/>
        <dsp:cNvSpPr/>
      </dsp:nvSpPr>
      <dsp:spPr>
        <a:xfrm>
          <a:off x="3458178" y="3142436"/>
          <a:ext cx="12626371" cy="936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US" sz="2100" b="0" i="0" kern="1200" dirty="0"/>
            <a:t>Abnormality or anomaly in the data is the data point that is not normal or the data point that stands out from the actual data</a:t>
          </a:r>
        </a:p>
      </dsp:txBody>
      <dsp:txXfrm>
        <a:off x="3458178" y="3142436"/>
        <a:ext cx="12626371" cy="936236"/>
      </dsp:txXfrm>
    </dsp:sp>
    <dsp:sp modelId="{4AB49895-AABF-0F4B-B46B-9E20D8764EF6}">
      <dsp:nvSpPr>
        <dsp:cNvPr id="0" name=""/>
        <dsp:cNvSpPr/>
      </dsp:nvSpPr>
      <dsp:spPr>
        <a:xfrm>
          <a:off x="3216909" y="4078673"/>
          <a:ext cx="12867640" cy="0"/>
        </a:xfrm>
        <a:prstGeom prst="line">
          <a:avLst/>
        </a:prstGeom>
        <a:solidFill>
          <a:schemeClr val="accent1">
            <a:hueOff val="0"/>
            <a:satOff val="0"/>
            <a:lumOff val="0"/>
            <a:alphaOff val="0"/>
          </a:schemeClr>
        </a:solidFill>
        <a:ln w="25400" cap="flat" cmpd="dbl"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5446FB-273F-4E4F-9DE8-1C279153A5A7}">
      <dsp:nvSpPr>
        <dsp:cNvPr id="0" name=""/>
        <dsp:cNvSpPr/>
      </dsp:nvSpPr>
      <dsp:spPr>
        <a:xfrm>
          <a:off x="0" y="4126492"/>
          <a:ext cx="16084550"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9BE1E6-A939-4D4D-B753-E36F408F3382}">
      <dsp:nvSpPr>
        <dsp:cNvPr id="0" name=""/>
        <dsp:cNvSpPr/>
      </dsp:nvSpPr>
      <dsp:spPr>
        <a:xfrm>
          <a:off x="0" y="4126492"/>
          <a:ext cx="3216910" cy="103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Font typeface="Arial" panose="020B0604020202020204" pitchFamily="34" charset="0"/>
            <a:buNone/>
          </a:pPr>
          <a:r>
            <a:rPr lang="en-US" sz="3000" b="1" i="0" kern="1200" dirty="0"/>
            <a:t>Uncertainty</a:t>
          </a:r>
          <a:endParaRPr lang="en-US" sz="3000" b="0" i="0" kern="1200" dirty="0"/>
        </a:p>
      </dsp:txBody>
      <dsp:txXfrm>
        <a:off x="0" y="4126492"/>
        <a:ext cx="3216910" cy="1030867"/>
      </dsp:txXfrm>
    </dsp:sp>
    <dsp:sp modelId="{D0BF1A28-3890-E44E-BCEA-EBF7A0F1ADED}">
      <dsp:nvSpPr>
        <dsp:cNvPr id="0" name=""/>
        <dsp:cNvSpPr/>
      </dsp:nvSpPr>
      <dsp:spPr>
        <a:xfrm>
          <a:off x="3458178" y="4173304"/>
          <a:ext cx="12626371" cy="936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US" sz="2100" b="0" i="0" kern="1200" dirty="0"/>
            <a:t>Uncertainty can be defined as doubt or ambiguity in the data. Uncertain data contains noise that deviates from the correct, intended, or original values.</a:t>
          </a:r>
        </a:p>
      </dsp:txBody>
      <dsp:txXfrm>
        <a:off x="3458178" y="4173304"/>
        <a:ext cx="12626371" cy="936236"/>
      </dsp:txXfrm>
    </dsp:sp>
    <dsp:sp modelId="{F9553983-4F50-9A47-9016-280EA73232D8}">
      <dsp:nvSpPr>
        <dsp:cNvPr id="0" name=""/>
        <dsp:cNvSpPr/>
      </dsp:nvSpPr>
      <dsp:spPr>
        <a:xfrm>
          <a:off x="3216909" y="5109541"/>
          <a:ext cx="12867640" cy="0"/>
        </a:xfrm>
        <a:prstGeom prst="line">
          <a:avLst/>
        </a:prstGeom>
        <a:solidFill>
          <a:schemeClr val="accent1">
            <a:hueOff val="0"/>
            <a:satOff val="0"/>
            <a:lumOff val="0"/>
            <a:alphaOff val="0"/>
          </a:schemeClr>
        </a:solidFill>
        <a:ln w="25400" cap="flat" cmpd="dbl"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98D160-45A3-794E-A474-3D0D7F920CE9}">
      <dsp:nvSpPr>
        <dsp:cNvPr id="0" name=""/>
        <dsp:cNvSpPr/>
      </dsp:nvSpPr>
      <dsp:spPr>
        <a:xfrm>
          <a:off x="0" y="5157359"/>
          <a:ext cx="16084550"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64C9CB-5539-AE4A-9DF3-DE7954619CA4}">
      <dsp:nvSpPr>
        <dsp:cNvPr id="0" name=""/>
        <dsp:cNvSpPr/>
      </dsp:nvSpPr>
      <dsp:spPr>
        <a:xfrm>
          <a:off x="0" y="5157359"/>
          <a:ext cx="3216910" cy="103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Font typeface="Arial" panose="020B0604020202020204" pitchFamily="34" charset="0"/>
            <a:buNone/>
          </a:pPr>
          <a:r>
            <a:rPr lang="en-US" sz="3000" b="1" i="0" kern="1200" dirty="0"/>
            <a:t>Data lineage</a:t>
          </a:r>
          <a:endParaRPr lang="en-US" sz="3000" b="0" i="0" kern="1200" dirty="0"/>
        </a:p>
      </dsp:txBody>
      <dsp:txXfrm>
        <a:off x="0" y="5157359"/>
        <a:ext cx="3216910" cy="1030867"/>
      </dsp:txXfrm>
    </dsp:sp>
    <dsp:sp modelId="{07E2C8C5-947E-534F-B4E2-37E114235711}">
      <dsp:nvSpPr>
        <dsp:cNvPr id="0" name=""/>
        <dsp:cNvSpPr/>
      </dsp:nvSpPr>
      <dsp:spPr>
        <a:xfrm>
          <a:off x="3458178" y="5204171"/>
          <a:ext cx="12626371" cy="936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US" sz="2100" b="0" i="0" kern="1200" dirty="0"/>
            <a:t>Organizations collect data from multiple sources, but sometimes an inaccurate source is discovered without historical reference</a:t>
          </a:r>
        </a:p>
      </dsp:txBody>
      <dsp:txXfrm>
        <a:off x="3458178" y="5204171"/>
        <a:ext cx="12626371" cy="936236"/>
      </dsp:txXfrm>
    </dsp:sp>
    <dsp:sp modelId="{CE31F488-6E8C-7E40-989A-73D169BE4370}">
      <dsp:nvSpPr>
        <dsp:cNvPr id="0" name=""/>
        <dsp:cNvSpPr/>
      </dsp:nvSpPr>
      <dsp:spPr>
        <a:xfrm>
          <a:off x="3216909" y="6140408"/>
          <a:ext cx="12867640" cy="0"/>
        </a:xfrm>
        <a:prstGeom prst="line">
          <a:avLst/>
        </a:prstGeom>
        <a:solidFill>
          <a:schemeClr val="accent1">
            <a:hueOff val="0"/>
            <a:satOff val="0"/>
            <a:lumOff val="0"/>
            <a:alphaOff val="0"/>
          </a:schemeClr>
        </a:solidFill>
        <a:ln w="25400" cap="flat" cmpd="dbl"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CED9CF-B4C2-4488-B863-F9B84D7303D6}">
      <dsp:nvSpPr>
        <dsp:cNvPr id="0" name=""/>
        <dsp:cNvSpPr/>
      </dsp:nvSpPr>
      <dsp:spPr>
        <a:xfrm>
          <a:off x="0" y="4903"/>
          <a:ext cx="16084551" cy="1044548"/>
        </a:xfrm>
        <a:prstGeom prst="roundRect">
          <a:avLst>
            <a:gd name="adj" fmla="val 10000"/>
          </a:avLst>
        </a:prstGeom>
        <a:solidFill>
          <a:srgbClr val="C50724"/>
        </a:solidFill>
        <a:ln>
          <a:noFill/>
        </a:ln>
        <a:effectLst/>
      </dsp:spPr>
      <dsp:style>
        <a:lnRef idx="0">
          <a:scrgbClr r="0" g="0" b="0"/>
        </a:lnRef>
        <a:fillRef idx="1">
          <a:scrgbClr r="0" g="0" b="0"/>
        </a:fillRef>
        <a:effectRef idx="0">
          <a:scrgbClr r="0" g="0" b="0"/>
        </a:effectRef>
        <a:fontRef idx="minor"/>
      </dsp:style>
    </dsp:sp>
    <dsp:sp modelId="{74BE0942-9403-4725-82AA-FB8E6969CEC9}">
      <dsp:nvSpPr>
        <dsp:cNvPr id="0" name=""/>
        <dsp:cNvSpPr/>
      </dsp:nvSpPr>
      <dsp:spPr>
        <a:xfrm>
          <a:off x="315975" y="239927"/>
          <a:ext cx="574501" cy="57450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AB229D-44BC-42F4-9436-48EF09D10E9E}">
      <dsp:nvSpPr>
        <dsp:cNvPr id="0" name=""/>
        <dsp:cNvSpPr/>
      </dsp:nvSpPr>
      <dsp:spPr>
        <a:xfrm>
          <a:off x="1206452" y="4903"/>
          <a:ext cx="14878098" cy="1044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548" tIns="110548" rIns="110548" bIns="110548"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bg2"/>
              </a:solidFill>
            </a:rPr>
            <a:t>According to Gartner’s research, an organization’s average cost is $9.7 million per year due to poor data quality.</a:t>
          </a:r>
        </a:p>
      </dsp:txBody>
      <dsp:txXfrm>
        <a:off x="1206452" y="4903"/>
        <a:ext cx="14878098" cy="1044548"/>
      </dsp:txXfrm>
    </dsp:sp>
    <dsp:sp modelId="{46C81AF9-EF3D-4824-B189-400D68887296}">
      <dsp:nvSpPr>
        <dsp:cNvPr id="0" name=""/>
        <dsp:cNvSpPr/>
      </dsp:nvSpPr>
      <dsp:spPr>
        <a:xfrm>
          <a:off x="0" y="1383759"/>
          <a:ext cx="16084551" cy="1044548"/>
        </a:xfrm>
        <a:prstGeom prst="roundRect">
          <a:avLst>
            <a:gd name="adj" fmla="val 10000"/>
          </a:avLst>
        </a:prstGeom>
        <a:solidFill>
          <a:srgbClr val="E98D0A"/>
        </a:solidFill>
        <a:ln>
          <a:noFill/>
        </a:ln>
        <a:effectLst/>
      </dsp:spPr>
      <dsp:style>
        <a:lnRef idx="0">
          <a:scrgbClr r="0" g="0" b="0"/>
        </a:lnRef>
        <a:fillRef idx="1">
          <a:scrgbClr r="0" g="0" b="0"/>
        </a:fillRef>
        <a:effectRef idx="0">
          <a:scrgbClr r="0" g="0" b="0"/>
        </a:effectRef>
        <a:fontRef idx="minor"/>
      </dsp:style>
    </dsp:sp>
    <dsp:sp modelId="{CB5D6A20-5127-4984-B59F-FD0AA84D1387}">
      <dsp:nvSpPr>
        <dsp:cNvPr id="0" name=""/>
        <dsp:cNvSpPr/>
      </dsp:nvSpPr>
      <dsp:spPr>
        <a:xfrm>
          <a:off x="315975" y="1545612"/>
          <a:ext cx="574501" cy="5745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FA7640-A0BF-43A1-BD62-3BB725F1AC3D}">
      <dsp:nvSpPr>
        <dsp:cNvPr id="0" name=""/>
        <dsp:cNvSpPr/>
      </dsp:nvSpPr>
      <dsp:spPr>
        <a:xfrm>
          <a:off x="1206452" y="1367746"/>
          <a:ext cx="14878098" cy="1044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548" tIns="110548" rIns="110548" bIns="110548"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tx1"/>
              </a:solidFill>
            </a:rPr>
            <a:t>According to IBM, businesses lose $3.1 trillion in the US only due to poor data quality</a:t>
          </a:r>
        </a:p>
      </dsp:txBody>
      <dsp:txXfrm>
        <a:off x="1206452" y="1367746"/>
        <a:ext cx="14878098" cy="1044548"/>
      </dsp:txXfrm>
    </dsp:sp>
    <dsp:sp modelId="{92E912FB-50AE-454A-A9D2-7DBF642BD4B6}">
      <dsp:nvSpPr>
        <dsp:cNvPr id="0" name=""/>
        <dsp:cNvSpPr/>
      </dsp:nvSpPr>
      <dsp:spPr>
        <a:xfrm>
          <a:off x="0" y="2616273"/>
          <a:ext cx="16084551" cy="1044548"/>
        </a:xfrm>
        <a:prstGeom prst="roundRect">
          <a:avLst>
            <a:gd name="adj" fmla="val 10000"/>
          </a:avLst>
        </a:prstGeom>
        <a:solidFill>
          <a:srgbClr val="969696"/>
        </a:solidFill>
        <a:ln>
          <a:noFill/>
        </a:ln>
        <a:effectLst/>
      </dsp:spPr>
      <dsp:style>
        <a:lnRef idx="0">
          <a:scrgbClr r="0" g="0" b="0"/>
        </a:lnRef>
        <a:fillRef idx="1">
          <a:scrgbClr r="0" g="0" b="0"/>
        </a:fillRef>
        <a:effectRef idx="0">
          <a:scrgbClr r="0" g="0" b="0"/>
        </a:effectRef>
        <a:fontRef idx="minor"/>
      </dsp:style>
    </dsp:sp>
    <dsp:sp modelId="{057EE6C3-3D97-49F3-9920-A10D6749350E}">
      <dsp:nvSpPr>
        <dsp:cNvPr id="0" name=""/>
        <dsp:cNvSpPr/>
      </dsp:nvSpPr>
      <dsp:spPr>
        <a:xfrm>
          <a:off x="315975" y="2851297"/>
          <a:ext cx="574501" cy="574501"/>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185353-A9EC-48B0-AF2F-43F57E6C55DA}">
      <dsp:nvSpPr>
        <dsp:cNvPr id="0" name=""/>
        <dsp:cNvSpPr/>
      </dsp:nvSpPr>
      <dsp:spPr>
        <a:xfrm>
          <a:off x="1206452" y="2616273"/>
          <a:ext cx="14878098" cy="1044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548" tIns="110548" rIns="110548" bIns="110548" numCol="1" spcCol="1270" anchor="ctr" anchorCtr="0">
          <a:noAutofit/>
        </a:bodyPr>
        <a:lstStyle/>
        <a:p>
          <a:pPr marL="0" lvl="0" indent="0" algn="l" defTabSz="1066800">
            <a:lnSpc>
              <a:spcPct val="100000"/>
            </a:lnSpc>
            <a:spcBef>
              <a:spcPct val="0"/>
            </a:spcBef>
            <a:spcAft>
              <a:spcPct val="35000"/>
            </a:spcAft>
            <a:buNone/>
          </a:pPr>
          <a:r>
            <a:rPr lang="en-US" sz="2400" kern="1200" dirty="0">
              <a:solidFill>
                <a:schemeClr val="tx1"/>
              </a:solidFill>
            </a:rPr>
            <a:t>80% of companies believe they lose revenue due to poor data quality challenges, identified by Cio.com.</a:t>
          </a:r>
        </a:p>
      </dsp:txBody>
      <dsp:txXfrm>
        <a:off x="1206452" y="2616273"/>
        <a:ext cx="14878098" cy="1044548"/>
      </dsp:txXfrm>
    </dsp:sp>
    <dsp:sp modelId="{E23099F3-B3F0-5B47-8D4B-F0786278877C}">
      <dsp:nvSpPr>
        <dsp:cNvPr id="0" name=""/>
        <dsp:cNvSpPr/>
      </dsp:nvSpPr>
      <dsp:spPr>
        <a:xfrm>
          <a:off x="0" y="3921959"/>
          <a:ext cx="16084551" cy="1044548"/>
        </a:xfrm>
        <a:prstGeom prst="roundRect">
          <a:avLst>
            <a:gd name="adj" fmla="val 10000"/>
          </a:avLst>
        </a:prstGeom>
        <a:solidFill>
          <a:srgbClr val="3F4F6C"/>
        </a:solidFill>
        <a:ln>
          <a:noFill/>
        </a:ln>
        <a:effectLst/>
      </dsp:spPr>
      <dsp:style>
        <a:lnRef idx="0">
          <a:scrgbClr r="0" g="0" b="0"/>
        </a:lnRef>
        <a:fillRef idx="1">
          <a:scrgbClr r="0" g="0" b="0"/>
        </a:fillRef>
        <a:effectRef idx="0">
          <a:scrgbClr r="0" g="0" b="0"/>
        </a:effectRef>
        <a:fontRef idx="minor"/>
      </dsp:style>
    </dsp:sp>
    <dsp:sp modelId="{D05D3F96-2E26-4B46-8252-BC1D5F121F9B}">
      <dsp:nvSpPr>
        <dsp:cNvPr id="0" name=""/>
        <dsp:cNvSpPr/>
      </dsp:nvSpPr>
      <dsp:spPr>
        <a:xfrm>
          <a:off x="315975" y="4156982"/>
          <a:ext cx="574501" cy="574501"/>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05DED6-E939-2343-A8A8-BA1B9836D05D}">
      <dsp:nvSpPr>
        <dsp:cNvPr id="0" name=""/>
        <dsp:cNvSpPr/>
      </dsp:nvSpPr>
      <dsp:spPr>
        <a:xfrm>
          <a:off x="1206452" y="3921959"/>
          <a:ext cx="14878098" cy="1044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548" tIns="110548" rIns="110548" bIns="110548"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bg2"/>
              </a:solidFill>
            </a:rPr>
            <a:t>Employees spend half of their time juggling with managing the data accuracy tasks.</a:t>
          </a:r>
        </a:p>
      </dsp:txBody>
      <dsp:txXfrm>
        <a:off x="1206452" y="3921959"/>
        <a:ext cx="14878098" cy="1044548"/>
      </dsp:txXfrm>
    </dsp:sp>
    <dsp:sp modelId="{EB4A5D19-04FB-1649-8EE6-31C5B99F0034}">
      <dsp:nvSpPr>
        <dsp:cNvPr id="0" name=""/>
        <dsp:cNvSpPr/>
      </dsp:nvSpPr>
      <dsp:spPr>
        <a:xfrm>
          <a:off x="0" y="5227644"/>
          <a:ext cx="16084551" cy="1044548"/>
        </a:xfrm>
        <a:prstGeom prst="roundRect">
          <a:avLst>
            <a:gd name="adj" fmla="val 10000"/>
          </a:avLst>
        </a:prstGeom>
        <a:solidFill>
          <a:srgbClr val="0070C0"/>
        </a:solidFill>
        <a:ln>
          <a:noFill/>
        </a:ln>
        <a:effectLst/>
      </dsp:spPr>
      <dsp:style>
        <a:lnRef idx="0">
          <a:scrgbClr r="0" g="0" b="0"/>
        </a:lnRef>
        <a:fillRef idx="1">
          <a:scrgbClr r="0" g="0" b="0"/>
        </a:fillRef>
        <a:effectRef idx="0">
          <a:scrgbClr r="0" g="0" b="0"/>
        </a:effectRef>
        <a:fontRef idx="minor"/>
      </dsp:style>
    </dsp:sp>
    <dsp:sp modelId="{311B65D3-1981-E342-B9DA-D86AC13763F2}">
      <dsp:nvSpPr>
        <dsp:cNvPr id="0" name=""/>
        <dsp:cNvSpPr/>
      </dsp:nvSpPr>
      <dsp:spPr>
        <a:xfrm>
          <a:off x="315975" y="5462667"/>
          <a:ext cx="574501" cy="574501"/>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77FE86-3528-8A4D-8E30-9B405F34760D}">
      <dsp:nvSpPr>
        <dsp:cNvPr id="0" name=""/>
        <dsp:cNvSpPr/>
      </dsp:nvSpPr>
      <dsp:spPr>
        <a:xfrm>
          <a:off x="1206452" y="5227644"/>
          <a:ext cx="14878098" cy="1044548"/>
        </a:xfrm>
        <a:prstGeom prst="rect">
          <a:avLst/>
        </a:prstGeom>
        <a:solidFill>
          <a:srgbClr val="0070C0"/>
        </a:solidFill>
        <a:ln>
          <a:noFill/>
        </a:ln>
        <a:effectLst/>
      </dsp:spPr>
      <dsp:style>
        <a:lnRef idx="0">
          <a:scrgbClr r="0" g="0" b="0"/>
        </a:lnRef>
        <a:fillRef idx="0">
          <a:scrgbClr r="0" g="0" b="0"/>
        </a:fillRef>
        <a:effectRef idx="0">
          <a:scrgbClr r="0" g="0" b="0"/>
        </a:effectRef>
        <a:fontRef idx="minor"/>
      </dsp:style>
      <dsp:txBody>
        <a:bodyPr spcFirstLastPara="0" vert="horz" wrap="square" lIns="110548" tIns="110548" rIns="110548" bIns="110548" numCol="1" spcCol="1270" anchor="ctr" anchorCtr="0">
          <a:noAutofit/>
        </a:bodyPr>
        <a:lstStyle/>
        <a:p>
          <a:pPr marL="0" lvl="0" indent="0" algn="l" defTabSz="1066800">
            <a:lnSpc>
              <a:spcPct val="100000"/>
            </a:lnSpc>
            <a:spcBef>
              <a:spcPct val="0"/>
            </a:spcBef>
            <a:spcAft>
              <a:spcPct val="35000"/>
            </a:spcAft>
            <a:buNone/>
          </a:pPr>
          <a:r>
            <a:rPr lang="en-US" sz="2400" kern="1200" dirty="0">
              <a:solidFill>
                <a:schemeClr val="bg2"/>
              </a:solidFill>
            </a:rPr>
            <a:t>21% of businesses faced reputation issues and lost 30% of their revenue due to insufficient data, leading to mail delivery issues reported by Econsultancy.com.</a:t>
          </a:r>
        </a:p>
      </dsp:txBody>
      <dsp:txXfrm>
        <a:off x="1206452" y="5227644"/>
        <a:ext cx="14878098" cy="10445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CED9CF-B4C2-4488-B863-F9B84D7303D6}">
      <dsp:nvSpPr>
        <dsp:cNvPr id="0" name=""/>
        <dsp:cNvSpPr/>
      </dsp:nvSpPr>
      <dsp:spPr>
        <a:xfrm>
          <a:off x="0" y="5667"/>
          <a:ext cx="16084551" cy="1279134"/>
        </a:xfrm>
        <a:prstGeom prst="roundRect">
          <a:avLst>
            <a:gd name="adj" fmla="val 10000"/>
          </a:avLst>
        </a:prstGeom>
        <a:solidFill>
          <a:srgbClr val="C50724"/>
        </a:solidFill>
        <a:ln>
          <a:noFill/>
        </a:ln>
        <a:effectLst/>
      </dsp:spPr>
      <dsp:style>
        <a:lnRef idx="0">
          <a:scrgbClr r="0" g="0" b="0"/>
        </a:lnRef>
        <a:fillRef idx="1">
          <a:scrgbClr r="0" g="0" b="0"/>
        </a:fillRef>
        <a:effectRef idx="0">
          <a:scrgbClr r="0" g="0" b="0"/>
        </a:effectRef>
        <a:fontRef idx="minor"/>
      </dsp:style>
    </dsp:sp>
    <dsp:sp modelId="{74BE0942-9403-4725-82AA-FB8E6969CEC9}">
      <dsp:nvSpPr>
        <dsp:cNvPr id="0" name=""/>
        <dsp:cNvSpPr/>
      </dsp:nvSpPr>
      <dsp:spPr>
        <a:xfrm>
          <a:off x="386938" y="293472"/>
          <a:ext cx="704211" cy="70352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AB229D-44BC-42F4-9436-48EF09D10E9E}">
      <dsp:nvSpPr>
        <dsp:cNvPr id="0" name=""/>
        <dsp:cNvSpPr/>
      </dsp:nvSpPr>
      <dsp:spPr>
        <a:xfrm>
          <a:off x="1478088" y="5667"/>
          <a:ext cx="14583699" cy="1319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606" tIns="139606" rIns="139606" bIns="139606"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bg2"/>
              </a:solidFill>
            </a:rPr>
            <a:t>Value is the business, economic, social, research, technical or cultural benefits derived from the collection, storage, processing and analysis of big data</a:t>
          </a:r>
        </a:p>
      </dsp:txBody>
      <dsp:txXfrm>
        <a:off x="1478088" y="5667"/>
        <a:ext cx="14583699" cy="1319107"/>
      </dsp:txXfrm>
    </dsp:sp>
    <dsp:sp modelId="{46C81AF9-EF3D-4824-B189-400D68887296}">
      <dsp:nvSpPr>
        <dsp:cNvPr id="0" name=""/>
        <dsp:cNvSpPr/>
      </dsp:nvSpPr>
      <dsp:spPr>
        <a:xfrm>
          <a:off x="0" y="1744155"/>
          <a:ext cx="16084551" cy="1279134"/>
        </a:xfrm>
        <a:prstGeom prst="roundRect">
          <a:avLst>
            <a:gd name="adj" fmla="val 10000"/>
          </a:avLst>
        </a:prstGeom>
        <a:solidFill>
          <a:srgbClr val="E98D0A"/>
        </a:solidFill>
        <a:ln>
          <a:noFill/>
        </a:ln>
        <a:effectLst/>
      </dsp:spPr>
      <dsp:style>
        <a:lnRef idx="0">
          <a:scrgbClr r="0" g="0" b="0"/>
        </a:lnRef>
        <a:fillRef idx="1">
          <a:scrgbClr r="0" g="0" b="0"/>
        </a:fillRef>
        <a:effectRef idx="0">
          <a:scrgbClr r="0" g="0" b="0"/>
        </a:effectRef>
        <a:fontRef idx="minor"/>
      </dsp:style>
    </dsp:sp>
    <dsp:sp modelId="{CB5D6A20-5127-4984-B59F-FD0AA84D1387}">
      <dsp:nvSpPr>
        <dsp:cNvPr id="0" name=""/>
        <dsp:cNvSpPr/>
      </dsp:nvSpPr>
      <dsp:spPr>
        <a:xfrm>
          <a:off x="386938" y="1942357"/>
          <a:ext cx="704211" cy="7035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FA7640-A0BF-43A1-BD62-3BB725F1AC3D}">
      <dsp:nvSpPr>
        <dsp:cNvPr id="0" name=""/>
        <dsp:cNvSpPr/>
      </dsp:nvSpPr>
      <dsp:spPr>
        <a:xfrm>
          <a:off x="1478088" y="1654552"/>
          <a:ext cx="14583699" cy="1319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606" tIns="139606" rIns="139606" bIns="139606"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tx1"/>
              </a:solidFill>
            </a:rPr>
            <a:t>The value of big data comes from insight discovery and pattern recognition that lead to more effective operations, stronger customer relationships and other clear and quantifiable benefits</a:t>
          </a:r>
          <a:endParaRPr lang="en-US" sz="2400" kern="1200" dirty="0">
            <a:solidFill>
              <a:schemeClr val="tx1"/>
            </a:solidFill>
            <a:latin typeface="Arial"/>
          </a:endParaRPr>
        </a:p>
      </dsp:txBody>
      <dsp:txXfrm>
        <a:off x="1478088" y="1654552"/>
        <a:ext cx="14583699" cy="1319107"/>
      </dsp:txXfrm>
    </dsp:sp>
    <dsp:sp modelId="{92E912FB-50AE-454A-A9D2-7DBF642BD4B6}">
      <dsp:nvSpPr>
        <dsp:cNvPr id="0" name=""/>
        <dsp:cNvSpPr/>
      </dsp:nvSpPr>
      <dsp:spPr>
        <a:xfrm>
          <a:off x="0" y="3303436"/>
          <a:ext cx="16084551" cy="1279134"/>
        </a:xfrm>
        <a:prstGeom prst="roundRect">
          <a:avLst>
            <a:gd name="adj" fmla="val 10000"/>
          </a:avLst>
        </a:prstGeom>
        <a:solidFill>
          <a:srgbClr val="969696"/>
        </a:solidFill>
        <a:ln>
          <a:noFill/>
        </a:ln>
        <a:effectLst/>
      </dsp:spPr>
      <dsp:style>
        <a:lnRef idx="0">
          <a:scrgbClr r="0" g="0" b="0"/>
        </a:lnRef>
        <a:fillRef idx="1">
          <a:scrgbClr r="0" g="0" b="0"/>
        </a:fillRef>
        <a:effectRef idx="0">
          <a:scrgbClr r="0" g="0" b="0"/>
        </a:effectRef>
        <a:fontRef idx="minor"/>
      </dsp:style>
    </dsp:sp>
    <dsp:sp modelId="{057EE6C3-3D97-49F3-9920-A10D6749350E}">
      <dsp:nvSpPr>
        <dsp:cNvPr id="0" name=""/>
        <dsp:cNvSpPr/>
      </dsp:nvSpPr>
      <dsp:spPr>
        <a:xfrm>
          <a:off x="386938" y="3591241"/>
          <a:ext cx="704211" cy="70352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185353-A9EC-48B0-AF2F-43F57E6C55DA}">
      <dsp:nvSpPr>
        <dsp:cNvPr id="0" name=""/>
        <dsp:cNvSpPr/>
      </dsp:nvSpPr>
      <dsp:spPr>
        <a:xfrm>
          <a:off x="1478088" y="3303436"/>
          <a:ext cx="14583699" cy="1319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606" tIns="139606" rIns="139606" bIns="139606" numCol="1" spcCol="1270" anchor="ctr" anchorCtr="0">
          <a:noAutofit/>
        </a:bodyPr>
        <a:lstStyle/>
        <a:p>
          <a:pPr marL="0" lvl="0" indent="0" algn="l" defTabSz="1066800">
            <a:lnSpc>
              <a:spcPct val="100000"/>
            </a:lnSpc>
            <a:spcBef>
              <a:spcPct val="0"/>
            </a:spcBef>
            <a:spcAft>
              <a:spcPct val="35000"/>
            </a:spcAft>
            <a:buNone/>
          </a:pPr>
          <a:r>
            <a:rPr lang="en-US" sz="2400" b="0" i="0" kern="1200" dirty="0">
              <a:solidFill>
                <a:schemeClr val="tx1"/>
              </a:solidFill>
            </a:rPr>
            <a:t>Due to its volume, velocity and variety, etc. it is difficult, time consuming and costly to obtain the value of big data using a data science pipeline enabled by traditional data collection, storage and processing technology</a:t>
          </a:r>
        </a:p>
      </dsp:txBody>
      <dsp:txXfrm>
        <a:off x="1478088" y="3303436"/>
        <a:ext cx="14583699" cy="1319107"/>
      </dsp:txXfrm>
    </dsp:sp>
    <dsp:sp modelId="{E23099F3-B3F0-5B47-8D4B-F0786278877C}">
      <dsp:nvSpPr>
        <dsp:cNvPr id="0" name=""/>
        <dsp:cNvSpPr/>
      </dsp:nvSpPr>
      <dsp:spPr>
        <a:xfrm>
          <a:off x="0" y="4952320"/>
          <a:ext cx="16084551" cy="1279134"/>
        </a:xfrm>
        <a:prstGeom prst="roundRect">
          <a:avLst>
            <a:gd name="adj" fmla="val 10000"/>
          </a:avLst>
        </a:prstGeom>
        <a:solidFill>
          <a:srgbClr val="3F4F6C"/>
        </a:solidFill>
        <a:ln>
          <a:noFill/>
        </a:ln>
        <a:effectLst/>
      </dsp:spPr>
      <dsp:style>
        <a:lnRef idx="0">
          <a:scrgbClr r="0" g="0" b="0"/>
        </a:lnRef>
        <a:fillRef idx="1">
          <a:scrgbClr r="0" g="0" b="0"/>
        </a:fillRef>
        <a:effectRef idx="0">
          <a:scrgbClr r="0" g="0" b="0"/>
        </a:effectRef>
        <a:fontRef idx="minor"/>
      </dsp:style>
    </dsp:sp>
    <dsp:sp modelId="{D05D3F96-2E26-4B46-8252-BC1D5F121F9B}">
      <dsp:nvSpPr>
        <dsp:cNvPr id="0" name=""/>
        <dsp:cNvSpPr/>
      </dsp:nvSpPr>
      <dsp:spPr>
        <a:xfrm>
          <a:off x="386938" y="5240126"/>
          <a:ext cx="704211" cy="70352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05DED6-E939-2343-A8A8-BA1B9836D05D}">
      <dsp:nvSpPr>
        <dsp:cNvPr id="0" name=""/>
        <dsp:cNvSpPr/>
      </dsp:nvSpPr>
      <dsp:spPr>
        <a:xfrm>
          <a:off x="1478088" y="4952320"/>
          <a:ext cx="14583699" cy="1319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606" tIns="139606" rIns="139606" bIns="139606" numCol="1" spcCol="1270" anchor="ctr" anchorCtr="0">
          <a:noAutofit/>
        </a:bodyPr>
        <a:lstStyle/>
        <a:p>
          <a:pPr marL="0" lvl="0" indent="0" algn="l" defTabSz="1066800">
            <a:lnSpc>
              <a:spcPct val="100000"/>
            </a:lnSpc>
            <a:spcBef>
              <a:spcPct val="0"/>
            </a:spcBef>
            <a:spcAft>
              <a:spcPct val="35000"/>
            </a:spcAft>
            <a:buNone/>
          </a:pPr>
          <a:r>
            <a:rPr lang="en-US" sz="2400" kern="1200" dirty="0">
              <a:solidFill>
                <a:schemeClr val="bg2"/>
              </a:solidFill>
            </a:rPr>
            <a:t>But to remain competitive, firms and research organizations absolutely must obtain value and uncover insights from their investment in collecting vast and diverse datasets. </a:t>
          </a:r>
          <a:endParaRPr lang="en-US" sz="2400" kern="1200" dirty="0">
            <a:solidFill>
              <a:schemeClr val="bg2"/>
            </a:solidFill>
            <a:latin typeface="Arial"/>
          </a:endParaRPr>
        </a:p>
      </dsp:txBody>
      <dsp:txXfrm>
        <a:off x="1478088" y="4952320"/>
        <a:ext cx="14583699" cy="13191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CED9CF-B4C2-4488-B863-F9B84D7303D6}">
      <dsp:nvSpPr>
        <dsp:cNvPr id="0" name=""/>
        <dsp:cNvSpPr/>
      </dsp:nvSpPr>
      <dsp:spPr>
        <a:xfrm>
          <a:off x="0" y="2605"/>
          <a:ext cx="16084551" cy="1320396"/>
        </a:xfrm>
        <a:prstGeom prst="roundRect">
          <a:avLst>
            <a:gd name="adj" fmla="val 10000"/>
          </a:avLst>
        </a:prstGeom>
        <a:solidFill>
          <a:srgbClr val="C50724"/>
        </a:solidFill>
        <a:ln>
          <a:noFill/>
        </a:ln>
        <a:effectLst/>
      </dsp:spPr>
      <dsp:style>
        <a:lnRef idx="0">
          <a:scrgbClr r="0" g="0" b="0"/>
        </a:lnRef>
        <a:fillRef idx="1">
          <a:scrgbClr r="0" g="0" b="0"/>
        </a:fillRef>
        <a:effectRef idx="0">
          <a:scrgbClr r="0" g="0" b="0"/>
        </a:effectRef>
        <a:fontRef idx="minor"/>
      </dsp:style>
    </dsp:sp>
    <dsp:sp modelId="{74BE0942-9403-4725-82AA-FB8E6969CEC9}">
      <dsp:nvSpPr>
        <dsp:cNvPr id="0" name=""/>
        <dsp:cNvSpPr/>
      </dsp:nvSpPr>
      <dsp:spPr>
        <a:xfrm>
          <a:off x="399420" y="299694"/>
          <a:ext cx="726218" cy="72621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AB229D-44BC-42F4-9436-48EF09D10E9E}">
      <dsp:nvSpPr>
        <dsp:cNvPr id="0" name=""/>
        <dsp:cNvSpPr/>
      </dsp:nvSpPr>
      <dsp:spPr>
        <a:xfrm>
          <a:off x="1525058" y="2605"/>
          <a:ext cx="14559492" cy="1320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42" tIns="139742" rIns="139742" bIns="139742" numCol="1" spcCol="1270" anchor="ctr" anchorCtr="0">
          <a:noAutofit/>
        </a:bodyPr>
        <a:lstStyle/>
        <a:p>
          <a:pPr marL="0" lvl="0" indent="0" algn="l" defTabSz="1155700">
            <a:lnSpc>
              <a:spcPct val="100000"/>
            </a:lnSpc>
            <a:spcBef>
              <a:spcPct val="0"/>
            </a:spcBef>
            <a:spcAft>
              <a:spcPct val="35000"/>
            </a:spcAft>
            <a:buNone/>
          </a:pPr>
          <a:r>
            <a:rPr lang="en-US" sz="2600" kern="1200" dirty="0">
              <a:solidFill>
                <a:schemeClr val="bg2"/>
              </a:solidFill>
              <a:effectLst/>
              <a:latin typeface="+mn-lt"/>
              <a:ea typeface="Calibri" panose="020F0502020204030204" pitchFamily="34" charset="0"/>
              <a:cs typeface="Times New Roman" panose="02020603050405020304" pitchFamily="18" charset="0"/>
            </a:rPr>
            <a:t>Parallel processing is a paradigm where hundreds or thousands of processing nodes work on parts of a computational task in parallel</a:t>
          </a:r>
          <a:endParaRPr lang="en-US" sz="2600" b="0" i="0" kern="1200" dirty="0">
            <a:solidFill>
              <a:schemeClr val="bg2"/>
            </a:solidFill>
            <a:latin typeface="+mn-lt"/>
          </a:endParaRPr>
        </a:p>
      </dsp:txBody>
      <dsp:txXfrm>
        <a:off x="1525058" y="2605"/>
        <a:ext cx="14559492" cy="1320396"/>
      </dsp:txXfrm>
    </dsp:sp>
    <dsp:sp modelId="{46C81AF9-EF3D-4824-B189-400D68887296}">
      <dsp:nvSpPr>
        <dsp:cNvPr id="0" name=""/>
        <dsp:cNvSpPr/>
      </dsp:nvSpPr>
      <dsp:spPr>
        <a:xfrm>
          <a:off x="0" y="1745595"/>
          <a:ext cx="16084551" cy="1320396"/>
        </a:xfrm>
        <a:prstGeom prst="roundRect">
          <a:avLst>
            <a:gd name="adj" fmla="val 10000"/>
          </a:avLst>
        </a:prstGeom>
        <a:solidFill>
          <a:srgbClr val="E98D0A"/>
        </a:solidFill>
        <a:ln>
          <a:noFill/>
        </a:ln>
        <a:effectLst/>
      </dsp:spPr>
      <dsp:style>
        <a:lnRef idx="0">
          <a:scrgbClr r="0" g="0" b="0"/>
        </a:lnRef>
        <a:fillRef idx="1">
          <a:scrgbClr r="0" g="0" b="0"/>
        </a:fillRef>
        <a:effectRef idx="0">
          <a:scrgbClr r="0" g="0" b="0"/>
        </a:effectRef>
        <a:fontRef idx="minor"/>
      </dsp:style>
    </dsp:sp>
    <dsp:sp modelId="{CB5D6A20-5127-4984-B59F-FD0AA84D1387}">
      <dsp:nvSpPr>
        <dsp:cNvPr id="0" name=""/>
        <dsp:cNvSpPr/>
      </dsp:nvSpPr>
      <dsp:spPr>
        <a:xfrm>
          <a:off x="399420" y="1950190"/>
          <a:ext cx="726218" cy="7262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FA7640-A0BF-43A1-BD62-3BB725F1AC3D}">
      <dsp:nvSpPr>
        <dsp:cNvPr id="0" name=""/>
        <dsp:cNvSpPr/>
      </dsp:nvSpPr>
      <dsp:spPr>
        <a:xfrm>
          <a:off x="1525058" y="1653101"/>
          <a:ext cx="14559492" cy="1320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42" tIns="139742" rIns="139742" bIns="139742" numCol="1" spcCol="1270" anchor="ctr" anchorCtr="0">
          <a:noAutofit/>
        </a:bodyPr>
        <a:lstStyle/>
        <a:p>
          <a:pPr marL="0" lvl="0" indent="0" algn="l" defTabSz="1155700">
            <a:lnSpc>
              <a:spcPct val="100000"/>
            </a:lnSpc>
            <a:spcBef>
              <a:spcPct val="0"/>
            </a:spcBef>
            <a:spcAft>
              <a:spcPct val="35000"/>
            </a:spcAft>
            <a:buNone/>
          </a:pPr>
          <a:r>
            <a:rPr lang="en-US" sz="2600" kern="1200" dirty="0">
              <a:solidFill>
                <a:schemeClr val="tx1"/>
              </a:solidFill>
              <a:effectLst/>
              <a:latin typeface="+mn-lt"/>
              <a:ea typeface="Calibri" panose="020F0502020204030204" pitchFamily="34" charset="0"/>
              <a:cs typeface="Times New Roman" panose="02020603050405020304" pitchFamily="18" charset="0"/>
            </a:rPr>
            <a:t>Each of these nodes run individual instances of an operating system, have their own input and output devices, and do not share memory</a:t>
          </a:r>
          <a:endParaRPr lang="en-US" sz="2600" kern="1200" dirty="0">
            <a:solidFill>
              <a:schemeClr val="tx1"/>
            </a:solidFill>
            <a:latin typeface="+mn-lt"/>
          </a:endParaRPr>
        </a:p>
      </dsp:txBody>
      <dsp:txXfrm>
        <a:off x="1525058" y="1653101"/>
        <a:ext cx="14559492" cy="1320396"/>
      </dsp:txXfrm>
    </dsp:sp>
    <dsp:sp modelId="{92E912FB-50AE-454A-A9D2-7DBF642BD4B6}">
      <dsp:nvSpPr>
        <dsp:cNvPr id="0" name=""/>
        <dsp:cNvSpPr/>
      </dsp:nvSpPr>
      <dsp:spPr>
        <a:xfrm>
          <a:off x="0" y="3303597"/>
          <a:ext cx="16084551" cy="1320396"/>
        </a:xfrm>
        <a:prstGeom prst="roundRect">
          <a:avLst>
            <a:gd name="adj" fmla="val 10000"/>
          </a:avLst>
        </a:prstGeom>
        <a:solidFill>
          <a:srgbClr val="969696"/>
        </a:solidFill>
        <a:ln>
          <a:noFill/>
        </a:ln>
        <a:effectLst/>
      </dsp:spPr>
      <dsp:style>
        <a:lnRef idx="0">
          <a:scrgbClr r="0" g="0" b="0"/>
        </a:lnRef>
        <a:fillRef idx="1">
          <a:scrgbClr r="0" g="0" b="0"/>
        </a:fillRef>
        <a:effectRef idx="0">
          <a:scrgbClr r="0" g="0" b="0"/>
        </a:effectRef>
        <a:fontRef idx="minor"/>
      </dsp:style>
    </dsp:sp>
    <dsp:sp modelId="{057EE6C3-3D97-49F3-9920-A10D6749350E}">
      <dsp:nvSpPr>
        <dsp:cNvPr id="0" name=""/>
        <dsp:cNvSpPr/>
      </dsp:nvSpPr>
      <dsp:spPr>
        <a:xfrm>
          <a:off x="399420" y="3600686"/>
          <a:ext cx="726218" cy="726218"/>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185353-A9EC-48B0-AF2F-43F57E6C55DA}">
      <dsp:nvSpPr>
        <dsp:cNvPr id="0" name=""/>
        <dsp:cNvSpPr/>
      </dsp:nvSpPr>
      <dsp:spPr>
        <a:xfrm>
          <a:off x="1525058" y="3303597"/>
          <a:ext cx="14559492" cy="1320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42" tIns="139742" rIns="139742" bIns="139742" numCol="1" spcCol="1270" anchor="ctr" anchorCtr="0">
          <a:noAutofit/>
        </a:bodyPr>
        <a:lstStyle/>
        <a:p>
          <a:pPr marL="0" lvl="0" indent="0" algn="l" defTabSz="1155700">
            <a:lnSpc>
              <a:spcPct val="100000"/>
            </a:lnSpc>
            <a:spcBef>
              <a:spcPct val="0"/>
            </a:spcBef>
            <a:spcAft>
              <a:spcPct val="35000"/>
            </a:spcAft>
            <a:buNone/>
          </a:pPr>
          <a:r>
            <a:rPr lang="en-US" sz="2600" kern="1200" dirty="0">
              <a:solidFill>
                <a:schemeClr val="tx1"/>
              </a:solidFill>
              <a:effectLst/>
              <a:latin typeface="+mn-lt"/>
              <a:ea typeface="Calibri" panose="020F0502020204030204" pitchFamily="34" charset="0"/>
              <a:cs typeface="Times New Roman" panose="02020603050405020304" pitchFamily="18" charset="0"/>
            </a:rPr>
            <a:t>These nodes might have private storage capacity (disk or solid state) and also share common network storage</a:t>
          </a:r>
          <a:endParaRPr lang="en-US" sz="2600" b="0" i="0" kern="1200" dirty="0">
            <a:solidFill>
              <a:schemeClr val="tx1"/>
            </a:solidFill>
            <a:latin typeface="+mn-lt"/>
          </a:endParaRPr>
        </a:p>
      </dsp:txBody>
      <dsp:txXfrm>
        <a:off x="1525058" y="3303597"/>
        <a:ext cx="14559492" cy="1320396"/>
      </dsp:txXfrm>
    </dsp:sp>
    <dsp:sp modelId="{E23099F3-B3F0-5B47-8D4B-F0786278877C}">
      <dsp:nvSpPr>
        <dsp:cNvPr id="0" name=""/>
        <dsp:cNvSpPr/>
      </dsp:nvSpPr>
      <dsp:spPr>
        <a:xfrm>
          <a:off x="0" y="4954093"/>
          <a:ext cx="16084551" cy="1320396"/>
        </a:xfrm>
        <a:prstGeom prst="roundRect">
          <a:avLst>
            <a:gd name="adj" fmla="val 10000"/>
          </a:avLst>
        </a:prstGeom>
        <a:solidFill>
          <a:srgbClr val="3F4F6C"/>
        </a:solidFill>
        <a:ln>
          <a:noFill/>
        </a:ln>
        <a:effectLst/>
      </dsp:spPr>
      <dsp:style>
        <a:lnRef idx="0">
          <a:scrgbClr r="0" g="0" b="0"/>
        </a:lnRef>
        <a:fillRef idx="1">
          <a:scrgbClr r="0" g="0" b="0"/>
        </a:fillRef>
        <a:effectRef idx="0">
          <a:scrgbClr r="0" g="0" b="0"/>
        </a:effectRef>
        <a:fontRef idx="minor"/>
      </dsp:style>
    </dsp:sp>
    <dsp:sp modelId="{D05D3F96-2E26-4B46-8252-BC1D5F121F9B}">
      <dsp:nvSpPr>
        <dsp:cNvPr id="0" name=""/>
        <dsp:cNvSpPr/>
      </dsp:nvSpPr>
      <dsp:spPr>
        <a:xfrm>
          <a:off x="399420" y="5251183"/>
          <a:ext cx="726218" cy="726218"/>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05DED6-E939-2343-A8A8-BA1B9836D05D}">
      <dsp:nvSpPr>
        <dsp:cNvPr id="0" name=""/>
        <dsp:cNvSpPr/>
      </dsp:nvSpPr>
      <dsp:spPr>
        <a:xfrm>
          <a:off x="1525058" y="4954093"/>
          <a:ext cx="14559492" cy="1320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42" tIns="139742" rIns="139742" bIns="139742" numCol="1" spcCol="1270" anchor="ctr" anchorCtr="0">
          <a:noAutofit/>
        </a:bodyPr>
        <a:lstStyle/>
        <a:p>
          <a:pPr marL="0" lvl="0" indent="0" algn="l" defTabSz="1155700">
            <a:lnSpc>
              <a:spcPct val="100000"/>
            </a:lnSpc>
            <a:spcBef>
              <a:spcPct val="0"/>
            </a:spcBef>
            <a:spcAft>
              <a:spcPct val="35000"/>
            </a:spcAft>
            <a:buNone/>
          </a:pPr>
          <a:r>
            <a:rPr lang="en-US" sz="2600" kern="1200" dirty="0">
              <a:solidFill>
                <a:schemeClr val="bg2"/>
              </a:solidFill>
              <a:effectLst/>
              <a:latin typeface="+mn-lt"/>
              <a:ea typeface="Calibri" panose="020F0502020204030204" pitchFamily="34" charset="0"/>
              <a:cs typeface="Times New Roman" panose="02020603050405020304" pitchFamily="18" charset="0"/>
            </a:rPr>
            <a:t>Processing nodes achieve a common computational task by communicating with each other via message passing over a high-speed interconnect</a:t>
          </a:r>
          <a:endParaRPr lang="en-US" sz="2600" kern="1200" dirty="0">
            <a:solidFill>
              <a:schemeClr val="bg2"/>
            </a:solidFill>
            <a:latin typeface="Arial"/>
          </a:endParaRPr>
        </a:p>
      </dsp:txBody>
      <dsp:txXfrm>
        <a:off x="1525058" y="4954093"/>
        <a:ext cx="14559492" cy="132039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3</a:t>
            </a:fld>
            <a:endParaRPr lang="en-US" dirty="0"/>
          </a:p>
        </p:txBody>
      </p:sp>
    </p:spTree>
    <p:extLst>
      <p:ext uri="{BB962C8B-B14F-4D97-AF65-F5344CB8AC3E}">
        <p14:creationId xmlns:p14="http://schemas.microsoft.com/office/powerpoint/2010/main" val="3135925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6</a:t>
            </a:fld>
            <a:endParaRPr lang="en-US" dirty="0"/>
          </a:p>
        </p:txBody>
      </p:sp>
    </p:spTree>
    <p:extLst>
      <p:ext uri="{BB962C8B-B14F-4D97-AF65-F5344CB8AC3E}">
        <p14:creationId xmlns:p14="http://schemas.microsoft.com/office/powerpoint/2010/main" val="1255276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12</a:t>
            </a:fld>
            <a:endParaRPr lang="en-US" dirty="0"/>
          </a:p>
        </p:txBody>
      </p:sp>
    </p:spTree>
    <p:extLst>
      <p:ext uri="{BB962C8B-B14F-4D97-AF65-F5344CB8AC3E}">
        <p14:creationId xmlns:p14="http://schemas.microsoft.com/office/powerpoint/2010/main" val="78682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13</a:t>
            </a:fld>
            <a:endParaRPr lang="en-US" dirty="0"/>
          </a:p>
        </p:txBody>
      </p:sp>
    </p:spTree>
    <p:extLst>
      <p:ext uri="{BB962C8B-B14F-4D97-AF65-F5344CB8AC3E}">
        <p14:creationId xmlns:p14="http://schemas.microsoft.com/office/powerpoint/2010/main" val="1442599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16</a:t>
            </a:fld>
            <a:endParaRPr lang="en-US" dirty="0"/>
          </a:p>
        </p:txBody>
      </p:sp>
    </p:spTree>
    <p:extLst>
      <p:ext uri="{BB962C8B-B14F-4D97-AF65-F5344CB8AC3E}">
        <p14:creationId xmlns:p14="http://schemas.microsoft.com/office/powerpoint/2010/main" val="3130774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19</a:t>
            </a:fld>
            <a:endParaRPr lang="en-US" dirty="0"/>
          </a:p>
        </p:txBody>
      </p:sp>
    </p:spTree>
    <p:extLst>
      <p:ext uri="{BB962C8B-B14F-4D97-AF65-F5344CB8AC3E}">
        <p14:creationId xmlns:p14="http://schemas.microsoft.com/office/powerpoint/2010/main" val="1352287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20</a:t>
            </a:fld>
            <a:endParaRPr lang="en-US" dirty="0"/>
          </a:p>
        </p:txBody>
      </p:sp>
    </p:spTree>
    <p:extLst>
      <p:ext uri="{BB962C8B-B14F-4D97-AF65-F5344CB8AC3E}">
        <p14:creationId xmlns:p14="http://schemas.microsoft.com/office/powerpoint/2010/main" val="2363985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1EE238-70D2-48BB-9804-C56424742E76}" type="datetime1">
              <a:rPr lang="en-US" smtClean="0"/>
              <a:t>7/3/2024</a:t>
            </a:fld>
            <a:endParaRPr lang="en-US" dirty="0"/>
          </a:p>
        </p:txBody>
      </p:sp>
      <p:sp>
        <p:nvSpPr>
          <p:cNvPr id="4" name="Footer Placeholder 3"/>
          <p:cNvSpPr>
            <a:spLocks noGrp="1"/>
          </p:cNvSpPr>
          <p:nvPr>
            <p:ph type="ftr" sz="quarter" idx="11"/>
          </p:nvPr>
        </p:nvSpPr>
        <p:spPr/>
        <p:txBody>
          <a:bodyPr/>
          <a:lstStyle/>
          <a:p>
            <a:r>
              <a:rPr lang="en-US" dirty="0"/>
              <a:t>Big Data Technologies - Module 01a</a:t>
            </a:r>
          </a:p>
        </p:txBody>
      </p:sp>
      <p:sp>
        <p:nvSpPr>
          <p:cNvPr id="5" name="Slide Number Placeholder 4"/>
          <p:cNvSpPr>
            <a:spLocks noGrp="1"/>
          </p:cNvSpPr>
          <p:nvPr>
            <p:ph type="sldNum" sz="quarter" idx="12"/>
          </p:nvPr>
        </p:nvSpPr>
        <p:spPr/>
        <p:txBody>
          <a:bodyPr/>
          <a:lstStyle/>
          <a:p>
            <a:fld id="{A89303E2-24A7-45FB-8F9B-C98A0FA0F4CA}" type="slidenum">
              <a:rPr lang="en-US" smtClean="0"/>
              <a:t>‹#›</a:t>
            </a:fld>
            <a:endParaRPr lang="en-US" dirty="0"/>
          </a:p>
        </p:txBody>
      </p:sp>
    </p:spTree>
    <p:extLst>
      <p:ext uri="{BB962C8B-B14F-4D97-AF65-F5344CB8AC3E}">
        <p14:creationId xmlns:p14="http://schemas.microsoft.com/office/powerpoint/2010/main" val="20626497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www.pinterest.com/pin/35184440822917170/"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7.xml"/><Relationship Id="rId7" Type="http://schemas.openxmlformats.org/officeDocument/2006/relationships/diagramColors" Target="../diagrams/colors6.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327A1-CCE0-97EC-F4C1-8F1259511CD8}"/>
              </a:ext>
            </a:extLst>
          </p:cNvPr>
          <p:cNvSpPr>
            <a:spLocks noGrp="1"/>
          </p:cNvSpPr>
          <p:nvPr>
            <p:ph type="ctrTitle"/>
          </p:nvPr>
        </p:nvSpPr>
        <p:spPr/>
        <p:txBody>
          <a:bodyPr/>
          <a:lstStyle/>
          <a:p>
            <a:r>
              <a:rPr lang="en-US" dirty="0"/>
              <a:t>Module 1: Lesson 3</a:t>
            </a:r>
            <a:br>
              <a:rPr lang="en-US" dirty="0"/>
            </a:br>
            <a:r>
              <a:rPr lang="en-US" sz="5400" dirty="0"/>
              <a:t>Confounding Factors</a:t>
            </a:r>
            <a:endParaRPr lang="en-US" dirty="0"/>
          </a:p>
        </p:txBody>
      </p:sp>
    </p:spTree>
    <p:custDataLst>
      <p:tags r:id="rId1"/>
    </p:custDataLst>
    <p:extLst>
      <p:ext uri="{BB962C8B-B14F-4D97-AF65-F5344CB8AC3E}">
        <p14:creationId xmlns:p14="http://schemas.microsoft.com/office/powerpoint/2010/main" val="2262323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What is Big Data Velocity?</a:t>
            </a:r>
          </a:p>
        </p:txBody>
      </p:sp>
      <p:sp>
        <p:nvSpPr>
          <p:cNvPr id="7" name="TextBox 6">
            <a:extLst>
              <a:ext uri="{FF2B5EF4-FFF2-40B4-BE49-F238E27FC236}">
                <a16:creationId xmlns:a16="http://schemas.microsoft.com/office/drawing/2014/main" id="{08724162-0A30-F26B-5DB1-05E8AEA919C5}"/>
              </a:ext>
            </a:extLst>
          </p:cNvPr>
          <p:cNvSpPr txBox="1"/>
          <p:nvPr/>
        </p:nvSpPr>
        <p:spPr>
          <a:xfrm>
            <a:off x="1098550" y="9010313"/>
            <a:ext cx="822687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t>1,000 gigabytes in a terabyte,   1,000 terabytes in a petabyte</a:t>
            </a:r>
            <a:r>
              <a:rPr lang="en-US" sz="2000" dirty="0">
                <a:cs typeface="Arial"/>
              </a:rPr>
              <a:t>​</a:t>
            </a:r>
            <a:br>
              <a:rPr lang="en-US" sz="2000" dirty="0">
                <a:cs typeface="Arial"/>
              </a:rPr>
            </a:br>
            <a:r>
              <a:rPr lang="en-US" sz="2000" i="1" dirty="0"/>
              <a:t>1,000 petabytes in an exabyte, 1,000 exabytes in a zettabyte</a:t>
            </a:r>
            <a:r>
              <a:rPr lang="en-US" sz="2000" dirty="0">
                <a:cs typeface="Arial"/>
              </a:rPr>
              <a:t>​</a:t>
            </a:r>
          </a:p>
        </p:txBody>
      </p:sp>
      <p:pic>
        <p:nvPicPr>
          <p:cNvPr id="46" name="Content Placeholder 45" descr="The image explains the concept of data velocity and its implications, using color-coded sections for different aspects: &#10;&#10;  &#10;&#10;1. **Top Red Section**: &#10;&#10;   - **Icon**: Stopwatch. &#10;&#10;   - **Text**: &quot;Refers to the speed at which big data is generated, collected/ingested and processed.&quot; &#10;&#10;  &#10;&#10;2. **Second Orange Section**: &#10;&#10;   - **Icon**: Globe. &#10;&#10;   - **Text**: &quot;Big data velocity is increasing rapidly, driven by the proliferation of sensors, social media, and other data sources.&quot; &#10;&#10;  &#10;&#10;3. **Third Grey Section**: &#10;&#10;   - **Icon**: Stack of disks. &#10;&#10;   - **Text**: &quot;Can be leveraged to gain insights and make decisions in real time. For example, businesses can use real-time data to monitor customer behavior and adjust their marketing strategies accordingly.&quot; &#10;&#10;  &#10;&#10;4. **Bottom Blue Section**: &#10;&#10;   - **Icon**: Group of people. &#10;&#10;   - **Text**: &quot;Presents challenges, such as the need to develop new technologies and processes for processing and analyzing data quickly enough.&quot; &#10;&#10;  &#10;&#10;This image highlights the importance and challenges of data velocity in the context of big data, emphasizing the need for real-time data processing and the implications for businesses and technology development. ">
            <a:extLst>
              <a:ext uri="{FF2B5EF4-FFF2-40B4-BE49-F238E27FC236}">
                <a16:creationId xmlns:a16="http://schemas.microsoft.com/office/drawing/2014/main" id="{3B79C302-43C9-EAFB-9EA0-8FDF4FE1C67C}"/>
              </a:ext>
            </a:extLst>
          </p:cNvPr>
          <p:cNvPicPr>
            <a:picLocks noGrp="1" noChangeAspect="1"/>
          </p:cNvPicPr>
          <p:nvPr>
            <p:ph idx="1"/>
          </p:nvPr>
        </p:nvPicPr>
        <p:blipFill>
          <a:blip r:embed="rId2"/>
          <a:stretch>
            <a:fillRect/>
          </a:stretch>
        </p:blipFill>
        <p:spPr>
          <a:xfrm>
            <a:off x="1818265" y="2561868"/>
            <a:ext cx="14998411" cy="5844886"/>
          </a:xfrm>
        </p:spPr>
      </p:pic>
    </p:spTree>
    <p:extLst>
      <p:ext uri="{BB962C8B-B14F-4D97-AF65-F5344CB8AC3E}">
        <p14:creationId xmlns:p14="http://schemas.microsoft.com/office/powerpoint/2010/main" val="4203863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Why is Handling High Velocity Important?</a:t>
            </a:r>
          </a:p>
        </p:txBody>
      </p:sp>
      <p:sp>
        <p:nvSpPr>
          <p:cNvPr id="7" name="TextBox 6">
            <a:extLst>
              <a:ext uri="{FF2B5EF4-FFF2-40B4-BE49-F238E27FC236}">
                <a16:creationId xmlns:a16="http://schemas.microsoft.com/office/drawing/2014/main" id="{08724162-0A30-F26B-5DB1-05E8AEA919C5}"/>
              </a:ext>
            </a:extLst>
          </p:cNvPr>
          <p:cNvSpPr txBox="1"/>
          <p:nvPr/>
        </p:nvSpPr>
        <p:spPr>
          <a:xfrm>
            <a:off x="1098550" y="9010313"/>
            <a:ext cx="822687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t>1,000 gigabytes in a terabyte,   1,000 terabytes in a petabyte</a:t>
            </a:r>
            <a:r>
              <a:rPr lang="en-US" sz="2000" dirty="0">
                <a:cs typeface="Arial"/>
              </a:rPr>
              <a:t>​</a:t>
            </a:r>
            <a:br>
              <a:rPr lang="en-US" sz="2000" dirty="0">
                <a:cs typeface="Arial"/>
              </a:rPr>
            </a:br>
            <a:r>
              <a:rPr lang="en-US" sz="2000" i="1" dirty="0"/>
              <a:t>1,000 petabytes in an exabyte, 1,000 exabytes in a zettabyte</a:t>
            </a:r>
            <a:r>
              <a:rPr lang="en-US" sz="2000" dirty="0">
                <a:cs typeface="Arial"/>
              </a:rPr>
              <a:t>​</a:t>
            </a:r>
          </a:p>
        </p:txBody>
      </p:sp>
      <p:pic>
        <p:nvPicPr>
          <p:cNvPr id="45" name="Content Placeholder 44" descr="The image highlights various examples of high-velocity data generation across different domains, using color-coded sections and corresponding icons for each example: &#10;&#10;  &#10;&#10;1. **Top Red Section**: &#10;&#10;   - **Icon**: Two arrows and dots representing data flow. &#10;&#10;   - **Text**: &quot;Clickstreams and ad impressions capture user behavior at millions of events per second.&quot; &#10;&#10;  &#10;&#10;2. **Second Orange Section**: &#10;&#10;   - **Icon**: Runner. &#10;&#10;   - **Text**: &quot;High-frequency stock trading algorithms reflect market changes within microseconds.&quot; &#10;&#10;  &#10;&#10;3. **Third Grey Section**: &#10;&#10;   - **Icon**: Stack of disks. &#10;&#10;   - **Text**: &quot;Machine to machine processes exchange data between billions of devices.&quot; &#10;&#10;  &#10;&#10;4. **Fourth Blue Section**: &#10;&#10;   - **Icon**: Eye. &#10;&#10;   - **Text**: &quot;Infrastructure and sensors generate massive log data in real-time.&quot; &#10;&#10;  &#10;&#10;5. **Fifth Blue Section**: &#10;&#10;   - **Icon**: Game controller. &#10;&#10;   - **Text**: &quot;On-line gaming systems support millions of concurrent users, each producing multiple inputs per second.&quot; &#10;&#10;  &#10;&#10;6. **Bottom Pink Section**: &#10;&#10;   - **Icon**: Heart with a pulse. &#10;&#10;   - **Text**: &quot;Some Internet of Things (IoT) applications have health and safety ramifications that require real-time evaluation and action.&quot; &#10;&#10;  &#10;&#10;This image illustrates the diverse and critical areas where high-velocity data is generated and the need for real-time processing and response in these contexts. ">
            <a:extLst>
              <a:ext uri="{FF2B5EF4-FFF2-40B4-BE49-F238E27FC236}">
                <a16:creationId xmlns:a16="http://schemas.microsoft.com/office/drawing/2014/main" id="{F6B24517-DC12-B101-7081-AF347E90C324}"/>
              </a:ext>
            </a:extLst>
          </p:cNvPr>
          <p:cNvPicPr>
            <a:picLocks noGrp="1" noChangeAspect="1"/>
          </p:cNvPicPr>
          <p:nvPr>
            <p:ph idx="1"/>
          </p:nvPr>
        </p:nvPicPr>
        <p:blipFill>
          <a:blip r:embed="rId3"/>
          <a:stretch>
            <a:fillRect/>
          </a:stretch>
        </p:blipFill>
        <p:spPr>
          <a:xfrm>
            <a:off x="1348077" y="2069599"/>
            <a:ext cx="15606278" cy="6164406"/>
          </a:xfrm>
        </p:spPr>
      </p:pic>
    </p:spTree>
    <p:extLst>
      <p:ext uri="{BB962C8B-B14F-4D97-AF65-F5344CB8AC3E}">
        <p14:creationId xmlns:p14="http://schemas.microsoft.com/office/powerpoint/2010/main" val="3062944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6C9A-A9C5-5DB7-DA2B-FE22B13F20AA}"/>
              </a:ext>
            </a:extLst>
          </p:cNvPr>
          <p:cNvSpPr>
            <a:spLocks noGrp="1"/>
          </p:cNvSpPr>
          <p:nvPr>
            <p:ph type="title"/>
          </p:nvPr>
        </p:nvSpPr>
        <p:spPr/>
        <p:txBody>
          <a:bodyPr/>
          <a:lstStyle/>
          <a:p>
            <a:r>
              <a:rPr lang="en-US" dirty="0"/>
              <a:t>Batch Versus High Velocity Processing</a:t>
            </a:r>
            <a:br>
              <a:rPr lang="en-US" dirty="0"/>
            </a:br>
            <a:r>
              <a:rPr lang="en-US" sz="4400" dirty="0"/>
              <a:t>Batch Processing</a:t>
            </a:r>
            <a:endParaRPr lang="en-US" dirty="0"/>
          </a:p>
        </p:txBody>
      </p:sp>
      <p:sp>
        <p:nvSpPr>
          <p:cNvPr id="4" name="Rectangle 3">
            <a:extLst>
              <a:ext uri="{FF2B5EF4-FFF2-40B4-BE49-F238E27FC236}">
                <a16:creationId xmlns:a16="http://schemas.microsoft.com/office/drawing/2014/main" id="{7C261AF3-4BD7-120A-5224-0A3C1FA3BED2}"/>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buNone/>
            </a:pPr>
            <a:r>
              <a:rPr lang="en-US" sz="2800" b="0" i="0" dirty="0">
                <a:solidFill>
                  <a:schemeClr val="bg2"/>
                </a:solidFill>
                <a:effectLst/>
              </a:rPr>
              <a:t>Assumes that historical data is available from some storage system and can be obtained at a rate and in a volume controlled by the data science pipeline </a:t>
            </a:r>
            <a:endParaRPr lang="en-US" sz="2800" dirty="0">
              <a:solidFill>
                <a:schemeClr val="bg2"/>
              </a:solidFill>
            </a:endParaRPr>
          </a:p>
        </p:txBody>
      </p:sp>
      <p:sp>
        <p:nvSpPr>
          <p:cNvPr id="5" name="Rectangle 4">
            <a:extLst>
              <a:ext uri="{FF2B5EF4-FFF2-40B4-BE49-F238E27FC236}">
                <a16:creationId xmlns:a16="http://schemas.microsoft.com/office/drawing/2014/main" id="{44860486-9435-E772-4BF0-8424CF91A5BB}"/>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latin typeface="Roboto" panose="02000000000000000000" pitchFamily="2" charset="0"/>
            </a:endParaRPr>
          </a:p>
        </p:txBody>
      </p:sp>
      <p:pic>
        <p:nvPicPr>
          <p:cNvPr id="6" name="Picture 5" descr="The image illustrates the process of data storage and retrieval through a data pipeline: &#10;&#10;  &#10;&#10;1. **Left Side**: &#10;&#10;   - **Icon**: Stack of disks. &#10;&#10;   - **Text**: &quot;Data is stored statically in the form of files or objects.&quot; &#10;&#10;  &#10;&#10;2. **Middle Section**: &#10;&#10;   - **Icon**: Red arrow pointing to the right. &#10;&#10;   - **Text above the arrow**: &quot;Data pipeline pulls data from storage at its chosen rate.&quot; &#10;&#10;  &#10;&#10;3. **Right Side**: &#10;&#10;   - **Icon**: Flowchart symbols representing data flow and processing. &#10;&#10;   - **Text**: &quot;The data science pipeline collects and processes data from these files at a rate and at a volume that its underlying storage and compute resources allow.&quot; &#10;&#10;  &#10;&#10;This image depicts the flow of data from static storage through a data pipeline to be processed by a data science pipeline, emphasizing the controlled rate at which data is pulled and processed. ">
            <a:extLst>
              <a:ext uri="{FF2B5EF4-FFF2-40B4-BE49-F238E27FC236}">
                <a16:creationId xmlns:a16="http://schemas.microsoft.com/office/drawing/2014/main" id="{93F94DF3-FC77-FD1A-9E5E-EBE2AAB17CBC}"/>
              </a:ext>
            </a:extLst>
          </p:cNvPr>
          <p:cNvPicPr>
            <a:picLocks noChangeAspect="1"/>
          </p:cNvPicPr>
          <p:nvPr/>
        </p:nvPicPr>
        <p:blipFill>
          <a:blip r:embed="rId2"/>
          <a:stretch>
            <a:fillRect/>
          </a:stretch>
        </p:blipFill>
        <p:spPr>
          <a:xfrm>
            <a:off x="2902095" y="3634654"/>
            <a:ext cx="11735665" cy="5282911"/>
          </a:xfrm>
          <a:prstGeom prst="rect">
            <a:avLst/>
          </a:prstGeom>
        </p:spPr>
      </p:pic>
    </p:spTree>
    <p:extLst>
      <p:ext uri="{BB962C8B-B14F-4D97-AF65-F5344CB8AC3E}">
        <p14:creationId xmlns:p14="http://schemas.microsoft.com/office/powerpoint/2010/main" val="799207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6C9A-A9C5-5DB7-DA2B-FE22B13F20AA}"/>
              </a:ext>
            </a:extLst>
          </p:cNvPr>
          <p:cNvSpPr>
            <a:spLocks noGrp="1"/>
          </p:cNvSpPr>
          <p:nvPr>
            <p:ph type="title"/>
          </p:nvPr>
        </p:nvSpPr>
        <p:spPr/>
        <p:txBody>
          <a:bodyPr/>
          <a:lstStyle/>
          <a:p>
            <a:r>
              <a:rPr lang="en-US" dirty="0"/>
              <a:t>Batch Versus High Velocity Processing</a:t>
            </a:r>
            <a:br>
              <a:rPr lang="en-US" dirty="0"/>
            </a:br>
            <a:r>
              <a:rPr lang="en-US" sz="4400" dirty="0"/>
              <a:t>High Velocity (Streaming Data) Processing</a:t>
            </a:r>
            <a:endParaRPr lang="en-US" dirty="0"/>
          </a:p>
        </p:txBody>
      </p:sp>
      <p:sp>
        <p:nvSpPr>
          <p:cNvPr id="4" name="Rectangle 3">
            <a:extLst>
              <a:ext uri="{FF2B5EF4-FFF2-40B4-BE49-F238E27FC236}">
                <a16:creationId xmlns:a16="http://schemas.microsoft.com/office/drawing/2014/main" id="{7C261AF3-4BD7-120A-5224-0A3C1FA3BED2}"/>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buNone/>
            </a:pPr>
            <a:r>
              <a:rPr lang="en-US" sz="2800" b="0" i="0" dirty="0">
                <a:solidFill>
                  <a:schemeClr val="bg2"/>
                </a:solidFill>
                <a:effectLst/>
              </a:rPr>
              <a:t>Assumes that a producer generates large volumes of data at a (hig</a:t>
            </a:r>
            <a:r>
              <a:rPr lang="en-US" sz="2800" dirty="0">
                <a:solidFill>
                  <a:schemeClr val="bg2"/>
                </a:solidFill>
              </a:rPr>
              <a:t>h) rate which the data pipeline must collect and analyze at speed or risk losing data or delaying insights</a:t>
            </a:r>
          </a:p>
        </p:txBody>
      </p:sp>
      <p:sp>
        <p:nvSpPr>
          <p:cNvPr id="5" name="Rectangle 4">
            <a:extLst>
              <a:ext uri="{FF2B5EF4-FFF2-40B4-BE49-F238E27FC236}">
                <a16:creationId xmlns:a16="http://schemas.microsoft.com/office/drawing/2014/main" id="{44860486-9435-E772-4BF0-8424CF91A5BB}"/>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latin typeface="Roboto" panose="02000000000000000000" pitchFamily="2" charset="0"/>
            </a:endParaRPr>
          </a:p>
        </p:txBody>
      </p:sp>
      <p:pic>
        <p:nvPicPr>
          <p:cNvPr id="8" name="Picture 7" descr="The image explains the process of dynamic data generation and transfer to a data science pipeline:&#10;&#10;1. **Left Side**:&#10;   - **Icon**: Two gears.&#10;   - **Text**: &quot;The producer generates large volumes of data dynamically (in real time) and sends it to the data science pipeline.&quot;&#10;&#10;2. **Middle Section**:&#10;   - **Icon**: Red arrow pointing to the right.&#10;   - **Text above the arrow**: &quot;Producer pushes data to the pipeline at its chosen rate.&quot;&#10;&#10;3. **Right Side**:&#10;   - **Icon**: Flowchart symbols representing data flow and processing.&#10;   - **Text**: &quot;The data science pipeline must have the appropriate resources and software capabilities to accept and process data from the producer at its chosen rate and volume.&quot;&#10;&#10;This image illustrates the flow of dynamically generated data from a producer to a data science pipeline, highlighting the need for the pipeline to have adequate resources and capabilities to handle the incoming data rate and volume.">
            <a:extLst>
              <a:ext uri="{FF2B5EF4-FFF2-40B4-BE49-F238E27FC236}">
                <a16:creationId xmlns:a16="http://schemas.microsoft.com/office/drawing/2014/main" id="{B1724960-63DC-13A1-1E9A-429284CEE41A}"/>
              </a:ext>
            </a:extLst>
          </p:cNvPr>
          <p:cNvPicPr>
            <a:picLocks noChangeAspect="1"/>
          </p:cNvPicPr>
          <p:nvPr/>
        </p:nvPicPr>
        <p:blipFill>
          <a:blip r:embed="rId2"/>
          <a:stretch>
            <a:fillRect/>
          </a:stretch>
        </p:blipFill>
        <p:spPr>
          <a:xfrm>
            <a:off x="2633663" y="3629891"/>
            <a:ext cx="11919238" cy="5354781"/>
          </a:xfrm>
          <a:prstGeom prst="rect">
            <a:avLst/>
          </a:prstGeom>
        </p:spPr>
      </p:pic>
    </p:spTree>
    <p:extLst>
      <p:ext uri="{BB962C8B-B14F-4D97-AF65-F5344CB8AC3E}">
        <p14:creationId xmlns:p14="http://schemas.microsoft.com/office/powerpoint/2010/main" val="2359750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What is Big Data Variety?</a:t>
            </a:r>
          </a:p>
        </p:txBody>
      </p:sp>
      <p:sp>
        <p:nvSpPr>
          <p:cNvPr id="7" name="TextBox 6">
            <a:extLst>
              <a:ext uri="{FF2B5EF4-FFF2-40B4-BE49-F238E27FC236}">
                <a16:creationId xmlns:a16="http://schemas.microsoft.com/office/drawing/2014/main" id="{08724162-0A30-F26B-5DB1-05E8AEA919C5}"/>
              </a:ext>
            </a:extLst>
          </p:cNvPr>
          <p:cNvSpPr txBox="1"/>
          <p:nvPr/>
        </p:nvSpPr>
        <p:spPr>
          <a:xfrm>
            <a:off x="1098550" y="9010313"/>
            <a:ext cx="822687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t>1,000 gigabytes in a terabyte,   1,000 terabytes in a petabyte</a:t>
            </a:r>
            <a:r>
              <a:rPr lang="en-US" sz="2000" dirty="0">
                <a:cs typeface="Arial"/>
              </a:rPr>
              <a:t>​</a:t>
            </a:r>
            <a:br>
              <a:rPr lang="en-US" sz="2000" dirty="0">
                <a:cs typeface="Arial"/>
              </a:rPr>
            </a:br>
            <a:r>
              <a:rPr lang="en-US" sz="2000" i="1" dirty="0"/>
              <a:t>1,000 petabytes in an exabyte, 1,000 exabytes in a zettabyte</a:t>
            </a:r>
            <a:r>
              <a:rPr lang="en-US" sz="2000" dirty="0">
                <a:cs typeface="Arial"/>
              </a:rPr>
              <a:t>​</a:t>
            </a:r>
          </a:p>
        </p:txBody>
      </p:sp>
      <p:pic>
        <p:nvPicPr>
          <p:cNvPr id="37" name="Picture 36" descr="The image provides an overview of the different types of data within the context of big data, using color-coded sections and icons for each type:&#10;&#10;1. **Top Red Section**:&#10;   - **Icon**: Stopwatch.&#10;   - **Text**: &quot;Big data variety encompasses a wide array of data types, including structured, semi-structured, and unstructured data.&quot;&#10;&#10;2. **Second Orange Section**:&#10;   - **Icon**: Globe.&#10;   - **Text**: &quot;Structured data conforms to a specific schema or data model. Typically represented in tabular formats with rows and columns, where each data element has a clear and predefined meaning.&quot;&#10;&#10;3. **Third Grey Section**:&#10;   - **Icon**: Stack of disks.&#10;   - **Text**: &quot;Unstructured data extends to emails, voicemails, hand-written text, ECG readings, audio recordings, etc. and requires additional preprocessing to derive meaning and support metadata.&quot;&#10;&#10;4. **Fourth Blue-Grey Section**:&#10;   - **Icon**: Group of people.&#10;   - **Text**: &quot;Semi-structured data includes elements which are structured and others which are unstructured.&quot;&#10;&#10;5. **Bottom Blue Section**:&#10;   - **Icon**: Pie chart.&#10;   - **Text**: &quot;Almost 80% of today's business and scientific data is either semi-structured or unstructured.&quot;&#10;&#10;This image highlights the diversity of data types in big data, explaining the characteristics of structured, semi-structured, and unstructured data, and emphasizing the prevalence of semi-structured and unstructured data in modern business and scientific contexts.">
            <a:extLst>
              <a:ext uri="{FF2B5EF4-FFF2-40B4-BE49-F238E27FC236}">
                <a16:creationId xmlns:a16="http://schemas.microsoft.com/office/drawing/2014/main" id="{F5289CD9-34C4-E312-1EC5-9A74BF81D221}"/>
              </a:ext>
            </a:extLst>
          </p:cNvPr>
          <p:cNvPicPr>
            <a:picLocks noChangeAspect="1"/>
          </p:cNvPicPr>
          <p:nvPr/>
        </p:nvPicPr>
        <p:blipFill>
          <a:blip r:embed="rId3"/>
          <a:stretch>
            <a:fillRect/>
          </a:stretch>
        </p:blipFill>
        <p:spPr>
          <a:xfrm>
            <a:off x="703983" y="2245735"/>
            <a:ext cx="16859250" cy="6502111"/>
          </a:xfrm>
          <a:prstGeom prst="rect">
            <a:avLst/>
          </a:prstGeom>
        </p:spPr>
      </p:pic>
    </p:spTree>
    <p:extLst>
      <p:ext uri="{BB962C8B-B14F-4D97-AF65-F5344CB8AC3E}">
        <p14:creationId xmlns:p14="http://schemas.microsoft.com/office/powerpoint/2010/main" val="4195928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02285-1C40-66D8-F726-1E0F8244475D}"/>
              </a:ext>
            </a:extLst>
          </p:cNvPr>
          <p:cNvSpPr>
            <a:spLocks noGrp="1"/>
          </p:cNvSpPr>
          <p:nvPr>
            <p:ph type="title"/>
          </p:nvPr>
        </p:nvSpPr>
        <p:spPr/>
        <p:txBody>
          <a:bodyPr/>
          <a:lstStyle/>
          <a:p>
            <a:r>
              <a:rPr lang="en-US" dirty="0"/>
              <a:t>Structured Data Example</a:t>
            </a:r>
          </a:p>
        </p:txBody>
      </p:sp>
      <p:pic>
        <p:nvPicPr>
          <p:cNvPr id="8" name="Picture 7" descr="The image illustrates the scale of big data in terms of records and attributes:&#10;&#10;1. **Top Section**:&#10;   - Shows a table with columns labeled &quot;Country,&quot; &quot;Coastline (coast/area ratio),&quot; &quot;Net migration,&quot; and &quot;Infant mortality (per 1000 births).&quot;&#10;   - This table includes data for various countries, representing a small sample of a larger dataset.&#10;&#10;2. **Red Arrow pointing right**:&#10;   - **Text**: &quot;Hundreds or thousands of attributes.&quot;&#10;&#10;3. **Red Arrow pointing down**:&#10;   - **Text**: &quot;Millions to billions of records.&quot;&#10;&#10;This image emphasizes the vast quantity of data records and the numerous attributes (data points) that can be present in big data sets.">
            <a:extLst>
              <a:ext uri="{FF2B5EF4-FFF2-40B4-BE49-F238E27FC236}">
                <a16:creationId xmlns:a16="http://schemas.microsoft.com/office/drawing/2014/main" id="{BA6F7191-8A0A-38D5-2E27-0A525FB2064C}"/>
              </a:ext>
            </a:extLst>
          </p:cNvPr>
          <p:cNvPicPr>
            <a:picLocks noChangeAspect="1"/>
          </p:cNvPicPr>
          <p:nvPr/>
        </p:nvPicPr>
        <p:blipFill>
          <a:blip r:embed="rId2"/>
          <a:stretch>
            <a:fillRect/>
          </a:stretch>
        </p:blipFill>
        <p:spPr>
          <a:xfrm>
            <a:off x="1093643" y="1997218"/>
            <a:ext cx="15269440" cy="6936797"/>
          </a:xfrm>
          <a:prstGeom prst="rect">
            <a:avLst/>
          </a:prstGeom>
        </p:spPr>
      </p:pic>
    </p:spTree>
    <p:extLst>
      <p:ext uri="{BB962C8B-B14F-4D97-AF65-F5344CB8AC3E}">
        <p14:creationId xmlns:p14="http://schemas.microsoft.com/office/powerpoint/2010/main" val="2575009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What is Structured Data?</a:t>
            </a:r>
          </a:p>
        </p:txBody>
      </p:sp>
      <p:sp>
        <p:nvSpPr>
          <p:cNvPr id="7" name="TextBox 6">
            <a:extLst>
              <a:ext uri="{FF2B5EF4-FFF2-40B4-BE49-F238E27FC236}">
                <a16:creationId xmlns:a16="http://schemas.microsoft.com/office/drawing/2014/main" id="{08724162-0A30-F26B-5DB1-05E8AEA919C5}"/>
              </a:ext>
            </a:extLst>
          </p:cNvPr>
          <p:cNvSpPr txBox="1"/>
          <p:nvPr/>
        </p:nvSpPr>
        <p:spPr>
          <a:xfrm>
            <a:off x="1098550" y="9010313"/>
            <a:ext cx="822687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t>1,000 gigabytes in a terabyte,   1,000 terabytes in a petabyte</a:t>
            </a:r>
            <a:r>
              <a:rPr lang="en-US" sz="2000" dirty="0">
                <a:cs typeface="Arial"/>
              </a:rPr>
              <a:t>​</a:t>
            </a:r>
            <a:br>
              <a:rPr lang="en-US" sz="2000" dirty="0">
                <a:cs typeface="Arial"/>
              </a:rPr>
            </a:br>
            <a:r>
              <a:rPr lang="en-US" sz="2000" i="1" dirty="0"/>
              <a:t>1,000 petabytes in an exabyte, 1,000 exabytes in a zettabyte</a:t>
            </a:r>
            <a:r>
              <a:rPr lang="en-US" sz="2000" dirty="0">
                <a:cs typeface="Arial"/>
              </a:rPr>
              <a:t>​</a:t>
            </a:r>
          </a:p>
        </p:txBody>
      </p:sp>
      <p:pic>
        <p:nvPicPr>
          <p:cNvPr id="25" name="Picture 24" descr="The image explains the characteristics of structured data, using color-coded sections and icons for each aspect:&#10;&#10;1. **Top Red Section**:&#10;   - **Icon**: Stopwatch.&#10;   - **Text**: &quot;Exemplified by data contained in relational databases and spreadsheets.&quot;&#10;&#10;2. **Second Orange Section**:&#10;   - **Icon**: Globe.&#10;   - **Text**: &quot;Structured data conforms to a database model, which is largely characterized by… &#10;     - The various fields that data belongs to (name, address, age, and so forth).&#10;     - The data type for each field (numeric, currency, alphabetic, name, date, address).&quot;&#10;&#10;3. **Third Grey Section**:&#10;   - **Icon**: Stack of disks.&#10;   - **Text**: &quot;Also has a notion of restrictions or constraints on each field (for example, integers in a certain range) and constraints between elements in the various fields that are used to enforce a notion of consistency.&quot;&#10;&#10;This image highlights the defining features of structured data, emphasizing its organization within databases and spreadsheets, the specific types and fields it contains, and the constraints that ensure data consistency.">
            <a:extLst>
              <a:ext uri="{FF2B5EF4-FFF2-40B4-BE49-F238E27FC236}">
                <a16:creationId xmlns:a16="http://schemas.microsoft.com/office/drawing/2014/main" id="{7CCEF99B-0330-A940-5A9D-7597CE4E580C}"/>
              </a:ext>
            </a:extLst>
          </p:cNvPr>
          <p:cNvPicPr>
            <a:picLocks noChangeAspect="1"/>
          </p:cNvPicPr>
          <p:nvPr/>
        </p:nvPicPr>
        <p:blipFill>
          <a:blip r:embed="rId2"/>
          <a:stretch>
            <a:fillRect/>
          </a:stretch>
        </p:blipFill>
        <p:spPr>
          <a:xfrm>
            <a:off x="1301894" y="2034887"/>
            <a:ext cx="16079065" cy="6238009"/>
          </a:xfrm>
          <a:prstGeom prst="rect">
            <a:avLst/>
          </a:prstGeom>
        </p:spPr>
      </p:pic>
    </p:spTree>
    <p:extLst>
      <p:ext uri="{BB962C8B-B14F-4D97-AF65-F5344CB8AC3E}">
        <p14:creationId xmlns:p14="http://schemas.microsoft.com/office/powerpoint/2010/main" val="2670857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02285-1C40-66D8-F726-1E0F8244475D}"/>
              </a:ext>
            </a:extLst>
          </p:cNvPr>
          <p:cNvSpPr>
            <a:spLocks noGrp="1"/>
          </p:cNvSpPr>
          <p:nvPr>
            <p:ph type="title"/>
          </p:nvPr>
        </p:nvSpPr>
        <p:spPr/>
        <p:txBody>
          <a:bodyPr/>
          <a:lstStyle/>
          <a:p>
            <a:r>
              <a:rPr lang="en-US" dirty="0"/>
              <a:t>Unstructured Data Example</a:t>
            </a:r>
          </a:p>
        </p:txBody>
      </p:sp>
      <p:grpSp>
        <p:nvGrpSpPr>
          <p:cNvPr id="3" name="Group 2">
            <a:extLst>
              <a:ext uri="{FF2B5EF4-FFF2-40B4-BE49-F238E27FC236}">
                <a16:creationId xmlns:a16="http://schemas.microsoft.com/office/drawing/2014/main" id="{140C978D-E872-E8EA-0373-1C3A653D5C21}"/>
              </a:ext>
              <a:ext uri="{C183D7F6-B498-43B3-948B-1728B52AA6E4}">
                <adec:decorative xmlns:adec="http://schemas.microsoft.com/office/drawing/2017/decorative" val="1"/>
              </a:ext>
            </a:extLst>
          </p:cNvPr>
          <p:cNvGrpSpPr/>
          <p:nvPr/>
        </p:nvGrpSpPr>
        <p:grpSpPr>
          <a:xfrm>
            <a:off x="1232453" y="2324837"/>
            <a:ext cx="12075250" cy="3364514"/>
            <a:chOff x="1462949" y="2204693"/>
            <a:chExt cx="15362102" cy="4893864"/>
          </a:xfrm>
        </p:grpSpPr>
        <p:sp>
          <p:nvSpPr>
            <p:cNvPr id="4" name="TextBox 3">
              <a:extLst>
                <a:ext uri="{FF2B5EF4-FFF2-40B4-BE49-F238E27FC236}">
                  <a16:creationId xmlns:a16="http://schemas.microsoft.com/office/drawing/2014/main" id="{34FEB8D1-826A-1982-3921-208316D47D64}"/>
                </a:ext>
              </a:extLst>
            </p:cNvPr>
            <p:cNvSpPr txBox="1"/>
            <p:nvPr/>
          </p:nvSpPr>
          <p:spPr>
            <a:xfrm>
              <a:off x="2884057" y="5945246"/>
              <a:ext cx="1924486" cy="461665"/>
            </a:xfrm>
            <a:prstGeom prst="rect">
              <a:avLst/>
            </a:prstGeom>
            <a:noFill/>
          </p:spPr>
          <p:txBody>
            <a:bodyPr wrap="square" rtlCol="0">
              <a:spAutoFit/>
            </a:bodyPr>
            <a:lstStyle/>
            <a:p>
              <a:pPr algn="ctr"/>
              <a:r>
                <a:rPr lang="en-US" sz="2400" dirty="0"/>
                <a:t>Picture</a:t>
              </a:r>
            </a:p>
          </p:txBody>
        </p:sp>
        <p:sp>
          <p:nvSpPr>
            <p:cNvPr id="6" name="TextBox 5">
              <a:extLst>
                <a:ext uri="{FF2B5EF4-FFF2-40B4-BE49-F238E27FC236}">
                  <a16:creationId xmlns:a16="http://schemas.microsoft.com/office/drawing/2014/main" id="{132B61CB-21BD-3EC9-8F95-495B3726DCFB}"/>
                </a:ext>
              </a:extLst>
            </p:cNvPr>
            <p:cNvSpPr txBox="1"/>
            <p:nvPr/>
          </p:nvSpPr>
          <p:spPr>
            <a:xfrm>
              <a:off x="7709624" y="5889828"/>
              <a:ext cx="2260395" cy="1208729"/>
            </a:xfrm>
            <a:prstGeom prst="rect">
              <a:avLst/>
            </a:prstGeom>
            <a:noFill/>
          </p:spPr>
          <p:txBody>
            <a:bodyPr wrap="square" rtlCol="0">
              <a:spAutoFit/>
            </a:bodyPr>
            <a:lstStyle/>
            <a:p>
              <a:pPr algn="ctr"/>
              <a:r>
                <a:rPr lang="en-US" sz="2400" dirty="0"/>
                <a:t>Audio Recording</a:t>
              </a:r>
            </a:p>
          </p:txBody>
        </p:sp>
        <p:pic>
          <p:nvPicPr>
            <p:cNvPr id="7" name="Picture 8">
              <a:extLst>
                <a:ext uri="{FF2B5EF4-FFF2-40B4-BE49-F238E27FC236}">
                  <a16:creationId xmlns:a16="http://schemas.microsoft.com/office/drawing/2014/main" id="{0E000BFB-10D0-D030-29C4-FB0692CD6A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04550" y="2304115"/>
              <a:ext cx="5420501" cy="3378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a:extLst>
                <a:ext uri="{FF2B5EF4-FFF2-40B4-BE49-F238E27FC236}">
                  <a16:creationId xmlns:a16="http://schemas.microsoft.com/office/drawing/2014/main" id="{144D57EE-D7C8-5E3E-9A6B-3012177124D5}"/>
                </a:ext>
              </a:extLst>
            </p:cNvPr>
            <p:cNvSpPr txBox="1"/>
            <p:nvPr/>
          </p:nvSpPr>
          <p:spPr>
            <a:xfrm>
              <a:off x="12867862" y="5945246"/>
              <a:ext cx="2536081" cy="461665"/>
            </a:xfrm>
            <a:prstGeom prst="rect">
              <a:avLst/>
            </a:prstGeom>
            <a:noFill/>
          </p:spPr>
          <p:txBody>
            <a:bodyPr wrap="square" rtlCol="0">
              <a:spAutoFit/>
            </a:bodyPr>
            <a:lstStyle/>
            <a:p>
              <a:pPr algn="ctr"/>
              <a:r>
                <a:rPr lang="en-US" sz="2400" dirty="0"/>
                <a:t>X-Ray Image </a:t>
              </a:r>
            </a:p>
          </p:txBody>
        </p:sp>
        <p:pic>
          <p:nvPicPr>
            <p:cNvPr id="10" name="Picture 9">
              <a:extLst>
                <a:ext uri="{FF2B5EF4-FFF2-40B4-BE49-F238E27FC236}">
                  <a16:creationId xmlns:a16="http://schemas.microsoft.com/office/drawing/2014/main" id="{1D066044-43C6-75CC-75F4-6D8189F987F9}"/>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462949" y="2204693"/>
              <a:ext cx="4730012" cy="3547510"/>
            </a:xfrm>
            <a:prstGeom prst="rect">
              <a:avLst/>
            </a:prstGeom>
          </p:spPr>
        </p:pic>
      </p:grpSp>
      <p:sp>
        <p:nvSpPr>
          <p:cNvPr id="9" name="Rectangle 8">
            <a:extLst>
              <a:ext uri="{FF2B5EF4-FFF2-40B4-BE49-F238E27FC236}">
                <a16:creationId xmlns:a16="http://schemas.microsoft.com/office/drawing/2014/main" id="{FD8732E4-8F75-8E13-3CA5-FD8CEBCF4D1B}"/>
              </a:ext>
            </a:extLst>
          </p:cNvPr>
          <p:cNvSpPr/>
          <p:nvPr/>
        </p:nvSpPr>
        <p:spPr>
          <a:xfrm>
            <a:off x="1232453" y="58293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400" i="1" dirty="0">
                <a:solidFill>
                  <a:schemeClr val="bg2"/>
                </a:solidFill>
              </a:rPr>
              <a:t>While there may be some structured metadata associated with each of the above examples, the majority of the data is difficult to capture semantically by a simple column label.</a:t>
            </a:r>
            <a:endParaRPr lang="en-US" altLang="en-US" sz="2400" b="1" dirty="0">
              <a:solidFill>
                <a:schemeClr val="bg2"/>
              </a:solidFill>
            </a:endParaRPr>
          </a:p>
        </p:txBody>
      </p:sp>
      <p:sp>
        <p:nvSpPr>
          <p:cNvPr id="13" name="Rectangle 12">
            <a:extLst>
              <a:ext uri="{FF2B5EF4-FFF2-40B4-BE49-F238E27FC236}">
                <a16:creationId xmlns:a16="http://schemas.microsoft.com/office/drawing/2014/main" id="{7643EFC5-0669-1A24-9D92-F11FC3394B0B}"/>
              </a:ext>
            </a:extLst>
          </p:cNvPr>
          <p:cNvSpPr/>
          <p:nvPr/>
        </p:nvSpPr>
        <p:spPr>
          <a:xfrm>
            <a:off x="1232453" y="74009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200" b="0" i="0" dirty="0">
                <a:solidFill>
                  <a:schemeClr val="tx1"/>
                </a:solidFill>
                <a:effectLst/>
              </a:rPr>
              <a:t>Almost 80% of today’s business and scientific data is semi-structured or unstructured including tweets, Facebook posts, Instagram photos, etc.</a:t>
            </a:r>
            <a:endParaRPr lang="en-US" sz="3200" dirty="0">
              <a:solidFill>
                <a:schemeClr val="tx1"/>
              </a:solidFill>
            </a:endParaRPr>
          </a:p>
        </p:txBody>
      </p:sp>
      <p:sp>
        <p:nvSpPr>
          <p:cNvPr id="14" name="Rectangle 13">
            <a:extLst>
              <a:ext uri="{FF2B5EF4-FFF2-40B4-BE49-F238E27FC236}">
                <a16:creationId xmlns:a16="http://schemas.microsoft.com/office/drawing/2014/main" id="{CC60E8D0-59AC-E259-88C8-7E3B1CC597C7}"/>
              </a:ext>
              <a:ext uri="{C183D7F6-B498-43B3-948B-1728B52AA6E4}">
                <adec:decorative xmlns:adec="http://schemas.microsoft.com/office/drawing/2017/decorative" val="1"/>
              </a:ext>
            </a:extLst>
          </p:cNvPr>
          <p:cNvSpPr/>
          <p:nvPr/>
        </p:nvSpPr>
        <p:spPr>
          <a:xfrm>
            <a:off x="-1" y="58293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latin typeface="Roboto" panose="02000000000000000000" pitchFamily="2" charset="0"/>
            </a:endParaRPr>
          </a:p>
        </p:txBody>
      </p:sp>
      <p:sp>
        <p:nvSpPr>
          <p:cNvPr id="15" name="Rectangle 14">
            <a:extLst>
              <a:ext uri="{FF2B5EF4-FFF2-40B4-BE49-F238E27FC236}">
                <a16:creationId xmlns:a16="http://schemas.microsoft.com/office/drawing/2014/main" id="{A5BC734D-39A6-BFE5-47A2-A8C0629DD9CE}"/>
              </a:ext>
              <a:ext uri="{C183D7F6-B498-43B3-948B-1728B52AA6E4}">
                <adec:decorative xmlns:adec="http://schemas.microsoft.com/office/drawing/2017/decorative" val="1"/>
              </a:ext>
            </a:extLst>
          </p:cNvPr>
          <p:cNvSpPr/>
          <p:nvPr/>
        </p:nvSpPr>
        <p:spPr>
          <a:xfrm>
            <a:off x="-1" y="74009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3200" dirty="0">
              <a:solidFill>
                <a:schemeClr val="bg2"/>
              </a:solidFill>
              <a:latin typeface="Roboto" panose="02000000000000000000" pitchFamily="2" charset="0"/>
            </a:endParaRPr>
          </a:p>
        </p:txBody>
      </p:sp>
      <p:pic>
        <p:nvPicPr>
          <p:cNvPr id="1026" name="Picture 2">
            <a:extLst>
              <a:ext uri="{FF2B5EF4-FFF2-40B4-BE49-F238E27FC236}">
                <a16:creationId xmlns:a16="http://schemas.microsoft.com/office/drawing/2014/main" id="{AAF18310-EAAE-546F-BF4E-07BA974B7BA9}"/>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2469" y="2139798"/>
            <a:ext cx="2705731" cy="2705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9955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What is Unstructured Data?</a:t>
            </a:r>
          </a:p>
        </p:txBody>
      </p:sp>
      <p:sp>
        <p:nvSpPr>
          <p:cNvPr id="7" name="TextBox 6">
            <a:extLst>
              <a:ext uri="{FF2B5EF4-FFF2-40B4-BE49-F238E27FC236}">
                <a16:creationId xmlns:a16="http://schemas.microsoft.com/office/drawing/2014/main" id="{08724162-0A30-F26B-5DB1-05E8AEA919C5}"/>
              </a:ext>
            </a:extLst>
          </p:cNvPr>
          <p:cNvSpPr txBox="1"/>
          <p:nvPr/>
        </p:nvSpPr>
        <p:spPr>
          <a:xfrm>
            <a:off x="1098550" y="9010313"/>
            <a:ext cx="822687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t>1,000 gigabytes in a terabyte,   1,000 terabytes in a petabyte</a:t>
            </a:r>
            <a:r>
              <a:rPr lang="en-US" sz="2000" dirty="0">
                <a:cs typeface="Arial"/>
              </a:rPr>
              <a:t>​</a:t>
            </a:r>
            <a:br>
              <a:rPr lang="en-US" sz="2000" dirty="0">
                <a:cs typeface="Arial"/>
              </a:rPr>
            </a:br>
            <a:r>
              <a:rPr lang="en-US" sz="2000" i="1" dirty="0"/>
              <a:t>1,000 petabytes in an exabyte, 1,000 exabytes in a zettabyte</a:t>
            </a:r>
            <a:r>
              <a:rPr lang="en-US" sz="2000" dirty="0">
                <a:cs typeface="Arial"/>
              </a:rPr>
              <a:t>​</a:t>
            </a:r>
          </a:p>
        </p:txBody>
      </p:sp>
      <p:pic>
        <p:nvPicPr>
          <p:cNvPr id="25" name="Picture 24" descr="The image explains the concept of unstructured data, using color-coded sections and icons for each aspect:&#10;&#10;1. **Top Red Section**:&#10;   - **Icon**: Stopwatch.&#10;   - **Text**: &quot;Unstructured Data (or unstructured information) refers to information that either does not have a pre-defined data model or is not organized in a predefined manner.&quot;&#10;&#10;2. **Second Orange Section**:&#10;   - **Icon**: Globe.&#10;   - **Text**: &quot;Examples include the 'raw' (binary) data representing photos, graphic images, videos, streaming sensor data, web pages, PDF files, PowerPoint presentations, emails, blog entries, wikis, and word processing documents.&quot;&#10;&#10;3. **Third Grey Section**:&#10;   - **Icon**: Stack of disks.&#10;   - **Text**: &quot;Unstructured information may also contain a small amount of metadata such as dates, numbers, and facts.&quot;&#10;&#10;This image highlights the nature of unstructured data, providing examples of different types and mentioning the presence of minimal metadata.">
            <a:extLst>
              <a:ext uri="{FF2B5EF4-FFF2-40B4-BE49-F238E27FC236}">
                <a16:creationId xmlns:a16="http://schemas.microsoft.com/office/drawing/2014/main" id="{90202143-7574-86B9-3FCB-27786A3CDB92}"/>
              </a:ext>
            </a:extLst>
          </p:cNvPr>
          <p:cNvPicPr>
            <a:picLocks noChangeAspect="1"/>
          </p:cNvPicPr>
          <p:nvPr/>
        </p:nvPicPr>
        <p:blipFill>
          <a:blip r:embed="rId2"/>
          <a:stretch>
            <a:fillRect/>
          </a:stretch>
        </p:blipFill>
        <p:spPr>
          <a:xfrm>
            <a:off x="1405803" y="2078182"/>
            <a:ext cx="15497174" cy="6151418"/>
          </a:xfrm>
          <a:prstGeom prst="rect">
            <a:avLst/>
          </a:prstGeom>
        </p:spPr>
      </p:pic>
    </p:spTree>
    <p:extLst>
      <p:ext uri="{BB962C8B-B14F-4D97-AF65-F5344CB8AC3E}">
        <p14:creationId xmlns:p14="http://schemas.microsoft.com/office/powerpoint/2010/main" val="2847956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ED0F-143D-964D-3A0E-2775AD16EF74}"/>
              </a:ext>
            </a:extLst>
          </p:cNvPr>
          <p:cNvSpPr>
            <a:spLocks noGrp="1"/>
          </p:cNvSpPr>
          <p:nvPr>
            <p:ph type="title"/>
          </p:nvPr>
        </p:nvSpPr>
        <p:spPr/>
        <p:txBody>
          <a:bodyPr/>
          <a:lstStyle/>
          <a:p>
            <a:r>
              <a:rPr lang="en-US" b="1" dirty="0"/>
              <a:t>Semi-Structured Data Examples</a:t>
            </a:r>
            <a:endParaRPr lang="en-US" dirty="0"/>
          </a:p>
        </p:txBody>
      </p:sp>
      <p:pic>
        <p:nvPicPr>
          <p:cNvPr id="3" name="Picture 2" descr="The image illustrates the structure of an HTTP request message, breaking down its components:&#10;&#10;1. **Request Line**:&#10;   - **Text**: `GET /doc/test.html HTTP/1.1`&#10;   - This line indicates the HTTP method (GET), the path to the resource (/doc/test.html), and the HTTP version (HTTP/1.1).&#10;&#10;2. **Request Headers**:&#10;   - **Text**: &#10;     ```&#10;     Host: www.test101.com&#10;     Accept: image/gif, image/jpeg, */*&#10;     Accept-Language: en-us&#10;     Accept-Encoding: gzip, deflate&#10;     User-Agent: Mozilla/4.0&#10;     Content-Length: 35&#10;     ```&#10;   - These lines provide additional information about the request, such as the host, accepted content types, language preferences, accepted encoding types, user agent, and the length of the content.&#10;&#10;3. **A blank line separates header &amp; body**&#10;&#10;4. **Request Message Body**:&#10;   - **Text**: `bookId=12345&amp;author=Tan+Ah+Teck`&#10;   - This part contains the actual data being sent to the server, typically used in POST requests but included here for illustration.&#10;&#10;The image highlights how the request line, request headers, and request message body are organized within an HTTP request message.">
            <a:extLst>
              <a:ext uri="{FF2B5EF4-FFF2-40B4-BE49-F238E27FC236}">
                <a16:creationId xmlns:a16="http://schemas.microsoft.com/office/drawing/2014/main" id="{A05E07B4-9DE8-00DD-FB99-A5B0FCC4972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588643" y="2305051"/>
            <a:ext cx="11331615" cy="3817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a:extLst>
              <a:ext uri="{FF2B5EF4-FFF2-40B4-BE49-F238E27FC236}">
                <a16:creationId xmlns:a16="http://schemas.microsoft.com/office/drawing/2014/main" id="{C5EAED84-D439-162D-C08D-DA1B605278A6}"/>
              </a:ext>
            </a:extLst>
          </p:cNvPr>
          <p:cNvSpPr txBox="1"/>
          <p:nvPr/>
        </p:nvSpPr>
        <p:spPr>
          <a:xfrm>
            <a:off x="876301" y="3798307"/>
            <a:ext cx="1332416" cy="830997"/>
          </a:xfrm>
          <a:prstGeom prst="rect">
            <a:avLst/>
          </a:prstGeom>
          <a:noFill/>
        </p:spPr>
        <p:txBody>
          <a:bodyPr wrap="none" rtlCol="0">
            <a:spAutoFit/>
          </a:bodyPr>
          <a:lstStyle/>
          <a:p>
            <a:pPr algn="ctr"/>
            <a:r>
              <a:rPr lang="en-US" sz="2400" dirty="0"/>
              <a:t>HTTP </a:t>
            </a:r>
          </a:p>
          <a:p>
            <a:pPr algn="ctr"/>
            <a:r>
              <a:rPr lang="en-US" sz="2400" dirty="0"/>
              <a:t>Request</a:t>
            </a:r>
          </a:p>
        </p:txBody>
      </p:sp>
      <p:graphicFrame>
        <p:nvGraphicFramePr>
          <p:cNvPr id="5" name="Table 4">
            <a:extLst>
              <a:ext uri="{FF2B5EF4-FFF2-40B4-BE49-F238E27FC236}">
                <a16:creationId xmlns:a16="http://schemas.microsoft.com/office/drawing/2014/main" id="{3ECBAEDE-7294-3542-7C6F-C3D3AF969E42}"/>
              </a:ext>
            </a:extLst>
          </p:cNvPr>
          <p:cNvGraphicFramePr>
            <a:graphicFrameLocks noGrp="1"/>
          </p:cNvGraphicFramePr>
          <p:nvPr>
            <p:extLst>
              <p:ext uri="{D42A27DB-BD31-4B8C-83A1-F6EECF244321}">
                <p14:modId xmlns:p14="http://schemas.microsoft.com/office/powerpoint/2010/main" val="3837740706"/>
              </p:ext>
            </p:extLst>
          </p:nvPr>
        </p:nvGraphicFramePr>
        <p:xfrm>
          <a:off x="3105150" y="6705601"/>
          <a:ext cx="6762750" cy="2641580"/>
        </p:xfrm>
        <a:graphic>
          <a:graphicData uri="http://schemas.openxmlformats.org/drawingml/2006/table">
            <a:tbl>
              <a:tblPr firstRow="1"/>
              <a:tblGrid>
                <a:gridCol w="3381375">
                  <a:extLst>
                    <a:ext uri="{9D8B030D-6E8A-4147-A177-3AD203B41FA5}">
                      <a16:colId xmlns:a16="http://schemas.microsoft.com/office/drawing/2014/main" val="20000"/>
                    </a:ext>
                  </a:extLst>
                </a:gridCol>
                <a:gridCol w="3381375">
                  <a:extLst>
                    <a:ext uri="{9D8B030D-6E8A-4147-A177-3AD203B41FA5}">
                      <a16:colId xmlns:a16="http://schemas.microsoft.com/office/drawing/2014/main" val="20001"/>
                    </a:ext>
                  </a:extLst>
                </a:gridCol>
              </a:tblGrid>
              <a:tr h="528296">
                <a:tc>
                  <a:txBody>
                    <a:bodyPr/>
                    <a:lstStyle/>
                    <a:p>
                      <a:pPr algn="l"/>
                      <a:r>
                        <a:rPr lang="en-US" sz="2600" b="0" dirty="0">
                          <a:effectLst/>
                        </a:rPr>
                        <a:t>Component</a:t>
                      </a:r>
                    </a:p>
                  </a:txBody>
                  <a:tcPr marL="132074" marR="132074" marT="66038" marB="66038" anchor="ctr">
                    <a:lnL>
                      <a:noFill/>
                    </a:lnL>
                    <a:lnR>
                      <a:noFill/>
                    </a:lnR>
                    <a:lnT>
                      <a:noFill/>
                    </a:lnT>
                    <a:lnB w="12700" cap="flat" cmpd="sng" algn="ctr">
                      <a:solidFill>
                        <a:srgbClr val="EAEAEA"/>
                      </a:solidFill>
                      <a:prstDash val="solid"/>
                      <a:round/>
                      <a:headEnd type="none" w="med" len="med"/>
                      <a:tailEnd type="none" w="med" len="med"/>
                    </a:lnB>
                  </a:tcPr>
                </a:tc>
                <a:tc>
                  <a:txBody>
                    <a:bodyPr/>
                    <a:lstStyle/>
                    <a:p>
                      <a:pPr algn="l"/>
                      <a:r>
                        <a:rPr lang="en-US" sz="2600" b="0" dirty="0">
                          <a:effectLst/>
                        </a:rPr>
                        <a:t>Your Value</a:t>
                      </a:r>
                    </a:p>
                  </a:txBody>
                  <a:tcPr marL="132074" marR="132074" marT="66038" marB="66038" anchor="ctr">
                    <a:lnL>
                      <a:noFill/>
                    </a:lnL>
                    <a:lnR>
                      <a:noFill/>
                    </a:lnR>
                    <a:lnT>
                      <a:noFill/>
                    </a:lnT>
                    <a:lnB w="12700" cap="flat" cmpd="sng" algn="ctr">
                      <a:solidFill>
                        <a:srgbClr val="EAEAEA"/>
                      </a:solidFill>
                      <a:prstDash val="solid"/>
                      <a:round/>
                      <a:headEnd type="none" w="med" len="med"/>
                      <a:tailEnd type="none" w="med" len="med"/>
                    </a:lnB>
                  </a:tcPr>
                </a:tc>
                <a:extLst>
                  <a:ext uri="{0D108BD9-81ED-4DB2-BD59-A6C34878D82A}">
                    <a16:rowId xmlns:a16="http://schemas.microsoft.com/office/drawing/2014/main" val="10000"/>
                  </a:ext>
                </a:extLst>
              </a:tr>
              <a:tr h="528296">
                <a:tc>
                  <a:txBody>
                    <a:bodyPr/>
                    <a:lstStyle/>
                    <a:p>
                      <a:pPr fontAlgn="t"/>
                      <a:r>
                        <a:rPr lang="en-US" sz="2600" b="1" dirty="0">
                          <a:effectLst/>
                        </a:rPr>
                        <a:t>GLUCOSE</a:t>
                      </a:r>
                    </a:p>
                  </a:txBody>
                  <a:tcPr marL="132074" marR="132074" marT="66038" marB="66038">
                    <a:lnL w="12700" cap="flat" cmpd="sng" algn="ctr">
                      <a:solidFill>
                        <a:srgbClr val="EAEAEA"/>
                      </a:solidFill>
                      <a:prstDash val="solid"/>
                      <a:round/>
                      <a:headEnd type="none" w="med" len="med"/>
                      <a:tailEnd type="none" w="med" len="med"/>
                    </a:lnL>
                    <a:lnR w="12700" cap="flat" cmpd="sng" algn="ctr">
                      <a:solidFill>
                        <a:srgbClr val="EAEAEA"/>
                      </a:solidFill>
                      <a:prstDash val="solid"/>
                      <a:round/>
                      <a:headEnd type="none" w="med" len="med"/>
                      <a:tailEnd type="none" w="med" len="med"/>
                    </a:lnR>
                    <a:lnT w="12700" cap="flat" cmpd="sng" algn="ctr">
                      <a:solidFill>
                        <a:srgbClr val="EAEAEA"/>
                      </a:solidFill>
                      <a:prstDash val="solid"/>
                      <a:round/>
                      <a:headEnd type="none" w="med" len="med"/>
                      <a:tailEnd type="none" w="med" len="med"/>
                    </a:lnT>
                    <a:lnB w="9525" cap="flat" cmpd="sng" algn="ctr">
                      <a:solidFill>
                        <a:srgbClr val="EAEAEA"/>
                      </a:solidFill>
                      <a:prstDash val="solid"/>
                      <a:round/>
                      <a:headEnd type="none" w="med" len="med"/>
                      <a:tailEnd type="none" w="med" len="med"/>
                    </a:lnB>
                    <a:solidFill>
                      <a:srgbClr val="FFFFFF"/>
                    </a:solidFill>
                  </a:tcPr>
                </a:tc>
                <a:tc>
                  <a:txBody>
                    <a:bodyPr/>
                    <a:lstStyle/>
                    <a:p>
                      <a:pPr fontAlgn="t"/>
                      <a:r>
                        <a:rPr lang="en-US" sz="2600" b="1" dirty="0">
                          <a:effectLst/>
                        </a:rPr>
                        <a:t>108</a:t>
                      </a:r>
                      <a:r>
                        <a:rPr lang="en-US" sz="2600" b="0" dirty="0">
                          <a:effectLst/>
                        </a:rPr>
                        <a:t> mg/dL</a:t>
                      </a:r>
                      <a:endParaRPr lang="en-US" sz="2600" b="1" dirty="0">
                        <a:effectLst/>
                      </a:endParaRPr>
                    </a:p>
                  </a:txBody>
                  <a:tcPr marL="132074" marR="132074" marT="66038" marB="66038">
                    <a:lnL w="12700" cap="flat" cmpd="sng" algn="ctr">
                      <a:solidFill>
                        <a:srgbClr val="EAEAEA"/>
                      </a:solidFill>
                      <a:prstDash val="solid"/>
                      <a:round/>
                      <a:headEnd type="none" w="med" len="med"/>
                      <a:tailEnd type="none" w="med" len="med"/>
                    </a:lnL>
                    <a:lnR w="12700" cap="flat" cmpd="sng" algn="ctr">
                      <a:solidFill>
                        <a:srgbClr val="EAEAEA"/>
                      </a:solidFill>
                      <a:prstDash val="solid"/>
                      <a:round/>
                      <a:headEnd type="none" w="med" len="med"/>
                      <a:tailEnd type="none" w="med" len="med"/>
                    </a:lnR>
                    <a:lnT w="12700" cap="flat" cmpd="sng" algn="ctr">
                      <a:solidFill>
                        <a:srgbClr val="EAEAEA"/>
                      </a:solidFill>
                      <a:prstDash val="solid"/>
                      <a:round/>
                      <a:headEnd type="none" w="med" len="med"/>
                      <a:tailEnd type="none" w="med" len="med"/>
                    </a:lnT>
                    <a:lnB w="9525" cap="flat" cmpd="sng" algn="ctr">
                      <a:solidFill>
                        <a:srgbClr val="EAEA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8296">
                <a:tc>
                  <a:txBody>
                    <a:bodyPr/>
                    <a:lstStyle/>
                    <a:p>
                      <a:pPr fontAlgn="t"/>
                      <a:r>
                        <a:rPr lang="en-US" sz="2600" b="1" dirty="0">
                          <a:effectLst/>
                        </a:rPr>
                        <a:t>SODIUM</a:t>
                      </a:r>
                    </a:p>
                  </a:txBody>
                  <a:tcPr marL="132074" marR="132074" marT="66038" marB="66038">
                    <a:lnL w="12700" cap="flat" cmpd="sng" algn="ctr">
                      <a:solidFill>
                        <a:srgbClr val="EAEAEA"/>
                      </a:solidFill>
                      <a:prstDash val="solid"/>
                      <a:round/>
                      <a:headEnd type="none" w="med" len="med"/>
                      <a:tailEnd type="none" w="med" len="med"/>
                    </a:lnL>
                    <a:lnR w="12700" cap="flat" cmpd="sng" algn="ctr">
                      <a:solidFill>
                        <a:srgbClr val="EAEAEA"/>
                      </a:solidFill>
                      <a:prstDash val="solid"/>
                      <a:round/>
                      <a:headEnd type="none" w="med" len="med"/>
                      <a:tailEnd type="none" w="med" len="med"/>
                    </a:lnR>
                    <a:lnT w="9525" cap="flat" cmpd="sng" algn="ctr">
                      <a:solidFill>
                        <a:srgbClr val="EAEAEA"/>
                      </a:solidFill>
                      <a:prstDash val="solid"/>
                      <a:round/>
                      <a:headEnd type="none" w="med" len="med"/>
                      <a:tailEnd type="none" w="med" len="med"/>
                    </a:lnT>
                    <a:lnB w="9525" cap="flat" cmpd="sng" algn="ctr">
                      <a:solidFill>
                        <a:srgbClr val="EAEAEA"/>
                      </a:solidFill>
                      <a:prstDash val="solid"/>
                      <a:round/>
                      <a:headEnd type="none" w="med" len="med"/>
                      <a:tailEnd type="none" w="med" len="med"/>
                    </a:lnB>
                    <a:solidFill>
                      <a:srgbClr val="FFFFFF"/>
                    </a:solidFill>
                  </a:tcPr>
                </a:tc>
                <a:tc>
                  <a:txBody>
                    <a:bodyPr/>
                    <a:lstStyle/>
                    <a:p>
                      <a:pPr fontAlgn="t"/>
                      <a:r>
                        <a:rPr lang="en-US" sz="2600" b="1" dirty="0">
                          <a:effectLst/>
                        </a:rPr>
                        <a:t>136</a:t>
                      </a:r>
                      <a:r>
                        <a:rPr lang="en-US" sz="2600" b="0" dirty="0">
                          <a:effectLst/>
                        </a:rPr>
                        <a:t> meq/L</a:t>
                      </a:r>
                      <a:endParaRPr lang="en-US" sz="2600" b="1" dirty="0">
                        <a:effectLst/>
                      </a:endParaRPr>
                    </a:p>
                  </a:txBody>
                  <a:tcPr marL="132074" marR="132074" marT="66038" marB="66038">
                    <a:lnL w="12700" cap="flat" cmpd="sng" algn="ctr">
                      <a:solidFill>
                        <a:srgbClr val="EAEAEA"/>
                      </a:solidFill>
                      <a:prstDash val="solid"/>
                      <a:round/>
                      <a:headEnd type="none" w="med" len="med"/>
                      <a:tailEnd type="none" w="med" len="med"/>
                    </a:lnL>
                    <a:lnR w="12700" cap="flat" cmpd="sng" algn="ctr">
                      <a:solidFill>
                        <a:srgbClr val="EAEAEA"/>
                      </a:solidFill>
                      <a:prstDash val="solid"/>
                      <a:round/>
                      <a:headEnd type="none" w="med" len="med"/>
                      <a:tailEnd type="none" w="med" len="med"/>
                    </a:lnR>
                    <a:lnT w="9525" cap="flat" cmpd="sng" algn="ctr">
                      <a:solidFill>
                        <a:srgbClr val="EAEAEA"/>
                      </a:solidFill>
                      <a:prstDash val="solid"/>
                      <a:round/>
                      <a:headEnd type="none" w="med" len="med"/>
                      <a:tailEnd type="none" w="med" len="med"/>
                    </a:lnT>
                    <a:lnB w="9525" cap="flat" cmpd="sng" algn="ctr">
                      <a:solidFill>
                        <a:srgbClr val="EAEA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8296">
                <a:tc>
                  <a:txBody>
                    <a:bodyPr/>
                    <a:lstStyle/>
                    <a:p>
                      <a:pPr fontAlgn="t"/>
                      <a:r>
                        <a:rPr lang="en-US" sz="2600" b="1" dirty="0">
                          <a:effectLst/>
                        </a:rPr>
                        <a:t>POTASSIUM</a:t>
                      </a:r>
                    </a:p>
                  </a:txBody>
                  <a:tcPr marL="132074" marR="132074" marT="66038" marB="66038">
                    <a:lnL w="12700" cap="flat" cmpd="sng" algn="ctr">
                      <a:solidFill>
                        <a:srgbClr val="EAEAEA"/>
                      </a:solidFill>
                      <a:prstDash val="solid"/>
                      <a:round/>
                      <a:headEnd type="none" w="med" len="med"/>
                      <a:tailEnd type="none" w="med" len="med"/>
                    </a:lnL>
                    <a:lnR w="12700" cap="flat" cmpd="sng" algn="ctr">
                      <a:solidFill>
                        <a:srgbClr val="EAEAEA"/>
                      </a:solidFill>
                      <a:prstDash val="solid"/>
                      <a:round/>
                      <a:headEnd type="none" w="med" len="med"/>
                      <a:tailEnd type="none" w="med" len="med"/>
                    </a:lnR>
                    <a:lnT w="9525" cap="flat" cmpd="sng" algn="ctr">
                      <a:solidFill>
                        <a:srgbClr val="EAEAEA"/>
                      </a:solidFill>
                      <a:prstDash val="solid"/>
                      <a:round/>
                      <a:headEnd type="none" w="med" len="med"/>
                      <a:tailEnd type="none" w="med" len="med"/>
                    </a:lnT>
                    <a:lnB w="9525" cap="flat" cmpd="sng" algn="ctr">
                      <a:solidFill>
                        <a:srgbClr val="EAEAEA"/>
                      </a:solidFill>
                      <a:prstDash val="solid"/>
                      <a:round/>
                      <a:headEnd type="none" w="med" len="med"/>
                      <a:tailEnd type="none" w="med" len="med"/>
                    </a:lnB>
                    <a:solidFill>
                      <a:srgbClr val="FFFFFF"/>
                    </a:solidFill>
                  </a:tcPr>
                </a:tc>
                <a:tc>
                  <a:txBody>
                    <a:bodyPr/>
                    <a:lstStyle/>
                    <a:p>
                      <a:pPr fontAlgn="t"/>
                      <a:r>
                        <a:rPr lang="en-US" sz="2600" b="1" dirty="0">
                          <a:effectLst/>
                        </a:rPr>
                        <a:t>4.0</a:t>
                      </a:r>
                      <a:r>
                        <a:rPr lang="en-US" sz="2600" b="0" dirty="0">
                          <a:effectLst/>
                        </a:rPr>
                        <a:t> meq/L</a:t>
                      </a:r>
                      <a:endParaRPr lang="en-US" sz="2600" b="1" dirty="0">
                        <a:effectLst/>
                      </a:endParaRPr>
                    </a:p>
                  </a:txBody>
                  <a:tcPr marL="132074" marR="132074" marT="66038" marB="66038">
                    <a:lnL w="12700" cap="flat" cmpd="sng" algn="ctr">
                      <a:solidFill>
                        <a:srgbClr val="EAEAEA"/>
                      </a:solidFill>
                      <a:prstDash val="solid"/>
                      <a:round/>
                      <a:headEnd type="none" w="med" len="med"/>
                      <a:tailEnd type="none" w="med" len="med"/>
                    </a:lnL>
                    <a:lnR w="12700" cap="flat" cmpd="sng" algn="ctr">
                      <a:solidFill>
                        <a:srgbClr val="EAEAEA"/>
                      </a:solidFill>
                      <a:prstDash val="solid"/>
                      <a:round/>
                      <a:headEnd type="none" w="med" len="med"/>
                      <a:tailEnd type="none" w="med" len="med"/>
                    </a:lnR>
                    <a:lnT w="9525" cap="flat" cmpd="sng" algn="ctr">
                      <a:solidFill>
                        <a:srgbClr val="EAEAEA"/>
                      </a:solidFill>
                      <a:prstDash val="solid"/>
                      <a:round/>
                      <a:headEnd type="none" w="med" len="med"/>
                      <a:tailEnd type="none" w="med" len="med"/>
                    </a:lnT>
                    <a:lnB w="9525" cap="flat" cmpd="sng" algn="ctr">
                      <a:solidFill>
                        <a:srgbClr val="EAEA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8296">
                <a:tc>
                  <a:txBody>
                    <a:bodyPr/>
                    <a:lstStyle/>
                    <a:p>
                      <a:pPr fontAlgn="t"/>
                      <a:r>
                        <a:rPr lang="en-US" sz="2600" b="1" dirty="0">
                          <a:effectLst/>
                        </a:rPr>
                        <a:t>CHLORIDE</a:t>
                      </a:r>
                    </a:p>
                  </a:txBody>
                  <a:tcPr marL="132074" marR="132074" marT="66038" marB="66038">
                    <a:lnL w="12700" cap="flat" cmpd="sng" algn="ctr">
                      <a:solidFill>
                        <a:srgbClr val="EAEAEA"/>
                      </a:solidFill>
                      <a:prstDash val="solid"/>
                      <a:round/>
                      <a:headEnd type="none" w="med" len="med"/>
                      <a:tailEnd type="none" w="med" len="med"/>
                    </a:lnL>
                    <a:lnR w="12700" cap="flat" cmpd="sng" algn="ctr">
                      <a:solidFill>
                        <a:srgbClr val="EAEAEA"/>
                      </a:solidFill>
                      <a:prstDash val="solid"/>
                      <a:round/>
                      <a:headEnd type="none" w="med" len="med"/>
                      <a:tailEnd type="none" w="med" len="med"/>
                    </a:lnR>
                    <a:lnT w="9525" cap="flat" cmpd="sng" algn="ctr">
                      <a:solidFill>
                        <a:srgbClr val="EAEAEA"/>
                      </a:solidFill>
                      <a:prstDash val="solid"/>
                      <a:round/>
                      <a:headEnd type="none" w="med" len="med"/>
                      <a:tailEnd type="none" w="med" len="med"/>
                    </a:lnT>
                    <a:lnB w="12700" cap="flat" cmpd="sng" algn="ctr">
                      <a:solidFill>
                        <a:srgbClr val="EAEAEA"/>
                      </a:solidFill>
                      <a:prstDash val="solid"/>
                      <a:round/>
                      <a:headEnd type="none" w="med" len="med"/>
                      <a:tailEnd type="none" w="med" len="med"/>
                    </a:lnB>
                    <a:solidFill>
                      <a:srgbClr val="FFFFFF"/>
                    </a:solidFill>
                  </a:tcPr>
                </a:tc>
                <a:tc>
                  <a:txBody>
                    <a:bodyPr/>
                    <a:lstStyle/>
                    <a:p>
                      <a:pPr fontAlgn="t"/>
                      <a:r>
                        <a:rPr lang="en-US" sz="2600" b="1" dirty="0">
                          <a:effectLst/>
                        </a:rPr>
                        <a:t>101</a:t>
                      </a:r>
                      <a:r>
                        <a:rPr lang="en-US" sz="2600" b="0" dirty="0">
                          <a:effectLst/>
                        </a:rPr>
                        <a:t> meq/L</a:t>
                      </a:r>
                      <a:endParaRPr lang="en-US" sz="2600" b="1" dirty="0">
                        <a:effectLst/>
                      </a:endParaRPr>
                    </a:p>
                  </a:txBody>
                  <a:tcPr marL="132074" marR="132074" marT="66038" marB="66038">
                    <a:lnL w="12700" cap="flat" cmpd="sng" algn="ctr">
                      <a:solidFill>
                        <a:srgbClr val="EAEAEA"/>
                      </a:solidFill>
                      <a:prstDash val="solid"/>
                      <a:round/>
                      <a:headEnd type="none" w="med" len="med"/>
                      <a:tailEnd type="none" w="med" len="med"/>
                    </a:lnL>
                    <a:lnR w="12700" cap="flat" cmpd="sng" algn="ctr">
                      <a:solidFill>
                        <a:srgbClr val="EAEAEA"/>
                      </a:solidFill>
                      <a:prstDash val="solid"/>
                      <a:round/>
                      <a:headEnd type="none" w="med" len="med"/>
                      <a:tailEnd type="none" w="med" len="med"/>
                    </a:lnR>
                    <a:lnT w="9525" cap="flat" cmpd="sng" algn="ctr">
                      <a:solidFill>
                        <a:srgbClr val="EAEAEA"/>
                      </a:solidFill>
                      <a:prstDash val="solid"/>
                      <a:round/>
                      <a:headEnd type="none" w="med" len="med"/>
                      <a:tailEnd type="none" w="med" len="med"/>
                    </a:lnT>
                    <a:lnB w="12700" cap="flat" cmpd="sng" algn="ctr">
                      <a:solidFill>
                        <a:srgbClr val="EAEA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BE88F15B-7C4C-DB01-332A-347A80D3DF18}"/>
              </a:ext>
            </a:extLst>
          </p:cNvPr>
          <p:cNvSpPr/>
          <p:nvPr/>
        </p:nvSpPr>
        <p:spPr>
          <a:xfrm>
            <a:off x="9315450" y="6591301"/>
            <a:ext cx="6629400" cy="2077493"/>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7" name="Rectangle 6">
            <a:extLst>
              <a:ext uri="{FF2B5EF4-FFF2-40B4-BE49-F238E27FC236}">
                <a16:creationId xmlns:a16="http://schemas.microsoft.com/office/drawing/2014/main" id="{20A54D58-FB0A-F48C-01C5-987C16774B72}"/>
              </a:ext>
            </a:extLst>
          </p:cNvPr>
          <p:cNvSpPr/>
          <p:nvPr/>
        </p:nvSpPr>
        <p:spPr>
          <a:xfrm>
            <a:off x="9315450" y="6648451"/>
            <a:ext cx="6629400" cy="2031325"/>
          </a:xfrm>
          <a:prstGeom prst="rect">
            <a:avLst/>
          </a:prstGeom>
        </p:spPr>
        <p:txBody>
          <a:bodyPr wrap="square">
            <a:spAutoFit/>
          </a:bodyPr>
          <a:lstStyle/>
          <a:p>
            <a:r>
              <a:rPr lang="en-US" dirty="0"/>
              <a:t>Study Result</a:t>
            </a:r>
          </a:p>
          <a:p>
            <a:r>
              <a:rPr lang="en-US" dirty="0"/>
              <a:t>Impression</a:t>
            </a:r>
          </a:p>
          <a:p>
            <a:r>
              <a:rPr lang="en-US" dirty="0"/>
              <a:t>IMPRESSION:</a:t>
            </a:r>
            <a:br>
              <a:rPr lang="en-US" dirty="0"/>
            </a:br>
            <a:r>
              <a:rPr lang="en-US" dirty="0"/>
              <a:t>1. Stable simple cystic pancreatic foci, which likely reflect side branch intraductal papillary mucinous neoplasms; follow up in 2 years is recommended per guidelines provided below.</a:t>
            </a:r>
            <a:br>
              <a:rPr lang="en-US" dirty="0"/>
            </a:br>
            <a:r>
              <a:rPr lang="en-US" dirty="0"/>
              <a:t>2. Unchanged hemorrhagic/proteinaceous left renal cyst.</a:t>
            </a:r>
          </a:p>
        </p:txBody>
      </p:sp>
      <p:sp>
        <p:nvSpPr>
          <p:cNvPr id="8" name="TextBox 7">
            <a:extLst>
              <a:ext uri="{FF2B5EF4-FFF2-40B4-BE49-F238E27FC236}">
                <a16:creationId xmlns:a16="http://schemas.microsoft.com/office/drawing/2014/main" id="{76D16E65-3052-3C16-E9FC-0CE491E15A18}"/>
              </a:ext>
            </a:extLst>
          </p:cNvPr>
          <p:cNvSpPr txBox="1"/>
          <p:nvPr/>
        </p:nvSpPr>
        <p:spPr>
          <a:xfrm>
            <a:off x="917699" y="7523104"/>
            <a:ext cx="1247456" cy="830997"/>
          </a:xfrm>
          <a:prstGeom prst="rect">
            <a:avLst/>
          </a:prstGeom>
          <a:noFill/>
        </p:spPr>
        <p:txBody>
          <a:bodyPr wrap="none" rtlCol="0">
            <a:spAutoFit/>
          </a:bodyPr>
          <a:lstStyle/>
          <a:p>
            <a:pPr algn="ctr"/>
            <a:r>
              <a:rPr lang="en-US" sz="2400" dirty="0"/>
              <a:t>Medical</a:t>
            </a:r>
          </a:p>
          <a:p>
            <a:pPr algn="ctr"/>
            <a:r>
              <a:rPr lang="en-US" sz="2400" dirty="0"/>
              <a:t>Record</a:t>
            </a:r>
          </a:p>
        </p:txBody>
      </p:sp>
      <p:cxnSp>
        <p:nvCxnSpPr>
          <p:cNvPr id="10" name="Straight Connector 9">
            <a:extLst>
              <a:ext uri="{FF2B5EF4-FFF2-40B4-BE49-F238E27FC236}">
                <a16:creationId xmlns:a16="http://schemas.microsoft.com/office/drawing/2014/main" id="{58845543-1D0E-9B7E-9B41-2335007A9337}"/>
              </a:ext>
            </a:extLst>
          </p:cNvPr>
          <p:cNvCxnSpPr>
            <a:cxnSpLocks/>
          </p:cNvCxnSpPr>
          <p:nvPr/>
        </p:nvCxnSpPr>
        <p:spPr>
          <a:xfrm>
            <a:off x="917699" y="6198762"/>
            <a:ext cx="1464615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853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What is Semi-structured Data?</a:t>
            </a:r>
          </a:p>
        </p:txBody>
      </p:sp>
      <p:graphicFrame>
        <p:nvGraphicFramePr>
          <p:cNvPr id="6" name="Content Placeholder 2" descr="The image explains the concept of semi-structured data, using color-coded sections and icons for each aspect:&#10;&#10;1. **Top Red Section**:&#10;   - **Icon**: Stopwatch.&#10;   - **Text**: &quot;Semi-structured data is data that has some organizational properties, but does not conform to a rigid schema. Examples of semi-structured data include: JSON, XML, HTML, Log files, Email messages.&quot;&#10;&#10;2. **Second Orange Section**:&#10;   - **Icon**: Globe.&#10;   - **Text**: &quot;For example, XML data is organized using tags and attributes, and JSON data is organized using key-value pairs.&quot;&#10;&#10;3. **Third Grey Section**:&#10;   - **Icon**: Stack of disks.&#10;   - **Text**: &quot;Emails have the sender, recipient, date, time, and other fixed fields added to the unstructured data of the email message content.&quot;&#10;&#10;4. **Fourth Blue-Grey Section**:&#10;   - **Icon**: Group of people.&#10;   - **Text**: &quot;This makes semi-structured data easier to process and analyze than unstructured data, but it is still not as easy to process and analyze as structured data.&quot;&#10;&#10;5. **Bottom Blue Section**:&#10;   - **Icon**: Square.&#10;   - **Text**: &quot;Once understood, semi-structured and unstructured data have many of the same requirements as structured data, such as summarization, lineage, auditability, and privacy.&quot;&#10;&#10;This image highlights the characteristics of semi-structured data, providing examples and explaining its position between structured and unstructured data in terms of ease of processing and analysis.">
            <a:extLst>
              <a:ext uri="{FF2B5EF4-FFF2-40B4-BE49-F238E27FC236}">
                <a16:creationId xmlns:a16="http://schemas.microsoft.com/office/drawing/2014/main" id="{426228E3-B3B6-C83C-3391-9AAF4BEF0FB4}"/>
              </a:ext>
            </a:extLst>
          </p:cNvPr>
          <p:cNvGraphicFramePr>
            <a:graphicFrameLocks noGrp="1"/>
          </p:cNvGraphicFramePr>
          <p:nvPr>
            <p:ph idx="1"/>
            <p:extLst>
              <p:ext uri="{D42A27DB-BD31-4B8C-83A1-F6EECF244321}">
                <p14:modId xmlns:p14="http://schemas.microsoft.com/office/powerpoint/2010/main" val="2263095625"/>
              </p:ext>
            </p:extLst>
          </p:nvPr>
        </p:nvGraphicFramePr>
        <p:xfrm>
          <a:off x="1098550" y="2190248"/>
          <a:ext cx="16084551" cy="62770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3327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What is Big Data Veracity?</a:t>
            </a:r>
          </a:p>
        </p:txBody>
      </p:sp>
      <p:graphicFrame>
        <p:nvGraphicFramePr>
          <p:cNvPr id="6" name="Content Placeholder 2" descr="The image explains the concept of data veracity, using color-coded sections and icons for each aspect:&#10;&#10;1. **Top Red Section**:&#10;   - **Icon**: Target with an arrow.&#10;   - **Text**: &quot;Veracity is the degree to which data is accurate, consistent, complete, precise, and trustworthy and able to support reliable decisions.&quot;&#10;&#10;2. **Second Orange Section**:&#10;   - **Icon**: Globe.&#10;   - **Text**: &quot;As the world moves toward automated decision-making, where computers make choices instead of humans, it becomes imperative that organizations be able to trust the quality of the data.&quot;&#10;&#10;3. **Third Grey Section**:&#10;   - **Icon**: Magnifying glass.&#10;   - **Text**: &quot;Veracity is important because it is essential for making reliable decisions based on big data. Inaccurate, incomplete, and unreliable data can lead to misleading insights and decisions.&quot;&#10;&#10;4. **Bottom Blue Section**:&#10;   - **Icon**: Gears.&#10;   - **Text**: &quot;But big data is of a volume or velocity such that confirmation of its accuracy, completeness, etc. is beyond human capacity to evaluate and beyond the ability of traditional technologies to automate efficiently.&quot;&#10;&#10;This image highlights the importance of data veracity in ensuring the reliability of automated decision-making processes and the challenges posed by the volume and velocity of big data in maintaining data quality.">
            <a:extLst>
              <a:ext uri="{FF2B5EF4-FFF2-40B4-BE49-F238E27FC236}">
                <a16:creationId xmlns:a16="http://schemas.microsoft.com/office/drawing/2014/main" id="{426228E3-B3B6-C83C-3391-9AAF4BEF0FB4}"/>
              </a:ext>
            </a:extLst>
          </p:cNvPr>
          <p:cNvGraphicFramePr>
            <a:graphicFrameLocks noGrp="1"/>
          </p:cNvGraphicFramePr>
          <p:nvPr>
            <p:ph idx="1"/>
            <p:extLst>
              <p:ext uri="{D42A27DB-BD31-4B8C-83A1-F6EECF244321}">
                <p14:modId xmlns:p14="http://schemas.microsoft.com/office/powerpoint/2010/main" val="1379652634"/>
              </p:ext>
            </p:extLst>
          </p:nvPr>
        </p:nvGraphicFramePr>
        <p:xfrm>
          <a:off x="1098550" y="2190248"/>
          <a:ext cx="16084551" cy="62770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08724162-0A30-F26B-5DB1-05E8AEA919C5}"/>
              </a:ext>
            </a:extLst>
          </p:cNvPr>
          <p:cNvSpPr txBox="1"/>
          <p:nvPr/>
        </p:nvSpPr>
        <p:spPr>
          <a:xfrm>
            <a:off x="1098550" y="9010313"/>
            <a:ext cx="822687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t>1,000 gigabytes in a terabyte,   1,000 terabytes in a petabyte</a:t>
            </a:r>
            <a:r>
              <a:rPr lang="en-US" sz="2000" dirty="0">
                <a:cs typeface="Arial"/>
              </a:rPr>
              <a:t>​</a:t>
            </a:r>
            <a:br>
              <a:rPr lang="en-US" sz="2000" dirty="0">
                <a:cs typeface="Arial"/>
              </a:rPr>
            </a:br>
            <a:r>
              <a:rPr lang="en-US" sz="2000" i="1" dirty="0"/>
              <a:t>1,000 petabytes in an exabyte, 1,000 exabytes in a zettabyte</a:t>
            </a:r>
            <a:r>
              <a:rPr lang="en-US" sz="2000" dirty="0">
                <a:cs typeface="Arial"/>
              </a:rPr>
              <a:t>​</a:t>
            </a:r>
          </a:p>
        </p:txBody>
      </p:sp>
    </p:spTree>
    <p:extLst>
      <p:ext uri="{BB962C8B-B14F-4D97-AF65-F5344CB8AC3E}">
        <p14:creationId xmlns:p14="http://schemas.microsoft.com/office/powerpoint/2010/main" val="2248458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Veracity Dimensions</a:t>
            </a:r>
          </a:p>
        </p:txBody>
      </p:sp>
      <p:sp>
        <p:nvSpPr>
          <p:cNvPr id="4" name="Rectangle 3">
            <a:extLst>
              <a:ext uri="{FF2B5EF4-FFF2-40B4-BE49-F238E27FC236}">
                <a16:creationId xmlns:a16="http://schemas.microsoft.com/office/drawing/2014/main" id="{FD658AC0-37A1-FCE4-966B-AEBCF4F7D98C}"/>
              </a:ext>
            </a:extLst>
          </p:cNvPr>
          <p:cNvSpPr/>
          <p:nvPr/>
        </p:nvSpPr>
        <p:spPr>
          <a:xfrm>
            <a:off x="0" y="2324100"/>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dirty="0">
                <a:solidFill>
                  <a:schemeClr val="bg2"/>
                </a:solidFill>
              </a:rPr>
              <a:t>Accuracy vs. Inaccuracy</a:t>
            </a:r>
          </a:p>
        </p:txBody>
      </p:sp>
      <p:sp>
        <p:nvSpPr>
          <p:cNvPr id="5" name="Rectangle 4">
            <a:extLst>
              <a:ext uri="{FF2B5EF4-FFF2-40B4-BE49-F238E27FC236}">
                <a16:creationId xmlns:a16="http://schemas.microsoft.com/office/drawing/2014/main" id="{AFC64A9E-92DC-E1F9-7988-22DCE18F2F50}"/>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200" dirty="0">
                <a:solidFill>
                  <a:schemeClr val="tx1"/>
                </a:solidFill>
              </a:rPr>
              <a:t>Consistency vs. Inconsistency</a:t>
            </a:r>
          </a:p>
        </p:txBody>
      </p:sp>
      <p:sp>
        <p:nvSpPr>
          <p:cNvPr id="6" name="Rectangle 5">
            <a:extLst>
              <a:ext uri="{FF2B5EF4-FFF2-40B4-BE49-F238E27FC236}">
                <a16:creationId xmlns:a16="http://schemas.microsoft.com/office/drawing/2014/main" id="{53767511-4343-89FB-12DD-77B0E6E6347A}"/>
              </a:ext>
            </a:extLst>
          </p:cNvPr>
          <p:cNvSpPr/>
          <p:nvPr/>
        </p:nvSpPr>
        <p:spPr>
          <a:xfrm>
            <a:off x="0" y="5467350"/>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3200" dirty="0">
                <a:solidFill>
                  <a:schemeClr val="tx1"/>
                </a:solidFill>
              </a:rPr>
              <a:t>Objectivity vs. Subjectivity (i.e. opinion, bias)</a:t>
            </a:r>
          </a:p>
        </p:txBody>
      </p:sp>
      <p:sp>
        <p:nvSpPr>
          <p:cNvPr id="3" name="Rectangle 2">
            <a:extLst>
              <a:ext uri="{FF2B5EF4-FFF2-40B4-BE49-F238E27FC236}">
                <a16:creationId xmlns:a16="http://schemas.microsoft.com/office/drawing/2014/main" id="{1A35C0A0-C6C6-7FC8-9ACA-C013E697F7DB}"/>
              </a:ext>
            </a:extLst>
          </p:cNvPr>
          <p:cNvSpPr/>
          <p:nvPr/>
        </p:nvSpPr>
        <p:spPr>
          <a:xfrm>
            <a:off x="9867900" y="2324100"/>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3200" dirty="0">
                <a:solidFill>
                  <a:schemeClr val="bg2"/>
                </a:solidFill>
              </a:rPr>
              <a:t>Truthfulness vs. (Deliberate) Deception</a:t>
            </a:r>
          </a:p>
        </p:txBody>
      </p:sp>
      <p:sp>
        <p:nvSpPr>
          <p:cNvPr id="8" name="Rectangle 7">
            <a:extLst>
              <a:ext uri="{FF2B5EF4-FFF2-40B4-BE49-F238E27FC236}">
                <a16:creationId xmlns:a16="http://schemas.microsoft.com/office/drawing/2014/main" id="{84821B0E-EFB3-4D78-ABA7-3F5E546C9DF9}"/>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3200" dirty="0">
                <a:solidFill>
                  <a:schemeClr val="tx1"/>
                </a:solidFill>
              </a:rPr>
              <a:t>Completeness vs. Incompleteness</a:t>
            </a:r>
          </a:p>
        </p:txBody>
      </p:sp>
      <p:sp>
        <p:nvSpPr>
          <p:cNvPr id="9" name="Rectangle 8">
            <a:extLst>
              <a:ext uri="{FF2B5EF4-FFF2-40B4-BE49-F238E27FC236}">
                <a16:creationId xmlns:a16="http://schemas.microsoft.com/office/drawing/2014/main" id="{3EF81FAD-7358-1AE8-DEEA-5304B1ECA956}"/>
              </a:ext>
            </a:extLst>
          </p:cNvPr>
          <p:cNvSpPr/>
          <p:nvPr/>
        </p:nvSpPr>
        <p:spPr>
          <a:xfrm>
            <a:off x="9867900" y="5467350"/>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200" dirty="0">
                <a:solidFill>
                  <a:schemeClr val="tx1"/>
                </a:solidFill>
              </a:rPr>
              <a:t>Plausibility vs. Implausibility</a:t>
            </a:r>
          </a:p>
        </p:txBody>
      </p:sp>
    </p:spTree>
    <p:extLst>
      <p:ext uri="{BB962C8B-B14F-4D97-AF65-F5344CB8AC3E}">
        <p14:creationId xmlns:p14="http://schemas.microsoft.com/office/powerpoint/2010/main" val="2659701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8116-A757-2428-71B3-43D6DF7A6DE7}"/>
              </a:ext>
            </a:extLst>
          </p:cNvPr>
          <p:cNvSpPr>
            <a:spLocks noGrp="1"/>
          </p:cNvSpPr>
          <p:nvPr>
            <p:ph type="title"/>
          </p:nvPr>
        </p:nvSpPr>
        <p:spPr/>
        <p:txBody>
          <a:bodyPr/>
          <a:lstStyle/>
          <a:p>
            <a:r>
              <a:rPr lang="en-US" dirty="0"/>
              <a:t>Sources of a Lack of Data Veracity</a:t>
            </a:r>
          </a:p>
        </p:txBody>
      </p:sp>
      <p:graphicFrame>
        <p:nvGraphicFramePr>
          <p:cNvPr id="3" name="Diagram 2" descr="The image outlines various factors that can affect data quality, using bold headings and descriptions for each:&#10;&#10;1. **Biasness**:&#10;   - **Text**: &quot;Bias or data bias is an error in which some data elements have more weightage than others, resulting in inaccurate data when an organization decides on calculated values that are suffering from statistical bias.&quot;&#10;&#10;2. **Software defects**:&#10;   - **Text**: &quot;Software or application bugs can transform or miscalculate the data.&quot;&#10;&#10;3. **Noise**:&#10;   - **Text**: &quot;The non-valuable data in the datasets is known as noise. High noise will increase data cleaning work as they have to remove the unnecessary data to get better insights.&quot;&#10;&#10;4. **Abnormalities**:&#10;   - **Text**: &quot;Abnormality or anomaly in the data is the data point that is not normal or the data point that stands out from the actual data.&quot;&#10;&#10;5. **Uncertainty**:&#10;   - **Text**: &quot;Uncertainty can be defined as doubt or ambiguity in the data. Uncertain data contains noise that deviates from the correct, intended, or original values.&quot;&#10;&#10;6. **Data lineage**:&#10;   - **Text**: &quot;Organizations collect data from multiple sources, but sometimes an inaccurate source is discovered without historical reference.&quot;&#10;&#10;This image highlights several key issues that can compromise the quality and reliability of data, emphasizing the need for careful data management and processing to ensure accuracy and usefulness.">
            <a:extLst>
              <a:ext uri="{FF2B5EF4-FFF2-40B4-BE49-F238E27FC236}">
                <a16:creationId xmlns:a16="http://schemas.microsoft.com/office/drawing/2014/main" id="{DDD95922-301B-50A3-D5C4-6537808D28BC}"/>
              </a:ext>
            </a:extLst>
          </p:cNvPr>
          <p:cNvGraphicFramePr/>
          <p:nvPr>
            <p:extLst>
              <p:ext uri="{D42A27DB-BD31-4B8C-83A1-F6EECF244321}">
                <p14:modId xmlns:p14="http://schemas.microsoft.com/office/powerpoint/2010/main" val="3401843307"/>
              </p:ext>
            </p:extLst>
          </p:nvPr>
        </p:nvGraphicFramePr>
        <p:xfrm>
          <a:off x="1098551" y="2609850"/>
          <a:ext cx="16084550" cy="619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2690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Some Drawbacks of Lack of Veracity</a:t>
            </a:r>
          </a:p>
        </p:txBody>
      </p:sp>
      <p:graphicFrame>
        <p:nvGraphicFramePr>
          <p:cNvPr id="6" name="Content Placeholder 2" descr="The image provides statistics and insights on the impact of poor data quality, using color-coded sections and icons for each point:&#10;&#10;1. **Top Red Section**:&#10;   - **Icon**: Download arrow.&#10;   - **Text**: &quot;According to Gartner's research, an organization's average cost is $9.7 million per year due to poor data quality.&quot;&#10;&#10;2. **Second Orange Section**:&#10;   - **Icon**: Dollar sign.&#10;   - **Text**: &quot;According to IBM, businesses lose $3.1 trillion in the US only due to poor data quality.&quot;&#10;&#10;3. **Third Grey Section**:&#10;   - **Icon**: Bar chart.&#10;   - **Text**: &quot;80% of companies believe they lose revenue due to poor data quality challenges, identified by Cio.com.&quot;&#10;&#10;4. **Fourth Blue-Grey Section**:&#10;   - **Icon**: Eye.&#10;   - **Text**: &quot;Employees spend half of their time juggling with managing the data accuracy tasks.&quot;&#10;&#10;5. **Bottom Blue Section**:&#10;   - **Icon**: Group of people with a question mark.&#10;   - **Text**: &quot;21% of businesses faced reputation issues and lost 30% of their revenue due to insufficient data, leading to mail delivery issues reported by Econsultancy.com.&quot;&#10;&#10;This image underscores the significant financial and operational costs associated with poor data quality, highlighting its impact on revenue, employee productivity, and business reputation.">
            <a:extLst>
              <a:ext uri="{FF2B5EF4-FFF2-40B4-BE49-F238E27FC236}">
                <a16:creationId xmlns:a16="http://schemas.microsoft.com/office/drawing/2014/main" id="{426228E3-B3B6-C83C-3391-9AAF4BEF0FB4}"/>
              </a:ext>
            </a:extLst>
          </p:cNvPr>
          <p:cNvGraphicFramePr>
            <a:graphicFrameLocks noGrp="1"/>
          </p:cNvGraphicFramePr>
          <p:nvPr>
            <p:ph idx="1"/>
            <p:extLst>
              <p:ext uri="{D42A27DB-BD31-4B8C-83A1-F6EECF244321}">
                <p14:modId xmlns:p14="http://schemas.microsoft.com/office/powerpoint/2010/main" val="3542147440"/>
              </p:ext>
            </p:extLst>
          </p:nvPr>
        </p:nvGraphicFramePr>
        <p:xfrm>
          <a:off x="1098550" y="2190248"/>
          <a:ext cx="16084551" cy="62770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1896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is Big Data Variability?</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3200" b="0" i="0" dirty="0">
                <a:solidFill>
                  <a:schemeClr val="bg2"/>
                </a:solidFill>
                <a:effectLst/>
                <a:latin typeface="Söhne"/>
              </a:rPr>
              <a:t>Refers to the diverse and dynamic nature of data in various dimensions</a:t>
            </a:r>
            <a:endParaRPr lang="en-US" altLang="en-US" sz="3200" b="1" dirty="0">
              <a:solidFill>
                <a:schemeClr val="bg2"/>
              </a:solidFill>
            </a:endParaRP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sz="3200" dirty="0">
                <a:solidFill>
                  <a:schemeClr val="tx1"/>
                </a:solidFill>
                <a:latin typeface="Google Sans"/>
              </a:rPr>
              <a:t>C</a:t>
            </a:r>
            <a:r>
              <a:rPr lang="en-US" sz="3200" b="0" i="0" dirty="0">
                <a:solidFill>
                  <a:schemeClr val="tx1"/>
                </a:solidFill>
                <a:effectLst/>
                <a:latin typeface="Google Sans"/>
              </a:rPr>
              <a:t>an pose a number of challenges for organizations, including data storage and processing challenges, data integration challenges, and data analysis challenges.</a:t>
            </a:r>
            <a:endParaRPr lang="en-US" sz="3200" dirty="0">
              <a:solidFill>
                <a:schemeClr val="tx1"/>
              </a:solidFill>
            </a:endParaRP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https://dictionary.cambridge.org/us/dictionary/english/data]</a:t>
            </a:r>
            <a:endParaRPr lang="en-US" sz="1800" b="0" i="0" dirty="0">
              <a:solidFill>
                <a:srgbClr val="202124"/>
              </a:solidFill>
              <a:effectLst/>
              <a:latin typeface="Roboto" panose="02000000000000000000" pitchFamily="2" charset="0"/>
            </a:endParaRPr>
          </a:p>
        </p:txBody>
      </p:sp>
    </p:spTree>
    <p:extLst>
      <p:ext uri="{BB962C8B-B14F-4D97-AF65-F5344CB8AC3E}">
        <p14:creationId xmlns:p14="http://schemas.microsoft.com/office/powerpoint/2010/main" val="1545360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are Big Data Variability Dimensions?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400" b="1" i="0" dirty="0">
                <a:solidFill>
                  <a:schemeClr val="bg2"/>
                </a:solidFill>
                <a:effectLst/>
              </a:rPr>
              <a:t>Source variability: </a:t>
            </a:r>
            <a:r>
              <a:rPr lang="en-US" sz="2400" dirty="0">
                <a:solidFill>
                  <a:schemeClr val="bg2"/>
                </a:solidFill>
              </a:rPr>
              <a:t>Big </a:t>
            </a:r>
            <a:r>
              <a:rPr lang="en-US" sz="2400" b="0" i="0" dirty="0">
                <a:solidFill>
                  <a:schemeClr val="bg2"/>
                </a:solidFill>
                <a:effectLst/>
              </a:rPr>
              <a:t>data is often sourced from a wide array of channels, including social media, sensors, online transactions, and more. The diversity in sources introduces variability in terms of format and  structures, necessitating advanced data integration and processing techniques</a:t>
            </a:r>
            <a:endParaRPr lang="en-US" altLang="en-US" sz="2400" b="1" dirty="0">
              <a:solidFill>
                <a:schemeClr val="bg2"/>
              </a:solidFill>
            </a:endParaRP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b="1" i="0" dirty="0">
                <a:solidFill>
                  <a:schemeClr val="tx1"/>
                </a:solidFill>
                <a:effectLst/>
              </a:rPr>
              <a:t>Semantic Variability</a:t>
            </a:r>
            <a:r>
              <a:rPr lang="en-US" sz="2400" b="0" i="0" dirty="0">
                <a:solidFill>
                  <a:schemeClr val="tx1"/>
                </a:solidFill>
                <a:effectLst/>
              </a:rPr>
              <a:t>: The meaning of data elements can vary across different contexts or domains which requires data scientists to establish clear ontologies and data dictionaries to ensure accurate interpretation of information</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b="1" i="0" dirty="0">
                <a:solidFill>
                  <a:schemeClr val="tx1"/>
                </a:solidFill>
                <a:effectLst/>
              </a:rPr>
              <a:t>Velocity variability</a:t>
            </a:r>
            <a:r>
              <a:rPr lang="en-US" sz="2400" b="0" i="0" dirty="0">
                <a:solidFill>
                  <a:schemeClr val="tx1"/>
                </a:solidFill>
                <a:effectLst/>
              </a:rPr>
              <a:t>: Big data can be generated at different speeds, from real-time data streams to batch data that is updated periodically. This variability can make it difficult to keep up with the influx of data and to ensure that data is analyzed in a timely manner</a:t>
            </a:r>
            <a:endParaRPr lang="en-US" altLang="en-US" sz="2400" dirty="0">
              <a:solidFill>
                <a:schemeClr val="tx1"/>
              </a:solidFill>
            </a:endParaRPr>
          </a:p>
        </p:txBody>
      </p:sp>
      <p:sp>
        <p:nvSpPr>
          <p:cNvPr id="7" name="Rectangle 6">
            <a:extLst>
              <a:ext uri="{FF2B5EF4-FFF2-40B4-BE49-F238E27FC236}">
                <a16:creationId xmlns:a16="http://schemas.microsoft.com/office/drawing/2014/main" id="{6A827F25-1EEE-72B9-B26E-8C0F5EAC13D5}"/>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1" i="0" dirty="0">
                <a:solidFill>
                  <a:schemeClr val="bg2"/>
                </a:solidFill>
                <a:effectLst/>
              </a:rPr>
              <a:t>Quality variability</a:t>
            </a:r>
            <a:r>
              <a:rPr lang="en-US" sz="2400" b="0" i="0" dirty="0">
                <a:solidFill>
                  <a:schemeClr val="bg2"/>
                </a:solidFill>
                <a:effectLst/>
              </a:rPr>
              <a:t>: Big data can vary in quality, from clean and accurate data to noisy and incomplete data. This variability can make it difficult to trust the results of big data analysis</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https://dictionary.cambridge.org/us/dictionary/english/data]</a:t>
            </a:r>
            <a:endParaRPr lang="en-US" sz="1800" b="0" i="0" dirty="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11" name="Rectangle 10">
            <a:extLst>
              <a:ext uri="{FF2B5EF4-FFF2-40B4-BE49-F238E27FC236}">
                <a16:creationId xmlns:a16="http://schemas.microsoft.com/office/drawing/2014/main" id="{DDDC2E95-9679-06A9-E91D-BA0A47108817}"/>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solidFill>
                <a:schemeClr val="bg2"/>
              </a:solidFill>
            </a:endParaRPr>
          </a:p>
        </p:txBody>
      </p:sp>
    </p:spTree>
    <p:extLst>
      <p:ext uri="{BB962C8B-B14F-4D97-AF65-F5344CB8AC3E}">
        <p14:creationId xmlns:p14="http://schemas.microsoft.com/office/powerpoint/2010/main" val="2729650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What is Big Data Value? </a:t>
            </a:r>
            <a:br>
              <a:rPr lang="en-US" dirty="0"/>
            </a:br>
            <a:r>
              <a:rPr lang="en-US" sz="3200" dirty="0"/>
              <a:t>(As a Complicating Factor)</a:t>
            </a:r>
            <a:endParaRPr lang="en-US" dirty="0"/>
          </a:p>
        </p:txBody>
      </p:sp>
      <p:graphicFrame>
        <p:nvGraphicFramePr>
          <p:cNvPr id="6" name="Content Placeholder 2" descr="The image explains the concept of value in the context of big data, using color-coded sections and icons for each aspect:&#10;&#10;1. **Top Red Section**:&#10;   - **Icon**: Target with an arrow.&#10;   - **Text**: &quot;Value is the business, economic, social, research, technical or cultural benefits derived from the collection, storage, processing and analysis of big data.&quot;&#10;&#10;2. **Second Orange Section**:&#10;   - **Icon**: Globe.&#10;   - **Text**: &quot;The value of big data comes from insight discovery and pattern recognition that lead to more effective operations, stronger customer relationships and other clear and quantifiable benefits.&quot;&#10;&#10;3. **Third Grey Section**:&#10;   - **Icon**: Magnifying glass.&#10;   - **Text**: &quot;Due to its volume, velocity and variety, etc., it is difficult, time consuming and costly to obtain the value of big data using a data science pipeline enabled by traditional data collection, storage and processing technology.&quot;&#10;&#10;4. **Bottom Blue Section**:&#10;   - **Icon**: Gears.&#10;   - **Text**: &quot;But to remain competitive, firms and research organizations absolutely must obtain value and uncover insights from their investment in collecting vast and diverse datasets.&quot;&#10;&#10;This image highlights the importance of deriving value from big data and the challenges associated with processing and analyzing it to gain meaningful insights that can drive business and research benefits.">
            <a:extLst>
              <a:ext uri="{FF2B5EF4-FFF2-40B4-BE49-F238E27FC236}">
                <a16:creationId xmlns:a16="http://schemas.microsoft.com/office/drawing/2014/main" id="{426228E3-B3B6-C83C-3391-9AAF4BEF0FB4}"/>
              </a:ext>
            </a:extLst>
          </p:cNvPr>
          <p:cNvGraphicFramePr>
            <a:graphicFrameLocks noGrp="1"/>
          </p:cNvGraphicFramePr>
          <p:nvPr>
            <p:ph idx="1"/>
            <p:extLst>
              <p:ext uri="{D42A27DB-BD31-4B8C-83A1-F6EECF244321}">
                <p14:modId xmlns:p14="http://schemas.microsoft.com/office/powerpoint/2010/main" val="3192963812"/>
              </p:ext>
            </p:extLst>
          </p:nvPr>
        </p:nvGraphicFramePr>
        <p:xfrm>
          <a:off x="1098550" y="2190248"/>
          <a:ext cx="16084551" cy="62770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08724162-0A30-F26B-5DB1-05E8AEA919C5}"/>
              </a:ext>
            </a:extLst>
          </p:cNvPr>
          <p:cNvSpPr txBox="1"/>
          <p:nvPr/>
        </p:nvSpPr>
        <p:spPr>
          <a:xfrm>
            <a:off x="1098550" y="9010313"/>
            <a:ext cx="822687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t>1,000 gigabytes in a terabyte,   1,000 terabytes in a petabyte</a:t>
            </a:r>
            <a:r>
              <a:rPr lang="en-US" sz="2000" dirty="0">
                <a:cs typeface="Arial"/>
              </a:rPr>
              <a:t>​</a:t>
            </a:r>
            <a:br>
              <a:rPr lang="en-US" sz="2000" dirty="0">
                <a:cs typeface="Arial"/>
              </a:rPr>
            </a:br>
            <a:r>
              <a:rPr lang="en-US" sz="2000" i="1" dirty="0"/>
              <a:t>1,000 petabytes in an exabyte, 1,000 exabytes in a zettabyte</a:t>
            </a:r>
            <a:r>
              <a:rPr lang="en-US" sz="2000" dirty="0">
                <a:cs typeface="Arial"/>
              </a:rPr>
              <a:t>​</a:t>
            </a:r>
          </a:p>
        </p:txBody>
      </p:sp>
    </p:spTree>
    <p:extLst>
      <p:ext uri="{BB962C8B-B14F-4D97-AF65-F5344CB8AC3E}">
        <p14:creationId xmlns:p14="http://schemas.microsoft.com/office/powerpoint/2010/main" val="163090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What is Big Data Value? </a:t>
            </a:r>
            <a:br>
              <a:rPr lang="en-US" dirty="0"/>
            </a:br>
            <a:r>
              <a:rPr lang="en-US" sz="3200" dirty="0"/>
              <a:t>(As a Complicating Factor)</a:t>
            </a:r>
            <a:endParaRPr lang="en-US" dirty="0"/>
          </a:p>
        </p:txBody>
      </p:sp>
      <p:graphicFrame>
        <p:nvGraphicFramePr>
          <p:cNvPr id="6" name="Content Placeholder 2" descr="The image explains the concept of parallel processing, using color-coded sections and icons for each aspect:&#10;&#10;1. **Top Red Section**:&#10;   - **Icon**: Target with an arrow.&#10;   - **Text**: &quot;Parallel processing is a paradigm where hundreds or thousands of processing nodes work on parts of a computational task in parallel.&quot;&#10;&#10;2. **Second Orange Section**:&#10;   - **Icon**: Globe.&#10;   - **Text**: &quot;Each of these nodes runs individual instances of an operating system, have their own input and output devices, and do not share memory.&quot;&#10;&#10;3. **Third Grey Section**:&#10;   - **Icon**: Magnifying glass.&#10;   - **Text**: &quot;These nodes might have private storage capacity (disk or solid state) and also share common network storage.&quot;&#10;&#10;4. **Bottom Blue Section**:&#10;   - **Icon**: Gears.&#10;   - **Text**: &quot;Processing nodes achieve a common computational task by communicating with each other via message passing over a high-speed interconnect.&quot;&#10;&#10;This image highlights the key characteristics of parallel processing, emphasizing the independent operation of processing nodes, their private and shared storage capacities, and their communication to achieve a common computational goal.">
            <a:extLst>
              <a:ext uri="{FF2B5EF4-FFF2-40B4-BE49-F238E27FC236}">
                <a16:creationId xmlns:a16="http://schemas.microsoft.com/office/drawing/2014/main" id="{426228E3-B3B6-C83C-3391-9AAF4BEF0FB4}"/>
              </a:ext>
            </a:extLst>
          </p:cNvPr>
          <p:cNvGraphicFramePr>
            <a:graphicFrameLocks noGrp="1"/>
          </p:cNvGraphicFramePr>
          <p:nvPr>
            <p:ph idx="1"/>
            <p:extLst>
              <p:ext uri="{D42A27DB-BD31-4B8C-83A1-F6EECF244321}">
                <p14:modId xmlns:p14="http://schemas.microsoft.com/office/powerpoint/2010/main" val="2271700871"/>
              </p:ext>
            </p:extLst>
          </p:nvPr>
        </p:nvGraphicFramePr>
        <p:xfrm>
          <a:off x="1098550" y="2190248"/>
          <a:ext cx="16084551" cy="62770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08724162-0A30-F26B-5DB1-05E8AEA919C5}"/>
              </a:ext>
            </a:extLst>
          </p:cNvPr>
          <p:cNvSpPr txBox="1"/>
          <p:nvPr/>
        </p:nvSpPr>
        <p:spPr>
          <a:xfrm>
            <a:off x="1098550" y="9010313"/>
            <a:ext cx="822687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t>1,000 gigabytes in a terabyte,   1,000 terabytes in a petabyte</a:t>
            </a:r>
            <a:r>
              <a:rPr lang="en-US" sz="2000" dirty="0">
                <a:cs typeface="Arial"/>
              </a:rPr>
              <a:t>​</a:t>
            </a:r>
            <a:br>
              <a:rPr lang="en-US" sz="2000" dirty="0">
                <a:cs typeface="Arial"/>
              </a:rPr>
            </a:br>
            <a:r>
              <a:rPr lang="en-US" sz="2000" i="1" dirty="0"/>
              <a:t>1,000 petabytes in an exabyte, 1,000 exabytes in a zettabyte</a:t>
            </a:r>
            <a:r>
              <a:rPr lang="en-US" sz="2000" dirty="0">
                <a:cs typeface="Arial"/>
              </a:rPr>
              <a:t>​</a:t>
            </a:r>
          </a:p>
        </p:txBody>
      </p:sp>
    </p:spTree>
    <p:custDataLst>
      <p:tags r:id="rId1"/>
    </p:custDataLst>
    <p:extLst>
      <p:ext uri="{BB962C8B-B14F-4D97-AF65-F5344CB8AC3E}">
        <p14:creationId xmlns:p14="http://schemas.microsoft.com/office/powerpoint/2010/main" val="19451951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FDB846BA-F44C-4962-8043-C45E890F51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51554</TotalTime>
  <Words>2104</Words>
  <Application>Microsoft Office PowerPoint</Application>
  <PresentationFormat>Custom</PresentationFormat>
  <Paragraphs>142</Paragraphs>
  <Slides>20</Slides>
  <Notes>7</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Breeze</vt:lpstr>
      <vt:lpstr>Module 1: Lesson 3 Confounding Factors</vt:lpstr>
      <vt:lpstr>What is Big Data Velocity?</vt:lpstr>
      <vt:lpstr>Why is Handling High Velocity Important?</vt:lpstr>
      <vt:lpstr>Batch Versus High Velocity Processing Batch Processing</vt:lpstr>
      <vt:lpstr>Batch Versus High Velocity Processing High Velocity (Streaming Data) Processing</vt:lpstr>
      <vt:lpstr>What is Big Data Variety?</vt:lpstr>
      <vt:lpstr>Structured Data Example</vt:lpstr>
      <vt:lpstr>What is Structured Data?</vt:lpstr>
      <vt:lpstr>Unstructured Data Example</vt:lpstr>
      <vt:lpstr>What is Unstructured Data?</vt:lpstr>
      <vt:lpstr>Semi-Structured Data Examples</vt:lpstr>
      <vt:lpstr>What is Semi-structured Data?</vt:lpstr>
      <vt:lpstr>What is Big Data Veracity?</vt:lpstr>
      <vt:lpstr>Veracity Dimensions</vt:lpstr>
      <vt:lpstr>Sources of a Lack of Data Veracity</vt:lpstr>
      <vt:lpstr>Some Drawbacks of Lack of Veracity</vt:lpstr>
      <vt:lpstr>What is Big Data Variability?</vt:lpstr>
      <vt:lpstr>What are Big Data Variability Dimensions?</vt:lpstr>
      <vt:lpstr>What is Big Data Value?  (As a Complicating Factor)</vt:lpstr>
      <vt:lpstr>What is Big Data Value?  (As a Complicating Factor)</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Judy Tseng</cp:lastModifiedBy>
  <cp:revision>175</cp:revision>
  <cp:lastPrinted>2023-10-30T23:31:26Z</cp:lastPrinted>
  <dcterms:created xsi:type="dcterms:W3CDTF">2019-02-13T16:04:21Z</dcterms:created>
  <dcterms:modified xsi:type="dcterms:W3CDTF">2024-07-03T18:22:33Z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5CBF8221-2340-4C8F-9743-130EF99B02B6</vt:lpwstr>
  </property>
  <property fmtid="{D5CDD505-2E9C-101B-9397-08002B2CF9AE}" pid="4" name="ArticulatePath">
    <vt:lpwstr>Module 1 v1 11092023</vt:lpwstr>
  </property>
  <property fmtid="{D5CDD505-2E9C-101B-9397-08002B2CF9AE}" pid="5" name="MediaServiceImageTags">
    <vt:lpwstr/>
  </property>
</Properties>
</file>