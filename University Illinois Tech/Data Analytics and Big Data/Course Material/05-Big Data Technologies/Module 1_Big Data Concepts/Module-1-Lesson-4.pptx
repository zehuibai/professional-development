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2"/>
  </p:notesMasterIdLst>
  <p:sldIdLst>
    <p:sldId id="535" r:id="rId5"/>
    <p:sldId id="475" r:id="rId6"/>
    <p:sldId id="495" r:id="rId7"/>
    <p:sldId id="585" r:id="rId8"/>
    <p:sldId id="616" r:id="rId9"/>
    <p:sldId id="586" r:id="rId10"/>
    <p:sldId id="587" r:id="rId11"/>
  </p:sldIdLst>
  <p:sldSz cx="18288000" cy="10287000"/>
  <p:notesSz cx="6858000" cy="9144000"/>
  <p:custDataLst>
    <p:tags r:id="rId13"/>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6640F8-F482-A4CC-A84F-81E0A6C68A0C}" v="41" dt="2024-07-03T18:31:18.9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49"/>
    <p:restoredTop sz="94044"/>
  </p:normalViewPr>
  <p:slideViewPr>
    <p:cSldViewPr snapToGrid="0" snapToObjects="1">
      <p:cViewPr varScale="1">
        <p:scale>
          <a:sx n="39" d="100"/>
          <a:sy n="39" d="100"/>
        </p:scale>
        <p:origin x="67" y="47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7EF0AF93-D989-40E1-AA40-79F44BA853ED}"/>
    <pc:docChg chg="modSld">
      <pc:chgData name="Judy Tseng" userId="b031a71b-ea40-479f-9c0f-e713aa008bfa" providerId="ADAL" clId="{7EF0AF93-D989-40E1-AA40-79F44BA853ED}" dt="2024-03-27T16:28:50.885" v="11" actId="207"/>
      <pc:docMkLst>
        <pc:docMk/>
      </pc:docMkLst>
      <pc:sldChg chg="modSp mod">
        <pc:chgData name="Judy Tseng" userId="b031a71b-ea40-479f-9c0f-e713aa008bfa" providerId="ADAL" clId="{7EF0AF93-D989-40E1-AA40-79F44BA853ED}" dt="2024-03-27T16:28:08.409" v="1" actId="207"/>
        <pc:sldMkLst>
          <pc:docMk/>
          <pc:sldMk cId="473772639" sldId="475"/>
        </pc:sldMkLst>
        <pc:graphicFrameChg chg="modGraphic">
          <ac:chgData name="Judy Tseng" userId="b031a71b-ea40-479f-9c0f-e713aa008bfa" providerId="ADAL" clId="{7EF0AF93-D989-40E1-AA40-79F44BA853ED}" dt="2024-03-27T16:28:08.409" v="1" actId="207"/>
          <ac:graphicFrameMkLst>
            <pc:docMk/>
            <pc:sldMk cId="473772639" sldId="475"/>
            <ac:graphicFrameMk id="127" creationId="{C784CB4B-C542-3C06-CBFA-4CACD9DA50BF}"/>
          </ac:graphicFrameMkLst>
        </pc:graphicFrameChg>
      </pc:sldChg>
      <pc:sldChg chg="modSp mod">
        <pc:chgData name="Judy Tseng" userId="b031a71b-ea40-479f-9c0f-e713aa008bfa" providerId="ADAL" clId="{7EF0AF93-D989-40E1-AA40-79F44BA853ED}" dt="2024-03-27T16:28:13.514" v="3" actId="207"/>
        <pc:sldMkLst>
          <pc:docMk/>
          <pc:sldMk cId="4173225829" sldId="495"/>
        </pc:sldMkLst>
        <pc:graphicFrameChg chg="modGraphic">
          <ac:chgData name="Judy Tseng" userId="b031a71b-ea40-479f-9c0f-e713aa008bfa" providerId="ADAL" clId="{7EF0AF93-D989-40E1-AA40-79F44BA853ED}" dt="2024-03-27T16:28:13.514" v="3" actId="207"/>
          <ac:graphicFrameMkLst>
            <pc:docMk/>
            <pc:sldMk cId="4173225829" sldId="495"/>
            <ac:graphicFrameMk id="7" creationId="{15A013F7-D13A-9EAD-6DFC-6845334F4195}"/>
          </ac:graphicFrameMkLst>
        </pc:graphicFrameChg>
      </pc:sldChg>
      <pc:sldChg chg="modSp mod">
        <pc:chgData name="Judy Tseng" userId="b031a71b-ea40-479f-9c0f-e713aa008bfa" providerId="ADAL" clId="{7EF0AF93-D989-40E1-AA40-79F44BA853ED}" dt="2024-03-27T16:28:35.191" v="7" actId="207"/>
        <pc:sldMkLst>
          <pc:docMk/>
          <pc:sldMk cId="1246211927" sldId="585"/>
        </pc:sldMkLst>
        <pc:spChg chg="mod">
          <ac:chgData name="Judy Tseng" userId="b031a71b-ea40-479f-9c0f-e713aa008bfa" providerId="ADAL" clId="{7EF0AF93-D989-40E1-AA40-79F44BA853ED}" dt="2024-03-27T16:28:22.418" v="4" actId="207"/>
          <ac:spMkLst>
            <pc:docMk/>
            <pc:sldMk cId="1246211927" sldId="585"/>
            <ac:spMk id="8" creationId="{B9C87F86-2422-9D76-8643-9F14AE6654EA}"/>
          </ac:spMkLst>
        </pc:spChg>
        <pc:spChg chg="mod">
          <ac:chgData name="Judy Tseng" userId="b031a71b-ea40-479f-9c0f-e713aa008bfa" providerId="ADAL" clId="{7EF0AF93-D989-40E1-AA40-79F44BA853ED}" dt="2024-03-27T16:28:35.191" v="7" actId="207"/>
          <ac:spMkLst>
            <pc:docMk/>
            <pc:sldMk cId="1246211927" sldId="585"/>
            <ac:spMk id="9" creationId="{3E9BF948-A9D5-52ED-BA93-AD433038B961}"/>
          </ac:spMkLst>
        </pc:spChg>
        <pc:spChg chg="mod">
          <ac:chgData name="Judy Tseng" userId="b031a71b-ea40-479f-9c0f-e713aa008bfa" providerId="ADAL" clId="{7EF0AF93-D989-40E1-AA40-79F44BA853ED}" dt="2024-03-27T16:28:27.327" v="5" actId="207"/>
          <ac:spMkLst>
            <pc:docMk/>
            <pc:sldMk cId="1246211927" sldId="585"/>
            <ac:spMk id="12" creationId="{DA824491-39DA-2FEF-F31F-171731277535}"/>
          </ac:spMkLst>
        </pc:spChg>
        <pc:spChg chg="mod">
          <ac:chgData name="Judy Tseng" userId="b031a71b-ea40-479f-9c0f-e713aa008bfa" providerId="ADAL" clId="{7EF0AF93-D989-40E1-AA40-79F44BA853ED}" dt="2024-03-27T16:28:31.956" v="6" actId="207"/>
          <ac:spMkLst>
            <pc:docMk/>
            <pc:sldMk cId="1246211927" sldId="585"/>
            <ac:spMk id="13" creationId="{3A9321C7-53EF-9CA7-F7BF-681BF48FC6F4}"/>
          </ac:spMkLst>
        </pc:spChg>
      </pc:sldChg>
      <pc:sldChg chg="modSp mod">
        <pc:chgData name="Judy Tseng" userId="b031a71b-ea40-479f-9c0f-e713aa008bfa" providerId="ADAL" clId="{7EF0AF93-D989-40E1-AA40-79F44BA853ED}" dt="2024-03-27T16:28:50.885" v="11" actId="207"/>
        <pc:sldMkLst>
          <pc:docMk/>
          <pc:sldMk cId="3620097481" sldId="587"/>
        </pc:sldMkLst>
        <pc:graphicFrameChg chg="modGraphic">
          <ac:chgData name="Judy Tseng" userId="b031a71b-ea40-479f-9c0f-e713aa008bfa" providerId="ADAL" clId="{7EF0AF93-D989-40E1-AA40-79F44BA853ED}" dt="2024-03-27T16:28:50.885" v="11" actId="207"/>
          <ac:graphicFrameMkLst>
            <pc:docMk/>
            <pc:sldMk cId="3620097481" sldId="587"/>
            <ac:graphicFrameMk id="4" creationId="{A2FD4298-7F42-A26C-4030-6BA6187B648F}"/>
          </ac:graphicFrameMkLst>
        </pc:graphicFrameChg>
      </pc:sldChg>
      <pc:sldChg chg="modSp mod">
        <pc:chgData name="Judy Tseng" userId="b031a71b-ea40-479f-9c0f-e713aa008bfa" providerId="ADAL" clId="{7EF0AF93-D989-40E1-AA40-79F44BA853ED}" dt="2024-03-27T16:28:41.745" v="9" actId="207"/>
        <pc:sldMkLst>
          <pc:docMk/>
          <pc:sldMk cId="3677013658" sldId="616"/>
        </pc:sldMkLst>
        <pc:graphicFrameChg chg="modGraphic">
          <ac:chgData name="Judy Tseng" userId="b031a71b-ea40-479f-9c0f-e713aa008bfa" providerId="ADAL" clId="{7EF0AF93-D989-40E1-AA40-79F44BA853ED}" dt="2024-03-27T16:28:41.745" v="9" actId="207"/>
          <ac:graphicFrameMkLst>
            <pc:docMk/>
            <pc:sldMk cId="3677013658" sldId="616"/>
            <ac:graphicFrameMk id="6" creationId="{426228E3-B3B6-C83C-3391-9AAF4BEF0FB4}"/>
          </ac:graphicFrameMkLst>
        </pc:graphicFrameChg>
      </pc:sldChg>
    </pc:docChg>
  </pc:docChgLst>
  <pc:docChgLst>
    <pc:chgData name="Allison Mulshine" userId="S::allison.mulshine@collegiseducation.com::5f656d52-c555-4e5e-9a5b-18226766ffe3" providerId="AD" clId="Web-{84996F57-E6F3-BF42-E230-F29A4CE1F3D2}"/>
    <pc:docChg chg="modSld">
      <pc:chgData name="Allison Mulshine" userId="S::allison.mulshine@collegiseducation.com::5f656d52-c555-4e5e-9a5b-18226766ffe3" providerId="AD" clId="Web-{84996F57-E6F3-BF42-E230-F29A4CE1F3D2}" dt="2024-06-19T16:59:47.896" v="5"/>
      <pc:docMkLst>
        <pc:docMk/>
      </pc:docMkLst>
      <pc:sldChg chg="modSp">
        <pc:chgData name="Allison Mulshine" userId="S::allison.mulshine@collegiseducation.com::5f656d52-c555-4e5e-9a5b-18226766ffe3" providerId="AD" clId="Web-{84996F57-E6F3-BF42-E230-F29A4CE1F3D2}" dt="2024-06-19T16:56:06.953" v="0"/>
        <pc:sldMkLst>
          <pc:docMk/>
          <pc:sldMk cId="473772639" sldId="475"/>
        </pc:sldMkLst>
        <pc:graphicFrameChg chg="mod">
          <ac:chgData name="Allison Mulshine" userId="S::allison.mulshine@collegiseducation.com::5f656d52-c555-4e5e-9a5b-18226766ffe3" providerId="AD" clId="Web-{84996F57-E6F3-BF42-E230-F29A4CE1F3D2}" dt="2024-06-19T16:56:06.953" v="0"/>
          <ac:graphicFrameMkLst>
            <pc:docMk/>
            <pc:sldMk cId="473772639" sldId="475"/>
            <ac:graphicFrameMk id="127" creationId="{C784CB4B-C542-3C06-CBFA-4CACD9DA50BF}"/>
          </ac:graphicFrameMkLst>
        </pc:graphicFrameChg>
      </pc:sldChg>
      <pc:sldChg chg="modSp">
        <pc:chgData name="Allison Mulshine" userId="S::allison.mulshine@collegiseducation.com::5f656d52-c555-4e5e-9a5b-18226766ffe3" providerId="AD" clId="Web-{84996F57-E6F3-BF42-E230-F29A4CE1F3D2}" dt="2024-06-19T16:56:45.501" v="1"/>
        <pc:sldMkLst>
          <pc:docMk/>
          <pc:sldMk cId="4173225829" sldId="495"/>
        </pc:sldMkLst>
        <pc:graphicFrameChg chg="mod">
          <ac:chgData name="Allison Mulshine" userId="S::allison.mulshine@collegiseducation.com::5f656d52-c555-4e5e-9a5b-18226766ffe3" providerId="AD" clId="Web-{84996F57-E6F3-BF42-E230-F29A4CE1F3D2}" dt="2024-06-19T16:56:45.501" v="1"/>
          <ac:graphicFrameMkLst>
            <pc:docMk/>
            <pc:sldMk cId="4173225829" sldId="495"/>
            <ac:graphicFrameMk id="7" creationId="{15A013F7-D13A-9EAD-6DFC-6845334F4195}"/>
          </ac:graphicFrameMkLst>
        </pc:graphicFrameChg>
      </pc:sldChg>
      <pc:sldChg chg="modSp">
        <pc:chgData name="Allison Mulshine" userId="S::allison.mulshine@collegiseducation.com::5f656d52-c555-4e5e-9a5b-18226766ffe3" providerId="AD" clId="Web-{84996F57-E6F3-BF42-E230-F29A4CE1F3D2}" dt="2024-06-19T16:58:56.176" v="4"/>
        <pc:sldMkLst>
          <pc:docMk/>
          <pc:sldMk cId="1939401218" sldId="586"/>
        </pc:sldMkLst>
        <pc:graphicFrameChg chg="mod">
          <ac:chgData name="Allison Mulshine" userId="S::allison.mulshine@collegiseducation.com::5f656d52-c555-4e5e-9a5b-18226766ffe3" providerId="AD" clId="Web-{84996F57-E6F3-BF42-E230-F29A4CE1F3D2}" dt="2024-06-19T16:58:56.176" v="4"/>
          <ac:graphicFrameMkLst>
            <pc:docMk/>
            <pc:sldMk cId="1939401218" sldId="586"/>
            <ac:graphicFrameMk id="3" creationId="{64DFA8A7-9649-4DA6-8DD3-3526A5BB70B1}"/>
          </ac:graphicFrameMkLst>
        </pc:graphicFrameChg>
      </pc:sldChg>
      <pc:sldChg chg="modSp">
        <pc:chgData name="Allison Mulshine" userId="S::allison.mulshine@collegiseducation.com::5f656d52-c555-4e5e-9a5b-18226766ffe3" providerId="AD" clId="Web-{84996F57-E6F3-BF42-E230-F29A4CE1F3D2}" dt="2024-06-19T16:59:47.896" v="5"/>
        <pc:sldMkLst>
          <pc:docMk/>
          <pc:sldMk cId="3620097481" sldId="587"/>
        </pc:sldMkLst>
        <pc:graphicFrameChg chg="mod">
          <ac:chgData name="Allison Mulshine" userId="S::allison.mulshine@collegiseducation.com::5f656d52-c555-4e5e-9a5b-18226766ffe3" providerId="AD" clId="Web-{84996F57-E6F3-BF42-E230-F29A4CE1F3D2}" dt="2024-06-19T16:59:47.896" v="5"/>
          <ac:graphicFrameMkLst>
            <pc:docMk/>
            <pc:sldMk cId="3620097481" sldId="587"/>
            <ac:graphicFrameMk id="4" creationId="{A2FD4298-7F42-A26C-4030-6BA6187B648F}"/>
          </ac:graphicFrameMkLst>
        </pc:graphicFrameChg>
      </pc:sldChg>
      <pc:sldChg chg="modSp">
        <pc:chgData name="Allison Mulshine" userId="S::allison.mulshine@collegiseducation.com::5f656d52-c555-4e5e-9a5b-18226766ffe3" providerId="AD" clId="Web-{84996F57-E6F3-BF42-E230-F29A4CE1F3D2}" dt="2024-06-19T16:58:17.628" v="3"/>
        <pc:sldMkLst>
          <pc:docMk/>
          <pc:sldMk cId="3677013658" sldId="616"/>
        </pc:sldMkLst>
        <pc:graphicFrameChg chg="mod">
          <ac:chgData name="Allison Mulshine" userId="S::allison.mulshine@collegiseducation.com::5f656d52-c555-4e5e-9a5b-18226766ffe3" providerId="AD" clId="Web-{84996F57-E6F3-BF42-E230-F29A4CE1F3D2}" dt="2024-06-19T16:58:17.628" v="3"/>
          <ac:graphicFrameMkLst>
            <pc:docMk/>
            <pc:sldMk cId="3677013658" sldId="616"/>
            <ac:graphicFrameMk id="3" creationId="{531D1E7A-2ECA-F936-B70F-28233B9767BC}"/>
          </ac:graphicFrameMkLst>
        </pc:graphicFrameChg>
        <pc:graphicFrameChg chg="mod">
          <ac:chgData name="Allison Mulshine" userId="S::allison.mulshine@collegiseducation.com::5f656d52-c555-4e5e-9a5b-18226766ffe3" providerId="AD" clId="Web-{84996F57-E6F3-BF42-E230-F29A4CE1F3D2}" dt="2024-06-19T16:57:40.315" v="2"/>
          <ac:graphicFrameMkLst>
            <pc:docMk/>
            <pc:sldMk cId="3677013658" sldId="616"/>
            <ac:graphicFrameMk id="6" creationId="{426228E3-B3B6-C83C-3391-9AAF4BEF0FB4}"/>
          </ac:graphicFrameMkLst>
        </pc:graphicFrameChg>
      </pc:sldChg>
    </pc:docChg>
  </pc:docChgLst>
  <pc:docChgLst>
    <pc:chgData name="Allison Mulshine" userId="S::allison.mulshine@collegiseducation.com::5f656d52-c555-4e5e-9a5b-18226766ffe3" providerId="AD" clId="Web-{056640F8-F482-A4CC-A84F-81E0A6C68A0C}"/>
    <pc:docChg chg="modSld">
      <pc:chgData name="Allison Mulshine" userId="S::allison.mulshine@collegiseducation.com::5f656d52-c555-4e5e-9a5b-18226766ffe3" providerId="AD" clId="Web-{056640F8-F482-A4CC-A84F-81E0A6C68A0C}" dt="2024-07-03T18:31:18.956" v="36" actId="14100"/>
      <pc:docMkLst>
        <pc:docMk/>
      </pc:docMkLst>
      <pc:sldChg chg="addSp delSp modSp">
        <pc:chgData name="Allison Mulshine" userId="S::allison.mulshine@collegiseducation.com::5f656d52-c555-4e5e-9a5b-18226766ffe3" providerId="AD" clId="Web-{056640F8-F482-A4CC-A84F-81E0A6C68A0C}" dt="2024-07-03T18:26:31.715" v="5" actId="14100"/>
        <pc:sldMkLst>
          <pc:docMk/>
          <pc:sldMk cId="473772639" sldId="475"/>
        </pc:sldMkLst>
        <pc:graphicFrameChg chg="del">
          <ac:chgData name="Allison Mulshine" userId="S::allison.mulshine@collegiseducation.com::5f656d52-c555-4e5e-9a5b-18226766ffe3" providerId="AD" clId="Web-{056640F8-F482-A4CC-A84F-81E0A6C68A0C}" dt="2024-07-03T18:26:27.308" v="3"/>
          <ac:graphicFrameMkLst>
            <pc:docMk/>
            <pc:sldMk cId="473772639" sldId="475"/>
            <ac:graphicFrameMk id="127" creationId="{C784CB4B-C542-3C06-CBFA-4CACD9DA50BF}"/>
          </ac:graphicFrameMkLst>
        </pc:graphicFrameChg>
        <pc:picChg chg="add mod">
          <ac:chgData name="Allison Mulshine" userId="S::allison.mulshine@collegiseducation.com::5f656d52-c555-4e5e-9a5b-18226766ffe3" providerId="AD" clId="Web-{056640F8-F482-A4CC-A84F-81E0A6C68A0C}" dt="2024-07-03T18:26:31.715" v="5" actId="14100"/>
          <ac:picMkLst>
            <pc:docMk/>
            <pc:sldMk cId="473772639" sldId="475"/>
            <ac:picMk id="14" creationId="{86444CFA-6F8C-B3BF-8FFD-AA8CA5F1B952}"/>
          </ac:picMkLst>
        </pc:picChg>
      </pc:sldChg>
      <pc:sldChg chg="addSp delSp modSp">
        <pc:chgData name="Allison Mulshine" userId="S::allison.mulshine@collegiseducation.com::5f656d52-c555-4e5e-9a5b-18226766ffe3" providerId="AD" clId="Web-{056640F8-F482-A4CC-A84F-81E0A6C68A0C}" dt="2024-07-03T18:27:37.857" v="13" actId="14100"/>
        <pc:sldMkLst>
          <pc:docMk/>
          <pc:sldMk cId="4173225829" sldId="495"/>
        </pc:sldMkLst>
        <pc:spChg chg="add del mod">
          <ac:chgData name="Allison Mulshine" userId="S::allison.mulshine@collegiseducation.com::5f656d52-c555-4e5e-9a5b-18226766ffe3" providerId="AD" clId="Web-{056640F8-F482-A4CC-A84F-81E0A6C68A0C}" dt="2024-07-03T18:27:31.044" v="11"/>
          <ac:spMkLst>
            <pc:docMk/>
            <pc:sldMk cId="4173225829" sldId="495"/>
            <ac:spMk id="20" creationId="{B4EED789-4CEB-062F-3D79-9DFDF43237B2}"/>
          </ac:spMkLst>
        </pc:spChg>
        <pc:graphicFrameChg chg="del">
          <ac:chgData name="Allison Mulshine" userId="S::allison.mulshine@collegiseducation.com::5f656d52-c555-4e5e-9a5b-18226766ffe3" providerId="AD" clId="Web-{056640F8-F482-A4CC-A84F-81E0A6C68A0C}" dt="2024-07-03T18:27:27.247" v="9"/>
          <ac:graphicFrameMkLst>
            <pc:docMk/>
            <pc:sldMk cId="4173225829" sldId="495"/>
            <ac:graphicFrameMk id="7" creationId="{15A013F7-D13A-9EAD-6DFC-6845334F4195}"/>
          </ac:graphicFrameMkLst>
        </pc:graphicFrameChg>
        <pc:picChg chg="add mod">
          <ac:chgData name="Allison Mulshine" userId="S::allison.mulshine@collegiseducation.com::5f656d52-c555-4e5e-9a5b-18226766ffe3" providerId="AD" clId="Web-{056640F8-F482-A4CC-A84F-81E0A6C68A0C}" dt="2024-07-03T18:27:37.857" v="13" actId="14100"/>
          <ac:picMkLst>
            <pc:docMk/>
            <pc:sldMk cId="4173225829" sldId="495"/>
            <ac:picMk id="18" creationId="{80B9FAFE-A8B0-D030-5A09-334693203785}"/>
          </ac:picMkLst>
        </pc:picChg>
      </pc:sldChg>
      <pc:sldChg chg="addSp delSp modSp">
        <pc:chgData name="Allison Mulshine" userId="S::allison.mulshine@collegiseducation.com::5f656d52-c555-4e5e-9a5b-18226766ffe3" providerId="AD" clId="Web-{056640F8-F482-A4CC-A84F-81E0A6C68A0C}" dt="2024-07-03T18:31:18.956" v="36" actId="14100"/>
        <pc:sldMkLst>
          <pc:docMk/>
          <pc:sldMk cId="3620097481" sldId="587"/>
        </pc:sldMkLst>
        <pc:graphicFrameChg chg="add del">
          <ac:chgData name="Allison Mulshine" userId="S::allison.mulshine@collegiseducation.com::5f656d52-c555-4e5e-9a5b-18226766ffe3" providerId="AD" clId="Web-{056640F8-F482-A4CC-A84F-81E0A6C68A0C}" dt="2024-07-03T18:31:13.378" v="34"/>
          <ac:graphicFrameMkLst>
            <pc:docMk/>
            <pc:sldMk cId="3620097481" sldId="587"/>
            <ac:graphicFrameMk id="4" creationId="{A2FD4298-7F42-A26C-4030-6BA6187B648F}"/>
          </ac:graphicFrameMkLst>
        </pc:graphicFrameChg>
        <pc:picChg chg="add mod">
          <ac:chgData name="Allison Mulshine" userId="S::allison.mulshine@collegiseducation.com::5f656d52-c555-4e5e-9a5b-18226766ffe3" providerId="AD" clId="Web-{056640F8-F482-A4CC-A84F-81E0A6C68A0C}" dt="2024-07-03T18:31:18.956" v="36" actId="14100"/>
          <ac:picMkLst>
            <pc:docMk/>
            <pc:sldMk cId="3620097481" sldId="587"/>
            <ac:picMk id="19" creationId="{0AAB9058-F1B1-E313-4F73-8468CF5B22F3}"/>
          </ac:picMkLst>
        </pc:picChg>
      </pc:sldChg>
      <pc:sldChg chg="addSp delSp modSp">
        <pc:chgData name="Allison Mulshine" userId="S::allison.mulshine@collegiseducation.com::5f656d52-c555-4e5e-9a5b-18226766ffe3" providerId="AD" clId="Web-{056640F8-F482-A4CC-A84F-81E0A6C68A0C}" dt="2024-07-03T18:30:13.751" v="28" actId="14100"/>
        <pc:sldMkLst>
          <pc:docMk/>
          <pc:sldMk cId="3677013658" sldId="616"/>
        </pc:sldMkLst>
        <pc:spChg chg="add del mod">
          <ac:chgData name="Allison Mulshine" userId="S::allison.mulshine@collegiseducation.com::5f656d52-c555-4e5e-9a5b-18226766ffe3" providerId="AD" clId="Web-{056640F8-F482-A4CC-A84F-81E0A6C68A0C}" dt="2024-07-03T18:28:57.843" v="20"/>
          <ac:spMkLst>
            <pc:docMk/>
            <pc:sldMk cId="3677013658" sldId="616"/>
            <ac:spMk id="92" creationId="{6830B9E3-7EB4-D4D0-259E-41C2DA7BB894}"/>
          </ac:spMkLst>
        </pc:spChg>
        <pc:graphicFrameChg chg="del">
          <ac:chgData name="Allison Mulshine" userId="S::allison.mulshine@collegiseducation.com::5f656d52-c555-4e5e-9a5b-18226766ffe3" providerId="AD" clId="Web-{056640F8-F482-A4CC-A84F-81E0A6C68A0C}" dt="2024-07-03T18:30:02.813" v="25"/>
          <ac:graphicFrameMkLst>
            <pc:docMk/>
            <pc:sldMk cId="3677013658" sldId="616"/>
            <ac:graphicFrameMk id="3" creationId="{531D1E7A-2ECA-F936-B70F-28233B9767BC}"/>
          </ac:graphicFrameMkLst>
        </pc:graphicFrameChg>
        <pc:graphicFrameChg chg="del mod">
          <ac:chgData name="Allison Mulshine" userId="S::allison.mulshine@collegiseducation.com::5f656d52-c555-4e5e-9a5b-18226766ffe3" providerId="AD" clId="Web-{056640F8-F482-A4CC-A84F-81E0A6C68A0C}" dt="2024-07-03T18:28:54.859" v="19"/>
          <ac:graphicFrameMkLst>
            <pc:docMk/>
            <pc:sldMk cId="3677013658" sldId="616"/>
            <ac:graphicFrameMk id="6" creationId="{426228E3-B3B6-C83C-3391-9AAF4BEF0FB4}"/>
          </ac:graphicFrameMkLst>
        </pc:graphicFrameChg>
        <pc:picChg chg="add mod">
          <ac:chgData name="Allison Mulshine" userId="S::allison.mulshine@collegiseducation.com::5f656d52-c555-4e5e-9a5b-18226766ffe3" providerId="AD" clId="Web-{056640F8-F482-A4CC-A84F-81E0A6C68A0C}" dt="2024-07-03T18:29:02.875" v="22" actId="14100"/>
          <ac:picMkLst>
            <pc:docMk/>
            <pc:sldMk cId="3677013658" sldId="616"/>
            <ac:picMk id="41" creationId="{9DDD67E4-A786-B546-D7D4-9EF8DAB920BE}"/>
          </ac:picMkLst>
        </pc:picChg>
        <pc:picChg chg="add mod">
          <ac:chgData name="Allison Mulshine" userId="S::allison.mulshine@collegiseducation.com::5f656d52-c555-4e5e-9a5b-18226766ffe3" providerId="AD" clId="Web-{056640F8-F482-A4CC-A84F-81E0A6C68A0C}" dt="2024-07-03T18:30:13.751" v="28" actId="14100"/>
          <ac:picMkLst>
            <pc:docMk/>
            <pc:sldMk cId="3677013658" sldId="616"/>
            <ac:picMk id="98" creationId="{D32ED5D2-F58A-7849-35D5-74DEA4643E0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6A54FB-EB8D-3A48-8FFE-ED25C5DBFFD9}" type="doc">
      <dgm:prSet loTypeId="urn:microsoft.com/office/officeart/2008/layout/LinedList" loCatId="" qsTypeId="urn:microsoft.com/office/officeart/2005/8/quickstyle/simple1" qsCatId="simple" csTypeId="urn:microsoft.com/office/officeart/2005/8/colors/accent1_2" csCatId="accent1" phldr="1"/>
      <dgm:spPr/>
      <dgm:t>
        <a:bodyPr/>
        <a:lstStyle/>
        <a:p>
          <a:endParaRPr lang="en-US"/>
        </a:p>
      </dgm:t>
    </dgm:pt>
    <dgm:pt modelId="{1292A759-C5EF-C04E-9F7B-3091B61DA126}">
      <dgm:prSet phldrT="[Text]" custT="1"/>
      <dgm:spPr/>
      <dgm:t>
        <a:bodyPr anchor="ctr"/>
        <a:lstStyle/>
        <a:p>
          <a:pPr>
            <a:buSzPts val="1000"/>
            <a:buFont typeface="Symbol" pitchFamily="2" charset="2"/>
            <a:buChar char=""/>
          </a:pPr>
          <a:r>
            <a:rPr lang="en-US" sz="3600" dirty="0"/>
            <a:t>Data privacy</a:t>
          </a:r>
        </a:p>
      </dgm:t>
    </dgm:pt>
    <dgm:pt modelId="{FF645E3B-E2D3-3542-BB72-A2161609F605}" type="parTrans" cxnId="{A10ADA97-DA00-384C-80AF-9CCF22298936}">
      <dgm:prSet/>
      <dgm:spPr/>
      <dgm:t>
        <a:bodyPr/>
        <a:lstStyle/>
        <a:p>
          <a:endParaRPr lang="en-US" sz="1800"/>
        </a:p>
      </dgm:t>
    </dgm:pt>
    <dgm:pt modelId="{915D04C4-B5C8-CC47-ABE2-6814737F0CE2}" type="sibTrans" cxnId="{A10ADA97-DA00-384C-80AF-9CCF22298936}">
      <dgm:prSet/>
      <dgm:spPr/>
      <dgm:t>
        <a:bodyPr/>
        <a:lstStyle/>
        <a:p>
          <a:endParaRPr lang="en-US" sz="1800"/>
        </a:p>
      </dgm:t>
    </dgm:pt>
    <dgm:pt modelId="{58E6472B-61AE-A94A-B1B4-B919B95624D3}">
      <dgm:prSet custT="1"/>
      <dgm:spPr/>
      <dgm:t>
        <a:bodyPr anchor="ctr"/>
        <a:lstStyle/>
        <a:p>
          <a:pPr>
            <a:buSzPts val="1000"/>
            <a:buFont typeface="Symbol" pitchFamily="2" charset="2"/>
            <a:buChar char=""/>
          </a:pPr>
          <a:r>
            <a:rPr lang="en-US" sz="3600" dirty="0"/>
            <a:t>Data security</a:t>
          </a:r>
        </a:p>
      </dgm:t>
    </dgm:pt>
    <dgm:pt modelId="{325C0F3A-1799-C442-8CC7-CBCA764E781D}" type="parTrans" cxnId="{3DE3CC01-2874-0342-870E-4BC980A62E4A}">
      <dgm:prSet/>
      <dgm:spPr/>
      <dgm:t>
        <a:bodyPr/>
        <a:lstStyle/>
        <a:p>
          <a:endParaRPr lang="en-US" sz="1800"/>
        </a:p>
      </dgm:t>
    </dgm:pt>
    <dgm:pt modelId="{36583BA1-D843-D549-AF7C-0DAF43617B92}" type="sibTrans" cxnId="{3DE3CC01-2874-0342-870E-4BC980A62E4A}">
      <dgm:prSet/>
      <dgm:spPr/>
      <dgm:t>
        <a:bodyPr/>
        <a:lstStyle/>
        <a:p>
          <a:endParaRPr lang="en-US" sz="1800"/>
        </a:p>
      </dgm:t>
    </dgm:pt>
    <dgm:pt modelId="{DCB340EF-7636-F44F-B375-9721C640F457}">
      <dgm:prSet custT="1"/>
      <dgm:spPr/>
      <dgm:t>
        <a:bodyPr anchor="ctr"/>
        <a:lstStyle/>
        <a:p>
          <a:pPr>
            <a:buSzPts val="1000"/>
            <a:buFont typeface="Symbol" pitchFamily="2" charset="2"/>
            <a:buChar char=""/>
          </a:pPr>
          <a:r>
            <a:rPr lang="en-US" sz="3600" dirty="0"/>
            <a:t>Data discrimination</a:t>
          </a:r>
        </a:p>
      </dgm:t>
    </dgm:pt>
    <dgm:pt modelId="{383D8598-A5AC-0142-B516-D2884569D7DA}" type="parTrans" cxnId="{4E4B0FDE-2025-CE4F-9A3A-8CD03B0E54AF}">
      <dgm:prSet/>
      <dgm:spPr/>
      <dgm:t>
        <a:bodyPr/>
        <a:lstStyle/>
        <a:p>
          <a:endParaRPr lang="en-US" sz="1800"/>
        </a:p>
      </dgm:t>
    </dgm:pt>
    <dgm:pt modelId="{31E2DB4C-F99A-444B-86CD-96BB7A3B6C12}" type="sibTrans" cxnId="{4E4B0FDE-2025-CE4F-9A3A-8CD03B0E54AF}">
      <dgm:prSet/>
      <dgm:spPr/>
      <dgm:t>
        <a:bodyPr/>
        <a:lstStyle/>
        <a:p>
          <a:endParaRPr lang="en-US" sz="1800"/>
        </a:p>
      </dgm:t>
    </dgm:pt>
    <dgm:pt modelId="{B1C48A09-B1E2-2446-8267-30292BBCB2B0}">
      <dgm:prSet phldrT="[Text]" custT="1"/>
      <dgm:spPr/>
      <dgm:t>
        <a:bodyPr anchor="ctr"/>
        <a:lstStyle/>
        <a:p>
          <a:pPr>
            <a:buSzPts val="1000"/>
            <a:buFont typeface="Arial" panose="020B0604020202020204" pitchFamily="34" charset="0"/>
            <a:buNone/>
          </a:pPr>
          <a:r>
            <a:rPr lang="en-US" sz="2400" dirty="0"/>
            <a:t>The Big Data we now generate contains a lot of information about our personal lives, much of which we have a right to keep private. </a:t>
          </a:r>
        </a:p>
        <a:p>
          <a:pPr>
            <a:buSzPts val="1000"/>
            <a:buFont typeface="Arial" panose="020B0604020202020204" pitchFamily="34" charset="0"/>
            <a:buNone/>
          </a:pPr>
          <a:r>
            <a:rPr lang="en-US" sz="2400" dirty="0"/>
            <a:t>Increasingly, we are asked to strike a balance between the amount of personal data we divulge, and the convenience that Big Data-powered apps and services offer.</a:t>
          </a:r>
        </a:p>
      </dgm:t>
    </dgm:pt>
    <dgm:pt modelId="{D3F72876-DEFA-8F42-898C-DF543A384D2B}" type="parTrans" cxnId="{C5268896-822F-D441-A0A3-CF7955500A1A}">
      <dgm:prSet/>
      <dgm:spPr/>
      <dgm:t>
        <a:bodyPr/>
        <a:lstStyle/>
        <a:p>
          <a:endParaRPr lang="en-US" sz="1800"/>
        </a:p>
      </dgm:t>
    </dgm:pt>
    <dgm:pt modelId="{D3448D7A-29CC-2845-904B-C43AFDA0478A}" type="sibTrans" cxnId="{C5268896-822F-D441-A0A3-CF7955500A1A}">
      <dgm:prSet/>
      <dgm:spPr/>
      <dgm:t>
        <a:bodyPr/>
        <a:lstStyle/>
        <a:p>
          <a:endParaRPr lang="en-US" sz="1800"/>
        </a:p>
      </dgm:t>
    </dgm:pt>
    <dgm:pt modelId="{E3D9613A-59FB-A24E-B6C0-83A48CD703F0}">
      <dgm:prSet custT="1"/>
      <dgm:spPr/>
      <dgm:t>
        <a:bodyPr anchor="ctr"/>
        <a:lstStyle/>
        <a:p>
          <a:pPr>
            <a:buSzPts val="1000"/>
            <a:buFont typeface="Symbol" pitchFamily="2" charset="2"/>
            <a:buChar char=""/>
          </a:pPr>
          <a:r>
            <a:rPr lang="en-US" sz="2400" dirty="0"/>
            <a:t>Even if we decide we are happy for someone to have our data for a particular purpose, can we trust them to keep it safe?</a:t>
          </a:r>
        </a:p>
      </dgm:t>
    </dgm:pt>
    <dgm:pt modelId="{40DF9C85-F188-A44D-B9FD-914DF7A82A65}" type="parTrans" cxnId="{6819E825-CE53-474F-AA3F-B6B5B047D0B9}">
      <dgm:prSet/>
      <dgm:spPr/>
      <dgm:t>
        <a:bodyPr/>
        <a:lstStyle/>
        <a:p>
          <a:endParaRPr lang="en-US" sz="1800"/>
        </a:p>
      </dgm:t>
    </dgm:pt>
    <dgm:pt modelId="{D992619D-5E9B-B54E-919D-077BBDAD99D2}" type="sibTrans" cxnId="{6819E825-CE53-474F-AA3F-B6B5B047D0B9}">
      <dgm:prSet/>
      <dgm:spPr/>
      <dgm:t>
        <a:bodyPr/>
        <a:lstStyle/>
        <a:p>
          <a:endParaRPr lang="en-US" sz="1800"/>
        </a:p>
      </dgm:t>
    </dgm:pt>
    <dgm:pt modelId="{737A7A02-E4CD-E048-B494-2075CB3501BD}">
      <dgm:prSet custT="1"/>
      <dgm:spPr/>
      <dgm:t>
        <a:bodyPr anchor="ctr"/>
        <a:lstStyle/>
        <a:p>
          <a:pPr>
            <a:buSzPts val="1000"/>
            <a:buFont typeface="Symbol" pitchFamily="2" charset="2"/>
            <a:buChar char=""/>
          </a:pPr>
          <a:r>
            <a:rPr lang="en-US" sz="2400" dirty="0"/>
            <a:t>We already use credit scoring to decide who can borrow money, and insurance is heavily data-driven. </a:t>
          </a:r>
        </a:p>
        <a:p>
          <a:pPr>
            <a:buSzPts val="1000"/>
            <a:buFont typeface="Symbol" pitchFamily="2" charset="2"/>
            <a:buChar char=""/>
          </a:pPr>
          <a:r>
            <a:rPr lang="en-US" sz="2400" dirty="0"/>
            <a:t>We can expect to be analyzed and assessed in greater detail, and care must be taken that this isn’t done in a way that contributes to making life more difficult for those who have fewer resources, and limited access to information.</a:t>
          </a:r>
        </a:p>
      </dgm:t>
    </dgm:pt>
    <dgm:pt modelId="{84A88BF7-9C5E-EF48-9C0C-EE1AF6A90588}" type="parTrans" cxnId="{72C87835-4857-0049-8979-ED8C2B7F0FE8}">
      <dgm:prSet/>
      <dgm:spPr/>
      <dgm:t>
        <a:bodyPr/>
        <a:lstStyle/>
        <a:p>
          <a:endParaRPr lang="en-US" sz="1800"/>
        </a:p>
      </dgm:t>
    </dgm:pt>
    <dgm:pt modelId="{471738F6-73E5-064D-895E-64BEEA767FDB}" type="sibTrans" cxnId="{72C87835-4857-0049-8979-ED8C2B7F0FE8}">
      <dgm:prSet/>
      <dgm:spPr/>
      <dgm:t>
        <a:bodyPr/>
        <a:lstStyle/>
        <a:p>
          <a:endParaRPr lang="en-US" sz="1800"/>
        </a:p>
      </dgm:t>
    </dgm:pt>
    <dgm:pt modelId="{B8D9B556-22A0-2E42-BBB3-9369CFD243CE}" type="pres">
      <dgm:prSet presAssocID="{5E6A54FB-EB8D-3A48-8FFE-ED25C5DBFFD9}" presName="vert0" presStyleCnt="0">
        <dgm:presLayoutVars>
          <dgm:dir/>
          <dgm:animOne val="branch"/>
          <dgm:animLvl val="lvl"/>
        </dgm:presLayoutVars>
      </dgm:prSet>
      <dgm:spPr/>
    </dgm:pt>
    <dgm:pt modelId="{FA759438-67B0-054B-B5A8-C0A55BFB414C}" type="pres">
      <dgm:prSet presAssocID="{1292A759-C5EF-C04E-9F7B-3091B61DA126}" presName="thickLine" presStyleLbl="alignNode1" presStyleIdx="0" presStyleCnt="3"/>
      <dgm:spPr/>
    </dgm:pt>
    <dgm:pt modelId="{A67530FA-468C-D342-9842-552B3B2E3658}" type="pres">
      <dgm:prSet presAssocID="{1292A759-C5EF-C04E-9F7B-3091B61DA126}" presName="horz1" presStyleCnt="0"/>
      <dgm:spPr/>
    </dgm:pt>
    <dgm:pt modelId="{E87A6F63-6335-8545-AEF7-CD8E4516D9DD}" type="pres">
      <dgm:prSet presAssocID="{1292A759-C5EF-C04E-9F7B-3091B61DA126}" presName="tx1" presStyleLbl="revTx" presStyleIdx="0" presStyleCnt="6"/>
      <dgm:spPr/>
    </dgm:pt>
    <dgm:pt modelId="{872ED80B-D922-0C47-A358-872069C6A4F9}" type="pres">
      <dgm:prSet presAssocID="{1292A759-C5EF-C04E-9F7B-3091B61DA126}" presName="vert1" presStyleCnt="0"/>
      <dgm:spPr/>
    </dgm:pt>
    <dgm:pt modelId="{782E6DA5-DEE5-C340-A077-7262BB66A031}" type="pres">
      <dgm:prSet presAssocID="{B1C48A09-B1E2-2446-8267-30292BBCB2B0}" presName="vertSpace2a" presStyleCnt="0"/>
      <dgm:spPr/>
    </dgm:pt>
    <dgm:pt modelId="{CF61AC0C-D169-294E-9505-A02F94F5DF73}" type="pres">
      <dgm:prSet presAssocID="{B1C48A09-B1E2-2446-8267-30292BBCB2B0}" presName="horz2" presStyleCnt="0"/>
      <dgm:spPr/>
    </dgm:pt>
    <dgm:pt modelId="{53A573B7-FD13-4041-96F6-4BFC735C8B7C}" type="pres">
      <dgm:prSet presAssocID="{B1C48A09-B1E2-2446-8267-30292BBCB2B0}" presName="horzSpace2" presStyleCnt="0"/>
      <dgm:spPr/>
    </dgm:pt>
    <dgm:pt modelId="{544C2578-E2B2-3E47-83CC-5237CC38ABDE}" type="pres">
      <dgm:prSet presAssocID="{B1C48A09-B1E2-2446-8267-30292BBCB2B0}" presName="tx2" presStyleLbl="revTx" presStyleIdx="1" presStyleCnt="6"/>
      <dgm:spPr/>
    </dgm:pt>
    <dgm:pt modelId="{F6B6C05A-5E8F-9F42-9C89-8CB0677E3D33}" type="pres">
      <dgm:prSet presAssocID="{B1C48A09-B1E2-2446-8267-30292BBCB2B0}" presName="vert2" presStyleCnt="0"/>
      <dgm:spPr/>
    </dgm:pt>
    <dgm:pt modelId="{6CE7A18B-99E9-3544-9C19-BB96D19E5ADE}" type="pres">
      <dgm:prSet presAssocID="{B1C48A09-B1E2-2446-8267-30292BBCB2B0}" presName="thinLine2b" presStyleLbl="callout" presStyleIdx="0" presStyleCnt="3"/>
      <dgm:spPr/>
    </dgm:pt>
    <dgm:pt modelId="{7075CA1A-3BFB-ED40-95D0-28B26729DB6F}" type="pres">
      <dgm:prSet presAssocID="{B1C48A09-B1E2-2446-8267-30292BBCB2B0}" presName="vertSpace2b" presStyleCnt="0"/>
      <dgm:spPr/>
    </dgm:pt>
    <dgm:pt modelId="{70746DE5-5FAF-4442-ADBB-D605DA9A1AD7}" type="pres">
      <dgm:prSet presAssocID="{58E6472B-61AE-A94A-B1B4-B919B95624D3}" presName="thickLine" presStyleLbl="alignNode1" presStyleIdx="1" presStyleCnt="3"/>
      <dgm:spPr/>
    </dgm:pt>
    <dgm:pt modelId="{AA6359D5-8E92-364C-9D68-03509E2AB925}" type="pres">
      <dgm:prSet presAssocID="{58E6472B-61AE-A94A-B1B4-B919B95624D3}" presName="horz1" presStyleCnt="0"/>
      <dgm:spPr/>
    </dgm:pt>
    <dgm:pt modelId="{85D07348-28FB-764E-A33A-FF535ED4C086}" type="pres">
      <dgm:prSet presAssocID="{58E6472B-61AE-A94A-B1B4-B919B95624D3}" presName="tx1" presStyleLbl="revTx" presStyleIdx="2" presStyleCnt="6"/>
      <dgm:spPr/>
    </dgm:pt>
    <dgm:pt modelId="{363FA31D-DBB2-3847-B6EB-6614613D38E9}" type="pres">
      <dgm:prSet presAssocID="{58E6472B-61AE-A94A-B1B4-B919B95624D3}" presName="vert1" presStyleCnt="0"/>
      <dgm:spPr/>
    </dgm:pt>
    <dgm:pt modelId="{1A8CBB62-B49C-BA4A-9198-FAE1FF6E2E84}" type="pres">
      <dgm:prSet presAssocID="{E3D9613A-59FB-A24E-B6C0-83A48CD703F0}" presName="vertSpace2a" presStyleCnt="0"/>
      <dgm:spPr/>
    </dgm:pt>
    <dgm:pt modelId="{7AE4AC1D-A51A-0245-BDDE-0389B5E5A2C8}" type="pres">
      <dgm:prSet presAssocID="{E3D9613A-59FB-A24E-B6C0-83A48CD703F0}" presName="horz2" presStyleCnt="0"/>
      <dgm:spPr/>
    </dgm:pt>
    <dgm:pt modelId="{A829D3C4-166C-5D44-9A90-206EC59122F6}" type="pres">
      <dgm:prSet presAssocID="{E3D9613A-59FB-A24E-B6C0-83A48CD703F0}" presName="horzSpace2" presStyleCnt="0"/>
      <dgm:spPr/>
    </dgm:pt>
    <dgm:pt modelId="{C9B06EBA-03F8-F94D-B727-2A04929E01B6}" type="pres">
      <dgm:prSet presAssocID="{E3D9613A-59FB-A24E-B6C0-83A48CD703F0}" presName="tx2" presStyleLbl="revTx" presStyleIdx="3" presStyleCnt="6"/>
      <dgm:spPr/>
    </dgm:pt>
    <dgm:pt modelId="{4F44F588-647A-E243-9F33-89D34E524C4E}" type="pres">
      <dgm:prSet presAssocID="{E3D9613A-59FB-A24E-B6C0-83A48CD703F0}" presName="vert2" presStyleCnt="0"/>
      <dgm:spPr/>
    </dgm:pt>
    <dgm:pt modelId="{5583B980-CD71-2F43-9337-6C815C0B4B28}" type="pres">
      <dgm:prSet presAssocID="{E3D9613A-59FB-A24E-B6C0-83A48CD703F0}" presName="thinLine2b" presStyleLbl="callout" presStyleIdx="1" presStyleCnt="3"/>
      <dgm:spPr/>
    </dgm:pt>
    <dgm:pt modelId="{9D81450A-B837-984D-AFE1-3D996C215416}" type="pres">
      <dgm:prSet presAssocID="{E3D9613A-59FB-A24E-B6C0-83A48CD703F0}" presName="vertSpace2b" presStyleCnt="0"/>
      <dgm:spPr/>
    </dgm:pt>
    <dgm:pt modelId="{501BA21B-25CA-A44D-B811-E1F3689F1700}" type="pres">
      <dgm:prSet presAssocID="{DCB340EF-7636-F44F-B375-9721C640F457}" presName="thickLine" presStyleLbl="alignNode1" presStyleIdx="2" presStyleCnt="3"/>
      <dgm:spPr/>
    </dgm:pt>
    <dgm:pt modelId="{E372B5BE-C605-874C-A616-6F2BF9C5F99A}" type="pres">
      <dgm:prSet presAssocID="{DCB340EF-7636-F44F-B375-9721C640F457}" presName="horz1" presStyleCnt="0"/>
      <dgm:spPr/>
    </dgm:pt>
    <dgm:pt modelId="{16199701-E05E-7545-893E-14C577DD4E5D}" type="pres">
      <dgm:prSet presAssocID="{DCB340EF-7636-F44F-B375-9721C640F457}" presName="tx1" presStyleLbl="revTx" presStyleIdx="4" presStyleCnt="6"/>
      <dgm:spPr/>
    </dgm:pt>
    <dgm:pt modelId="{783C7CA8-453A-6C4F-BE6F-42455B16F49B}" type="pres">
      <dgm:prSet presAssocID="{DCB340EF-7636-F44F-B375-9721C640F457}" presName="vert1" presStyleCnt="0"/>
      <dgm:spPr/>
    </dgm:pt>
    <dgm:pt modelId="{91B9545D-7C95-7C4C-8C6F-6E1DBBEC6662}" type="pres">
      <dgm:prSet presAssocID="{737A7A02-E4CD-E048-B494-2075CB3501BD}" presName="vertSpace2a" presStyleCnt="0"/>
      <dgm:spPr/>
    </dgm:pt>
    <dgm:pt modelId="{E0664C24-1A16-DC43-9BDC-3CB49BD3C469}" type="pres">
      <dgm:prSet presAssocID="{737A7A02-E4CD-E048-B494-2075CB3501BD}" presName="horz2" presStyleCnt="0"/>
      <dgm:spPr/>
    </dgm:pt>
    <dgm:pt modelId="{4A461A8E-C2F0-2F41-A65D-2C5F7E9A445A}" type="pres">
      <dgm:prSet presAssocID="{737A7A02-E4CD-E048-B494-2075CB3501BD}" presName="horzSpace2" presStyleCnt="0"/>
      <dgm:spPr/>
    </dgm:pt>
    <dgm:pt modelId="{F37E8C95-4F63-1A4E-BCFE-B37B7A55A400}" type="pres">
      <dgm:prSet presAssocID="{737A7A02-E4CD-E048-B494-2075CB3501BD}" presName="tx2" presStyleLbl="revTx" presStyleIdx="5" presStyleCnt="6"/>
      <dgm:spPr/>
    </dgm:pt>
    <dgm:pt modelId="{DF4A7415-6177-8448-9F68-A43C7CD5B6BA}" type="pres">
      <dgm:prSet presAssocID="{737A7A02-E4CD-E048-B494-2075CB3501BD}" presName="vert2" presStyleCnt="0"/>
      <dgm:spPr/>
    </dgm:pt>
    <dgm:pt modelId="{8C93DD6D-C9EF-754D-BE41-BAA4DA95CE4C}" type="pres">
      <dgm:prSet presAssocID="{737A7A02-E4CD-E048-B494-2075CB3501BD}" presName="thinLine2b" presStyleLbl="callout" presStyleIdx="2" presStyleCnt="3"/>
      <dgm:spPr/>
    </dgm:pt>
    <dgm:pt modelId="{94E37CC3-9EC0-A948-B4DF-B287BB8E026A}" type="pres">
      <dgm:prSet presAssocID="{737A7A02-E4CD-E048-B494-2075CB3501BD}" presName="vertSpace2b" presStyleCnt="0"/>
      <dgm:spPr/>
    </dgm:pt>
  </dgm:ptLst>
  <dgm:cxnLst>
    <dgm:cxn modelId="{3DE3CC01-2874-0342-870E-4BC980A62E4A}" srcId="{5E6A54FB-EB8D-3A48-8FFE-ED25C5DBFFD9}" destId="{58E6472B-61AE-A94A-B1B4-B919B95624D3}" srcOrd="1" destOrd="0" parTransId="{325C0F3A-1799-C442-8CC7-CBCA764E781D}" sibTransId="{36583BA1-D843-D549-AF7C-0DAF43617B92}"/>
    <dgm:cxn modelId="{9C8C3314-977F-B641-8AEE-66B856132CD1}" type="presOf" srcId="{5E6A54FB-EB8D-3A48-8FFE-ED25C5DBFFD9}" destId="{B8D9B556-22A0-2E42-BBB3-9369CFD243CE}" srcOrd="0" destOrd="0" presId="urn:microsoft.com/office/officeart/2008/layout/LinedList"/>
    <dgm:cxn modelId="{6819E825-CE53-474F-AA3F-B6B5B047D0B9}" srcId="{58E6472B-61AE-A94A-B1B4-B919B95624D3}" destId="{E3D9613A-59FB-A24E-B6C0-83A48CD703F0}" srcOrd="0" destOrd="0" parTransId="{40DF9C85-F188-A44D-B9FD-914DF7A82A65}" sibTransId="{D992619D-5E9B-B54E-919D-077BBDAD99D2}"/>
    <dgm:cxn modelId="{72C87835-4857-0049-8979-ED8C2B7F0FE8}" srcId="{DCB340EF-7636-F44F-B375-9721C640F457}" destId="{737A7A02-E4CD-E048-B494-2075CB3501BD}" srcOrd="0" destOrd="0" parTransId="{84A88BF7-9C5E-EF48-9C0C-EE1AF6A90588}" sibTransId="{471738F6-73E5-064D-895E-64BEEA767FDB}"/>
    <dgm:cxn modelId="{43E7465B-681A-2146-89CC-F7D7A1E106FD}" type="presOf" srcId="{DCB340EF-7636-F44F-B375-9721C640F457}" destId="{16199701-E05E-7545-893E-14C577DD4E5D}" srcOrd="0" destOrd="0" presId="urn:microsoft.com/office/officeart/2008/layout/LinedList"/>
    <dgm:cxn modelId="{022A296A-A129-4C42-BB87-E2B63ED83B52}" type="presOf" srcId="{737A7A02-E4CD-E048-B494-2075CB3501BD}" destId="{F37E8C95-4F63-1A4E-BCFE-B37B7A55A400}" srcOrd="0" destOrd="0" presId="urn:microsoft.com/office/officeart/2008/layout/LinedList"/>
    <dgm:cxn modelId="{0E8E1B95-6B8E-B849-9CC3-5C5DD211E233}" type="presOf" srcId="{E3D9613A-59FB-A24E-B6C0-83A48CD703F0}" destId="{C9B06EBA-03F8-F94D-B727-2A04929E01B6}" srcOrd="0" destOrd="0" presId="urn:microsoft.com/office/officeart/2008/layout/LinedList"/>
    <dgm:cxn modelId="{C5268896-822F-D441-A0A3-CF7955500A1A}" srcId="{1292A759-C5EF-C04E-9F7B-3091B61DA126}" destId="{B1C48A09-B1E2-2446-8267-30292BBCB2B0}" srcOrd="0" destOrd="0" parTransId="{D3F72876-DEFA-8F42-898C-DF543A384D2B}" sibTransId="{D3448D7A-29CC-2845-904B-C43AFDA0478A}"/>
    <dgm:cxn modelId="{A10ADA97-DA00-384C-80AF-9CCF22298936}" srcId="{5E6A54FB-EB8D-3A48-8FFE-ED25C5DBFFD9}" destId="{1292A759-C5EF-C04E-9F7B-3091B61DA126}" srcOrd="0" destOrd="0" parTransId="{FF645E3B-E2D3-3542-BB72-A2161609F605}" sibTransId="{915D04C4-B5C8-CC47-ABE2-6814737F0CE2}"/>
    <dgm:cxn modelId="{D50AF9AC-FBE0-814E-9858-E4854D73B9C2}" type="presOf" srcId="{58E6472B-61AE-A94A-B1B4-B919B95624D3}" destId="{85D07348-28FB-764E-A33A-FF535ED4C086}" srcOrd="0" destOrd="0" presId="urn:microsoft.com/office/officeart/2008/layout/LinedList"/>
    <dgm:cxn modelId="{1DAFEAAD-DCE1-984E-B0AB-2E1B2CE32166}" type="presOf" srcId="{B1C48A09-B1E2-2446-8267-30292BBCB2B0}" destId="{544C2578-E2B2-3E47-83CC-5237CC38ABDE}" srcOrd="0" destOrd="0" presId="urn:microsoft.com/office/officeart/2008/layout/LinedList"/>
    <dgm:cxn modelId="{AC6942B0-96F7-EF43-A13A-3F793E0B171B}" type="presOf" srcId="{1292A759-C5EF-C04E-9F7B-3091B61DA126}" destId="{E87A6F63-6335-8545-AEF7-CD8E4516D9DD}" srcOrd="0" destOrd="0" presId="urn:microsoft.com/office/officeart/2008/layout/LinedList"/>
    <dgm:cxn modelId="{4E4B0FDE-2025-CE4F-9A3A-8CD03B0E54AF}" srcId="{5E6A54FB-EB8D-3A48-8FFE-ED25C5DBFFD9}" destId="{DCB340EF-7636-F44F-B375-9721C640F457}" srcOrd="2" destOrd="0" parTransId="{383D8598-A5AC-0142-B516-D2884569D7DA}" sibTransId="{31E2DB4C-F99A-444B-86CD-96BB7A3B6C12}"/>
    <dgm:cxn modelId="{85FCB5CD-C7E3-7A4D-BEA5-8446B82614C2}" type="presParOf" srcId="{B8D9B556-22A0-2E42-BBB3-9369CFD243CE}" destId="{FA759438-67B0-054B-B5A8-C0A55BFB414C}" srcOrd="0" destOrd="0" presId="urn:microsoft.com/office/officeart/2008/layout/LinedList"/>
    <dgm:cxn modelId="{9FC59C13-DDDF-7D4F-98E3-B1E55708414F}" type="presParOf" srcId="{B8D9B556-22A0-2E42-BBB3-9369CFD243CE}" destId="{A67530FA-468C-D342-9842-552B3B2E3658}" srcOrd="1" destOrd="0" presId="urn:microsoft.com/office/officeart/2008/layout/LinedList"/>
    <dgm:cxn modelId="{503CAD3D-FB53-B548-8FB3-B97402DCF5E4}" type="presParOf" srcId="{A67530FA-468C-D342-9842-552B3B2E3658}" destId="{E87A6F63-6335-8545-AEF7-CD8E4516D9DD}" srcOrd="0" destOrd="0" presId="urn:microsoft.com/office/officeart/2008/layout/LinedList"/>
    <dgm:cxn modelId="{D8FB1DC3-EDA0-9B4C-A316-B392323CB7B8}" type="presParOf" srcId="{A67530FA-468C-D342-9842-552B3B2E3658}" destId="{872ED80B-D922-0C47-A358-872069C6A4F9}" srcOrd="1" destOrd="0" presId="urn:microsoft.com/office/officeart/2008/layout/LinedList"/>
    <dgm:cxn modelId="{A2734647-341A-8042-9B9C-C34B5F80ADD9}" type="presParOf" srcId="{872ED80B-D922-0C47-A358-872069C6A4F9}" destId="{782E6DA5-DEE5-C340-A077-7262BB66A031}" srcOrd="0" destOrd="0" presId="urn:microsoft.com/office/officeart/2008/layout/LinedList"/>
    <dgm:cxn modelId="{C5CAE97D-33C8-DF4B-A112-E914C5C58C5C}" type="presParOf" srcId="{872ED80B-D922-0C47-A358-872069C6A4F9}" destId="{CF61AC0C-D169-294E-9505-A02F94F5DF73}" srcOrd="1" destOrd="0" presId="urn:microsoft.com/office/officeart/2008/layout/LinedList"/>
    <dgm:cxn modelId="{A784C70F-BA27-754A-970D-34DF1C9B1B6C}" type="presParOf" srcId="{CF61AC0C-D169-294E-9505-A02F94F5DF73}" destId="{53A573B7-FD13-4041-96F6-4BFC735C8B7C}" srcOrd="0" destOrd="0" presId="urn:microsoft.com/office/officeart/2008/layout/LinedList"/>
    <dgm:cxn modelId="{5A6900E0-400E-F941-B45B-9A8BFB758A3E}" type="presParOf" srcId="{CF61AC0C-D169-294E-9505-A02F94F5DF73}" destId="{544C2578-E2B2-3E47-83CC-5237CC38ABDE}" srcOrd="1" destOrd="0" presId="urn:microsoft.com/office/officeart/2008/layout/LinedList"/>
    <dgm:cxn modelId="{1E84F1E0-8BDF-AE49-801C-3229C30B8AD5}" type="presParOf" srcId="{CF61AC0C-D169-294E-9505-A02F94F5DF73}" destId="{F6B6C05A-5E8F-9F42-9C89-8CB0677E3D33}" srcOrd="2" destOrd="0" presId="urn:microsoft.com/office/officeart/2008/layout/LinedList"/>
    <dgm:cxn modelId="{84CACDAC-30E3-0C41-A68A-0377DD7F50CF}" type="presParOf" srcId="{872ED80B-D922-0C47-A358-872069C6A4F9}" destId="{6CE7A18B-99E9-3544-9C19-BB96D19E5ADE}" srcOrd="2" destOrd="0" presId="urn:microsoft.com/office/officeart/2008/layout/LinedList"/>
    <dgm:cxn modelId="{D03F1FBE-F407-E14D-A1E5-AA3F40F8658D}" type="presParOf" srcId="{872ED80B-D922-0C47-A358-872069C6A4F9}" destId="{7075CA1A-3BFB-ED40-95D0-28B26729DB6F}" srcOrd="3" destOrd="0" presId="urn:microsoft.com/office/officeart/2008/layout/LinedList"/>
    <dgm:cxn modelId="{20197F50-6BF0-4A40-9E61-1F722D0B27CC}" type="presParOf" srcId="{B8D9B556-22A0-2E42-BBB3-9369CFD243CE}" destId="{70746DE5-5FAF-4442-ADBB-D605DA9A1AD7}" srcOrd="2" destOrd="0" presId="urn:microsoft.com/office/officeart/2008/layout/LinedList"/>
    <dgm:cxn modelId="{70D66BDB-0CA7-4C48-A1F4-97C0E838E12F}" type="presParOf" srcId="{B8D9B556-22A0-2E42-BBB3-9369CFD243CE}" destId="{AA6359D5-8E92-364C-9D68-03509E2AB925}" srcOrd="3" destOrd="0" presId="urn:microsoft.com/office/officeart/2008/layout/LinedList"/>
    <dgm:cxn modelId="{005F61AF-CEE3-564A-81E5-5C8A47D44FFE}" type="presParOf" srcId="{AA6359D5-8E92-364C-9D68-03509E2AB925}" destId="{85D07348-28FB-764E-A33A-FF535ED4C086}" srcOrd="0" destOrd="0" presId="urn:microsoft.com/office/officeart/2008/layout/LinedList"/>
    <dgm:cxn modelId="{D4D61FB3-3F84-0A4A-9F68-A898E8143708}" type="presParOf" srcId="{AA6359D5-8E92-364C-9D68-03509E2AB925}" destId="{363FA31D-DBB2-3847-B6EB-6614613D38E9}" srcOrd="1" destOrd="0" presId="urn:microsoft.com/office/officeart/2008/layout/LinedList"/>
    <dgm:cxn modelId="{3C09636D-3657-5348-BB39-39BA559FBBCF}" type="presParOf" srcId="{363FA31D-DBB2-3847-B6EB-6614613D38E9}" destId="{1A8CBB62-B49C-BA4A-9198-FAE1FF6E2E84}" srcOrd="0" destOrd="0" presId="urn:microsoft.com/office/officeart/2008/layout/LinedList"/>
    <dgm:cxn modelId="{EB92CDFF-21F3-754B-82FA-9E2541B10955}" type="presParOf" srcId="{363FA31D-DBB2-3847-B6EB-6614613D38E9}" destId="{7AE4AC1D-A51A-0245-BDDE-0389B5E5A2C8}" srcOrd="1" destOrd="0" presId="urn:microsoft.com/office/officeart/2008/layout/LinedList"/>
    <dgm:cxn modelId="{BDC6F083-9A20-3A46-B8C9-4DA8DCC096B3}" type="presParOf" srcId="{7AE4AC1D-A51A-0245-BDDE-0389B5E5A2C8}" destId="{A829D3C4-166C-5D44-9A90-206EC59122F6}" srcOrd="0" destOrd="0" presId="urn:microsoft.com/office/officeart/2008/layout/LinedList"/>
    <dgm:cxn modelId="{F9FACF68-19F4-D948-97F9-F26EB52618BD}" type="presParOf" srcId="{7AE4AC1D-A51A-0245-BDDE-0389B5E5A2C8}" destId="{C9B06EBA-03F8-F94D-B727-2A04929E01B6}" srcOrd="1" destOrd="0" presId="urn:microsoft.com/office/officeart/2008/layout/LinedList"/>
    <dgm:cxn modelId="{67847C47-E977-9744-ABA4-9B2B4C974EBC}" type="presParOf" srcId="{7AE4AC1D-A51A-0245-BDDE-0389B5E5A2C8}" destId="{4F44F588-647A-E243-9F33-89D34E524C4E}" srcOrd="2" destOrd="0" presId="urn:microsoft.com/office/officeart/2008/layout/LinedList"/>
    <dgm:cxn modelId="{4934B25B-879A-0E47-AAEB-677509D7262D}" type="presParOf" srcId="{363FA31D-DBB2-3847-B6EB-6614613D38E9}" destId="{5583B980-CD71-2F43-9337-6C815C0B4B28}" srcOrd="2" destOrd="0" presId="urn:microsoft.com/office/officeart/2008/layout/LinedList"/>
    <dgm:cxn modelId="{E279BF25-318B-2B44-B90B-C16EC256810B}" type="presParOf" srcId="{363FA31D-DBB2-3847-B6EB-6614613D38E9}" destId="{9D81450A-B837-984D-AFE1-3D996C215416}" srcOrd="3" destOrd="0" presId="urn:microsoft.com/office/officeart/2008/layout/LinedList"/>
    <dgm:cxn modelId="{234F1498-E06F-4048-9144-81186FD02F69}" type="presParOf" srcId="{B8D9B556-22A0-2E42-BBB3-9369CFD243CE}" destId="{501BA21B-25CA-A44D-B811-E1F3689F1700}" srcOrd="4" destOrd="0" presId="urn:microsoft.com/office/officeart/2008/layout/LinedList"/>
    <dgm:cxn modelId="{B9C0D800-39E3-0745-9DAE-CEFFC5E93F8C}" type="presParOf" srcId="{B8D9B556-22A0-2E42-BBB3-9369CFD243CE}" destId="{E372B5BE-C605-874C-A616-6F2BF9C5F99A}" srcOrd="5" destOrd="0" presId="urn:microsoft.com/office/officeart/2008/layout/LinedList"/>
    <dgm:cxn modelId="{57825B6D-2C57-514F-814A-174190F07EBE}" type="presParOf" srcId="{E372B5BE-C605-874C-A616-6F2BF9C5F99A}" destId="{16199701-E05E-7545-893E-14C577DD4E5D}" srcOrd="0" destOrd="0" presId="urn:microsoft.com/office/officeart/2008/layout/LinedList"/>
    <dgm:cxn modelId="{9B47C093-2F74-3946-A6F0-E5BAB0AEE91C}" type="presParOf" srcId="{E372B5BE-C605-874C-A616-6F2BF9C5F99A}" destId="{783C7CA8-453A-6C4F-BE6F-42455B16F49B}" srcOrd="1" destOrd="0" presId="urn:microsoft.com/office/officeart/2008/layout/LinedList"/>
    <dgm:cxn modelId="{B41852D7-A2FF-124F-9EB6-66D93015F627}" type="presParOf" srcId="{783C7CA8-453A-6C4F-BE6F-42455B16F49B}" destId="{91B9545D-7C95-7C4C-8C6F-6E1DBBEC6662}" srcOrd="0" destOrd="0" presId="urn:microsoft.com/office/officeart/2008/layout/LinedList"/>
    <dgm:cxn modelId="{0E3CD571-5FA9-8D41-B43A-54438B1C90EE}" type="presParOf" srcId="{783C7CA8-453A-6C4F-BE6F-42455B16F49B}" destId="{E0664C24-1A16-DC43-9BDC-3CB49BD3C469}" srcOrd="1" destOrd="0" presId="urn:microsoft.com/office/officeart/2008/layout/LinedList"/>
    <dgm:cxn modelId="{33352C26-F62F-E948-B730-812A3ECED20A}" type="presParOf" srcId="{E0664C24-1A16-DC43-9BDC-3CB49BD3C469}" destId="{4A461A8E-C2F0-2F41-A65D-2C5F7E9A445A}" srcOrd="0" destOrd="0" presId="urn:microsoft.com/office/officeart/2008/layout/LinedList"/>
    <dgm:cxn modelId="{5EC9AB88-6AD7-FB48-B931-4E2CA929B604}" type="presParOf" srcId="{E0664C24-1A16-DC43-9BDC-3CB49BD3C469}" destId="{F37E8C95-4F63-1A4E-BCFE-B37B7A55A400}" srcOrd="1" destOrd="0" presId="urn:microsoft.com/office/officeart/2008/layout/LinedList"/>
    <dgm:cxn modelId="{8E0ACB45-0D0E-C243-9E15-4E532D999B3E}" type="presParOf" srcId="{E0664C24-1A16-DC43-9BDC-3CB49BD3C469}" destId="{DF4A7415-6177-8448-9F68-A43C7CD5B6BA}" srcOrd="2" destOrd="0" presId="urn:microsoft.com/office/officeart/2008/layout/LinedList"/>
    <dgm:cxn modelId="{37460175-EE6A-744E-8203-689454E286E0}" type="presParOf" srcId="{783C7CA8-453A-6C4F-BE6F-42455B16F49B}" destId="{8C93DD6D-C9EF-754D-BE41-BAA4DA95CE4C}" srcOrd="2" destOrd="0" presId="urn:microsoft.com/office/officeart/2008/layout/LinedList"/>
    <dgm:cxn modelId="{97727564-ECAF-9147-8991-7F419B84CA9E}" type="presParOf" srcId="{783C7CA8-453A-6C4F-BE6F-42455B16F49B}" destId="{94E37CC3-9EC0-A948-B4DF-B287BB8E026A}"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759438-67B0-054B-B5A8-C0A55BFB414C}">
      <dsp:nvSpPr>
        <dsp:cNvPr id="0" name=""/>
        <dsp:cNvSpPr/>
      </dsp:nvSpPr>
      <dsp:spPr>
        <a:xfrm>
          <a:off x="0" y="2995"/>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7A6F63-6335-8545-AEF7-CD8E4516D9DD}">
      <dsp:nvSpPr>
        <dsp:cNvPr id="0" name=""/>
        <dsp:cNvSpPr/>
      </dsp:nvSpPr>
      <dsp:spPr>
        <a:xfrm>
          <a:off x="0" y="2995"/>
          <a:ext cx="3216910" cy="2042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SzPts val="1000"/>
            <a:buFont typeface="Symbol" pitchFamily="2" charset="2"/>
            <a:buNone/>
          </a:pPr>
          <a:r>
            <a:rPr lang="en-US" sz="3600" kern="1200" dirty="0"/>
            <a:t>Data privacy</a:t>
          </a:r>
        </a:p>
      </dsp:txBody>
      <dsp:txXfrm>
        <a:off x="0" y="2995"/>
        <a:ext cx="3216910" cy="2042703"/>
      </dsp:txXfrm>
    </dsp:sp>
    <dsp:sp modelId="{544C2578-E2B2-3E47-83CC-5237CC38ABDE}">
      <dsp:nvSpPr>
        <dsp:cNvPr id="0" name=""/>
        <dsp:cNvSpPr/>
      </dsp:nvSpPr>
      <dsp:spPr>
        <a:xfrm>
          <a:off x="3458178" y="95754"/>
          <a:ext cx="12626371" cy="185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SzPts val="1000"/>
            <a:buFont typeface="Arial" panose="020B0604020202020204" pitchFamily="34" charset="0"/>
            <a:buNone/>
          </a:pPr>
          <a:r>
            <a:rPr lang="en-US" sz="2400" kern="1200" dirty="0"/>
            <a:t>The Big Data we now generate contains a lot of information about our personal lives, much of which we have a right to keep private. </a:t>
          </a:r>
        </a:p>
        <a:p>
          <a:pPr marL="0" lvl="0" indent="0" algn="l" defTabSz="1066800">
            <a:lnSpc>
              <a:spcPct val="90000"/>
            </a:lnSpc>
            <a:spcBef>
              <a:spcPct val="0"/>
            </a:spcBef>
            <a:spcAft>
              <a:spcPct val="35000"/>
            </a:spcAft>
            <a:buSzPts val="1000"/>
            <a:buFont typeface="Arial" panose="020B0604020202020204" pitchFamily="34" charset="0"/>
            <a:buNone/>
          </a:pPr>
          <a:r>
            <a:rPr lang="en-US" sz="2400" kern="1200" dirty="0"/>
            <a:t>Increasingly, we are asked to strike a balance between the amount of personal data we divulge, and the convenience that Big Data-powered apps and services offer.</a:t>
          </a:r>
        </a:p>
      </dsp:txBody>
      <dsp:txXfrm>
        <a:off x="3458178" y="95754"/>
        <a:ext cx="12626371" cy="1855189"/>
      </dsp:txXfrm>
    </dsp:sp>
    <dsp:sp modelId="{6CE7A18B-99E9-3544-9C19-BB96D19E5ADE}">
      <dsp:nvSpPr>
        <dsp:cNvPr id="0" name=""/>
        <dsp:cNvSpPr/>
      </dsp:nvSpPr>
      <dsp:spPr>
        <a:xfrm>
          <a:off x="3216909" y="1950944"/>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746DE5-5FAF-4442-ADBB-D605DA9A1AD7}">
      <dsp:nvSpPr>
        <dsp:cNvPr id="0" name=""/>
        <dsp:cNvSpPr/>
      </dsp:nvSpPr>
      <dsp:spPr>
        <a:xfrm>
          <a:off x="0" y="2045698"/>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D07348-28FB-764E-A33A-FF535ED4C086}">
      <dsp:nvSpPr>
        <dsp:cNvPr id="0" name=""/>
        <dsp:cNvSpPr/>
      </dsp:nvSpPr>
      <dsp:spPr>
        <a:xfrm>
          <a:off x="0" y="2045698"/>
          <a:ext cx="3216910" cy="2042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SzPts val="1000"/>
            <a:buFont typeface="Symbol" pitchFamily="2" charset="2"/>
            <a:buNone/>
          </a:pPr>
          <a:r>
            <a:rPr lang="en-US" sz="3600" kern="1200" dirty="0"/>
            <a:t>Data security</a:t>
          </a:r>
        </a:p>
      </dsp:txBody>
      <dsp:txXfrm>
        <a:off x="0" y="2045698"/>
        <a:ext cx="3216910" cy="2042703"/>
      </dsp:txXfrm>
    </dsp:sp>
    <dsp:sp modelId="{C9B06EBA-03F8-F94D-B727-2A04929E01B6}">
      <dsp:nvSpPr>
        <dsp:cNvPr id="0" name=""/>
        <dsp:cNvSpPr/>
      </dsp:nvSpPr>
      <dsp:spPr>
        <a:xfrm>
          <a:off x="3458178" y="2138457"/>
          <a:ext cx="12626371" cy="185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SzPts val="1000"/>
            <a:buFont typeface="Symbol" pitchFamily="2" charset="2"/>
            <a:buNone/>
          </a:pPr>
          <a:r>
            <a:rPr lang="en-US" sz="2400" kern="1200" dirty="0"/>
            <a:t>Even if we decide we are happy for someone to have our data for a particular purpose, can we trust them to keep it safe?</a:t>
          </a:r>
        </a:p>
      </dsp:txBody>
      <dsp:txXfrm>
        <a:off x="3458178" y="2138457"/>
        <a:ext cx="12626371" cy="1855189"/>
      </dsp:txXfrm>
    </dsp:sp>
    <dsp:sp modelId="{5583B980-CD71-2F43-9337-6C815C0B4B28}">
      <dsp:nvSpPr>
        <dsp:cNvPr id="0" name=""/>
        <dsp:cNvSpPr/>
      </dsp:nvSpPr>
      <dsp:spPr>
        <a:xfrm>
          <a:off x="3216909" y="3993647"/>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1BA21B-25CA-A44D-B811-E1F3689F1700}">
      <dsp:nvSpPr>
        <dsp:cNvPr id="0" name=""/>
        <dsp:cNvSpPr/>
      </dsp:nvSpPr>
      <dsp:spPr>
        <a:xfrm>
          <a:off x="0" y="4088401"/>
          <a:ext cx="16084550" cy="0"/>
        </a:xfrm>
        <a:prstGeom prst="line">
          <a:avLst/>
        </a:prstGeom>
        <a:solidFill>
          <a:schemeClr val="accent1">
            <a:hueOff val="0"/>
            <a:satOff val="0"/>
            <a:lumOff val="0"/>
            <a:alphaOff val="0"/>
          </a:schemeClr>
        </a:solidFill>
        <a:ln w="25400" cap="flat" cmpd="dbl"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199701-E05E-7545-893E-14C577DD4E5D}">
      <dsp:nvSpPr>
        <dsp:cNvPr id="0" name=""/>
        <dsp:cNvSpPr/>
      </dsp:nvSpPr>
      <dsp:spPr>
        <a:xfrm>
          <a:off x="0" y="4088401"/>
          <a:ext cx="3216910" cy="2042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SzPts val="1000"/>
            <a:buFont typeface="Symbol" pitchFamily="2" charset="2"/>
            <a:buNone/>
          </a:pPr>
          <a:r>
            <a:rPr lang="en-US" sz="3600" kern="1200" dirty="0"/>
            <a:t>Data discrimination</a:t>
          </a:r>
        </a:p>
      </dsp:txBody>
      <dsp:txXfrm>
        <a:off x="0" y="4088401"/>
        <a:ext cx="3216910" cy="2042703"/>
      </dsp:txXfrm>
    </dsp:sp>
    <dsp:sp modelId="{F37E8C95-4F63-1A4E-BCFE-B37B7A55A400}">
      <dsp:nvSpPr>
        <dsp:cNvPr id="0" name=""/>
        <dsp:cNvSpPr/>
      </dsp:nvSpPr>
      <dsp:spPr>
        <a:xfrm>
          <a:off x="3458178" y="4181161"/>
          <a:ext cx="12626371" cy="185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SzPts val="1000"/>
            <a:buFont typeface="Symbol" pitchFamily="2" charset="2"/>
            <a:buNone/>
          </a:pPr>
          <a:r>
            <a:rPr lang="en-US" sz="2400" kern="1200" dirty="0"/>
            <a:t>We already use credit scoring to decide who can borrow money, and insurance is heavily data-driven. </a:t>
          </a:r>
        </a:p>
        <a:p>
          <a:pPr marL="0" lvl="0" indent="0" algn="l" defTabSz="1066800">
            <a:lnSpc>
              <a:spcPct val="90000"/>
            </a:lnSpc>
            <a:spcBef>
              <a:spcPct val="0"/>
            </a:spcBef>
            <a:spcAft>
              <a:spcPct val="35000"/>
            </a:spcAft>
            <a:buSzPts val="1000"/>
            <a:buFont typeface="Symbol" pitchFamily="2" charset="2"/>
            <a:buNone/>
          </a:pPr>
          <a:r>
            <a:rPr lang="en-US" sz="2400" kern="1200" dirty="0"/>
            <a:t>We can expect to be analyzed and assessed in greater detail, and care must be taken that this isn’t done in a way that contributes to making life more difficult for those who have fewer resources, and limited access to information.</a:t>
          </a:r>
        </a:p>
      </dsp:txBody>
      <dsp:txXfrm>
        <a:off x="3458178" y="4181161"/>
        <a:ext cx="12626371" cy="1855189"/>
      </dsp:txXfrm>
    </dsp:sp>
    <dsp:sp modelId="{8C93DD6D-C9EF-754D-BE41-BAA4DA95CE4C}">
      <dsp:nvSpPr>
        <dsp:cNvPr id="0" name=""/>
        <dsp:cNvSpPr/>
      </dsp:nvSpPr>
      <dsp:spPr>
        <a:xfrm>
          <a:off x="3216909" y="6036350"/>
          <a:ext cx="12867640" cy="0"/>
        </a:xfrm>
        <a:prstGeom prst="line">
          <a:avLst/>
        </a:prstGeom>
        <a:solidFill>
          <a:schemeClr val="accent1">
            <a:hueOff val="0"/>
            <a:satOff val="0"/>
            <a:lumOff val="0"/>
            <a:alphaOff val="0"/>
          </a:schemeClr>
        </a:solidFill>
        <a:ln w="25400" cap="flat" cmpd="dbl"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5</a:t>
            </a:fld>
            <a:endParaRPr lang="en-US" dirty="0"/>
          </a:p>
        </p:txBody>
      </p:sp>
    </p:spTree>
    <p:extLst>
      <p:ext uri="{BB962C8B-B14F-4D97-AF65-F5344CB8AC3E}">
        <p14:creationId xmlns:p14="http://schemas.microsoft.com/office/powerpoint/2010/main" val="2660438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7</a:t>
            </a:fld>
            <a:endParaRPr lang="en-US" dirty="0"/>
          </a:p>
        </p:txBody>
      </p:sp>
    </p:spTree>
    <p:extLst>
      <p:ext uri="{BB962C8B-B14F-4D97-AF65-F5344CB8AC3E}">
        <p14:creationId xmlns:p14="http://schemas.microsoft.com/office/powerpoint/2010/main" val="28501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dirty="0"/>
          </a:p>
        </p:txBody>
      </p:sp>
      <p:sp>
        <p:nvSpPr>
          <p:cNvPr id="4" name="Footer Placeholder 3"/>
          <p:cNvSpPr>
            <a:spLocks noGrp="1"/>
          </p:cNvSpPr>
          <p:nvPr>
            <p:ph type="ftr" sz="quarter" idx="11"/>
          </p:nvPr>
        </p:nvSpPr>
        <p:spPr/>
        <p:txBody>
          <a:bodyPr/>
          <a:lstStyle/>
          <a:p>
            <a:r>
              <a:rPr lang="en-US" dirty="0"/>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dirty="0"/>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2560-737F-B330-D534-F5DFD96A11A3}"/>
              </a:ext>
            </a:extLst>
          </p:cNvPr>
          <p:cNvSpPr>
            <a:spLocks noGrp="1"/>
          </p:cNvSpPr>
          <p:nvPr>
            <p:ph type="ctrTitle"/>
          </p:nvPr>
        </p:nvSpPr>
        <p:spPr/>
        <p:txBody>
          <a:bodyPr/>
          <a:lstStyle/>
          <a:p>
            <a:r>
              <a:rPr lang="en-US" dirty="0"/>
              <a:t>Module 1 : Lesson 4</a:t>
            </a:r>
            <a:br>
              <a:rPr lang="en-US" dirty="0"/>
            </a:br>
            <a:r>
              <a:rPr lang="en-US" sz="5400" dirty="0"/>
              <a:t>Big Data Challenges</a:t>
            </a:r>
            <a:endParaRPr lang="en-US" dirty="0"/>
          </a:p>
        </p:txBody>
      </p:sp>
    </p:spTree>
    <p:custDataLst>
      <p:tags r:id="rId1"/>
    </p:custDataLst>
    <p:extLst>
      <p:ext uri="{BB962C8B-B14F-4D97-AF65-F5344CB8AC3E}">
        <p14:creationId xmlns:p14="http://schemas.microsoft.com/office/powerpoint/2010/main" val="986755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1">
            <a:extLst>
              <a:ext uri="{FF2B5EF4-FFF2-40B4-BE49-F238E27FC236}">
                <a16:creationId xmlns:a16="http://schemas.microsoft.com/office/drawing/2014/main" id="{6B8790E2-29DD-B4B9-A1CC-7C31456527FE}"/>
              </a:ext>
            </a:extLst>
          </p:cNvPr>
          <p:cNvSpPr>
            <a:spLocks noGrp="1"/>
          </p:cNvSpPr>
          <p:nvPr>
            <p:ph type="title"/>
          </p:nvPr>
        </p:nvSpPr>
        <p:spPr/>
        <p:txBody>
          <a:bodyPr/>
          <a:lstStyle/>
          <a:p>
            <a:r>
              <a:rPr lang="en-US" dirty="0"/>
              <a:t>The Challenge Posed by Big Data</a:t>
            </a:r>
          </a:p>
        </p:txBody>
      </p:sp>
      <p:sp>
        <p:nvSpPr>
          <p:cNvPr id="3" name="Footer Placeholder 2">
            <a:extLst>
              <a:ext uri="{FF2B5EF4-FFF2-40B4-BE49-F238E27FC236}">
                <a16:creationId xmlns:a16="http://schemas.microsoft.com/office/drawing/2014/main" id="{BAB9817D-6B95-B835-CE2F-B9A5085CD6D9}"/>
              </a:ext>
            </a:extLst>
          </p:cNvPr>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4" name="Slide Number Placeholder 3">
            <a:extLst>
              <a:ext uri="{FF2B5EF4-FFF2-40B4-BE49-F238E27FC236}">
                <a16:creationId xmlns:a16="http://schemas.microsoft.com/office/drawing/2014/main" id="{618683D7-3112-2DBF-626A-33372E034CE6}"/>
              </a:ext>
            </a:extLst>
          </p:cNvPr>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2</a:t>
            </a:fld>
            <a:endParaRPr lang="en-US" dirty="0"/>
          </a:p>
        </p:txBody>
      </p:sp>
      <p:pic>
        <p:nvPicPr>
          <p:cNvPr id="14" name="Picture 13" descr="The image outlines the challenges and missed opportunities associated with enterprise data usage, using color-coded sections and arrows to indicate the flow of information:&#10;&#10;1. **Top Red Section**:&#10;   - **Text**: &quot;The proliferation of data generated by enterprises has afforded an unprecedented opportunity for businesses to know more about their customers, competitors, and business operations.&quot;&#10;&#10;2. **Middle Orange Section**:&#10;   - **Text**: &quot;However, the unfortunate truth is that the potential of most data lies dormant.&quot;&#10;&#10;3. **Third Grey Section**:&#10;   - **Text**: &quot;On average, between 60% and 73% of all data within an enterprise goes unused for business intelligence (BI) and analytics [Source: Forrester].&quot;&#10;&#10;4. **Bottom Blue Section**:&#10;   - **Text**: &quot;That's unacceptable in an age where deeper, actionable insights, especially about customers, are a competitive necessity.&quot;&#10;&#10;The image highlights the significant gap between the potential of data generated by enterprises and the extent to which it is utilized, emphasizing the importance of leveraging data for actionable insights to maintain competitive advantage.">
            <a:extLst>
              <a:ext uri="{FF2B5EF4-FFF2-40B4-BE49-F238E27FC236}">
                <a16:creationId xmlns:a16="http://schemas.microsoft.com/office/drawing/2014/main" id="{86444CFA-6F8C-B3BF-8FFD-AA8CA5F1B952}"/>
              </a:ext>
            </a:extLst>
          </p:cNvPr>
          <p:cNvPicPr>
            <a:picLocks noChangeAspect="1"/>
          </p:cNvPicPr>
          <p:nvPr/>
        </p:nvPicPr>
        <p:blipFill>
          <a:blip r:embed="rId2"/>
          <a:stretch>
            <a:fillRect/>
          </a:stretch>
        </p:blipFill>
        <p:spPr>
          <a:xfrm>
            <a:off x="1079790" y="1968644"/>
            <a:ext cx="16315458" cy="6910820"/>
          </a:xfrm>
          <a:prstGeom prst="rect">
            <a:avLst/>
          </a:prstGeom>
        </p:spPr>
      </p:pic>
    </p:spTree>
    <p:extLst>
      <p:ext uri="{BB962C8B-B14F-4D97-AF65-F5344CB8AC3E}">
        <p14:creationId xmlns:p14="http://schemas.microsoft.com/office/powerpoint/2010/main" val="473772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r>
              <a:rPr lang="en-US" dirty="0"/>
              <a:t>Why is Big Data a Challenge?</a:t>
            </a:r>
            <a:br>
              <a:rPr lang="en-US" dirty="0"/>
            </a:br>
            <a:r>
              <a:rPr lang="en-US" sz="4650" dirty="0"/>
              <a:t>Can We Just Avoid Using Big Data</a:t>
            </a:r>
            <a:endParaRPr lang="en-US" dirty="0"/>
          </a:p>
        </p:txBody>
      </p:sp>
      <p:sp>
        <p:nvSpPr>
          <p:cNvPr id="4" name="Footer Placeholder 3"/>
          <p:cNvSpPr>
            <a:spLocks noGrp="1"/>
          </p:cNvSpPr>
          <p:nvPr>
            <p:ph type="ftr" sz="quarter" idx="4294967295"/>
          </p:nvPr>
        </p:nvSpPr>
        <p:spPr>
          <a:xfrm>
            <a:off x="0" y="19050"/>
            <a:ext cx="4114800" cy="328613"/>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r>
              <a:rPr lang="en-US" dirty="0"/>
              <a:t>Big Data Technologies - Module 01a</a:t>
            </a:r>
          </a:p>
        </p:txBody>
      </p:sp>
      <p:sp>
        <p:nvSpPr>
          <p:cNvPr id="5" name="Slide Number Placeholder 4"/>
          <p:cNvSpPr>
            <a:spLocks noGrp="1"/>
          </p:cNvSpPr>
          <p:nvPr>
            <p:ph type="sldNum" sz="quarter" idx="4294967295"/>
          </p:nvPr>
        </p:nvSpPr>
        <p:spPr>
          <a:xfrm>
            <a:off x="0" y="19050"/>
            <a:ext cx="1066800" cy="328613"/>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900"/>
              </a:spcAft>
            </a:pPr>
            <a:fld id="{A89303E2-24A7-45FB-8F9B-C98A0FA0F4CA}" type="slidenum">
              <a:rPr lang="en-US" smtClean="0"/>
              <a:pPr>
                <a:spcAft>
                  <a:spcPts val="900"/>
                </a:spcAft>
              </a:pPr>
              <a:t>3</a:t>
            </a:fld>
            <a:endParaRPr lang="en-US" dirty="0"/>
          </a:p>
        </p:txBody>
      </p:sp>
      <p:pic>
        <p:nvPicPr>
          <p:cNvPr id="18" name="Picture 17" descr="The image suggests strategies for managing large volumes of data, using color-coded boxes for each approach:&#10;&#10;1. **Top Left Red Box**:&#10;   - **Text**: &quot;Don't collect so much data in the first place.&quot;&#10;&#10;2. **Top Middle Orange Box**:&#10;   - **Text**: &quot;Or just store part of the data until later when it can be processed.&quot;&#10;&#10;3. **Top Right Grey Box**:&#10;   - **Text**: &quot;Or delete part of the data that can't be stored or processed using the technology to hand.&quot;&#10;&#10;4. **Bottom Left Blue-Grey Box**:&#10;   - **Text**: &quot;Or sample the data at the rate at which it can be processed and stored.&quot;&#10;&#10;5. **Bottom Right Blue Box**:&#10;   - **Text**: &quot;And then discard the data that can't be stored.&quot;&#10;&#10;These strategies highlight different methods for handling data overflow, emphasizing selective collection, delayed storage, sampling, and data deletion to manage data more effectively.">
            <a:extLst>
              <a:ext uri="{FF2B5EF4-FFF2-40B4-BE49-F238E27FC236}">
                <a16:creationId xmlns:a16="http://schemas.microsoft.com/office/drawing/2014/main" id="{80B9FAFE-A8B0-D030-5A09-334693203785}"/>
              </a:ext>
            </a:extLst>
          </p:cNvPr>
          <p:cNvPicPr>
            <a:picLocks noChangeAspect="1"/>
          </p:cNvPicPr>
          <p:nvPr/>
        </p:nvPicPr>
        <p:blipFill>
          <a:blip r:embed="rId2"/>
          <a:stretch>
            <a:fillRect/>
          </a:stretch>
        </p:blipFill>
        <p:spPr>
          <a:xfrm>
            <a:off x="1105766" y="1943100"/>
            <a:ext cx="16346631" cy="6858000"/>
          </a:xfrm>
          <a:prstGeom prst="rect">
            <a:avLst/>
          </a:prstGeom>
        </p:spPr>
      </p:pic>
    </p:spTree>
    <p:extLst>
      <p:ext uri="{BB962C8B-B14F-4D97-AF65-F5344CB8AC3E}">
        <p14:creationId xmlns:p14="http://schemas.microsoft.com/office/powerpoint/2010/main" val="417322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Why is Big Data a Challenge?</a:t>
            </a:r>
            <a:br>
              <a:rPr lang="en-US" dirty="0"/>
            </a:br>
            <a:r>
              <a:rPr lang="en-US" sz="4400" dirty="0"/>
              <a:t>But Big Data is Inevitable</a:t>
            </a:r>
            <a:endParaRPr lang="en-US" dirty="0"/>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dirty="0"/>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1600" dirty="0"/>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algn="ctr"/>
            <a:r>
              <a:rPr lang="en-US" sz="2200" b="1" dirty="0">
                <a:solidFill>
                  <a:schemeClr val="bg2"/>
                </a:solidFill>
              </a:rPr>
              <a:t>Sometimes collecting large volumes of data is the point</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lvl="0" algn="ctr"/>
            <a:r>
              <a:rPr lang="en-US" sz="2200" b="1" dirty="0">
                <a:solidFill>
                  <a:schemeClr val="tx1"/>
                </a:solidFill>
              </a:rPr>
              <a:t>Sometimes big data happens (unexpectedly)</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vl="0" algn="ctr" rtl="0"/>
            <a:r>
              <a:rPr lang="en-US" sz="2200" b="1" dirty="0">
                <a:solidFill>
                  <a:schemeClr val="tx1"/>
                </a:solidFill>
              </a:rPr>
              <a:t>Sometimes big data is a competitive business choice</a:t>
            </a:r>
            <a:r>
              <a:rPr lang="en-US" sz="2200" b="1" dirty="0">
                <a:solidFill>
                  <a:schemeClr val="tx1"/>
                </a:solidFill>
                <a:latin typeface="Arial"/>
              </a:rPr>
              <a:t> </a:t>
            </a:r>
            <a:endParaRPr lang="en-US" sz="2200" b="1" dirty="0">
              <a:solidFill>
                <a:schemeClr val="tx1"/>
              </a:solidFill>
            </a:endParaRP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lvl="0" algn="ctr"/>
            <a:r>
              <a:rPr lang="en-US" sz="2200" b="1" dirty="0">
                <a:solidFill>
                  <a:schemeClr val="bg2"/>
                </a:solidFill>
              </a:rPr>
              <a:t>Sometimes it makes no sense to only sample data</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lvl="0" indent="-342900">
              <a:buFont typeface="Arial" panose="020B0604020202020204" pitchFamily="34" charset="0"/>
              <a:buChar char="•"/>
            </a:pPr>
            <a:r>
              <a:rPr lang="en-US" sz="2000" dirty="0">
                <a:solidFill>
                  <a:schemeClr val="bg2"/>
                </a:solidFill>
              </a:rPr>
              <a:t>Large Hadron Collider experiments to discover new physics</a:t>
            </a:r>
          </a:p>
          <a:p>
            <a:pPr marL="342900" lvl="0" indent="-342900" rtl="0">
              <a:buFont typeface="Arial" panose="020B0604020202020204" pitchFamily="34" charset="0"/>
              <a:buChar char="•"/>
            </a:pPr>
            <a:r>
              <a:rPr lang="en-US" sz="2000" dirty="0">
                <a:solidFill>
                  <a:schemeClr val="bg2"/>
                </a:solidFill>
              </a:rPr>
              <a:t>Images and other data from missions to the moon or Mars</a:t>
            </a:r>
            <a:r>
              <a:rPr lang="en-US" sz="2000" dirty="0">
                <a:solidFill>
                  <a:schemeClr val="bg2"/>
                </a:solidFill>
                <a:latin typeface="Arial"/>
              </a:rPr>
              <a:t> </a:t>
            </a:r>
          </a:p>
          <a:p>
            <a:pPr marL="342900" lvl="0" indent="-342900">
              <a:buFont typeface="Arial" panose="020B0604020202020204" pitchFamily="34" charset="0"/>
              <a:buChar char="•"/>
            </a:pPr>
            <a:r>
              <a:rPr lang="en-US" sz="2000" dirty="0">
                <a:solidFill>
                  <a:schemeClr val="bg2"/>
                </a:solidFill>
              </a:rPr>
              <a:t>Twitter, Facebook, Snapchat, YouTube, Instagram and so on</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342900" lvl="0" indent="-342900">
              <a:buFont typeface="Arial" panose="020B0604020202020204" pitchFamily="34" charset="0"/>
              <a:buChar char="•"/>
            </a:pPr>
            <a:r>
              <a:rPr lang="en-US" sz="2000" dirty="0">
                <a:solidFill>
                  <a:schemeClr val="tx1"/>
                </a:solidFill>
              </a:rPr>
              <a:t>An ecommerce site starts small and then usage grows</a:t>
            </a:r>
          </a:p>
          <a:p>
            <a:pPr marL="342900" lvl="0" indent="-342900">
              <a:buFont typeface="Arial" panose="020B0604020202020204" pitchFamily="34" charset="0"/>
              <a:buChar char="•"/>
            </a:pPr>
            <a:r>
              <a:rPr lang="en-US" sz="2000" dirty="0">
                <a:solidFill>
                  <a:schemeClr val="tx1"/>
                </a:solidFill>
              </a:rPr>
              <a:t>Data collected about each user starts small and then is augmented with more details</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342900" lvl="0" indent="-342900">
              <a:buFont typeface="Arial" panose="020B0604020202020204" pitchFamily="34" charset="0"/>
              <a:buChar char="•"/>
            </a:pPr>
            <a:r>
              <a:rPr lang="en-US" sz="2000" dirty="0">
                <a:solidFill>
                  <a:schemeClr val="tx1"/>
                </a:solidFill>
              </a:rPr>
              <a:t>Understand your customer better than other similar businesses</a:t>
            </a:r>
          </a:p>
          <a:p>
            <a:pPr marL="342900" lvl="0" indent="-342900">
              <a:buFont typeface="Arial" panose="020B0604020202020204" pitchFamily="34" charset="0"/>
              <a:buChar char="•"/>
            </a:pPr>
            <a:r>
              <a:rPr lang="en-US" sz="2000" dirty="0">
                <a:solidFill>
                  <a:schemeClr val="tx1"/>
                </a:solidFill>
              </a:rPr>
              <a:t>Or to meet some governance, legal or regulatory requirements</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lvl="0" indent="-342900" rtl="0">
              <a:buFont typeface="Arial" panose="020B0604020202020204" pitchFamily="34" charset="0"/>
              <a:buChar char="•"/>
            </a:pPr>
            <a:r>
              <a:rPr lang="en-US" sz="2000" dirty="0">
                <a:solidFill>
                  <a:schemeClr val="bg2"/>
                </a:solidFill>
              </a:rPr>
              <a:t>Can’t record</a:t>
            </a:r>
            <a:r>
              <a:rPr lang="en-US" sz="2000" dirty="0">
                <a:solidFill>
                  <a:schemeClr val="bg2"/>
                </a:solidFill>
                <a:latin typeface="Arial"/>
              </a:rPr>
              <a:t> </a:t>
            </a:r>
            <a:r>
              <a:rPr lang="en-US" sz="2000" dirty="0">
                <a:solidFill>
                  <a:schemeClr val="bg2"/>
                </a:solidFill>
              </a:rPr>
              <a:t>or analyze every other order a customer places or every other fire alarm indication</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600" dirty="0"/>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lvl="0" algn="ctr"/>
            <a:r>
              <a:rPr lang="en-US" sz="2200" b="1" dirty="0">
                <a:solidFill>
                  <a:schemeClr val="bg2"/>
                </a:solidFill>
              </a:rPr>
              <a:t>Sometimes more data is required for data analytic reasons</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342900" lvl="0" indent="-342900">
              <a:buFont typeface="Arial" panose="020B0604020202020204" pitchFamily="34" charset="0"/>
              <a:buChar char="•"/>
            </a:pPr>
            <a:r>
              <a:rPr lang="en-US" sz="2000" dirty="0">
                <a:solidFill>
                  <a:schemeClr val="bg2"/>
                </a:solidFill>
              </a:rPr>
              <a:t>More effective sentiment analysis or population health trending analysis</a:t>
            </a:r>
          </a:p>
          <a:p>
            <a:pPr marL="342900" lvl="0" indent="-342900">
              <a:buFont typeface="Arial" panose="020B0604020202020204" pitchFamily="34" charset="0"/>
              <a:buChar char="•"/>
            </a:pPr>
            <a:r>
              <a:rPr lang="en-US" sz="2000" dirty="0">
                <a:solidFill>
                  <a:schemeClr val="bg2"/>
                </a:solidFill>
              </a:rPr>
              <a:t>Good predictive algorithms applied to large data sets are often more accurate than great algorithms applied to smaller data sets</a:t>
            </a:r>
            <a:endParaRPr lang="en-US" dirty="0">
              <a:solidFill>
                <a:schemeClr val="bg2"/>
              </a:solidFill>
            </a:endParaRPr>
          </a:p>
        </p:txBody>
      </p:sp>
    </p:spTree>
    <p:extLst>
      <p:ext uri="{BB962C8B-B14F-4D97-AF65-F5344CB8AC3E}">
        <p14:creationId xmlns:p14="http://schemas.microsoft.com/office/powerpoint/2010/main" val="1246211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dirty="0"/>
              <a:t>The Economic Challenges of Big Data</a:t>
            </a:r>
          </a:p>
        </p:txBody>
      </p:sp>
      <p:pic>
        <p:nvPicPr>
          <p:cNvPr id="41" name="Picture 40" descr="The image highlights several challenges associated with big data management, using color-coded sections and icons for each point:&#10;&#10;1. **Top Red Section**:&#10;   - **Icon**: Stack of disks.&#10;   - **Text**: &quot;The cost of storing and managing large amounts of data is increasing faster than IT budgets.&quot;&#10;&#10;2. **Second Orange Section**:&#10;   - **Icon**: Developer icon.&#10;   - **Text**: &quot;The complexity of big data analytics requires specialized skills and expertise that are in high demand and expensive to acquire.&quot;&#10;&#10;3. **Third Grey Section**:&#10;   - **Icon**: Line chart with an upward trend.&#10;   - **Text**: &quot;The rapid growth in data volume and variety makes it difficult to predict future IT budget needs, leading to underfunding or overspending.&quot;&#10;&#10;4. **Bottom Blue Section**:&#10;   - **Icon**: Gears.&#10;   - **Text**: &quot;The need for real-time data processing and analysis puts pressure on IT infrastructure, requiring more expensive hardware and software.&quot;&#10;&#10;This image emphasizes the financial and operational challenges that organizations face in managing and utilizing big data, including increasing costs, the need for specialized skills, and the pressure on IT infrastructure.">
            <a:extLst>
              <a:ext uri="{FF2B5EF4-FFF2-40B4-BE49-F238E27FC236}">
                <a16:creationId xmlns:a16="http://schemas.microsoft.com/office/drawing/2014/main" id="{9DDD67E4-A786-B546-D7D4-9EF8DAB920BE}"/>
              </a:ext>
            </a:extLst>
          </p:cNvPr>
          <p:cNvPicPr>
            <a:picLocks noChangeAspect="1"/>
          </p:cNvPicPr>
          <p:nvPr/>
        </p:nvPicPr>
        <p:blipFill>
          <a:blip r:embed="rId3"/>
          <a:stretch>
            <a:fillRect/>
          </a:stretch>
        </p:blipFill>
        <p:spPr>
          <a:xfrm>
            <a:off x="762866" y="2009775"/>
            <a:ext cx="10070522" cy="6662304"/>
          </a:xfrm>
          <a:prstGeom prst="rect">
            <a:avLst/>
          </a:prstGeom>
        </p:spPr>
      </p:pic>
      <p:pic>
        <p:nvPicPr>
          <p:cNvPr id="98" name="Picture 97" descr="The image compares the projected growth rates of data volume and IT budgets, highlighting a disparity:&#10;&#10;- **Left Section (Data Volume)**:&#10;  - **Text**: &quot;40% projected growth in global data volume each year.&quot;&#10;&#10;- **Right Section (IT Budgets)**:&#10;  - **Text**: &quot;5% projected growth in global IT spending each year.&quot;&#10;&#10;- **Arrows**: Two arrows form a cycle, connecting the two sections, illustrating the relationship and disparity between data volume growth and IT budget growth.&#10;&#10;This image underscores the challenge that the rapid increase in data volume poses for IT budgets, which are growing at a much slower rate.">
            <a:extLst>
              <a:ext uri="{FF2B5EF4-FFF2-40B4-BE49-F238E27FC236}">
                <a16:creationId xmlns:a16="http://schemas.microsoft.com/office/drawing/2014/main" id="{D32ED5D2-F58A-7849-35D5-74DEA4643E0D}"/>
              </a:ext>
            </a:extLst>
          </p:cNvPr>
          <p:cNvPicPr>
            <a:picLocks noChangeAspect="1"/>
          </p:cNvPicPr>
          <p:nvPr/>
        </p:nvPicPr>
        <p:blipFill>
          <a:blip r:embed="rId4"/>
          <a:stretch>
            <a:fillRect/>
          </a:stretch>
        </p:blipFill>
        <p:spPr>
          <a:xfrm>
            <a:off x="11730470" y="2007177"/>
            <a:ext cx="5405005" cy="6646718"/>
          </a:xfrm>
          <a:prstGeom prst="rect">
            <a:avLst/>
          </a:prstGeom>
        </p:spPr>
      </p:pic>
    </p:spTree>
    <p:extLst>
      <p:ext uri="{BB962C8B-B14F-4D97-AF65-F5344CB8AC3E}">
        <p14:creationId xmlns:p14="http://schemas.microsoft.com/office/powerpoint/2010/main" val="3677013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DAC22-2261-5854-A9A0-EFB5076550FC}"/>
              </a:ext>
            </a:extLst>
          </p:cNvPr>
          <p:cNvSpPr>
            <a:spLocks noGrp="1"/>
          </p:cNvSpPr>
          <p:nvPr>
            <p:ph type="title"/>
          </p:nvPr>
        </p:nvSpPr>
        <p:spPr/>
        <p:txBody>
          <a:bodyPr/>
          <a:lstStyle/>
          <a:p>
            <a:r>
              <a:rPr lang="en-US" dirty="0"/>
              <a:t>Other Big Data Challenges</a:t>
            </a:r>
          </a:p>
        </p:txBody>
      </p:sp>
      <p:graphicFrame>
        <p:nvGraphicFramePr>
          <p:cNvPr id="3" name="Diagram 2" descr="The image discusses three significant concerns related to big data, using sections with headings and descriptions:&#10;&#10;1. **Data privacy**:&#10;   - **Text**: &#10;     - &quot;The Big Data we now generate contains a lot of information about our personal lives, much of which we have a right to keep private.&quot;&#10;     - &quot;Increasingly, we are asked to strike a balance between the amount of personal data we divulge, and the convenience that Big Data-powered apps and services offer.&quot;&#10;&#10;2. **Data security**:&#10;   - **Text**: &#10;     - &quot;Even if we decide we are happy for someone to have our data for a particular purpose, can we trust them to keep it safe?&quot;&#10;&#10;3. **Data discrimination**:&#10;   - **Text**: &#10;     - &quot;We already use credit scoring to decide who can borrow money, and insurance is heavily data-driven.&quot;&#10;     - &quot;We can expect to be analyzed and assessed in greater detail, and care must be taken that this isn’t done in a way that contributes to making life more difficult for those who have fewer resources, and limited access to information.&quot;&#10;&#10;This image highlights critical issues of data privacy, security, and discrimination, emphasizing the need to carefully manage and use data to avoid negative consequences for individuals.">
            <a:extLst>
              <a:ext uri="{FF2B5EF4-FFF2-40B4-BE49-F238E27FC236}">
                <a16:creationId xmlns:a16="http://schemas.microsoft.com/office/drawing/2014/main" id="{64DFA8A7-9649-4DA6-8DD3-3526A5BB70B1}"/>
              </a:ext>
            </a:extLst>
          </p:cNvPr>
          <p:cNvGraphicFramePr/>
          <p:nvPr>
            <p:extLst>
              <p:ext uri="{D42A27DB-BD31-4B8C-83A1-F6EECF244321}">
                <p14:modId xmlns:p14="http://schemas.microsoft.com/office/powerpoint/2010/main" val="3711923113"/>
              </p:ext>
            </p:extLst>
          </p:nvPr>
        </p:nvGraphicFramePr>
        <p:xfrm>
          <a:off x="1098551" y="2552700"/>
          <a:ext cx="16084550" cy="613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9401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7D223-F975-7BCF-30C9-6396A0803D4F}"/>
              </a:ext>
            </a:extLst>
          </p:cNvPr>
          <p:cNvSpPr>
            <a:spLocks noGrp="1"/>
          </p:cNvSpPr>
          <p:nvPr>
            <p:ph type="title"/>
          </p:nvPr>
        </p:nvSpPr>
        <p:spPr/>
        <p:txBody>
          <a:bodyPr/>
          <a:lstStyle/>
          <a:p>
            <a:r>
              <a:rPr lang="en-US" sz="6000" dirty="0">
                <a:cs typeface="Arial"/>
              </a:rPr>
              <a:t>Amazon Scraps Secret AI Recruiting Tool </a:t>
            </a:r>
            <a:br>
              <a:rPr lang="en-US" sz="6000" dirty="0">
                <a:cs typeface="Arial"/>
              </a:rPr>
            </a:br>
            <a:r>
              <a:rPr lang="en-US" sz="4800" dirty="0">
                <a:cs typeface="Arial"/>
              </a:rPr>
              <a:t>(that showed bias against women)</a:t>
            </a:r>
            <a:endParaRPr lang="en-US" dirty="0"/>
          </a:p>
        </p:txBody>
      </p:sp>
      <p:sp>
        <p:nvSpPr>
          <p:cNvPr id="3" name="TextBox 2">
            <a:extLst>
              <a:ext uri="{FF2B5EF4-FFF2-40B4-BE49-F238E27FC236}">
                <a16:creationId xmlns:a16="http://schemas.microsoft.com/office/drawing/2014/main" id="{ED5A6036-F919-7A5C-A7CD-C31C30EFC4F9}"/>
              </a:ext>
            </a:extLst>
          </p:cNvPr>
          <p:cNvSpPr txBox="1"/>
          <p:nvPr/>
        </p:nvSpPr>
        <p:spPr>
          <a:xfrm>
            <a:off x="2917191" y="8937195"/>
            <a:ext cx="12202062" cy="646331"/>
          </a:xfrm>
          <a:prstGeom prst="rect">
            <a:avLst/>
          </a:prstGeom>
          <a:noFill/>
        </p:spPr>
        <p:txBody>
          <a:bodyPr rot="0" spcFirstLastPara="0" vertOverflow="overflow" horzOverflow="overflow" vert="horz" wrap="square" lIns="137160" tIns="68580" rIns="137160" bIns="68580" numCol="1" spcCol="0" rtlCol="0" fromWordArt="0" anchor="t" anchorCtr="0" forceAA="0" compatLnSpc="1">
            <a:prstTxWarp prst="textNoShape">
              <a:avLst/>
            </a:prstTxWarp>
            <a:spAutoFit/>
          </a:bodyPr>
          <a:lstStyle/>
          <a:p>
            <a:pPr algn="l"/>
            <a:r>
              <a:rPr lang="en-US" sz="1650" dirty="0">
                <a:solidFill>
                  <a:srgbClr val="000000"/>
                </a:solidFill>
                <a:ea typeface="+mn-lt"/>
                <a:cs typeface="+mn-lt"/>
              </a:rPr>
              <a:t>https://www.reuters.com/article/us-amazon-com-jobs-automation-insight/amazon-scraps-secret-ai-recruiting-tool-that-showed-bias-against-women-idUSKCN1MK08G</a:t>
            </a:r>
            <a:endParaRPr lang="en-US" dirty="0"/>
          </a:p>
        </p:txBody>
      </p:sp>
      <p:pic>
        <p:nvPicPr>
          <p:cNvPr id="19" name="Picture 18" descr="The image explains a specific instance of gender bias in an automated system, using a structured format with headings and descriptions:&#10;&#10;1. **What**:&#10;   - **Text**: &quot;The company realized its new system was not rating candidates for software developer jobs in a gender-neutral way.&quot;&#10;&#10;2. **Why**:&#10;   - **Text**:&#10;     - &quot;Amazon’s computer models were trained to vet applicants by observing patterns in resumes submitted to the company over a 10-year period.&quot;&#10;     - &quot;But the data had an inherent historical bias… most resumes came from men, a reflection of male dominance across the tech industry.&quot;&#10;     - &quot;So… Amazon’s system taught itself that male candidates were preferable.&quot;&#10;&#10;3. **How**:&#10;   - **Text**:&#10;     - &quot;It penalized resumes that included the word 'women’s,' as in 'women’s chess club captain,' and it downgraded graduates of two all-women’s colleges.&quot;&#10;&#10;This image highlights the issue of bias in automated hiring systems, illustrating how historical data can influence algorithms to produce biased outcomes, and detailing the specific mechanisms by which the bias was manifested in this case.">
            <a:extLst>
              <a:ext uri="{FF2B5EF4-FFF2-40B4-BE49-F238E27FC236}">
                <a16:creationId xmlns:a16="http://schemas.microsoft.com/office/drawing/2014/main" id="{0AAB9058-F1B1-E313-4F73-8468CF5B22F3}"/>
              </a:ext>
            </a:extLst>
          </p:cNvPr>
          <p:cNvPicPr>
            <a:picLocks noChangeAspect="1"/>
          </p:cNvPicPr>
          <p:nvPr/>
        </p:nvPicPr>
        <p:blipFill>
          <a:blip r:embed="rId4"/>
          <a:stretch>
            <a:fillRect/>
          </a:stretch>
        </p:blipFill>
        <p:spPr>
          <a:xfrm>
            <a:off x="1103601" y="2576945"/>
            <a:ext cx="15789852" cy="6338454"/>
          </a:xfrm>
          <a:prstGeom prst="rect">
            <a:avLst/>
          </a:prstGeom>
        </p:spPr>
      </p:pic>
    </p:spTree>
    <p:custDataLst>
      <p:tags r:id="rId1"/>
    </p:custDataLst>
    <p:extLst>
      <p:ext uri="{BB962C8B-B14F-4D97-AF65-F5344CB8AC3E}">
        <p14:creationId xmlns:p14="http://schemas.microsoft.com/office/powerpoint/2010/main" val="36200974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E120C19E-2B52-474E-BFB0-7DA5C53B9C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51552</TotalTime>
  <Words>770</Words>
  <Application>Microsoft Office PowerPoint</Application>
  <PresentationFormat>Custom</PresentationFormat>
  <Paragraphs>62</Paragraphs>
  <Slides>7</Slides>
  <Notes>2</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Breeze</vt:lpstr>
      <vt:lpstr>Module 1 : Lesson 4 Big Data Challenges</vt:lpstr>
      <vt:lpstr>The Challenge Posed by Big Data</vt:lpstr>
      <vt:lpstr>Why is Big Data a Challenge? Can We Just Avoid Using Big Data</vt:lpstr>
      <vt:lpstr>Why is Big Data a Challenge? But Big Data is Inevitable</vt:lpstr>
      <vt:lpstr>The Economic Challenges of Big Data</vt:lpstr>
      <vt:lpstr>Other Big Data Challenges</vt:lpstr>
      <vt:lpstr>Amazon Scraps Secret AI Recruiting Tool  (that showed bias against women)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146</cp:revision>
  <cp:lastPrinted>2023-10-30T23:31:26Z</cp:lastPrinted>
  <dcterms:created xsi:type="dcterms:W3CDTF">2019-02-13T16:04:21Z</dcterms:created>
  <dcterms:modified xsi:type="dcterms:W3CDTF">2024-07-03T18:31:22Z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BC712A28-DE38-4592-91AF-A400EF6C7DCA</vt:lpwstr>
  </property>
  <property fmtid="{D5CDD505-2E9C-101B-9397-08002B2CF9AE}" pid="4" name="ArticulatePath">
    <vt:lpwstr>Module 1 v1 11092023</vt:lpwstr>
  </property>
  <property fmtid="{D5CDD505-2E9C-101B-9397-08002B2CF9AE}" pid="5" name="MediaServiceImageTags">
    <vt:lpwstr/>
  </property>
</Properties>
</file>