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6"/>
  </p:notesMasterIdLst>
  <p:sldIdLst>
    <p:sldId id="536" r:id="rId5"/>
    <p:sldId id="467" r:id="rId6"/>
    <p:sldId id="487" r:id="rId7"/>
    <p:sldId id="490" r:id="rId8"/>
    <p:sldId id="597" r:id="rId9"/>
    <p:sldId id="596" r:id="rId10"/>
    <p:sldId id="507" r:id="rId11"/>
    <p:sldId id="509" r:id="rId12"/>
    <p:sldId id="510" r:id="rId13"/>
    <p:sldId id="506" r:id="rId14"/>
    <p:sldId id="504" r:id="rId15"/>
  </p:sldIdLst>
  <p:sldSz cx="18288000" cy="10287000"/>
  <p:notesSz cx="6858000" cy="9144000"/>
  <p:custDataLst>
    <p:tags r:id="rId17"/>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4F6C"/>
    <a:srgbClr val="969696"/>
    <a:srgbClr val="E98D0A"/>
    <a:srgbClr val="C50724"/>
    <a:srgbClr val="0070C0"/>
    <a:srgbClr val="1770C0"/>
    <a:srgbClr val="BD05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0880FC-DE9F-6F0C-9A3B-C06A7474AA37}" v="52" dt="2024-07-03T18:43:45.3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30" autoAdjust="0"/>
  </p:normalViewPr>
  <p:slideViewPr>
    <p:cSldViewPr snapToGrid="0" snapToObjects="1">
      <p:cViewPr varScale="1">
        <p:scale>
          <a:sx n="31" d="100"/>
          <a:sy n="31" d="100"/>
        </p:scale>
        <p:origin x="62" y="576"/>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ison Mulshine" userId="S::allison.mulshine@collegiseducation.com::5f656d52-c555-4e5e-9a5b-18226766ffe3" providerId="AD" clId="Web-{C9CBD918-BAC0-97D9-F979-9194AF5F2E3C}"/>
    <pc:docChg chg="modSld">
      <pc:chgData name="Allison Mulshine" userId="S::allison.mulshine@collegiseducation.com::5f656d52-c555-4e5e-9a5b-18226766ffe3" providerId="AD" clId="Web-{C9CBD918-BAC0-97D9-F979-9194AF5F2E3C}" dt="2024-06-19T18:24:38.376" v="5"/>
      <pc:docMkLst>
        <pc:docMk/>
      </pc:docMkLst>
      <pc:sldChg chg="modSp">
        <pc:chgData name="Allison Mulshine" userId="S::allison.mulshine@collegiseducation.com::5f656d52-c555-4e5e-9a5b-18226766ffe3" providerId="AD" clId="Web-{C9CBD918-BAC0-97D9-F979-9194AF5F2E3C}" dt="2024-06-19T18:20:57.658" v="0"/>
        <pc:sldMkLst>
          <pc:docMk/>
          <pc:sldMk cId="1107453578" sldId="467"/>
        </pc:sldMkLst>
        <pc:graphicFrameChg chg="mod">
          <ac:chgData name="Allison Mulshine" userId="S::allison.mulshine@collegiseducation.com::5f656d52-c555-4e5e-9a5b-18226766ffe3" providerId="AD" clId="Web-{C9CBD918-BAC0-97D9-F979-9194AF5F2E3C}" dt="2024-06-19T18:20:57.658" v="0"/>
          <ac:graphicFrameMkLst>
            <pc:docMk/>
            <pc:sldMk cId="1107453578" sldId="467"/>
            <ac:graphicFrameMk id="12" creationId="{B269FB38-6842-76A3-068C-0B31F39882EB}"/>
          </ac:graphicFrameMkLst>
        </pc:graphicFrameChg>
      </pc:sldChg>
      <pc:sldChg chg="modSp">
        <pc:chgData name="Allison Mulshine" userId="S::allison.mulshine@collegiseducation.com::5f656d52-c555-4e5e-9a5b-18226766ffe3" providerId="AD" clId="Web-{C9CBD918-BAC0-97D9-F979-9194AF5F2E3C}" dt="2024-06-19T18:21:41.474" v="1"/>
        <pc:sldMkLst>
          <pc:docMk/>
          <pc:sldMk cId="1929038208" sldId="487"/>
        </pc:sldMkLst>
        <pc:graphicFrameChg chg="mod">
          <ac:chgData name="Allison Mulshine" userId="S::allison.mulshine@collegiseducation.com::5f656d52-c555-4e5e-9a5b-18226766ffe3" providerId="AD" clId="Web-{C9CBD918-BAC0-97D9-F979-9194AF5F2E3C}" dt="2024-06-19T18:21:41.474" v="1"/>
          <ac:graphicFrameMkLst>
            <pc:docMk/>
            <pc:sldMk cId="1929038208" sldId="487"/>
            <ac:graphicFrameMk id="8" creationId="{9375CA2E-E04A-AA0E-CDB8-2C6C9477B1FC}"/>
          </ac:graphicFrameMkLst>
        </pc:graphicFrameChg>
      </pc:sldChg>
      <pc:sldChg chg="modSp">
        <pc:chgData name="Allison Mulshine" userId="S::allison.mulshine@collegiseducation.com::5f656d52-c555-4e5e-9a5b-18226766ffe3" providerId="AD" clId="Web-{C9CBD918-BAC0-97D9-F979-9194AF5F2E3C}" dt="2024-06-19T18:22:25.508" v="2"/>
        <pc:sldMkLst>
          <pc:docMk/>
          <pc:sldMk cId="2364458515" sldId="490"/>
        </pc:sldMkLst>
        <pc:graphicFrameChg chg="mod">
          <ac:chgData name="Allison Mulshine" userId="S::allison.mulshine@collegiseducation.com::5f656d52-c555-4e5e-9a5b-18226766ffe3" providerId="AD" clId="Web-{C9CBD918-BAC0-97D9-F979-9194AF5F2E3C}" dt="2024-06-19T18:22:25.508" v="2"/>
          <ac:graphicFrameMkLst>
            <pc:docMk/>
            <pc:sldMk cId="2364458515" sldId="490"/>
            <ac:graphicFrameMk id="7" creationId="{DC3C6CAD-EADA-2F03-993D-2BD8E33ED72D}"/>
          </ac:graphicFrameMkLst>
        </pc:graphicFrameChg>
      </pc:sldChg>
      <pc:sldChg chg="modSp">
        <pc:chgData name="Allison Mulshine" userId="S::allison.mulshine@collegiseducation.com::5f656d52-c555-4e5e-9a5b-18226766ffe3" providerId="AD" clId="Web-{C9CBD918-BAC0-97D9-F979-9194AF5F2E3C}" dt="2024-06-19T18:23:15.449" v="3"/>
        <pc:sldMkLst>
          <pc:docMk/>
          <pc:sldMk cId="2281697080" sldId="507"/>
        </pc:sldMkLst>
        <pc:graphicFrameChg chg="mod">
          <ac:chgData name="Allison Mulshine" userId="S::allison.mulshine@collegiseducation.com::5f656d52-c555-4e5e-9a5b-18226766ffe3" providerId="AD" clId="Web-{C9CBD918-BAC0-97D9-F979-9194AF5F2E3C}" dt="2024-06-19T18:23:15.449" v="3"/>
          <ac:graphicFrameMkLst>
            <pc:docMk/>
            <pc:sldMk cId="2281697080" sldId="507"/>
            <ac:graphicFrameMk id="7" creationId="{DC3C6CAD-EADA-2F03-993D-2BD8E33ED72D}"/>
          </ac:graphicFrameMkLst>
        </pc:graphicFrameChg>
      </pc:sldChg>
      <pc:sldChg chg="modSp">
        <pc:chgData name="Allison Mulshine" userId="S::allison.mulshine@collegiseducation.com::5f656d52-c555-4e5e-9a5b-18226766ffe3" providerId="AD" clId="Web-{C9CBD918-BAC0-97D9-F979-9194AF5F2E3C}" dt="2024-06-19T18:24:00.623" v="4"/>
        <pc:sldMkLst>
          <pc:docMk/>
          <pc:sldMk cId="2932527461" sldId="509"/>
        </pc:sldMkLst>
        <pc:graphicFrameChg chg="mod">
          <ac:chgData name="Allison Mulshine" userId="S::allison.mulshine@collegiseducation.com::5f656d52-c555-4e5e-9a5b-18226766ffe3" providerId="AD" clId="Web-{C9CBD918-BAC0-97D9-F979-9194AF5F2E3C}" dt="2024-06-19T18:24:00.623" v="4"/>
          <ac:graphicFrameMkLst>
            <pc:docMk/>
            <pc:sldMk cId="2932527461" sldId="509"/>
            <ac:graphicFrameMk id="7" creationId="{DC3C6CAD-EADA-2F03-993D-2BD8E33ED72D}"/>
          </ac:graphicFrameMkLst>
        </pc:graphicFrameChg>
      </pc:sldChg>
      <pc:sldChg chg="modSp">
        <pc:chgData name="Allison Mulshine" userId="S::allison.mulshine@collegiseducation.com::5f656d52-c555-4e5e-9a5b-18226766ffe3" providerId="AD" clId="Web-{C9CBD918-BAC0-97D9-F979-9194AF5F2E3C}" dt="2024-06-19T18:24:38.376" v="5"/>
        <pc:sldMkLst>
          <pc:docMk/>
          <pc:sldMk cId="2599337858" sldId="510"/>
        </pc:sldMkLst>
        <pc:graphicFrameChg chg="mod">
          <ac:chgData name="Allison Mulshine" userId="S::allison.mulshine@collegiseducation.com::5f656d52-c555-4e5e-9a5b-18226766ffe3" providerId="AD" clId="Web-{C9CBD918-BAC0-97D9-F979-9194AF5F2E3C}" dt="2024-06-19T18:24:38.376" v="5"/>
          <ac:graphicFrameMkLst>
            <pc:docMk/>
            <pc:sldMk cId="2599337858" sldId="510"/>
            <ac:graphicFrameMk id="7" creationId="{DC3C6CAD-EADA-2F03-993D-2BD8E33ED72D}"/>
          </ac:graphicFrameMkLst>
        </pc:graphicFrameChg>
      </pc:sldChg>
    </pc:docChg>
  </pc:docChgLst>
  <pc:docChgLst>
    <pc:chgData name="Allison Mulshine" userId="S::allison.mulshine@collegiseducation.com::5f656d52-c555-4e5e-9a5b-18226766ffe3" providerId="AD" clId="Web-{600880FC-DE9F-6F0C-9A3B-C06A7474AA37}"/>
    <pc:docChg chg="modSld">
      <pc:chgData name="Allison Mulshine" userId="S::allison.mulshine@collegiseducation.com::5f656d52-c555-4e5e-9a5b-18226766ffe3" providerId="AD" clId="Web-{600880FC-DE9F-6F0C-9A3B-C06A7474AA37}" dt="2024-07-03T18:43:45.379" v="46" actId="14100"/>
      <pc:docMkLst>
        <pc:docMk/>
      </pc:docMkLst>
      <pc:sldChg chg="addSp delSp modSp">
        <pc:chgData name="Allison Mulshine" userId="S::allison.mulshine@collegiseducation.com::5f656d52-c555-4e5e-9a5b-18226766ffe3" providerId="AD" clId="Web-{600880FC-DE9F-6F0C-9A3B-C06A7474AA37}" dt="2024-07-03T18:33:49.528" v="8" actId="1076"/>
        <pc:sldMkLst>
          <pc:docMk/>
          <pc:sldMk cId="1107453578" sldId="467"/>
        </pc:sldMkLst>
        <pc:spChg chg="add mod">
          <ac:chgData name="Allison Mulshine" userId="S::allison.mulshine@collegiseducation.com::5f656d52-c555-4e5e-9a5b-18226766ffe3" providerId="AD" clId="Web-{600880FC-DE9F-6F0C-9A3B-C06A7474AA37}" dt="2024-07-03T18:33:41.433" v="5"/>
          <ac:spMkLst>
            <pc:docMk/>
            <pc:sldMk cId="1107453578" sldId="467"/>
            <ac:spMk id="72" creationId="{3AA4A384-1219-FF15-8184-703DB577F6F0}"/>
          </ac:spMkLst>
        </pc:spChg>
        <pc:graphicFrameChg chg="del mod">
          <ac:chgData name="Allison Mulshine" userId="S::allison.mulshine@collegiseducation.com::5f656d52-c555-4e5e-9a5b-18226766ffe3" providerId="AD" clId="Web-{600880FC-DE9F-6F0C-9A3B-C06A7474AA37}" dt="2024-07-03T18:33:41.433" v="5"/>
          <ac:graphicFrameMkLst>
            <pc:docMk/>
            <pc:sldMk cId="1107453578" sldId="467"/>
            <ac:graphicFrameMk id="12" creationId="{B269FB38-6842-76A3-068C-0B31F39882EB}"/>
          </ac:graphicFrameMkLst>
        </pc:graphicFrameChg>
        <pc:picChg chg="add mod">
          <ac:chgData name="Allison Mulshine" userId="S::allison.mulshine@collegiseducation.com::5f656d52-c555-4e5e-9a5b-18226766ffe3" providerId="AD" clId="Web-{600880FC-DE9F-6F0C-9A3B-C06A7474AA37}" dt="2024-07-03T18:33:49.528" v="8" actId="1076"/>
          <ac:picMkLst>
            <pc:docMk/>
            <pc:sldMk cId="1107453578" sldId="467"/>
            <ac:picMk id="54" creationId="{12E48A11-1BF7-FD84-E72A-52C04BC0115A}"/>
          </ac:picMkLst>
        </pc:picChg>
      </pc:sldChg>
      <pc:sldChg chg="addSp delSp modSp">
        <pc:chgData name="Allison Mulshine" userId="S::allison.mulshine@collegiseducation.com::5f656d52-c555-4e5e-9a5b-18226766ffe3" providerId="AD" clId="Web-{600880FC-DE9F-6F0C-9A3B-C06A7474AA37}" dt="2024-07-03T18:35:13.421" v="15" actId="1076"/>
        <pc:sldMkLst>
          <pc:docMk/>
          <pc:sldMk cId="1929038208" sldId="487"/>
        </pc:sldMkLst>
        <pc:spChg chg="add del mod">
          <ac:chgData name="Allison Mulshine" userId="S::allison.mulshine@collegiseducation.com::5f656d52-c555-4e5e-9a5b-18226766ffe3" providerId="AD" clId="Web-{600880FC-DE9F-6F0C-9A3B-C06A7474AA37}" dt="2024-07-03T18:35:04.218" v="12"/>
          <ac:spMkLst>
            <pc:docMk/>
            <pc:sldMk cId="1929038208" sldId="487"/>
            <ac:spMk id="22" creationId="{CBA2A2EF-D873-57C3-62E7-38489A06D7D9}"/>
          </ac:spMkLst>
        </pc:spChg>
        <pc:graphicFrameChg chg="del">
          <ac:chgData name="Allison Mulshine" userId="S::allison.mulshine@collegiseducation.com::5f656d52-c555-4e5e-9a5b-18226766ffe3" providerId="AD" clId="Web-{600880FC-DE9F-6F0C-9A3B-C06A7474AA37}" dt="2024-07-03T18:35:01.296" v="11"/>
          <ac:graphicFrameMkLst>
            <pc:docMk/>
            <pc:sldMk cId="1929038208" sldId="487"/>
            <ac:graphicFrameMk id="8" creationId="{9375CA2E-E04A-AA0E-CDB8-2C6C9477B1FC}"/>
          </ac:graphicFrameMkLst>
        </pc:graphicFrameChg>
        <pc:picChg chg="add mod">
          <ac:chgData name="Allison Mulshine" userId="S::allison.mulshine@collegiseducation.com::5f656d52-c555-4e5e-9a5b-18226766ffe3" providerId="AD" clId="Web-{600880FC-DE9F-6F0C-9A3B-C06A7474AA37}" dt="2024-07-03T18:35:13.421" v="15" actId="1076"/>
          <ac:picMkLst>
            <pc:docMk/>
            <pc:sldMk cId="1929038208" sldId="487"/>
            <ac:picMk id="20" creationId="{0F85F81A-4F3C-7C9A-B3F5-5BA988CEC477}"/>
          </ac:picMkLst>
        </pc:picChg>
      </pc:sldChg>
      <pc:sldChg chg="addSp delSp modSp">
        <pc:chgData name="Allison Mulshine" userId="S::allison.mulshine@collegiseducation.com::5f656d52-c555-4e5e-9a5b-18226766ffe3" providerId="AD" clId="Web-{600880FC-DE9F-6F0C-9A3B-C06A7474AA37}" dt="2024-07-03T18:41:28.827" v="22" actId="1076"/>
        <pc:sldMkLst>
          <pc:docMk/>
          <pc:sldMk cId="2281697080" sldId="507"/>
        </pc:sldMkLst>
        <pc:spChg chg="add del mod">
          <ac:chgData name="Allison Mulshine" userId="S::allison.mulshine@collegiseducation.com::5f656d52-c555-4e5e-9a5b-18226766ffe3" providerId="AD" clId="Web-{600880FC-DE9F-6F0C-9A3B-C06A7474AA37}" dt="2024-07-03T18:41:17.842" v="19"/>
          <ac:spMkLst>
            <pc:docMk/>
            <pc:sldMk cId="2281697080" sldId="507"/>
            <ac:spMk id="22" creationId="{1B940F86-5D22-8BA5-01B3-C225549F81A5}"/>
          </ac:spMkLst>
        </pc:spChg>
        <pc:graphicFrameChg chg="del">
          <ac:chgData name="Allison Mulshine" userId="S::allison.mulshine@collegiseducation.com::5f656d52-c555-4e5e-9a5b-18226766ffe3" providerId="AD" clId="Web-{600880FC-DE9F-6F0C-9A3B-C06A7474AA37}" dt="2024-07-03T18:41:15.045" v="18"/>
          <ac:graphicFrameMkLst>
            <pc:docMk/>
            <pc:sldMk cId="2281697080" sldId="507"/>
            <ac:graphicFrameMk id="7" creationId="{DC3C6CAD-EADA-2F03-993D-2BD8E33ED72D}"/>
          </ac:graphicFrameMkLst>
        </pc:graphicFrameChg>
        <pc:picChg chg="add mod">
          <ac:chgData name="Allison Mulshine" userId="S::allison.mulshine@collegiseducation.com::5f656d52-c555-4e5e-9a5b-18226766ffe3" providerId="AD" clId="Web-{600880FC-DE9F-6F0C-9A3B-C06A7474AA37}" dt="2024-07-03T18:41:28.827" v="22" actId="1076"/>
          <ac:picMkLst>
            <pc:docMk/>
            <pc:sldMk cId="2281697080" sldId="507"/>
            <ac:picMk id="20" creationId="{A3A9B57D-206A-E8FF-44DA-345EC5E6FB28}"/>
          </ac:picMkLst>
        </pc:picChg>
      </pc:sldChg>
      <pc:sldChg chg="addSp delSp modSp">
        <pc:chgData name="Allison Mulshine" userId="S::allison.mulshine@collegiseducation.com::5f656d52-c555-4e5e-9a5b-18226766ffe3" providerId="AD" clId="Web-{600880FC-DE9F-6F0C-9A3B-C06A7474AA37}" dt="2024-07-03T18:42:38.626" v="34" actId="1076"/>
        <pc:sldMkLst>
          <pc:docMk/>
          <pc:sldMk cId="2932527461" sldId="509"/>
        </pc:sldMkLst>
        <pc:spChg chg="add del mod">
          <ac:chgData name="Allison Mulshine" userId="S::allison.mulshine@collegiseducation.com::5f656d52-c555-4e5e-9a5b-18226766ffe3" providerId="AD" clId="Web-{600880FC-DE9F-6F0C-9A3B-C06A7474AA37}" dt="2024-07-03T18:42:01.500" v="26"/>
          <ac:spMkLst>
            <pc:docMk/>
            <pc:sldMk cId="2932527461" sldId="509"/>
            <ac:spMk id="17" creationId="{DE40BEFB-9ED9-93F4-B9C1-B8C842A6C895}"/>
          </ac:spMkLst>
        </pc:spChg>
        <pc:spChg chg="add del mod">
          <ac:chgData name="Allison Mulshine" userId="S::allison.mulshine@collegiseducation.com::5f656d52-c555-4e5e-9a5b-18226766ffe3" providerId="AD" clId="Web-{600880FC-DE9F-6F0C-9A3B-C06A7474AA37}" dt="2024-07-03T18:42:31.032" v="31"/>
          <ac:spMkLst>
            <pc:docMk/>
            <pc:sldMk cId="2932527461" sldId="509"/>
            <ac:spMk id="31" creationId="{68D12622-04C3-1757-1BC3-91C737DA802F}"/>
          </ac:spMkLst>
        </pc:spChg>
        <pc:graphicFrameChg chg="add del">
          <ac:chgData name="Allison Mulshine" userId="S::allison.mulshine@collegiseducation.com::5f656d52-c555-4e5e-9a5b-18226766ffe3" providerId="AD" clId="Web-{600880FC-DE9F-6F0C-9A3B-C06A7474AA37}" dt="2024-07-03T18:42:23.766" v="29"/>
          <ac:graphicFrameMkLst>
            <pc:docMk/>
            <pc:sldMk cId="2932527461" sldId="509"/>
            <ac:graphicFrameMk id="7" creationId="{DC3C6CAD-EADA-2F03-993D-2BD8E33ED72D}"/>
          </ac:graphicFrameMkLst>
        </pc:graphicFrameChg>
        <pc:picChg chg="add del mod ord">
          <ac:chgData name="Allison Mulshine" userId="S::allison.mulshine@collegiseducation.com::5f656d52-c555-4e5e-9a5b-18226766ffe3" providerId="AD" clId="Web-{600880FC-DE9F-6F0C-9A3B-C06A7474AA37}" dt="2024-07-03T18:41:58.625" v="25"/>
          <ac:picMkLst>
            <pc:docMk/>
            <pc:sldMk cId="2932527461" sldId="509"/>
            <ac:picMk id="18" creationId="{E71DDF87-852E-9D7E-3101-A6939CA41630}"/>
          </ac:picMkLst>
        </pc:picChg>
        <pc:picChg chg="add mod">
          <ac:chgData name="Allison Mulshine" userId="S::allison.mulshine@collegiseducation.com::5f656d52-c555-4e5e-9a5b-18226766ffe3" providerId="AD" clId="Web-{600880FC-DE9F-6F0C-9A3B-C06A7474AA37}" dt="2024-07-03T18:42:38.626" v="34" actId="1076"/>
          <ac:picMkLst>
            <pc:docMk/>
            <pc:sldMk cId="2932527461" sldId="509"/>
            <ac:picMk id="29" creationId="{08BDF05B-EFE2-0801-1E16-A8AF9A793FBE}"/>
          </ac:picMkLst>
        </pc:picChg>
      </pc:sldChg>
      <pc:sldChg chg="addSp delSp modSp">
        <pc:chgData name="Allison Mulshine" userId="S::allison.mulshine@collegiseducation.com::5f656d52-c555-4e5e-9a5b-18226766ffe3" providerId="AD" clId="Web-{600880FC-DE9F-6F0C-9A3B-C06A7474AA37}" dt="2024-07-03T18:43:45.379" v="46" actId="14100"/>
        <pc:sldMkLst>
          <pc:docMk/>
          <pc:sldMk cId="2599337858" sldId="510"/>
        </pc:sldMkLst>
        <pc:spChg chg="add del mod">
          <ac:chgData name="Allison Mulshine" userId="S::allison.mulshine@collegiseducation.com::5f656d52-c555-4e5e-9a5b-18226766ffe3" providerId="AD" clId="Web-{600880FC-DE9F-6F0C-9A3B-C06A7474AA37}" dt="2024-07-03T18:43:20.581" v="40"/>
          <ac:spMkLst>
            <pc:docMk/>
            <pc:sldMk cId="2599337858" sldId="510"/>
            <ac:spMk id="21" creationId="{804E8BC4-5003-0361-1FF6-0609E4BA57E3}"/>
          </ac:spMkLst>
        </pc:spChg>
        <pc:spChg chg="add del mod">
          <ac:chgData name="Allison Mulshine" userId="S::allison.mulshine@collegiseducation.com::5f656d52-c555-4e5e-9a5b-18226766ffe3" providerId="AD" clId="Web-{600880FC-DE9F-6F0C-9A3B-C06A7474AA37}" dt="2024-07-03T18:43:40.566" v="44"/>
          <ac:spMkLst>
            <pc:docMk/>
            <pc:sldMk cId="2599337858" sldId="510"/>
            <ac:spMk id="39" creationId="{4D00B383-7E94-1582-5A76-2C6103ADBCBC}"/>
          </ac:spMkLst>
        </pc:spChg>
        <pc:graphicFrameChg chg="add del">
          <ac:chgData name="Allison Mulshine" userId="S::allison.mulshine@collegiseducation.com::5f656d52-c555-4e5e-9a5b-18226766ffe3" providerId="AD" clId="Web-{600880FC-DE9F-6F0C-9A3B-C06A7474AA37}" dt="2024-07-03T18:43:37.832" v="43"/>
          <ac:graphicFrameMkLst>
            <pc:docMk/>
            <pc:sldMk cId="2599337858" sldId="510"/>
            <ac:graphicFrameMk id="7" creationId="{DC3C6CAD-EADA-2F03-993D-2BD8E33ED72D}"/>
          </ac:graphicFrameMkLst>
        </pc:graphicFrameChg>
        <pc:picChg chg="add del mod ord">
          <ac:chgData name="Allison Mulshine" userId="S::allison.mulshine@collegiseducation.com::5f656d52-c555-4e5e-9a5b-18226766ffe3" providerId="AD" clId="Web-{600880FC-DE9F-6F0C-9A3B-C06A7474AA37}" dt="2024-07-03T18:43:17.862" v="39"/>
          <ac:picMkLst>
            <pc:docMk/>
            <pc:sldMk cId="2599337858" sldId="510"/>
            <ac:picMk id="22" creationId="{DC265A5B-028C-AFC9-DAF8-5F22AF498A2A}"/>
          </ac:picMkLst>
        </pc:picChg>
        <pc:picChg chg="add mod">
          <ac:chgData name="Allison Mulshine" userId="S::allison.mulshine@collegiseducation.com::5f656d52-c555-4e5e-9a5b-18226766ffe3" providerId="AD" clId="Web-{600880FC-DE9F-6F0C-9A3B-C06A7474AA37}" dt="2024-07-03T18:43:45.379" v="46" actId="14100"/>
          <ac:picMkLst>
            <pc:docMk/>
            <pc:sldMk cId="2599337858" sldId="510"/>
            <ac:picMk id="37" creationId="{DB13B8F4-115D-6D14-1E1E-29654C4B02AD}"/>
          </ac:picMkLst>
        </pc:picChg>
      </pc:sldChg>
    </pc:docChg>
  </pc:docChgLst>
  <pc:docChgLst>
    <pc:chgData name="Judy Tseng" userId="b031a71b-ea40-479f-9c0f-e713aa008bfa" providerId="ADAL" clId="{7E692DA6-799F-48C7-A7CB-D0930EDFFCED}"/>
    <pc:docChg chg="modSld">
      <pc:chgData name="Judy Tseng" userId="b031a71b-ea40-479f-9c0f-e713aa008bfa" providerId="ADAL" clId="{7E692DA6-799F-48C7-A7CB-D0930EDFFCED}" dt="2024-03-27T16:30:31.139" v="13" actId="962"/>
      <pc:docMkLst>
        <pc:docMk/>
      </pc:docMkLst>
      <pc:sldChg chg="modSp mod">
        <pc:chgData name="Judy Tseng" userId="b031a71b-ea40-479f-9c0f-e713aa008bfa" providerId="ADAL" clId="{7E692DA6-799F-48C7-A7CB-D0930EDFFCED}" dt="2024-03-27T16:29:40.797" v="1" actId="207"/>
        <pc:sldMkLst>
          <pc:docMk/>
          <pc:sldMk cId="1929038208" sldId="487"/>
        </pc:sldMkLst>
        <pc:graphicFrameChg chg="modGraphic">
          <ac:chgData name="Judy Tseng" userId="b031a71b-ea40-479f-9c0f-e713aa008bfa" providerId="ADAL" clId="{7E692DA6-799F-48C7-A7CB-D0930EDFFCED}" dt="2024-03-27T16:29:40.797" v="1" actId="207"/>
          <ac:graphicFrameMkLst>
            <pc:docMk/>
            <pc:sldMk cId="1929038208" sldId="487"/>
            <ac:graphicFrameMk id="8" creationId="{9375CA2E-E04A-AA0E-CDB8-2C6C9477B1FC}"/>
          </ac:graphicFrameMkLst>
        </pc:graphicFrameChg>
      </pc:sldChg>
      <pc:sldChg chg="modSp mod">
        <pc:chgData name="Judy Tseng" userId="b031a71b-ea40-479f-9c0f-e713aa008bfa" providerId="ADAL" clId="{7E692DA6-799F-48C7-A7CB-D0930EDFFCED}" dt="2024-03-27T16:29:47.846" v="3" actId="207"/>
        <pc:sldMkLst>
          <pc:docMk/>
          <pc:sldMk cId="2364458515" sldId="490"/>
        </pc:sldMkLst>
        <pc:graphicFrameChg chg="modGraphic">
          <ac:chgData name="Judy Tseng" userId="b031a71b-ea40-479f-9c0f-e713aa008bfa" providerId="ADAL" clId="{7E692DA6-799F-48C7-A7CB-D0930EDFFCED}" dt="2024-03-27T16:29:47.846" v="3" actId="207"/>
          <ac:graphicFrameMkLst>
            <pc:docMk/>
            <pc:sldMk cId="2364458515" sldId="490"/>
            <ac:graphicFrameMk id="7" creationId="{DC3C6CAD-EADA-2F03-993D-2BD8E33ED72D}"/>
          </ac:graphicFrameMkLst>
        </pc:graphicFrameChg>
      </pc:sldChg>
      <pc:sldChg chg="modSp mod">
        <pc:chgData name="Judy Tseng" userId="b031a71b-ea40-479f-9c0f-e713aa008bfa" providerId="ADAL" clId="{7E692DA6-799F-48C7-A7CB-D0930EDFFCED}" dt="2024-03-27T16:30:31.139" v="13" actId="962"/>
        <pc:sldMkLst>
          <pc:docMk/>
          <pc:sldMk cId="3639608367" sldId="504"/>
        </pc:sldMkLst>
        <pc:spChg chg="mod">
          <ac:chgData name="Judy Tseng" userId="b031a71b-ea40-479f-9c0f-e713aa008bfa" providerId="ADAL" clId="{7E692DA6-799F-48C7-A7CB-D0930EDFFCED}" dt="2024-03-27T16:30:31.139" v="13" actId="962"/>
          <ac:spMkLst>
            <pc:docMk/>
            <pc:sldMk cId="3639608367" sldId="504"/>
            <ac:spMk id="3" creationId="{F0198E06-907F-EDB8-3165-65181847C7FE}"/>
          </ac:spMkLst>
        </pc:spChg>
        <pc:spChg chg="mod">
          <ac:chgData name="Judy Tseng" userId="b031a71b-ea40-479f-9c0f-e713aa008bfa" providerId="ADAL" clId="{7E692DA6-799F-48C7-A7CB-D0930EDFFCED}" dt="2024-03-27T16:30:10.918" v="8" actId="207"/>
          <ac:spMkLst>
            <pc:docMk/>
            <pc:sldMk cId="3639608367" sldId="504"/>
            <ac:spMk id="5" creationId="{3ED4DE36-52C0-CB95-BACC-337A00B1A90C}"/>
          </ac:spMkLst>
        </pc:spChg>
        <pc:spChg chg="mod">
          <ac:chgData name="Judy Tseng" userId="b031a71b-ea40-479f-9c0f-e713aa008bfa" providerId="ADAL" clId="{7E692DA6-799F-48C7-A7CB-D0930EDFFCED}" dt="2024-03-27T16:30:14.635" v="9" actId="207"/>
          <ac:spMkLst>
            <pc:docMk/>
            <pc:sldMk cId="3639608367" sldId="504"/>
            <ac:spMk id="6" creationId="{D7AAFCEC-8CFD-2586-37E2-FB68E05134D6}"/>
          </ac:spMkLst>
        </pc:spChg>
        <pc:spChg chg="mod">
          <ac:chgData name="Judy Tseng" userId="b031a71b-ea40-479f-9c0f-e713aa008bfa" providerId="ADAL" clId="{7E692DA6-799F-48C7-A7CB-D0930EDFFCED}" dt="2024-03-27T16:30:28.229" v="11" actId="962"/>
          <ac:spMkLst>
            <pc:docMk/>
            <pc:sldMk cId="3639608367" sldId="504"/>
            <ac:spMk id="8" creationId="{AE65C159-5C92-BCA3-41C6-866AA4775CF5}"/>
          </ac:spMkLst>
        </pc:spChg>
        <pc:spChg chg="mod">
          <ac:chgData name="Judy Tseng" userId="b031a71b-ea40-479f-9c0f-e713aa008bfa" providerId="ADAL" clId="{7E692DA6-799F-48C7-A7CB-D0930EDFFCED}" dt="2024-03-27T16:30:29.771" v="12" actId="962"/>
          <ac:spMkLst>
            <pc:docMk/>
            <pc:sldMk cId="3639608367" sldId="504"/>
            <ac:spMk id="9" creationId="{E4BC379E-337C-E555-73C1-C466E42489C1}"/>
          </ac:spMkLst>
        </pc:spChg>
      </pc:sldChg>
      <pc:sldChg chg="modSp mod">
        <pc:chgData name="Judy Tseng" userId="b031a71b-ea40-479f-9c0f-e713aa008bfa" providerId="ADAL" clId="{7E692DA6-799F-48C7-A7CB-D0930EDFFCED}" dt="2024-03-27T16:30:26.541" v="10" actId="962"/>
        <pc:sldMkLst>
          <pc:docMk/>
          <pc:sldMk cId="1780851674" sldId="506"/>
        </pc:sldMkLst>
        <pc:spChg chg="mod">
          <ac:chgData name="Judy Tseng" userId="b031a71b-ea40-479f-9c0f-e713aa008bfa" providerId="ADAL" clId="{7E692DA6-799F-48C7-A7CB-D0930EDFFCED}" dt="2024-03-27T16:30:26.541" v="10" actId="962"/>
          <ac:spMkLst>
            <pc:docMk/>
            <pc:sldMk cId="1780851674" sldId="506"/>
            <ac:spMk id="8" creationId="{AE65C159-5C92-BCA3-41C6-866AA4775CF5}"/>
          </ac:spMkLst>
        </pc:spChg>
      </pc:sldChg>
      <pc:sldChg chg="modSp mod">
        <pc:chgData name="Judy Tseng" userId="b031a71b-ea40-479f-9c0f-e713aa008bfa" providerId="ADAL" clId="{7E692DA6-799F-48C7-A7CB-D0930EDFFCED}" dt="2024-03-27T16:29:55.956" v="5" actId="207"/>
        <pc:sldMkLst>
          <pc:docMk/>
          <pc:sldMk cId="2281697080" sldId="507"/>
        </pc:sldMkLst>
        <pc:graphicFrameChg chg="modGraphic">
          <ac:chgData name="Judy Tseng" userId="b031a71b-ea40-479f-9c0f-e713aa008bfa" providerId="ADAL" clId="{7E692DA6-799F-48C7-A7CB-D0930EDFFCED}" dt="2024-03-27T16:29:55.956" v="5" actId="207"/>
          <ac:graphicFrameMkLst>
            <pc:docMk/>
            <pc:sldMk cId="2281697080" sldId="507"/>
            <ac:graphicFrameMk id="7" creationId="{DC3C6CAD-EADA-2F03-993D-2BD8E33ED72D}"/>
          </ac:graphicFrameMkLst>
        </pc:graphicFrameChg>
      </pc:sldChg>
      <pc:sldChg chg="modSp mod">
        <pc:chgData name="Judy Tseng" userId="b031a71b-ea40-479f-9c0f-e713aa008bfa" providerId="ADAL" clId="{7E692DA6-799F-48C7-A7CB-D0930EDFFCED}" dt="2024-03-27T16:29:59.370" v="6" actId="207"/>
        <pc:sldMkLst>
          <pc:docMk/>
          <pc:sldMk cId="2932527461" sldId="509"/>
        </pc:sldMkLst>
        <pc:graphicFrameChg chg="modGraphic">
          <ac:chgData name="Judy Tseng" userId="b031a71b-ea40-479f-9c0f-e713aa008bfa" providerId="ADAL" clId="{7E692DA6-799F-48C7-A7CB-D0930EDFFCED}" dt="2024-03-27T16:29:59.370" v="6" actId="207"/>
          <ac:graphicFrameMkLst>
            <pc:docMk/>
            <pc:sldMk cId="2932527461" sldId="509"/>
            <ac:graphicFrameMk id="7" creationId="{DC3C6CAD-EADA-2F03-993D-2BD8E33ED72D}"/>
          </ac:graphicFrameMkLst>
        </pc:graphicFrameChg>
      </pc:sldChg>
      <pc:sldChg chg="modSp mod">
        <pc:chgData name="Judy Tseng" userId="b031a71b-ea40-479f-9c0f-e713aa008bfa" providerId="ADAL" clId="{7E692DA6-799F-48C7-A7CB-D0930EDFFCED}" dt="2024-03-27T16:30:03.718" v="7" actId="207"/>
        <pc:sldMkLst>
          <pc:docMk/>
          <pc:sldMk cId="2599337858" sldId="510"/>
        </pc:sldMkLst>
        <pc:graphicFrameChg chg="modGraphic">
          <ac:chgData name="Judy Tseng" userId="b031a71b-ea40-479f-9c0f-e713aa008bfa" providerId="ADAL" clId="{7E692DA6-799F-48C7-A7CB-D0930EDFFCED}" dt="2024-03-27T16:30:03.718" v="7" actId="207"/>
          <ac:graphicFrameMkLst>
            <pc:docMk/>
            <pc:sldMk cId="2599337858" sldId="510"/>
            <ac:graphicFrameMk id="7" creationId="{DC3C6CAD-EADA-2F03-993D-2BD8E33ED72D}"/>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339455-308F-498D-B839-F97DD1D6F851}" type="doc">
      <dgm:prSet loTypeId="urn:microsoft.com/office/officeart/2005/8/layout/list1" loCatId="list" qsTypeId="urn:microsoft.com/office/officeart/2005/8/quickstyle/simple2" qsCatId="simple" csTypeId="urn:microsoft.com/office/officeart/2005/8/colors/accent0_2" csCatId="mainScheme" phldr="1"/>
      <dgm:spPr/>
      <dgm:t>
        <a:bodyPr/>
        <a:lstStyle/>
        <a:p>
          <a:endParaRPr lang="en-US"/>
        </a:p>
      </dgm:t>
    </dgm:pt>
    <dgm:pt modelId="{8913CE00-F4C9-4885-B89D-12ED182F797B}">
      <dgm:prSet custT="1"/>
      <dgm:spPr/>
      <dgm:t>
        <a:bodyPr/>
        <a:lstStyle/>
        <a:p>
          <a:pPr rtl="0"/>
          <a:r>
            <a:rPr lang="en-US" sz="2400" dirty="0">
              <a:solidFill>
                <a:schemeClr val="bg2"/>
              </a:solidFill>
              <a:latin typeface="Arial"/>
            </a:rPr>
            <a:t>Relied on to facilitate better better</a:t>
          </a:r>
          <a:r>
            <a:rPr lang="en-US" sz="2400" dirty="0">
              <a:solidFill>
                <a:schemeClr val="bg2"/>
              </a:solidFill>
            </a:rPr>
            <a:t> decisions</a:t>
          </a:r>
        </a:p>
      </dgm:t>
    </dgm:pt>
    <dgm:pt modelId="{B6B6030E-641D-4ACC-AD97-9846A70DA4E6}" type="parTrans" cxnId="{1D9CBA11-C123-4B82-B77D-8F361DB6C970}">
      <dgm:prSet/>
      <dgm:spPr/>
      <dgm:t>
        <a:bodyPr/>
        <a:lstStyle/>
        <a:p>
          <a:endParaRPr lang="en-US">
            <a:solidFill>
              <a:schemeClr val="tx1"/>
            </a:solidFill>
          </a:endParaRPr>
        </a:p>
      </dgm:t>
    </dgm:pt>
    <dgm:pt modelId="{AF7CEBA8-7177-4B58-875F-1E1756F3B25C}" type="sibTrans" cxnId="{1D9CBA11-C123-4B82-B77D-8F361DB6C970}">
      <dgm:prSet/>
      <dgm:spPr/>
      <dgm:t>
        <a:bodyPr/>
        <a:lstStyle/>
        <a:p>
          <a:endParaRPr lang="en-US">
            <a:solidFill>
              <a:schemeClr val="tx1"/>
            </a:solidFill>
          </a:endParaRPr>
        </a:p>
      </dgm:t>
    </dgm:pt>
    <dgm:pt modelId="{97F60C10-1ACE-474F-AB59-D6D9DD003DAB}">
      <dgm:prSet/>
      <dgm:spPr/>
      <dgm:t>
        <a:bodyPr/>
        <a:lstStyle/>
        <a:p>
          <a:pPr rtl="0"/>
          <a:r>
            <a:rPr lang="en-US" dirty="0">
              <a:latin typeface="Arial"/>
            </a:rPr>
            <a:t>Big</a:t>
          </a:r>
          <a:r>
            <a:rPr lang="en-US" dirty="0"/>
            <a:t> data </a:t>
          </a:r>
          <a:r>
            <a:rPr lang="en-US" dirty="0">
              <a:latin typeface="Arial"/>
            </a:rPr>
            <a:t>scientists can</a:t>
          </a:r>
          <a:r>
            <a:rPr lang="en-US" dirty="0"/>
            <a:t> help businesses make better decisions by providing them with insights into their data. This can help businesses to improve their products and services, to identify new opportunities, and to reduce costs.</a:t>
          </a:r>
        </a:p>
      </dgm:t>
    </dgm:pt>
    <dgm:pt modelId="{CF28C493-0B4F-48EA-991C-A9866BA43850}" type="parTrans" cxnId="{90C16559-C832-4426-B8C0-E01F5262ECBA}">
      <dgm:prSet/>
      <dgm:spPr/>
      <dgm:t>
        <a:bodyPr/>
        <a:lstStyle/>
        <a:p>
          <a:endParaRPr lang="en-US">
            <a:solidFill>
              <a:schemeClr val="tx1"/>
            </a:solidFill>
          </a:endParaRPr>
        </a:p>
      </dgm:t>
    </dgm:pt>
    <dgm:pt modelId="{47DA4C1B-707B-4D60-93BF-CD6AFE3352A1}" type="sibTrans" cxnId="{90C16559-C832-4426-B8C0-E01F5262ECBA}">
      <dgm:prSet/>
      <dgm:spPr/>
      <dgm:t>
        <a:bodyPr/>
        <a:lstStyle/>
        <a:p>
          <a:endParaRPr lang="en-US">
            <a:solidFill>
              <a:schemeClr val="tx1"/>
            </a:solidFill>
          </a:endParaRPr>
        </a:p>
      </dgm:t>
    </dgm:pt>
    <dgm:pt modelId="{B7DEC281-0D49-4C93-9CF4-93E34460EF5A}">
      <dgm:prSet custT="1"/>
      <dgm:spPr>
        <a:solidFill>
          <a:srgbClr val="E98D0A"/>
        </a:solidFill>
      </dgm:spPr>
      <dgm:t>
        <a:bodyPr/>
        <a:lstStyle/>
        <a:p>
          <a:pPr rtl="0"/>
          <a:r>
            <a:rPr lang="en-US" sz="2400" dirty="0">
              <a:solidFill>
                <a:schemeClr val="tx1"/>
              </a:solidFill>
              <a:latin typeface="Arial"/>
            </a:rPr>
            <a:t>Known as someone who can</a:t>
          </a:r>
          <a:r>
            <a:rPr lang="en-US" sz="2400" dirty="0">
              <a:solidFill>
                <a:schemeClr val="tx1"/>
              </a:solidFill>
            </a:rPr>
            <a:t> solve complex problems</a:t>
          </a:r>
        </a:p>
      </dgm:t>
    </dgm:pt>
    <dgm:pt modelId="{A31A9D6A-7361-4888-BBDA-E85AFC71BBBD}" type="parTrans" cxnId="{8C891163-03E9-4600-B497-C0803D72D06E}">
      <dgm:prSet/>
      <dgm:spPr/>
      <dgm:t>
        <a:bodyPr/>
        <a:lstStyle/>
        <a:p>
          <a:endParaRPr lang="en-US">
            <a:solidFill>
              <a:schemeClr val="tx1"/>
            </a:solidFill>
          </a:endParaRPr>
        </a:p>
      </dgm:t>
    </dgm:pt>
    <dgm:pt modelId="{A204C0BE-5016-4578-8A19-6FAD4A600316}" type="sibTrans" cxnId="{8C891163-03E9-4600-B497-C0803D72D06E}">
      <dgm:prSet/>
      <dgm:spPr/>
      <dgm:t>
        <a:bodyPr/>
        <a:lstStyle/>
        <a:p>
          <a:endParaRPr lang="en-US">
            <a:solidFill>
              <a:schemeClr val="tx1"/>
            </a:solidFill>
          </a:endParaRPr>
        </a:p>
      </dgm:t>
    </dgm:pt>
    <dgm:pt modelId="{C12AB270-4AAF-4E88-8FF2-B8BE53AC318B}">
      <dgm:prSet/>
      <dgm:spPr/>
      <dgm:t>
        <a:bodyPr/>
        <a:lstStyle/>
        <a:p>
          <a:pPr rtl="0"/>
          <a:r>
            <a:rPr lang="en-US" dirty="0"/>
            <a:t>Big data </a:t>
          </a:r>
          <a:r>
            <a:rPr lang="en-US" dirty="0">
              <a:latin typeface="Arial"/>
            </a:rPr>
            <a:t>scientists can</a:t>
          </a:r>
          <a:r>
            <a:rPr lang="en-US" dirty="0"/>
            <a:t> help businesses to solve complex problems by using their knowledge of data analysis and machine learning. This can help businesses to improve their operations, to comply with regulations, and to protect their customers.</a:t>
          </a:r>
        </a:p>
      </dgm:t>
    </dgm:pt>
    <dgm:pt modelId="{9D0468EE-FA6A-43C3-83D4-5C2DF61DC3CD}" type="parTrans" cxnId="{21BD8B99-22AB-4326-BDD8-432C45B54EE1}">
      <dgm:prSet/>
      <dgm:spPr/>
      <dgm:t>
        <a:bodyPr/>
        <a:lstStyle/>
        <a:p>
          <a:endParaRPr lang="en-US">
            <a:solidFill>
              <a:schemeClr val="tx1"/>
            </a:solidFill>
          </a:endParaRPr>
        </a:p>
      </dgm:t>
    </dgm:pt>
    <dgm:pt modelId="{092D4E36-6E98-4110-A612-A268FD83E3E3}" type="sibTrans" cxnId="{21BD8B99-22AB-4326-BDD8-432C45B54EE1}">
      <dgm:prSet/>
      <dgm:spPr/>
      <dgm:t>
        <a:bodyPr/>
        <a:lstStyle/>
        <a:p>
          <a:endParaRPr lang="en-US">
            <a:solidFill>
              <a:schemeClr val="tx1"/>
            </a:solidFill>
          </a:endParaRPr>
        </a:p>
      </dgm:t>
    </dgm:pt>
    <dgm:pt modelId="{5A4949AD-DB28-49A3-8321-BD2D98B08054}">
      <dgm:prSet custT="1"/>
      <dgm:spPr>
        <a:solidFill>
          <a:srgbClr val="969696"/>
        </a:solidFill>
      </dgm:spPr>
      <dgm:t>
        <a:bodyPr/>
        <a:lstStyle/>
        <a:p>
          <a:pPr rtl="0"/>
          <a:r>
            <a:rPr lang="en-US" sz="2400" dirty="0">
              <a:solidFill>
                <a:schemeClr val="tx1"/>
              </a:solidFill>
              <a:latin typeface="Arial"/>
            </a:rPr>
            <a:t>Turned to for critical thought leadership</a:t>
          </a:r>
          <a:endParaRPr lang="en-US" sz="2400" dirty="0">
            <a:solidFill>
              <a:schemeClr val="tx1"/>
            </a:solidFill>
          </a:endParaRPr>
        </a:p>
      </dgm:t>
    </dgm:pt>
    <dgm:pt modelId="{4D32FD7A-1789-441D-BE3F-7554ACCF4897}" type="parTrans" cxnId="{A8744C34-5349-4161-BA33-D3B01BB2A1A8}">
      <dgm:prSet/>
      <dgm:spPr/>
      <dgm:t>
        <a:bodyPr/>
        <a:lstStyle/>
        <a:p>
          <a:endParaRPr lang="en-US">
            <a:solidFill>
              <a:schemeClr val="tx1"/>
            </a:solidFill>
          </a:endParaRPr>
        </a:p>
      </dgm:t>
    </dgm:pt>
    <dgm:pt modelId="{0A326A58-1EC6-4B26-9F1C-6E9C903BD5A5}" type="sibTrans" cxnId="{A8744C34-5349-4161-BA33-D3B01BB2A1A8}">
      <dgm:prSet/>
      <dgm:spPr/>
      <dgm:t>
        <a:bodyPr/>
        <a:lstStyle/>
        <a:p>
          <a:endParaRPr lang="en-US">
            <a:solidFill>
              <a:schemeClr val="tx1"/>
            </a:solidFill>
          </a:endParaRPr>
        </a:p>
      </dgm:t>
    </dgm:pt>
    <dgm:pt modelId="{469CB5A3-75E9-49C3-A540-EA141B2E4432}">
      <dgm:prSet/>
      <dgm:spPr/>
      <dgm:t>
        <a:bodyPr/>
        <a:lstStyle/>
        <a:p>
          <a:pPr rtl="0"/>
          <a:r>
            <a:rPr lang="en-US" dirty="0"/>
            <a:t>Big data </a:t>
          </a:r>
          <a:r>
            <a:rPr lang="en-US" dirty="0">
              <a:latin typeface="Arial"/>
            </a:rPr>
            <a:t>scientists can</a:t>
          </a:r>
          <a:r>
            <a:rPr lang="en-US" dirty="0"/>
            <a:t> help businesses to drive innovation by using their knowledge of data to develop new products and services. This can help businesses to stay ahead of the competition and to grow their businesses.</a:t>
          </a:r>
        </a:p>
      </dgm:t>
    </dgm:pt>
    <dgm:pt modelId="{C1315DF5-C3AB-4554-96E3-1C990E555CC3}" type="parTrans" cxnId="{90D95A61-8710-415F-8365-11A0DD428559}">
      <dgm:prSet/>
      <dgm:spPr/>
      <dgm:t>
        <a:bodyPr/>
        <a:lstStyle/>
        <a:p>
          <a:endParaRPr lang="en-US">
            <a:solidFill>
              <a:schemeClr val="tx1"/>
            </a:solidFill>
          </a:endParaRPr>
        </a:p>
      </dgm:t>
    </dgm:pt>
    <dgm:pt modelId="{D4AF3097-8CED-4168-A5B4-DC4882ABFC70}" type="sibTrans" cxnId="{90D95A61-8710-415F-8365-11A0DD428559}">
      <dgm:prSet/>
      <dgm:spPr/>
      <dgm:t>
        <a:bodyPr/>
        <a:lstStyle/>
        <a:p>
          <a:endParaRPr lang="en-US">
            <a:solidFill>
              <a:schemeClr val="tx1"/>
            </a:solidFill>
          </a:endParaRPr>
        </a:p>
      </dgm:t>
    </dgm:pt>
    <dgm:pt modelId="{B117E994-E7E2-42BF-B7AA-C9668EA39145}">
      <dgm:prSet phldr="0" custT="1"/>
      <dgm:spPr>
        <a:solidFill>
          <a:srgbClr val="3F4F6C"/>
        </a:solidFill>
      </dgm:spPr>
      <dgm:t>
        <a:bodyPr/>
        <a:lstStyle/>
        <a:p>
          <a:pPr rtl="0"/>
          <a:r>
            <a:rPr lang="en-US" sz="2400" dirty="0">
              <a:solidFill>
                <a:schemeClr val="bg2"/>
              </a:solidFill>
              <a:latin typeface="Arial"/>
            </a:rPr>
            <a:t>Highly influential with leaders and decision makers</a:t>
          </a:r>
          <a:endParaRPr lang="en-US" sz="2400" dirty="0">
            <a:solidFill>
              <a:schemeClr val="bg2"/>
            </a:solidFill>
          </a:endParaRPr>
        </a:p>
      </dgm:t>
    </dgm:pt>
    <dgm:pt modelId="{91559A57-66BC-4C6B-A357-9DA9730DBA13}" type="parTrans" cxnId="{174C1D34-3271-45B3-BE34-55DB88BF1B3E}">
      <dgm:prSet/>
      <dgm:spPr/>
      <dgm:t>
        <a:bodyPr/>
        <a:lstStyle/>
        <a:p>
          <a:endParaRPr lang="en-US">
            <a:solidFill>
              <a:schemeClr val="tx1"/>
            </a:solidFill>
          </a:endParaRPr>
        </a:p>
      </dgm:t>
    </dgm:pt>
    <dgm:pt modelId="{2130C33C-F065-447E-8E59-9ED5FF0E8AF2}" type="sibTrans" cxnId="{174C1D34-3271-45B3-BE34-55DB88BF1B3E}">
      <dgm:prSet/>
      <dgm:spPr/>
      <dgm:t>
        <a:bodyPr/>
        <a:lstStyle/>
        <a:p>
          <a:endParaRPr lang="en-US">
            <a:solidFill>
              <a:schemeClr val="tx1"/>
            </a:solidFill>
          </a:endParaRPr>
        </a:p>
      </dgm:t>
    </dgm:pt>
    <dgm:pt modelId="{59957F48-05C2-4724-B0A0-7B75B6EADEE9}">
      <dgm:prSet/>
      <dgm:spPr/>
      <dgm:t>
        <a:bodyPr/>
        <a:lstStyle/>
        <a:p>
          <a:pPr rtl="0"/>
          <a:r>
            <a:rPr lang="en-US" dirty="0"/>
            <a:t>Big data </a:t>
          </a:r>
          <a:r>
            <a:rPr lang="en-US" dirty="0">
              <a:latin typeface="Arial"/>
            </a:rPr>
            <a:t>scientists can</a:t>
          </a:r>
          <a:r>
            <a:rPr lang="en-US" dirty="0"/>
            <a:t> influence others by sharing their knowledge and insights with them. This can help businesses to adopt new technologies and to improve their data-driven decision-making.</a:t>
          </a:r>
        </a:p>
      </dgm:t>
    </dgm:pt>
    <dgm:pt modelId="{734D8865-038A-4FD5-A6EA-F3AEDE44B1F0}" type="parTrans" cxnId="{3F217C27-5F35-47A6-8F74-14653A470CB6}">
      <dgm:prSet/>
      <dgm:spPr/>
      <dgm:t>
        <a:bodyPr/>
        <a:lstStyle/>
        <a:p>
          <a:endParaRPr lang="en-US">
            <a:solidFill>
              <a:schemeClr val="tx1"/>
            </a:solidFill>
          </a:endParaRPr>
        </a:p>
      </dgm:t>
    </dgm:pt>
    <dgm:pt modelId="{8C816E43-6F5F-4258-8FDD-8C43733E7892}" type="sibTrans" cxnId="{3F217C27-5F35-47A6-8F74-14653A470CB6}">
      <dgm:prSet/>
      <dgm:spPr/>
      <dgm:t>
        <a:bodyPr/>
        <a:lstStyle/>
        <a:p>
          <a:endParaRPr lang="en-US">
            <a:solidFill>
              <a:schemeClr val="tx1"/>
            </a:solidFill>
          </a:endParaRPr>
        </a:p>
      </dgm:t>
    </dgm:pt>
    <dgm:pt modelId="{416CB9BD-1C62-41FE-9D08-7CFDEE42EFDA}" type="pres">
      <dgm:prSet presAssocID="{9F339455-308F-498D-B839-F97DD1D6F851}" presName="linear" presStyleCnt="0">
        <dgm:presLayoutVars>
          <dgm:dir/>
          <dgm:animLvl val="lvl"/>
          <dgm:resizeHandles val="exact"/>
        </dgm:presLayoutVars>
      </dgm:prSet>
      <dgm:spPr/>
    </dgm:pt>
    <dgm:pt modelId="{88650BAB-56BF-4565-9F6F-7DA883CB33B8}" type="pres">
      <dgm:prSet presAssocID="{8913CE00-F4C9-4885-B89D-12ED182F797B}" presName="parentLin" presStyleCnt="0"/>
      <dgm:spPr/>
    </dgm:pt>
    <dgm:pt modelId="{608ECB4F-24CB-4958-8CB2-96EC8C9ABEEC}" type="pres">
      <dgm:prSet presAssocID="{8913CE00-F4C9-4885-B89D-12ED182F797B}" presName="parentLeftMargin" presStyleLbl="node1" presStyleIdx="0" presStyleCnt="4"/>
      <dgm:spPr/>
    </dgm:pt>
    <dgm:pt modelId="{0DDB542E-88A1-45F4-A512-DFD74F6B9EFE}" type="pres">
      <dgm:prSet presAssocID="{8913CE00-F4C9-4885-B89D-12ED182F797B}" presName="parentText" presStyleLbl="node1" presStyleIdx="0" presStyleCnt="4">
        <dgm:presLayoutVars>
          <dgm:chMax val="0"/>
          <dgm:bulletEnabled val="1"/>
        </dgm:presLayoutVars>
      </dgm:prSet>
      <dgm:spPr/>
    </dgm:pt>
    <dgm:pt modelId="{3BBC1826-DACB-439A-85B5-426CA2417FC2}" type="pres">
      <dgm:prSet presAssocID="{8913CE00-F4C9-4885-B89D-12ED182F797B}" presName="negativeSpace" presStyleCnt="0"/>
      <dgm:spPr/>
    </dgm:pt>
    <dgm:pt modelId="{8197D97C-996A-4DDC-9233-A7201ABBFFC8}" type="pres">
      <dgm:prSet presAssocID="{8913CE00-F4C9-4885-B89D-12ED182F797B}" presName="childText" presStyleLbl="conFgAcc1" presStyleIdx="0" presStyleCnt="4">
        <dgm:presLayoutVars>
          <dgm:bulletEnabled val="1"/>
        </dgm:presLayoutVars>
      </dgm:prSet>
      <dgm:spPr/>
    </dgm:pt>
    <dgm:pt modelId="{9470C47E-E059-4A47-8B65-F44DED85682F}" type="pres">
      <dgm:prSet presAssocID="{AF7CEBA8-7177-4B58-875F-1E1756F3B25C}" presName="spaceBetweenRectangles" presStyleCnt="0"/>
      <dgm:spPr/>
    </dgm:pt>
    <dgm:pt modelId="{00B6F6CC-BBDF-4D73-9CEE-09F6585FBA10}" type="pres">
      <dgm:prSet presAssocID="{B7DEC281-0D49-4C93-9CF4-93E34460EF5A}" presName="parentLin" presStyleCnt="0"/>
      <dgm:spPr/>
    </dgm:pt>
    <dgm:pt modelId="{10CE94C9-CAC5-4724-B3E8-38C6114ED14A}" type="pres">
      <dgm:prSet presAssocID="{B7DEC281-0D49-4C93-9CF4-93E34460EF5A}" presName="parentLeftMargin" presStyleLbl="node1" presStyleIdx="0" presStyleCnt="4"/>
      <dgm:spPr/>
    </dgm:pt>
    <dgm:pt modelId="{5446CD1D-A866-493D-8CAD-2C56B757EFB5}" type="pres">
      <dgm:prSet presAssocID="{B7DEC281-0D49-4C93-9CF4-93E34460EF5A}" presName="parentText" presStyleLbl="node1" presStyleIdx="1" presStyleCnt="4">
        <dgm:presLayoutVars>
          <dgm:chMax val="0"/>
          <dgm:bulletEnabled val="1"/>
        </dgm:presLayoutVars>
      </dgm:prSet>
      <dgm:spPr/>
    </dgm:pt>
    <dgm:pt modelId="{9C7D5D5B-5162-4DC9-93EA-B58ED2761CCC}" type="pres">
      <dgm:prSet presAssocID="{B7DEC281-0D49-4C93-9CF4-93E34460EF5A}" presName="negativeSpace" presStyleCnt="0"/>
      <dgm:spPr/>
    </dgm:pt>
    <dgm:pt modelId="{07B194D6-E36D-464D-A939-E5127D9D245A}" type="pres">
      <dgm:prSet presAssocID="{B7DEC281-0D49-4C93-9CF4-93E34460EF5A}" presName="childText" presStyleLbl="conFgAcc1" presStyleIdx="1" presStyleCnt="4">
        <dgm:presLayoutVars>
          <dgm:bulletEnabled val="1"/>
        </dgm:presLayoutVars>
      </dgm:prSet>
      <dgm:spPr/>
    </dgm:pt>
    <dgm:pt modelId="{58789D55-0F3B-4F1F-9BA7-0BE457BD8C39}" type="pres">
      <dgm:prSet presAssocID="{A204C0BE-5016-4578-8A19-6FAD4A600316}" presName="spaceBetweenRectangles" presStyleCnt="0"/>
      <dgm:spPr/>
    </dgm:pt>
    <dgm:pt modelId="{C98112CF-DF0A-4030-8B33-E155FED6B329}" type="pres">
      <dgm:prSet presAssocID="{5A4949AD-DB28-49A3-8321-BD2D98B08054}" presName="parentLin" presStyleCnt="0"/>
      <dgm:spPr/>
    </dgm:pt>
    <dgm:pt modelId="{2F71AB0C-1C53-49F5-9E04-727AB48CD0EA}" type="pres">
      <dgm:prSet presAssocID="{5A4949AD-DB28-49A3-8321-BD2D98B08054}" presName="parentLeftMargin" presStyleLbl="node1" presStyleIdx="1" presStyleCnt="4"/>
      <dgm:spPr/>
    </dgm:pt>
    <dgm:pt modelId="{7B7DD087-129E-46EA-80ED-8E4DCFE1B49E}" type="pres">
      <dgm:prSet presAssocID="{5A4949AD-DB28-49A3-8321-BD2D98B08054}" presName="parentText" presStyleLbl="node1" presStyleIdx="2" presStyleCnt="4">
        <dgm:presLayoutVars>
          <dgm:chMax val="0"/>
          <dgm:bulletEnabled val="1"/>
        </dgm:presLayoutVars>
      </dgm:prSet>
      <dgm:spPr/>
    </dgm:pt>
    <dgm:pt modelId="{9DCC2681-84BC-498E-94AD-7C35F8F0810D}" type="pres">
      <dgm:prSet presAssocID="{5A4949AD-DB28-49A3-8321-BD2D98B08054}" presName="negativeSpace" presStyleCnt="0"/>
      <dgm:spPr/>
    </dgm:pt>
    <dgm:pt modelId="{E77502C7-0EBD-4330-97CD-1CF6BFFC4B38}" type="pres">
      <dgm:prSet presAssocID="{5A4949AD-DB28-49A3-8321-BD2D98B08054}" presName="childText" presStyleLbl="conFgAcc1" presStyleIdx="2" presStyleCnt="4">
        <dgm:presLayoutVars>
          <dgm:bulletEnabled val="1"/>
        </dgm:presLayoutVars>
      </dgm:prSet>
      <dgm:spPr/>
    </dgm:pt>
    <dgm:pt modelId="{D784EEC5-D097-4463-A5F5-49F74459412D}" type="pres">
      <dgm:prSet presAssocID="{0A326A58-1EC6-4B26-9F1C-6E9C903BD5A5}" presName="spaceBetweenRectangles" presStyleCnt="0"/>
      <dgm:spPr/>
    </dgm:pt>
    <dgm:pt modelId="{89D7E8FB-0B9E-494A-B179-A391FDE279C7}" type="pres">
      <dgm:prSet presAssocID="{B117E994-E7E2-42BF-B7AA-C9668EA39145}" presName="parentLin" presStyleCnt="0"/>
      <dgm:spPr/>
    </dgm:pt>
    <dgm:pt modelId="{5F92E9D4-C505-4C8D-9CD3-84B17C09C053}" type="pres">
      <dgm:prSet presAssocID="{B117E994-E7E2-42BF-B7AA-C9668EA39145}" presName="parentLeftMargin" presStyleLbl="node1" presStyleIdx="2" presStyleCnt="4"/>
      <dgm:spPr/>
    </dgm:pt>
    <dgm:pt modelId="{D55B68CB-CB30-4E04-80E5-49BA05317D2D}" type="pres">
      <dgm:prSet presAssocID="{B117E994-E7E2-42BF-B7AA-C9668EA39145}" presName="parentText" presStyleLbl="node1" presStyleIdx="3" presStyleCnt="4">
        <dgm:presLayoutVars>
          <dgm:chMax val="0"/>
          <dgm:bulletEnabled val="1"/>
        </dgm:presLayoutVars>
      </dgm:prSet>
      <dgm:spPr/>
    </dgm:pt>
    <dgm:pt modelId="{01861134-27D2-4696-A18A-18675B8AB291}" type="pres">
      <dgm:prSet presAssocID="{B117E994-E7E2-42BF-B7AA-C9668EA39145}" presName="negativeSpace" presStyleCnt="0"/>
      <dgm:spPr/>
    </dgm:pt>
    <dgm:pt modelId="{32893223-F648-4DE9-91E0-30351D249E66}" type="pres">
      <dgm:prSet presAssocID="{B117E994-E7E2-42BF-B7AA-C9668EA39145}" presName="childText" presStyleLbl="conFgAcc1" presStyleIdx="3" presStyleCnt="4">
        <dgm:presLayoutVars>
          <dgm:bulletEnabled val="1"/>
        </dgm:presLayoutVars>
      </dgm:prSet>
      <dgm:spPr/>
    </dgm:pt>
  </dgm:ptLst>
  <dgm:cxnLst>
    <dgm:cxn modelId="{BD97CD00-7B7E-4572-972A-71A2397CCBCA}" type="presOf" srcId="{97F60C10-1ACE-474F-AB59-D6D9DD003DAB}" destId="{8197D97C-996A-4DDC-9233-A7201ABBFFC8}" srcOrd="0" destOrd="0" presId="urn:microsoft.com/office/officeart/2005/8/layout/list1"/>
    <dgm:cxn modelId="{1D9CBA11-C123-4B82-B77D-8F361DB6C970}" srcId="{9F339455-308F-498D-B839-F97DD1D6F851}" destId="{8913CE00-F4C9-4885-B89D-12ED182F797B}" srcOrd="0" destOrd="0" parTransId="{B6B6030E-641D-4ACC-AD97-9846A70DA4E6}" sibTransId="{AF7CEBA8-7177-4B58-875F-1E1756F3B25C}"/>
    <dgm:cxn modelId="{3F217C27-5F35-47A6-8F74-14653A470CB6}" srcId="{B117E994-E7E2-42BF-B7AA-C9668EA39145}" destId="{59957F48-05C2-4724-B0A0-7B75B6EADEE9}" srcOrd="0" destOrd="0" parTransId="{734D8865-038A-4FD5-A6EA-F3AEDE44B1F0}" sibTransId="{8C816E43-6F5F-4258-8FDD-8C43733E7892}"/>
    <dgm:cxn modelId="{47F31A2C-41A9-453C-9C66-17A881810962}" type="presOf" srcId="{B117E994-E7E2-42BF-B7AA-C9668EA39145}" destId="{5F92E9D4-C505-4C8D-9CD3-84B17C09C053}" srcOrd="0" destOrd="0" presId="urn:microsoft.com/office/officeart/2005/8/layout/list1"/>
    <dgm:cxn modelId="{174C1D34-3271-45B3-BE34-55DB88BF1B3E}" srcId="{9F339455-308F-498D-B839-F97DD1D6F851}" destId="{B117E994-E7E2-42BF-B7AA-C9668EA39145}" srcOrd="3" destOrd="0" parTransId="{91559A57-66BC-4C6B-A357-9DA9730DBA13}" sibTransId="{2130C33C-F065-447E-8E59-9ED5FF0E8AF2}"/>
    <dgm:cxn modelId="{A8744C34-5349-4161-BA33-D3B01BB2A1A8}" srcId="{9F339455-308F-498D-B839-F97DD1D6F851}" destId="{5A4949AD-DB28-49A3-8321-BD2D98B08054}" srcOrd="2" destOrd="0" parTransId="{4D32FD7A-1789-441D-BE3F-7554ACCF4897}" sibTransId="{0A326A58-1EC6-4B26-9F1C-6E9C903BD5A5}"/>
    <dgm:cxn modelId="{90D95A61-8710-415F-8365-11A0DD428559}" srcId="{5A4949AD-DB28-49A3-8321-BD2D98B08054}" destId="{469CB5A3-75E9-49C3-A540-EA141B2E4432}" srcOrd="0" destOrd="0" parTransId="{C1315DF5-C3AB-4554-96E3-1C990E555CC3}" sibTransId="{D4AF3097-8CED-4168-A5B4-DC4882ABFC70}"/>
    <dgm:cxn modelId="{8C891163-03E9-4600-B497-C0803D72D06E}" srcId="{9F339455-308F-498D-B839-F97DD1D6F851}" destId="{B7DEC281-0D49-4C93-9CF4-93E34460EF5A}" srcOrd="1" destOrd="0" parTransId="{A31A9D6A-7361-4888-BBDA-E85AFC71BBBD}" sibTransId="{A204C0BE-5016-4578-8A19-6FAD4A600316}"/>
    <dgm:cxn modelId="{57E7D964-AC3C-4720-8D81-9CCDA6AB7A1F}" type="presOf" srcId="{B7DEC281-0D49-4C93-9CF4-93E34460EF5A}" destId="{10CE94C9-CAC5-4724-B3E8-38C6114ED14A}" srcOrd="0" destOrd="0" presId="urn:microsoft.com/office/officeart/2005/8/layout/list1"/>
    <dgm:cxn modelId="{A7EB4C4A-8BDB-46D3-A012-9F6035CF0C7E}" type="presOf" srcId="{469CB5A3-75E9-49C3-A540-EA141B2E4432}" destId="{E77502C7-0EBD-4330-97CD-1CF6BFFC4B38}" srcOrd="0" destOrd="0" presId="urn:microsoft.com/office/officeart/2005/8/layout/list1"/>
    <dgm:cxn modelId="{B413F14A-E257-43AF-9A33-540F544DD246}" type="presOf" srcId="{9F339455-308F-498D-B839-F97DD1D6F851}" destId="{416CB9BD-1C62-41FE-9D08-7CFDEE42EFDA}" srcOrd="0" destOrd="0" presId="urn:microsoft.com/office/officeart/2005/8/layout/list1"/>
    <dgm:cxn modelId="{1DB2F94E-F8A0-4F9E-AB9F-8D0886039CD6}" type="presOf" srcId="{B117E994-E7E2-42BF-B7AA-C9668EA39145}" destId="{D55B68CB-CB30-4E04-80E5-49BA05317D2D}" srcOrd="1" destOrd="0" presId="urn:microsoft.com/office/officeart/2005/8/layout/list1"/>
    <dgm:cxn modelId="{D75F9550-FDA1-4A73-A21F-31AEB36DEAAF}" type="presOf" srcId="{B7DEC281-0D49-4C93-9CF4-93E34460EF5A}" destId="{5446CD1D-A866-493D-8CAD-2C56B757EFB5}" srcOrd="1" destOrd="0" presId="urn:microsoft.com/office/officeart/2005/8/layout/list1"/>
    <dgm:cxn modelId="{FC14EC50-DFE4-439D-9428-8F2E3092643D}" type="presOf" srcId="{8913CE00-F4C9-4885-B89D-12ED182F797B}" destId="{0DDB542E-88A1-45F4-A512-DFD74F6B9EFE}" srcOrd="1" destOrd="0" presId="urn:microsoft.com/office/officeart/2005/8/layout/list1"/>
    <dgm:cxn modelId="{7E0BC156-D157-45CD-8E5A-DECDB276DA4C}" type="presOf" srcId="{5A4949AD-DB28-49A3-8321-BD2D98B08054}" destId="{2F71AB0C-1C53-49F5-9E04-727AB48CD0EA}" srcOrd="0" destOrd="0" presId="urn:microsoft.com/office/officeart/2005/8/layout/list1"/>
    <dgm:cxn modelId="{074B0457-C6BB-4F0F-8AF5-3AC2B169458C}" type="presOf" srcId="{5A4949AD-DB28-49A3-8321-BD2D98B08054}" destId="{7B7DD087-129E-46EA-80ED-8E4DCFE1B49E}" srcOrd="1" destOrd="0" presId="urn:microsoft.com/office/officeart/2005/8/layout/list1"/>
    <dgm:cxn modelId="{90C16559-C832-4426-B8C0-E01F5262ECBA}" srcId="{8913CE00-F4C9-4885-B89D-12ED182F797B}" destId="{97F60C10-1ACE-474F-AB59-D6D9DD003DAB}" srcOrd="0" destOrd="0" parTransId="{CF28C493-0B4F-48EA-991C-A9866BA43850}" sibTransId="{47DA4C1B-707B-4D60-93BF-CD6AFE3352A1}"/>
    <dgm:cxn modelId="{7869CC81-753B-427C-A029-363AD70AC164}" type="presOf" srcId="{59957F48-05C2-4724-B0A0-7B75B6EADEE9}" destId="{32893223-F648-4DE9-91E0-30351D249E66}" srcOrd="0" destOrd="0" presId="urn:microsoft.com/office/officeart/2005/8/layout/list1"/>
    <dgm:cxn modelId="{21BD8B99-22AB-4326-BDD8-432C45B54EE1}" srcId="{B7DEC281-0D49-4C93-9CF4-93E34460EF5A}" destId="{C12AB270-4AAF-4E88-8FF2-B8BE53AC318B}" srcOrd="0" destOrd="0" parTransId="{9D0468EE-FA6A-43C3-83D4-5C2DF61DC3CD}" sibTransId="{092D4E36-6E98-4110-A612-A268FD83E3E3}"/>
    <dgm:cxn modelId="{266654AC-E9BC-4007-91B9-952A1B0A874E}" type="presOf" srcId="{8913CE00-F4C9-4885-B89D-12ED182F797B}" destId="{608ECB4F-24CB-4958-8CB2-96EC8C9ABEEC}" srcOrd="0" destOrd="0" presId="urn:microsoft.com/office/officeart/2005/8/layout/list1"/>
    <dgm:cxn modelId="{E9CD20DA-827A-443C-BEEF-74CCDD44F508}" type="presOf" srcId="{C12AB270-4AAF-4E88-8FF2-B8BE53AC318B}" destId="{07B194D6-E36D-464D-A939-E5127D9D245A}" srcOrd="0" destOrd="0" presId="urn:microsoft.com/office/officeart/2005/8/layout/list1"/>
    <dgm:cxn modelId="{08DD2A98-F1E4-4EAB-BA4E-41171C895CA5}" type="presParOf" srcId="{416CB9BD-1C62-41FE-9D08-7CFDEE42EFDA}" destId="{88650BAB-56BF-4565-9F6F-7DA883CB33B8}" srcOrd="0" destOrd="0" presId="urn:microsoft.com/office/officeart/2005/8/layout/list1"/>
    <dgm:cxn modelId="{E025A017-FC4D-4552-963E-32B3224B3231}" type="presParOf" srcId="{88650BAB-56BF-4565-9F6F-7DA883CB33B8}" destId="{608ECB4F-24CB-4958-8CB2-96EC8C9ABEEC}" srcOrd="0" destOrd="0" presId="urn:microsoft.com/office/officeart/2005/8/layout/list1"/>
    <dgm:cxn modelId="{6CCA2DCA-0F3B-48C8-A9A7-1BA452215E0F}" type="presParOf" srcId="{88650BAB-56BF-4565-9F6F-7DA883CB33B8}" destId="{0DDB542E-88A1-45F4-A512-DFD74F6B9EFE}" srcOrd="1" destOrd="0" presId="urn:microsoft.com/office/officeart/2005/8/layout/list1"/>
    <dgm:cxn modelId="{9BF952FE-25DC-46CC-80BE-64357526A218}" type="presParOf" srcId="{416CB9BD-1C62-41FE-9D08-7CFDEE42EFDA}" destId="{3BBC1826-DACB-439A-85B5-426CA2417FC2}" srcOrd="1" destOrd="0" presId="urn:microsoft.com/office/officeart/2005/8/layout/list1"/>
    <dgm:cxn modelId="{1C0FA79C-6235-45DE-8C33-DAE40F0E0D85}" type="presParOf" srcId="{416CB9BD-1C62-41FE-9D08-7CFDEE42EFDA}" destId="{8197D97C-996A-4DDC-9233-A7201ABBFFC8}" srcOrd="2" destOrd="0" presId="urn:microsoft.com/office/officeart/2005/8/layout/list1"/>
    <dgm:cxn modelId="{11EA54FC-2C89-4CFE-AB94-ABD5819F20DB}" type="presParOf" srcId="{416CB9BD-1C62-41FE-9D08-7CFDEE42EFDA}" destId="{9470C47E-E059-4A47-8B65-F44DED85682F}" srcOrd="3" destOrd="0" presId="urn:microsoft.com/office/officeart/2005/8/layout/list1"/>
    <dgm:cxn modelId="{293B64CE-6D91-4AC6-AE49-F03118E9D500}" type="presParOf" srcId="{416CB9BD-1C62-41FE-9D08-7CFDEE42EFDA}" destId="{00B6F6CC-BBDF-4D73-9CEE-09F6585FBA10}" srcOrd="4" destOrd="0" presId="urn:microsoft.com/office/officeart/2005/8/layout/list1"/>
    <dgm:cxn modelId="{41D93DC0-AF16-4A06-BA87-9412A787F6E0}" type="presParOf" srcId="{00B6F6CC-BBDF-4D73-9CEE-09F6585FBA10}" destId="{10CE94C9-CAC5-4724-B3E8-38C6114ED14A}" srcOrd="0" destOrd="0" presId="urn:microsoft.com/office/officeart/2005/8/layout/list1"/>
    <dgm:cxn modelId="{A6EB5940-284E-4969-AA7C-E4BE31151CB8}" type="presParOf" srcId="{00B6F6CC-BBDF-4D73-9CEE-09F6585FBA10}" destId="{5446CD1D-A866-493D-8CAD-2C56B757EFB5}" srcOrd="1" destOrd="0" presId="urn:microsoft.com/office/officeart/2005/8/layout/list1"/>
    <dgm:cxn modelId="{94F9B65D-E4EC-4E48-89CD-F069639CD6CF}" type="presParOf" srcId="{416CB9BD-1C62-41FE-9D08-7CFDEE42EFDA}" destId="{9C7D5D5B-5162-4DC9-93EA-B58ED2761CCC}" srcOrd="5" destOrd="0" presId="urn:microsoft.com/office/officeart/2005/8/layout/list1"/>
    <dgm:cxn modelId="{DCE9AC8F-7FF6-46ED-8899-4409E6D1CEDE}" type="presParOf" srcId="{416CB9BD-1C62-41FE-9D08-7CFDEE42EFDA}" destId="{07B194D6-E36D-464D-A939-E5127D9D245A}" srcOrd="6" destOrd="0" presId="urn:microsoft.com/office/officeart/2005/8/layout/list1"/>
    <dgm:cxn modelId="{30C73CC6-B7D8-4660-888C-ED4140EBEBCD}" type="presParOf" srcId="{416CB9BD-1C62-41FE-9D08-7CFDEE42EFDA}" destId="{58789D55-0F3B-4F1F-9BA7-0BE457BD8C39}" srcOrd="7" destOrd="0" presId="urn:microsoft.com/office/officeart/2005/8/layout/list1"/>
    <dgm:cxn modelId="{136FB43A-CF27-439D-8DF9-78677FF7AB97}" type="presParOf" srcId="{416CB9BD-1C62-41FE-9D08-7CFDEE42EFDA}" destId="{C98112CF-DF0A-4030-8B33-E155FED6B329}" srcOrd="8" destOrd="0" presId="urn:microsoft.com/office/officeart/2005/8/layout/list1"/>
    <dgm:cxn modelId="{E6870C6F-8D27-4BE2-8367-EAEF8D6A0883}" type="presParOf" srcId="{C98112CF-DF0A-4030-8B33-E155FED6B329}" destId="{2F71AB0C-1C53-49F5-9E04-727AB48CD0EA}" srcOrd="0" destOrd="0" presId="urn:microsoft.com/office/officeart/2005/8/layout/list1"/>
    <dgm:cxn modelId="{37F7E32B-61F3-421D-B6E9-5C61280C86B3}" type="presParOf" srcId="{C98112CF-DF0A-4030-8B33-E155FED6B329}" destId="{7B7DD087-129E-46EA-80ED-8E4DCFE1B49E}" srcOrd="1" destOrd="0" presId="urn:microsoft.com/office/officeart/2005/8/layout/list1"/>
    <dgm:cxn modelId="{5291E6F2-F8E5-4E56-9902-8AB9A230954A}" type="presParOf" srcId="{416CB9BD-1C62-41FE-9D08-7CFDEE42EFDA}" destId="{9DCC2681-84BC-498E-94AD-7C35F8F0810D}" srcOrd="9" destOrd="0" presId="urn:microsoft.com/office/officeart/2005/8/layout/list1"/>
    <dgm:cxn modelId="{816A61D6-F898-47FA-85A8-9D3D373EF69B}" type="presParOf" srcId="{416CB9BD-1C62-41FE-9D08-7CFDEE42EFDA}" destId="{E77502C7-0EBD-4330-97CD-1CF6BFFC4B38}" srcOrd="10" destOrd="0" presId="urn:microsoft.com/office/officeart/2005/8/layout/list1"/>
    <dgm:cxn modelId="{301E4C39-4CEF-4726-9626-4F3D11EF96BC}" type="presParOf" srcId="{416CB9BD-1C62-41FE-9D08-7CFDEE42EFDA}" destId="{D784EEC5-D097-4463-A5F5-49F74459412D}" srcOrd="11" destOrd="0" presId="urn:microsoft.com/office/officeart/2005/8/layout/list1"/>
    <dgm:cxn modelId="{606CFF22-A941-4BB5-AB35-A410C53FB1EB}" type="presParOf" srcId="{416CB9BD-1C62-41FE-9D08-7CFDEE42EFDA}" destId="{89D7E8FB-0B9E-494A-B179-A391FDE279C7}" srcOrd="12" destOrd="0" presId="urn:microsoft.com/office/officeart/2005/8/layout/list1"/>
    <dgm:cxn modelId="{1BD81F74-369F-46BA-BDCD-D7AED93BB1B3}" type="presParOf" srcId="{89D7E8FB-0B9E-494A-B179-A391FDE279C7}" destId="{5F92E9D4-C505-4C8D-9CD3-84B17C09C053}" srcOrd="0" destOrd="0" presId="urn:microsoft.com/office/officeart/2005/8/layout/list1"/>
    <dgm:cxn modelId="{02158115-72CA-4886-8D83-5D8171BF950D}" type="presParOf" srcId="{89D7E8FB-0B9E-494A-B179-A391FDE279C7}" destId="{D55B68CB-CB30-4E04-80E5-49BA05317D2D}" srcOrd="1" destOrd="0" presId="urn:microsoft.com/office/officeart/2005/8/layout/list1"/>
    <dgm:cxn modelId="{3290F500-9B1B-4AB3-A96D-4FB954165A44}" type="presParOf" srcId="{416CB9BD-1C62-41FE-9D08-7CFDEE42EFDA}" destId="{01861134-27D2-4696-A18A-18675B8AB291}" srcOrd="13" destOrd="0" presId="urn:microsoft.com/office/officeart/2005/8/layout/list1"/>
    <dgm:cxn modelId="{0C4A4245-6441-485F-8BA4-461D4E2F7546}" type="presParOf" srcId="{416CB9BD-1C62-41FE-9D08-7CFDEE42EFDA}" destId="{32893223-F648-4DE9-91E0-30351D249E66}"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97D97C-996A-4DDC-9233-A7201ABBFFC8}">
      <dsp:nvSpPr>
        <dsp:cNvPr id="0" name=""/>
        <dsp:cNvSpPr/>
      </dsp:nvSpPr>
      <dsp:spPr>
        <a:xfrm>
          <a:off x="0" y="516471"/>
          <a:ext cx="16084550" cy="1157625"/>
        </a:xfrm>
        <a:prstGeom prst="rect">
          <a:avLst/>
        </a:prstGeom>
        <a:solidFill>
          <a:schemeClr val="dk2">
            <a:alpha val="90000"/>
            <a:tint val="40000"/>
            <a:hueOff val="0"/>
            <a:satOff val="0"/>
            <a:lumOff val="0"/>
            <a:alphaOff val="0"/>
          </a:schemeClr>
        </a:solidFill>
        <a:ln w="25400" cap="flat" cmpd="dbl"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48340" tIns="437388" rIns="1248340" bIns="149352" numCol="1" spcCol="1270" anchor="t" anchorCtr="0">
          <a:noAutofit/>
        </a:bodyPr>
        <a:lstStyle/>
        <a:p>
          <a:pPr marL="228600" lvl="1" indent="-228600" algn="l" defTabSz="933450" rtl="0">
            <a:lnSpc>
              <a:spcPct val="90000"/>
            </a:lnSpc>
            <a:spcBef>
              <a:spcPct val="0"/>
            </a:spcBef>
            <a:spcAft>
              <a:spcPct val="15000"/>
            </a:spcAft>
            <a:buChar char="•"/>
          </a:pPr>
          <a:r>
            <a:rPr lang="en-US" sz="2100" kern="1200" dirty="0">
              <a:latin typeface="Arial"/>
            </a:rPr>
            <a:t>Big</a:t>
          </a:r>
          <a:r>
            <a:rPr lang="en-US" sz="2100" kern="1200" dirty="0"/>
            <a:t> data </a:t>
          </a:r>
          <a:r>
            <a:rPr lang="en-US" sz="2100" kern="1200" dirty="0">
              <a:latin typeface="Arial"/>
            </a:rPr>
            <a:t>scientists can</a:t>
          </a:r>
          <a:r>
            <a:rPr lang="en-US" sz="2100" kern="1200" dirty="0"/>
            <a:t> help businesses make better decisions by providing them with insights into their data. This can help businesses to improve their products and services, to identify new opportunities, and to reduce costs.</a:t>
          </a:r>
        </a:p>
      </dsp:txBody>
      <dsp:txXfrm>
        <a:off x="0" y="516471"/>
        <a:ext cx="16084550" cy="1157625"/>
      </dsp:txXfrm>
    </dsp:sp>
    <dsp:sp modelId="{0DDB542E-88A1-45F4-A512-DFD74F6B9EFE}">
      <dsp:nvSpPr>
        <dsp:cNvPr id="0" name=""/>
        <dsp:cNvSpPr/>
      </dsp:nvSpPr>
      <dsp:spPr>
        <a:xfrm>
          <a:off x="804227" y="206511"/>
          <a:ext cx="11259185" cy="619920"/>
        </a:xfrm>
        <a:prstGeom prst="roundRect">
          <a:avLst/>
        </a:prstGeom>
        <a:solidFill>
          <a:schemeClr val="lt1">
            <a:hueOff val="0"/>
            <a:satOff val="0"/>
            <a:lumOff val="0"/>
            <a:alphaOff val="0"/>
          </a:schemeClr>
        </a:solidFill>
        <a:ln w="31750" cap="flat" cmpd="dbl" algn="ctr">
          <a:solidFill>
            <a:schemeClr val="dk2">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425570" tIns="0" rIns="425570" bIns="0" numCol="1" spcCol="1270" anchor="ctr" anchorCtr="0">
          <a:noAutofit/>
        </a:bodyPr>
        <a:lstStyle/>
        <a:p>
          <a:pPr marL="0" lvl="0" indent="0" algn="l" defTabSz="1066800" rtl="0">
            <a:lnSpc>
              <a:spcPct val="90000"/>
            </a:lnSpc>
            <a:spcBef>
              <a:spcPct val="0"/>
            </a:spcBef>
            <a:spcAft>
              <a:spcPct val="35000"/>
            </a:spcAft>
            <a:buNone/>
          </a:pPr>
          <a:r>
            <a:rPr lang="en-US" sz="2400" kern="1200" dirty="0">
              <a:solidFill>
                <a:schemeClr val="bg2"/>
              </a:solidFill>
              <a:latin typeface="Arial"/>
            </a:rPr>
            <a:t>Relied on to facilitate better better</a:t>
          </a:r>
          <a:r>
            <a:rPr lang="en-US" sz="2400" kern="1200" dirty="0">
              <a:solidFill>
                <a:schemeClr val="bg2"/>
              </a:solidFill>
            </a:rPr>
            <a:t> decisions</a:t>
          </a:r>
        </a:p>
      </dsp:txBody>
      <dsp:txXfrm>
        <a:off x="834489" y="236773"/>
        <a:ext cx="11198661" cy="559396"/>
      </dsp:txXfrm>
    </dsp:sp>
    <dsp:sp modelId="{07B194D6-E36D-464D-A939-E5127D9D245A}">
      <dsp:nvSpPr>
        <dsp:cNvPr id="0" name=""/>
        <dsp:cNvSpPr/>
      </dsp:nvSpPr>
      <dsp:spPr>
        <a:xfrm>
          <a:off x="0" y="2097456"/>
          <a:ext cx="16084550" cy="1422225"/>
        </a:xfrm>
        <a:prstGeom prst="rect">
          <a:avLst/>
        </a:prstGeom>
        <a:solidFill>
          <a:schemeClr val="dk2">
            <a:alpha val="90000"/>
            <a:tint val="40000"/>
            <a:hueOff val="0"/>
            <a:satOff val="0"/>
            <a:lumOff val="0"/>
            <a:alphaOff val="0"/>
          </a:schemeClr>
        </a:solidFill>
        <a:ln w="25400" cap="flat" cmpd="dbl"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48340" tIns="437388" rIns="1248340" bIns="149352" numCol="1" spcCol="1270" anchor="t" anchorCtr="0">
          <a:noAutofit/>
        </a:bodyPr>
        <a:lstStyle/>
        <a:p>
          <a:pPr marL="228600" lvl="1" indent="-228600" algn="l" defTabSz="933450" rtl="0">
            <a:lnSpc>
              <a:spcPct val="90000"/>
            </a:lnSpc>
            <a:spcBef>
              <a:spcPct val="0"/>
            </a:spcBef>
            <a:spcAft>
              <a:spcPct val="15000"/>
            </a:spcAft>
            <a:buChar char="•"/>
          </a:pPr>
          <a:r>
            <a:rPr lang="en-US" sz="2100" kern="1200" dirty="0"/>
            <a:t>Big data </a:t>
          </a:r>
          <a:r>
            <a:rPr lang="en-US" sz="2100" kern="1200" dirty="0">
              <a:latin typeface="Arial"/>
            </a:rPr>
            <a:t>scientists can</a:t>
          </a:r>
          <a:r>
            <a:rPr lang="en-US" sz="2100" kern="1200" dirty="0"/>
            <a:t> help businesses to solve complex problems by using their knowledge of data analysis and machine learning. This can help businesses to improve their operations, to comply with regulations, and to protect their customers.</a:t>
          </a:r>
        </a:p>
      </dsp:txBody>
      <dsp:txXfrm>
        <a:off x="0" y="2097456"/>
        <a:ext cx="16084550" cy="1422225"/>
      </dsp:txXfrm>
    </dsp:sp>
    <dsp:sp modelId="{5446CD1D-A866-493D-8CAD-2C56B757EFB5}">
      <dsp:nvSpPr>
        <dsp:cNvPr id="0" name=""/>
        <dsp:cNvSpPr/>
      </dsp:nvSpPr>
      <dsp:spPr>
        <a:xfrm>
          <a:off x="804227" y="1787496"/>
          <a:ext cx="11259185" cy="619920"/>
        </a:xfrm>
        <a:prstGeom prst="roundRect">
          <a:avLst/>
        </a:prstGeom>
        <a:solidFill>
          <a:srgbClr val="E98D0A"/>
        </a:solidFill>
        <a:ln w="31750" cap="flat" cmpd="dbl" algn="ctr">
          <a:solidFill>
            <a:schemeClr val="dk2">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425570" tIns="0" rIns="425570" bIns="0" numCol="1" spcCol="1270" anchor="ctr" anchorCtr="0">
          <a:noAutofit/>
        </a:bodyPr>
        <a:lstStyle/>
        <a:p>
          <a:pPr marL="0" lvl="0" indent="0" algn="l" defTabSz="1066800" rtl="0">
            <a:lnSpc>
              <a:spcPct val="90000"/>
            </a:lnSpc>
            <a:spcBef>
              <a:spcPct val="0"/>
            </a:spcBef>
            <a:spcAft>
              <a:spcPct val="35000"/>
            </a:spcAft>
            <a:buNone/>
          </a:pPr>
          <a:r>
            <a:rPr lang="en-US" sz="2400" kern="1200" dirty="0">
              <a:solidFill>
                <a:schemeClr val="tx1"/>
              </a:solidFill>
              <a:latin typeface="Arial"/>
            </a:rPr>
            <a:t>Known as someone who can</a:t>
          </a:r>
          <a:r>
            <a:rPr lang="en-US" sz="2400" kern="1200" dirty="0">
              <a:solidFill>
                <a:schemeClr val="tx1"/>
              </a:solidFill>
            </a:rPr>
            <a:t> solve complex problems</a:t>
          </a:r>
        </a:p>
      </dsp:txBody>
      <dsp:txXfrm>
        <a:off x="834489" y="1817758"/>
        <a:ext cx="11198661" cy="559396"/>
      </dsp:txXfrm>
    </dsp:sp>
    <dsp:sp modelId="{E77502C7-0EBD-4330-97CD-1CF6BFFC4B38}">
      <dsp:nvSpPr>
        <dsp:cNvPr id="0" name=""/>
        <dsp:cNvSpPr/>
      </dsp:nvSpPr>
      <dsp:spPr>
        <a:xfrm>
          <a:off x="0" y="3943041"/>
          <a:ext cx="16084550" cy="1157625"/>
        </a:xfrm>
        <a:prstGeom prst="rect">
          <a:avLst/>
        </a:prstGeom>
        <a:solidFill>
          <a:schemeClr val="dk2">
            <a:alpha val="90000"/>
            <a:tint val="40000"/>
            <a:hueOff val="0"/>
            <a:satOff val="0"/>
            <a:lumOff val="0"/>
            <a:alphaOff val="0"/>
          </a:schemeClr>
        </a:solidFill>
        <a:ln w="25400" cap="flat" cmpd="dbl"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48340" tIns="437388" rIns="1248340" bIns="149352" numCol="1" spcCol="1270" anchor="t" anchorCtr="0">
          <a:noAutofit/>
        </a:bodyPr>
        <a:lstStyle/>
        <a:p>
          <a:pPr marL="228600" lvl="1" indent="-228600" algn="l" defTabSz="933450" rtl="0">
            <a:lnSpc>
              <a:spcPct val="90000"/>
            </a:lnSpc>
            <a:spcBef>
              <a:spcPct val="0"/>
            </a:spcBef>
            <a:spcAft>
              <a:spcPct val="15000"/>
            </a:spcAft>
            <a:buChar char="•"/>
          </a:pPr>
          <a:r>
            <a:rPr lang="en-US" sz="2100" kern="1200" dirty="0"/>
            <a:t>Big data </a:t>
          </a:r>
          <a:r>
            <a:rPr lang="en-US" sz="2100" kern="1200" dirty="0">
              <a:latin typeface="Arial"/>
            </a:rPr>
            <a:t>scientists can</a:t>
          </a:r>
          <a:r>
            <a:rPr lang="en-US" sz="2100" kern="1200" dirty="0"/>
            <a:t> help businesses to drive innovation by using their knowledge of data to develop new products and services. This can help businesses to stay ahead of the competition and to grow their businesses.</a:t>
          </a:r>
        </a:p>
      </dsp:txBody>
      <dsp:txXfrm>
        <a:off x="0" y="3943041"/>
        <a:ext cx="16084550" cy="1157625"/>
      </dsp:txXfrm>
    </dsp:sp>
    <dsp:sp modelId="{7B7DD087-129E-46EA-80ED-8E4DCFE1B49E}">
      <dsp:nvSpPr>
        <dsp:cNvPr id="0" name=""/>
        <dsp:cNvSpPr/>
      </dsp:nvSpPr>
      <dsp:spPr>
        <a:xfrm>
          <a:off x="804227" y="3633081"/>
          <a:ext cx="11259185" cy="619920"/>
        </a:xfrm>
        <a:prstGeom prst="roundRect">
          <a:avLst/>
        </a:prstGeom>
        <a:solidFill>
          <a:srgbClr val="969696"/>
        </a:solidFill>
        <a:ln w="31750" cap="flat" cmpd="dbl" algn="ctr">
          <a:solidFill>
            <a:schemeClr val="dk2">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425570" tIns="0" rIns="425570" bIns="0" numCol="1" spcCol="1270" anchor="ctr" anchorCtr="0">
          <a:noAutofit/>
        </a:bodyPr>
        <a:lstStyle/>
        <a:p>
          <a:pPr marL="0" lvl="0" indent="0" algn="l" defTabSz="1066800" rtl="0">
            <a:lnSpc>
              <a:spcPct val="90000"/>
            </a:lnSpc>
            <a:spcBef>
              <a:spcPct val="0"/>
            </a:spcBef>
            <a:spcAft>
              <a:spcPct val="35000"/>
            </a:spcAft>
            <a:buNone/>
          </a:pPr>
          <a:r>
            <a:rPr lang="en-US" sz="2400" kern="1200" dirty="0">
              <a:solidFill>
                <a:schemeClr val="tx1"/>
              </a:solidFill>
              <a:latin typeface="Arial"/>
            </a:rPr>
            <a:t>Turned to for critical thought leadership</a:t>
          </a:r>
          <a:endParaRPr lang="en-US" sz="2400" kern="1200" dirty="0">
            <a:solidFill>
              <a:schemeClr val="tx1"/>
            </a:solidFill>
          </a:endParaRPr>
        </a:p>
      </dsp:txBody>
      <dsp:txXfrm>
        <a:off x="834489" y="3663343"/>
        <a:ext cx="11198661" cy="559396"/>
      </dsp:txXfrm>
    </dsp:sp>
    <dsp:sp modelId="{32893223-F648-4DE9-91E0-30351D249E66}">
      <dsp:nvSpPr>
        <dsp:cNvPr id="0" name=""/>
        <dsp:cNvSpPr/>
      </dsp:nvSpPr>
      <dsp:spPr>
        <a:xfrm>
          <a:off x="0" y="5524026"/>
          <a:ext cx="16084550" cy="1157625"/>
        </a:xfrm>
        <a:prstGeom prst="rect">
          <a:avLst/>
        </a:prstGeom>
        <a:solidFill>
          <a:schemeClr val="dk2">
            <a:alpha val="90000"/>
            <a:tint val="40000"/>
            <a:hueOff val="0"/>
            <a:satOff val="0"/>
            <a:lumOff val="0"/>
            <a:alphaOff val="0"/>
          </a:schemeClr>
        </a:solidFill>
        <a:ln w="25400" cap="flat" cmpd="dbl"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48340" tIns="437388" rIns="1248340" bIns="149352" numCol="1" spcCol="1270" anchor="t" anchorCtr="0">
          <a:noAutofit/>
        </a:bodyPr>
        <a:lstStyle/>
        <a:p>
          <a:pPr marL="228600" lvl="1" indent="-228600" algn="l" defTabSz="933450" rtl="0">
            <a:lnSpc>
              <a:spcPct val="90000"/>
            </a:lnSpc>
            <a:spcBef>
              <a:spcPct val="0"/>
            </a:spcBef>
            <a:spcAft>
              <a:spcPct val="15000"/>
            </a:spcAft>
            <a:buChar char="•"/>
          </a:pPr>
          <a:r>
            <a:rPr lang="en-US" sz="2100" kern="1200" dirty="0"/>
            <a:t>Big data </a:t>
          </a:r>
          <a:r>
            <a:rPr lang="en-US" sz="2100" kern="1200" dirty="0">
              <a:latin typeface="Arial"/>
            </a:rPr>
            <a:t>scientists can</a:t>
          </a:r>
          <a:r>
            <a:rPr lang="en-US" sz="2100" kern="1200" dirty="0"/>
            <a:t> influence others by sharing their knowledge and insights with them. This can help businesses to adopt new technologies and to improve their data-driven decision-making.</a:t>
          </a:r>
        </a:p>
      </dsp:txBody>
      <dsp:txXfrm>
        <a:off x="0" y="5524026"/>
        <a:ext cx="16084550" cy="1157625"/>
      </dsp:txXfrm>
    </dsp:sp>
    <dsp:sp modelId="{D55B68CB-CB30-4E04-80E5-49BA05317D2D}">
      <dsp:nvSpPr>
        <dsp:cNvPr id="0" name=""/>
        <dsp:cNvSpPr/>
      </dsp:nvSpPr>
      <dsp:spPr>
        <a:xfrm>
          <a:off x="804227" y="5214066"/>
          <a:ext cx="11259185" cy="619920"/>
        </a:xfrm>
        <a:prstGeom prst="roundRect">
          <a:avLst/>
        </a:prstGeom>
        <a:solidFill>
          <a:srgbClr val="3F4F6C"/>
        </a:solidFill>
        <a:ln w="31750" cap="flat" cmpd="dbl" algn="ctr">
          <a:solidFill>
            <a:schemeClr val="dk2">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425570" tIns="0" rIns="425570" bIns="0" numCol="1" spcCol="1270" anchor="ctr" anchorCtr="0">
          <a:noAutofit/>
        </a:bodyPr>
        <a:lstStyle/>
        <a:p>
          <a:pPr marL="0" lvl="0" indent="0" algn="l" defTabSz="1066800" rtl="0">
            <a:lnSpc>
              <a:spcPct val="90000"/>
            </a:lnSpc>
            <a:spcBef>
              <a:spcPct val="0"/>
            </a:spcBef>
            <a:spcAft>
              <a:spcPct val="35000"/>
            </a:spcAft>
            <a:buNone/>
          </a:pPr>
          <a:r>
            <a:rPr lang="en-US" sz="2400" kern="1200" dirty="0">
              <a:solidFill>
                <a:schemeClr val="bg2"/>
              </a:solidFill>
              <a:latin typeface="Arial"/>
            </a:rPr>
            <a:t>Highly influential with leaders and decision makers</a:t>
          </a:r>
          <a:endParaRPr lang="en-US" sz="2400" kern="1200" dirty="0">
            <a:solidFill>
              <a:schemeClr val="bg2"/>
            </a:solidFill>
          </a:endParaRPr>
        </a:p>
      </dsp:txBody>
      <dsp:txXfrm>
        <a:off x="834489" y="5244328"/>
        <a:ext cx="11198661" cy="55939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919ED-7EBC-0349-92FD-49744747E976}" type="datetimeFigureOut">
              <a:rPr lang="en-US" smtClean="0"/>
              <a:t>7/3/2024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1EE238-70D2-48BB-9804-C56424742E76}" type="datetime1">
              <a:rPr lang="en-US" smtClean="0"/>
              <a:t>7/3/2024</a:t>
            </a:fld>
            <a:endParaRPr lang="en-US" dirty="0"/>
          </a:p>
        </p:txBody>
      </p:sp>
      <p:sp>
        <p:nvSpPr>
          <p:cNvPr id="4" name="Footer Placeholder 3"/>
          <p:cNvSpPr>
            <a:spLocks noGrp="1"/>
          </p:cNvSpPr>
          <p:nvPr>
            <p:ph type="ftr" sz="quarter" idx="11"/>
          </p:nvPr>
        </p:nvSpPr>
        <p:spPr/>
        <p:txBody>
          <a:bodyPr/>
          <a:lstStyle/>
          <a:p>
            <a:r>
              <a:rPr lang="en-US" dirty="0"/>
              <a:t>Big Data Technologies - Module 01a</a:t>
            </a:r>
          </a:p>
        </p:txBody>
      </p:sp>
      <p:sp>
        <p:nvSpPr>
          <p:cNvPr id="5" name="Slide Number Placeholder 4"/>
          <p:cNvSpPr>
            <a:spLocks noGrp="1"/>
          </p:cNvSpPr>
          <p:nvPr>
            <p:ph type="sldNum" sz="quarter" idx="12"/>
          </p:nvPr>
        </p:nvSpPr>
        <p:spPr/>
        <p:txBody>
          <a:bodyPr/>
          <a:lstStyle/>
          <a:p>
            <a:fld id="{A89303E2-24A7-45FB-8F9B-C98A0FA0F4CA}" type="slidenum">
              <a:rPr lang="en-US" smtClean="0"/>
              <a:t>‹#›</a:t>
            </a:fld>
            <a:endParaRPr lang="en-US" dirty="0"/>
          </a:p>
        </p:txBody>
      </p:sp>
    </p:spTree>
    <p:extLst>
      <p:ext uri="{BB962C8B-B14F-4D97-AF65-F5344CB8AC3E}">
        <p14:creationId xmlns:p14="http://schemas.microsoft.com/office/powerpoint/2010/main" val="20626497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BB7F8-B2B7-3DE4-770B-7C5552FA9E26}"/>
              </a:ext>
            </a:extLst>
          </p:cNvPr>
          <p:cNvSpPr>
            <a:spLocks noGrp="1"/>
          </p:cNvSpPr>
          <p:nvPr>
            <p:ph type="ctrTitle"/>
          </p:nvPr>
        </p:nvSpPr>
        <p:spPr/>
        <p:txBody>
          <a:bodyPr/>
          <a:lstStyle/>
          <a:p>
            <a:r>
              <a:rPr lang="en-US"/>
              <a:t>Module 1: </a:t>
            </a:r>
            <a:r>
              <a:rPr lang="en-US" dirty="0"/>
              <a:t>Lesson 5</a:t>
            </a:r>
            <a:br>
              <a:rPr lang="en-US" dirty="0"/>
            </a:br>
            <a:r>
              <a:rPr lang="en-US" dirty="0"/>
              <a:t>Big Data Benefits</a:t>
            </a:r>
          </a:p>
        </p:txBody>
      </p:sp>
    </p:spTree>
    <p:custDataLst>
      <p:tags r:id="rId1"/>
    </p:custDataLst>
    <p:extLst>
      <p:ext uri="{BB962C8B-B14F-4D97-AF65-F5344CB8AC3E}">
        <p14:creationId xmlns:p14="http://schemas.microsoft.com/office/powerpoint/2010/main" val="3062275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F74AE-5026-ECA6-1526-89BD7BBAC1C8}"/>
              </a:ext>
            </a:extLst>
          </p:cNvPr>
          <p:cNvSpPr>
            <a:spLocks noGrp="1"/>
          </p:cNvSpPr>
          <p:nvPr>
            <p:ph type="title"/>
          </p:nvPr>
        </p:nvSpPr>
        <p:spPr>
          <a:xfrm>
            <a:off x="2971800" y="800100"/>
            <a:ext cx="12344400" cy="1485900"/>
          </a:xfrm>
        </p:spPr>
        <p:txBody>
          <a:bodyPr anchor="ctr">
            <a:normAutofit fontScale="90000"/>
          </a:bodyPr>
          <a:lstStyle/>
          <a:p>
            <a:r>
              <a:rPr lang="en-US" dirty="0"/>
              <a:t>Big Data Benefits… For Stakeholders</a:t>
            </a:r>
          </a:p>
        </p:txBody>
      </p:sp>
      <p:sp>
        <p:nvSpPr>
          <p:cNvPr id="4" name="Footer Placeholder 3">
            <a:extLst>
              <a:ext uri="{FF2B5EF4-FFF2-40B4-BE49-F238E27FC236}">
                <a16:creationId xmlns:a16="http://schemas.microsoft.com/office/drawing/2014/main" id="{F810837F-430B-EAAF-252C-7E34B591F960}"/>
              </a:ext>
            </a:extLst>
          </p:cNvPr>
          <p:cNvSpPr>
            <a:spLocks noGrp="1"/>
          </p:cNvSpPr>
          <p:nvPr>
            <p:ph type="ftr" sz="quarter" idx="11"/>
          </p:nvPr>
        </p:nvSpPr>
        <p:spPr>
          <a:xfrm>
            <a:off x="3429000" y="18288"/>
            <a:ext cx="4114800" cy="329184"/>
          </a:xfrm>
          <a:prstGeom prst="rect">
            <a:avLst/>
          </a:prstGeom>
        </p:spPr>
        <p:txBody>
          <a:bodyPr vert="horz" lIns="91440" tIns="45720" rIns="91440" bIns="45720" rtlCol="0" anchor="ctr">
            <a:normAutofit/>
          </a:bodyP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900"/>
              </a:spcAft>
            </a:pPr>
            <a:r>
              <a:rPr lang="en-US" dirty="0"/>
              <a:t>Big Data Technologies - Module 01a</a:t>
            </a:r>
          </a:p>
        </p:txBody>
      </p:sp>
      <p:sp>
        <p:nvSpPr>
          <p:cNvPr id="5" name="Slide Number Placeholder 4">
            <a:extLst>
              <a:ext uri="{FF2B5EF4-FFF2-40B4-BE49-F238E27FC236}">
                <a16:creationId xmlns:a16="http://schemas.microsoft.com/office/drawing/2014/main" id="{CC7324D8-A717-98B1-D811-1627FC6189F2}"/>
              </a:ext>
            </a:extLst>
          </p:cNvPr>
          <p:cNvSpPr>
            <a:spLocks noGrp="1"/>
          </p:cNvSpPr>
          <p:nvPr>
            <p:ph type="sldNum" sz="quarter" idx="12"/>
          </p:nvPr>
        </p:nvSpPr>
        <p:spPr>
          <a:xfrm>
            <a:off x="7620000" y="18288"/>
            <a:ext cx="1066800" cy="329184"/>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900"/>
              </a:spcAft>
            </a:pPr>
            <a:fld id="{A89303E2-24A7-45FB-8F9B-C98A0FA0F4CA}" type="slidenum">
              <a:rPr lang="en-US" smtClean="0"/>
              <a:pPr>
                <a:spcAft>
                  <a:spcPts val="900"/>
                </a:spcAft>
              </a:pPr>
              <a:t>2</a:t>
            </a:fld>
            <a:endParaRPr lang="en-US" dirty="0"/>
          </a:p>
        </p:txBody>
      </p:sp>
      <p:pic>
        <p:nvPicPr>
          <p:cNvPr id="54" name="Picture 53" descr="The image presents five key benefits of using big data in business. These benefits are:&#10;&#10;1. **Improved Decision-Making**:&#10;   - Icon: Graph with data points.&#10;   - Description: Big data helps businesses make better decisions by providing insights into customer behavior, market trends, and operational efficiency.&#10;&#10;2. **Increased Customer Satisfaction**:&#10;   - Icon: Shopping basket.&#10;   - Description: By understanding customer behavior and preferences, businesses can deliver more personalized and relevant products and services, leading to increased customer satisfaction.&#10;&#10;3. **Reduced Costs**:&#10;   - Icon: Money symbol.&#10;   - Description: Big data can help businesses identify and eliminate inefficiencies, which can lead to reduced costs.&#10;&#10;4. **Improved Risk Management**:&#10;   - Icon: Lock.&#10;   - Description: Big data can help businesses identify and mitigate risks, such as fraud and security breaches.&#10;&#10;5. **Increased Innovation**:&#10;   - Icon: Group with upward arrow.&#10;   - Description: Big data can help businesses identify new opportunities for innovation, such as new products, services, and business models.">
            <a:extLst>
              <a:ext uri="{FF2B5EF4-FFF2-40B4-BE49-F238E27FC236}">
                <a16:creationId xmlns:a16="http://schemas.microsoft.com/office/drawing/2014/main" id="{12E48A11-1BF7-FD84-E72A-52C04BC0115A}"/>
              </a:ext>
            </a:extLst>
          </p:cNvPr>
          <p:cNvPicPr>
            <a:picLocks noChangeAspect="1"/>
          </p:cNvPicPr>
          <p:nvPr/>
        </p:nvPicPr>
        <p:blipFill>
          <a:blip r:embed="rId2"/>
          <a:stretch>
            <a:fillRect/>
          </a:stretch>
        </p:blipFill>
        <p:spPr>
          <a:xfrm>
            <a:off x="1115776" y="2280100"/>
            <a:ext cx="16056448" cy="6067993"/>
          </a:xfrm>
          <a:prstGeom prst="rect">
            <a:avLst/>
          </a:prstGeom>
        </p:spPr>
      </p:pic>
      <p:sp>
        <p:nvSpPr>
          <p:cNvPr id="72" name="Content Placeholder 71">
            <a:extLst>
              <a:ext uri="{FF2B5EF4-FFF2-40B4-BE49-F238E27FC236}">
                <a16:creationId xmlns:a16="http://schemas.microsoft.com/office/drawing/2014/main" id="{3AA4A384-1219-FF15-8184-703DB577F6F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07453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US" dirty="0"/>
              <a:t>Big Data Benefits… For Stakeholders</a:t>
            </a:r>
          </a:p>
        </p:txBody>
      </p:sp>
      <p:sp>
        <p:nvSpPr>
          <p:cNvPr id="4" name="Footer Placeholder 3"/>
          <p:cNvSpPr>
            <a:spLocks noGrp="1"/>
          </p:cNvSpPr>
          <p:nvPr>
            <p:ph type="ftr" sz="quarter" idx="4294967295"/>
          </p:nvPr>
        </p:nvSpPr>
        <p:spPr>
          <a:xfrm>
            <a:off x="0" y="19050"/>
            <a:ext cx="4114800" cy="328613"/>
          </a:xfrm>
          <a:prstGeom prst="rect">
            <a:avLst/>
          </a:prstGeom>
        </p:spPr>
        <p:txBody>
          <a:bodyPr vert="horz" lIns="91440" tIns="45720" rIns="91440" bIns="45720" rtlCol="0" anchor="ctr">
            <a:normAutofit/>
          </a:bodyP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900"/>
              </a:spcAft>
            </a:pPr>
            <a:r>
              <a:rPr lang="en-US" dirty="0"/>
              <a:t>Big Data Technologies - Module 01a</a:t>
            </a:r>
          </a:p>
        </p:txBody>
      </p:sp>
      <p:sp>
        <p:nvSpPr>
          <p:cNvPr id="5" name="Slide Number Placeholder 4"/>
          <p:cNvSpPr>
            <a:spLocks noGrp="1"/>
          </p:cNvSpPr>
          <p:nvPr>
            <p:ph type="sldNum" sz="quarter" idx="4294967295"/>
          </p:nvPr>
        </p:nvSpPr>
        <p:spPr>
          <a:xfrm>
            <a:off x="0" y="19050"/>
            <a:ext cx="1066800" cy="328613"/>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900"/>
              </a:spcAft>
            </a:pPr>
            <a:fld id="{A89303E2-24A7-45FB-8F9B-C98A0FA0F4CA}" type="slidenum">
              <a:rPr lang="en-US" smtClean="0"/>
              <a:pPr>
                <a:spcAft>
                  <a:spcPts val="900"/>
                </a:spcAft>
              </a:pPr>
              <a:t>3</a:t>
            </a:fld>
            <a:endParaRPr lang="en-US" dirty="0"/>
          </a:p>
        </p:txBody>
      </p:sp>
      <p:sp>
        <p:nvSpPr>
          <p:cNvPr id="49" name="TextBox 48">
            <a:extLst>
              <a:ext uri="{FF2B5EF4-FFF2-40B4-BE49-F238E27FC236}">
                <a16:creationId xmlns:a16="http://schemas.microsoft.com/office/drawing/2014/main" id="{DDF27893-AE7A-F014-DCFF-7C5ED8B0BB81}"/>
              </a:ext>
            </a:extLst>
          </p:cNvPr>
          <p:cNvSpPr txBox="1"/>
          <p:nvPr/>
        </p:nvSpPr>
        <p:spPr>
          <a:xfrm>
            <a:off x="1172614" y="9307286"/>
            <a:ext cx="4114799" cy="507831"/>
          </a:xfrm>
          <a:prstGeom prst="rect">
            <a:avLst/>
          </a:prstGeom>
          <a:noFill/>
        </p:spPr>
        <p:txBody>
          <a:bodyPr rot="0" spcFirstLastPara="0" vertOverflow="overflow" horzOverflow="overflow" vert="horz" wrap="square" lIns="137160" tIns="68580" rIns="137160" bIns="68580" numCol="1" spcCol="0" rtlCol="0" fromWordArt="0" anchor="t" anchorCtr="0" forceAA="0" compatLnSpc="1">
            <a:prstTxWarp prst="textNoShape">
              <a:avLst/>
            </a:prstTxWarp>
            <a:spAutoFit/>
          </a:bodyPr>
          <a:lstStyle/>
          <a:p>
            <a:r>
              <a:rPr lang="en-US" sz="2400" dirty="0">
                <a:cs typeface="Arial"/>
              </a:rPr>
              <a:t>[Source: McKinsey]</a:t>
            </a:r>
          </a:p>
        </p:txBody>
      </p:sp>
      <p:pic>
        <p:nvPicPr>
          <p:cNvPr id="20" name="Picture 19" descr="The image highlights three examples of how big data can drive efficiency and quality across different sectors:&#10;&#10;1. **In US Healthcare**:&#10;   - Header: &quot;If US health care could use big data creatively and effectively to drive efficiency and quality...&quot;&#10;   - Points:&#10;     - The potential value from data in the sector could be more than $300 billion in value every year.&#10;     - Two-thirds of this value would come from reducing national healthcare expenditures by about 8 percent.&#10;&#10;2. **In the Private Sector**:&#10;   - Header: &quot;In the private sector...&quot;&#10;   - Point:&#10;     - A retailer using big data to the full has the potential to increase its operating margin by more than 60 percent.&#10;&#10;3. **In the Developed Economies of Europe**:&#10;   - Header: &quot;In the developed economies of Europe...&quot;&#10;   - Point:&#10;     - A government administration could save more than €100 billion ($149 billion) in operational efficiency improvements alone.">
            <a:extLst>
              <a:ext uri="{FF2B5EF4-FFF2-40B4-BE49-F238E27FC236}">
                <a16:creationId xmlns:a16="http://schemas.microsoft.com/office/drawing/2014/main" id="{0F85F81A-4F3C-7C9A-B3F5-5BA988CEC477}"/>
              </a:ext>
            </a:extLst>
          </p:cNvPr>
          <p:cNvPicPr>
            <a:picLocks noChangeAspect="1"/>
          </p:cNvPicPr>
          <p:nvPr/>
        </p:nvPicPr>
        <p:blipFill>
          <a:blip r:embed="rId2"/>
          <a:stretch>
            <a:fillRect/>
          </a:stretch>
        </p:blipFill>
        <p:spPr>
          <a:xfrm>
            <a:off x="1175472" y="2137930"/>
            <a:ext cx="15375947" cy="6489122"/>
          </a:xfrm>
          <a:prstGeom prst="rect">
            <a:avLst/>
          </a:prstGeom>
        </p:spPr>
      </p:pic>
    </p:spTree>
    <p:extLst>
      <p:ext uri="{BB962C8B-B14F-4D97-AF65-F5344CB8AC3E}">
        <p14:creationId xmlns:p14="http://schemas.microsoft.com/office/powerpoint/2010/main" val="1929038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928B9F4-B8CC-4678-C3B1-54AFBFD7B463}"/>
              </a:ext>
            </a:extLst>
          </p:cNvPr>
          <p:cNvSpPr>
            <a:spLocks noGrp="1"/>
          </p:cNvSpPr>
          <p:nvPr>
            <p:ph type="title"/>
          </p:nvPr>
        </p:nvSpPr>
        <p:spPr/>
        <p:txBody>
          <a:bodyPr/>
          <a:lstStyle/>
          <a:p>
            <a:r>
              <a:rPr lang="en-US" dirty="0">
                <a:cs typeface="Arial"/>
              </a:rPr>
              <a:t>Big Data Benefits… For the Data Scientist</a:t>
            </a:r>
            <a:endParaRPr lang="en-US" dirty="0"/>
          </a:p>
        </p:txBody>
      </p:sp>
      <p:graphicFrame>
        <p:nvGraphicFramePr>
          <p:cNvPr id="7" name="Content Placeholder 2" descr="The image presents the various roles and impacts of big data scientists within businesses:&#10;&#10;1. **Relied on to Facilitate Better Decisions**:&#10;   - Header: &quot;Relied on to facilitate better decisions&quot;&#10;   - Description: Big data scientists can help businesses make better decisions by providing insights into their data. This can help businesses improve their products and services, identify new opportunities, and reduce costs.&#10;&#10;2. **Known as Someone Who Can Solve Complex Problems**:&#10;   - Header: &quot;Known as someone who can solve complex problems&quot;&#10;   - Description: Big data scientists can help businesses solve complex problems by using their knowledge of data analysis and machine learning. This can help businesses improve their operations, comply with regulations, and protect their customers.&#10;&#10;3. **Turned to for Critical Thought Leadership**:&#10;   - Header: &quot;Turned to for critical thought leadership&quot;&#10;   - Description: Big data scientists can help businesses drive innovation by using their knowledge of data to develop new products and services. This can help businesses stay ahead of the competition and grow their businesses.&#10;&#10;4. **Highly Influential with Leaders and Decision Makers**:&#10;   - Header: &quot;Highly influential with leaders and decision makers&quot;&#10;   - Description: Big data scientists can influence others by sharing their knowledge and insights with them. This can help businesses adopt new technologies and improve their data-driven decision-making.">
            <a:extLst>
              <a:ext uri="{FF2B5EF4-FFF2-40B4-BE49-F238E27FC236}">
                <a16:creationId xmlns:a16="http://schemas.microsoft.com/office/drawing/2014/main" id="{DC3C6CAD-EADA-2F03-993D-2BD8E33ED72D}"/>
              </a:ext>
            </a:extLst>
          </p:cNvPr>
          <p:cNvGraphicFramePr>
            <a:graphicFrameLocks noGrp="1"/>
          </p:cNvGraphicFramePr>
          <p:nvPr>
            <p:ph idx="1"/>
            <p:extLst>
              <p:ext uri="{D42A27DB-BD31-4B8C-83A1-F6EECF244321}">
                <p14:modId xmlns:p14="http://schemas.microsoft.com/office/powerpoint/2010/main" val="1954137310"/>
              </p:ext>
            </p:extLst>
          </p:nvPr>
        </p:nvGraphicFramePr>
        <p:xfrm>
          <a:off x="1098550" y="2051050"/>
          <a:ext cx="16084550" cy="6888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77F77A37-1C61-184A-D68C-3E923BDA2053}"/>
              </a:ext>
            </a:extLst>
          </p:cNvPr>
          <p:cNvSpPr>
            <a:spLocks noGrp="1"/>
          </p:cNvSpPr>
          <p:nvPr>
            <p:ph type="ftr" sz="quarter" idx="4294967295"/>
          </p:nvPr>
        </p:nvSpPr>
        <p:spPr>
          <a:xfrm>
            <a:off x="0" y="19050"/>
            <a:ext cx="4114800" cy="328613"/>
          </a:xfrm>
          <a:prstGeom prst="rect">
            <a:avLst/>
          </a:prstGeom>
        </p:spPr>
        <p:txBody>
          <a:bodyPr vert="horz" lIns="91440" tIns="45720" rIns="91440" bIns="45720" rtlCol="0" anchor="ctr">
            <a:normAutofit/>
          </a:bodyP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900"/>
              </a:spcAft>
            </a:pPr>
            <a:r>
              <a:rPr lang="en-US" dirty="0"/>
              <a:t>Big Data Technologies - Module 01a</a:t>
            </a:r>
          </a:p>
        </p:txBody>
      </p:sp>
      <p:sp>
        <p:nvSpPr>
          <p:cNvPr id="5" name="Slide Number Placeholder 4">
            <a:extLst>
              <a:ext uri="{FF2B5EF4-FFF2-40B4-BE49-F238E27FC236}">
                <a16:creationId xmlns:a16="http://schemas.microsoft.com/office/drawing/2014/main" id="{248CEA3C-2278-4578-0916-5349EFEF0EA0}"/>
              </a:ext>
            </a:extLst>
          </p:cNvPr>
          <p:cNvSpPr>
            <a:spLocks noGrp="1"/>
          </p:cNvSpPr>
          <p:nvPr>
            <p:ph type="sldNum" sz="quarter" idx="4294967295"/>
          </p:nvPr>
        </p:nvSpPr>
        <p:spPr>
          <a:xfrm>
            <a:off x="0" y="19050"/>
            <a:ext cx="1066800" cy="328613"/>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900"/>
              </a:spcAft>
            </a:pPr>
            <a:fld id="{A89303E2-24A7-45FB-8F9B-C98A0FA0F4CA}" type="slidenum">
              <a:rPr lang="en-US" smtClean="0"/>
              <a:pPr>
                <a:spcAft>
                  <a:spcPts val="900"/>
                </a:spcAft>
              </a:pPr>
              <a:t>4</a:t>
            </a:fld>
            <a:endParaRPr lang="en-US" dirty="0"/>
          </a:p>
        </p:txBody>
      </p:sp>
    </p:spTree>
    <p:extLst>
      <p:ext uri="{BB962C8B-B14F-4D97-AF65-F5344CB8AC3E}">
        <p14:creationId xmlns:p14="http://schemas.microsoft.com/office/powerpoint/2010/main" val="2364458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5D84848-6901-AC15-C0F6-7186598EDCC8}"/>
              </a:ext>
            </a:extLst>
          </p:cNvPr>
          <p:cNvSpPr txBox="1">
            <a:spLocks/>
          </p:cNvSpPr>
          <p:nvPr/>
        </p:nvSpPr>
        <p:spPr bwMode="auto">
          <a:xfrm>
            <a:off x="3086100" y="3543300"/>
            <a:ext cx="1234440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a:lstStyle>
          <a:p>
            <a:r>
              <a:rPr lang="la" sz="4800" i="1" dirty="0">
                <a:solidFill>
                  <a:srgbClr val="202122"/>
                </a:solidFill>
                <a:ea typeface="+mj-lt"/>
                <a:cs typeface="+mj-lt"/>
              </a:rPr>
              <a:t>scientia potentia est</a:t>
            </a:r>
            <a:br>
              <a:rPr lang="la" sz="4800" i="1" dirty="0">
                <a:cs typeface="Arial"/>
              </a:rPr>
            </a:br>
            <a:r>
              <a:rPr lang="la" sz="4800" i="1" dirty="0">
                <a:solidFill>
                  <a:srgbClr val="202122"/>
                </a:solidFill>
                <a:cs typeface="Arial"/>
              </a:rPr>
              <a:t>(knowledge is power)</a:t>
            </a:r>
            <a:br>
              <a:rPr lang="la" sz="4800" i="1" dirty="0">
                <a:cs typeface="Arial"/>
              </a:rPr>
            </a:br>
            <a:br>
              <a:rPr lang="en-US" sz="4800" dirty="0"/>
            </a:br>
            <a:r>
              <a:rPr lang="la" sz="4800" i="1" dirty="0">
                <a:solidFill>
                  <a:srgbClr val="202122"/>
                </a:solidFill>
                <a:cs typeface="Arial"/>
              </a:rPr>
              <a:t>Sir Francis Bacon</a:t>
            </a:r>
            <a:br>
              <a:rPr lang="en-US" sz="4800" dirty="0">
                <a:solidFill>
                  <a:schemeClr val="tx1"/>
                </a:solidFill>
              </a:rPr>
            </a:br>
            <a:r>
              <a:rPr lang="en-US" sz="3000" dirty="0">
                <a:solidFill>
                  <a:schemeClr val="bg1">
                    <a:lumMod val="50000"/>
                  </a:schemeClr>
                </a:solidFill>
                <a:cs typeface="Arial"/>
              </a:rPr>
              <a:t>English Philosopher and Statesman</a:t>
            </a:r>
            <a:endParaRPr lang="en-US" sz="3000" dirty="0">
              <a:solidFill>
                <a:schemeClr val="bg1">
                  <a:lumMod val="50000"/>
                </a:schemeClr>
              </a:solidFill>
            </a:endParaRPr>
          </a:p>
        </p:txBody>
      </p:sp>
    </p:spTree>
    <p:extLst>
      <p:ext uri="{BB962C8B-B14F-4D97-AF65-F5344CB8AC3E}">
        <p14:creationId xmlns:p14="http://schemas.microsoft.com/office/powerpoint/2010/main" val="3803416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D07CB2D-B8D9-C5E7-FCC6-CCD31ABF26F2}"/>
              </a:ext>
            </a:extLst>
          </p:cNvPr>
          <p:cNvSpPr txBox="1">
            <a:spLocks/>
          </p:cNvSpPr>
          <p:nvPr/>
        </p:nvSpPr>
        <p:spPr bwMode="auto">
          <a:xfrm>
            <a:off x="3086100" y="3981450"/>
            <a:ext cx="1234440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a:lstStyle>
          <a:p>
            <a:r>
              <a:rPr lang="en-US" sz="4800" dirty="0">
                <a:solidFill>
                  <a:schemeClr val="tx1"/>
                </a:solidFill>
              </a:rPr>
              <a:t>If we have data, let’s look at data.</a:t>
            </a:r>
            <a:br>
              <a:rPr lang="en-US" sz="4800" dirty="0">
                <a:solidFill>
                  <a:schemeClr val="tx1"/>
                </a:solidFill>
              </a:rPr>
            </a:br>
            <a:r>
              <a:rPr lang="en-US" sz="4800" dirty="0">
                <a:solidFill>
                  <a:schemeClr val="tx1"/>
                </a:solidFill>
              </a:rPr>
              <a:t>If all we have are opinions, </a:t>
            </a:r>
            <a:br>
              <a:rPr lang="en-US" sz="4800" dirty="0">
                <a:solidFill>
                  <a:schemeClr val="tx1"/>
                </a:solidFill>
              </a:rPr>
            </a:br>
            <a:r>
              <a:rPr lang="en-US" sz="4800" dirty="0">
                <a:solidFill>
                  <a:schemeClr val="tx1"/>
                </a:solidFill>
              </a:rPr>
              <a:t>let’s go with mine.</a:t>
            </a:r>
            <a:br>
              <a:rPr lang="en-US" sz="4800" dirty="0">
                <a:solidFill>
                  <a:schemeClr val="tx1"/>
                </a:solidFill>
              </a:rPr>
            </a:br>
            <a:br>
              <a:rPr lang="en-US" sz="4800" dirty="0">
                <a:solidFill>
                  <a:schemeClr val="tx1"/>
                </a:solidFill>
              </a:rPr>
            </a:br>
            <a:r>
              <a:rPr lang="en-US" sz="4800" dirty="0">
                <a:solidFill>
                  <a:schemeClr val="tx1"/>
                </a:solidFill>
              </a:rPr>
              <a:t>Jim Barksdale</a:t>
            </a:r>
            <a:br>
              <a:rPr lang="en-US" sz="4800" dirty="0">
                <a:solidFill>
                  <a:schemeClr val="tx1"/>
                </a:solidFill>
              </a:rPr>
            </a:br>
            <a:r>
              <a:rPr lang="en-US" sz="3000" dirty="0">
                <a:solidFill>
                  <a:schemeClr val="bg1">
                    <a:lumMod val="50000"/>
                  </a:schemeClr>
                </a:solidFill>
              </a:rPr>
              <a:t>CEO of Netscape</a:t>
            </a:r>
            <a:br>
              <a:rPr lang="en-US" sz="3000" dirty="0">
                <a:solidFill>
                  <a:schemeClr val="bg1">
                    <a:lumMod val="50000"/>
                  </a:schemeClr>
                </a:solidFill>
              </a:rPr>
            </a:br>
            <a:r>
              <a:rPr lang="en-US" sz="3000" dirty="0">
                <a:solidFill>
                  <a:schemeClr val="bg1">
                    <a:lumMod val="50000"/>
                  </a:schemeClr>
                </a:solidFill>
              </a:rPr>
              <a:t>COO of FedEx</a:t>
            </a:r>
            <a:br>
              <a:rPr lang="en-US" sz="3000" dirty="0">
                <a:solidFill>
                  <a:schemeClr val="bg1">
                    <a:lumMod val="50000"/>
                  </a:schemeClr>
                </a:solidFill>
              </a:rPr>
            </a:br>
            <a:r>
              <a:rPr lang="en-US" sz="3000" dirty="0">
                <a:solidFill>
                  <a:schemeClr val="bg1">
                    <a:lumMod val="50000"/>
                  </a:schemeClr>
                </a:solidFill>
              </a:rPr>
              <a:t>Board Member of Time Warner</a:t>
            </a:r>
            <a:br>
              <a:rPr lang="en-US" sz="3000" dirty="0">
                <a:solidFill>
                  <a:schemeClr val="bg1">
                    <a:lumMod val="50000"/>
                  </a:schemeClr>
                </a:solidFill>
              </a:rPr>
            </a:br>
            <a:r>
              <a:rPr lang="en-US" sz="3000" dirty="0">
                <a:solidFill>
                  <a:schemeClr val="bg1">
                    <a:lumMod val="50000"/>
                  </a:schemeClr>
                </a:solidFill>
              </a:rPr>
              <a:t>Net worth: US$ 700 Million</a:t>
            </a:r>
            <a:endParaRPr lang="en-US" sz="4800" dirty="0">
              <a:solidFill>
                <a:schemeClr val="bg1">
                  <a:lumMod val="50000"/>
                </a:schemeClr>
              </a:solidFill>
            </a:endParaRPr>
          </a:p>
        </p:txBody>
      </p:sp>
    </p:spTree>
    <p:extLst>
      <p:ext uri="{BB962C8B-B14F-4D97-AF65-F5344CB8AC3E}">
        <p14:creationId xmlns:p14="http://schemas.microsoft.com/office/powerpoint/2010/main" val="631956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928B9F4-B8CC-4678-C3B1-54AFBFD7B463}"/>
              </a:ext>
            </a:extLst>
          </p:cNvPr>
          <p:cNvSpPr>
            <a:spLocks noGrp="1"/>
          </p:cNvSpPr>
          <p:nvPr>
            <p:ph type="title"/>
          </p:nvPr>
        </p:nvSpPr>
        <p:spPr/>
        <p:txBody>
          <a:bodyPr/>
          <a:lstStyle/>
          <a:p>
            <a:r>
              <a:rPr lang="en-US" dirty="0">
                <a:cs typeface="Arial"/>
              </a:rPr>
              <a:t>A Cautionary Story – The Beginning</a:t>
            </a:r>
            <a:endParaRPr lang="en-US" dirty="0"/>
          </a:p>
        </p:txBody>
      </p:sp>
      <p:sp>
        <p:nvSpPr>
          <p:cNvPr id="4" name="Footer Placeholder 3">
            <a:extLst>
              <a:ext uri="{FF2B5EF4-FFF2-40B4-BE49-F238E27FC236}">
                <a16:creationId xmlns:a16="http://schemas.microsoft.com/office/drawing/2014/main" id="{77F77A37-1C61-184A-D68C-3E923BDA2053}"/>
              </a:ext>
            </a:extLst>
          </p:cNvPr>
          <p:cNvSpPr>
            <a:spLocks noGrp="1"/>
          </p:cNvSpPr>
          <p:nvPr>
            <p:ph type="ftr" sz="quarter" idx="4294967295"/>
          </p:nvPr>
        </p:nvSpPr>
        <p:spPr>
          <a:xfrm>
            <a:off x="0" y="19050"/>
            <a:ext cx="4114800" cy="328613"/>
          </a:xfrm>
          <a:prstGeom prst="rect">
            <a:avLst/>
          </a:prstGeom>
        </p:spPr>
        <p:txBody>
          <a:bodyPr vert="horz" lIns="91440" tIns="45720" rIns="91440" bIns="45720" rtlCol="0" anchor="ctr">
            <a:normAutofit/>
          </a:bodyP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900"/>
              </a:spcAft>
            </a:pPr>
            <a:r>
              <a:rPr lang="en-US" dirty="0"/>
              <a:t>Big Data Technologies - Module 01a</a:t>
            </a:r>
          </a:p>
        </p:txBody>
      </p:sp>
      <p:sp>
        <p:nvSpPr>
          <p:cNvPr id="5" name="Slide Number Placeholder 4">
            <a:extLst>
              <a:ext uri="{FF2B5EF4-FFF2-40B4-BE49-F238E27FC236}">
                <a16:creationId xmlns:a16="http://schemas.microsoft.com/office/drawing/2014/main" id="{248CEA3C-2278-4578-0916-5349EFEF0EA0}"/>
              </a:ext>
            </a:extLst>
          </p:cNvPr>
          <p:cNvSpPr>
            <a:spLocks noGrp="1"/>
          </p:cNvSpPr>
          <p:nvPr>
            <p:ph type="sldNum" sz="quarter" idx="4294967295"/>
          </p:nvPr>
        </p:nvSpPr>
        <p:spPr>
          <a:xfrm>
            <a:off x="0" y="19050"/>
            <a:ext cx="1066800" cy="328613"/>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900"/>
              </a:spcAft>
            </a:pPr>
            <a:fld id="{A89303E2-24A7-45FB-8F9B-C98A0FA0F4CA}" type="slidenum">
              <a:rPr lang="en-US" smtClean="0"/>
              <a:pPr>
                <a:spcAft>
                  <a:spcPts val="900"/>
                </a:spcAft>
              </a:pPr>
              <a:t>7</a:t>
            </a:fld>
            <a:endParaRPr lang="en-US" dirty="0"/>
          </a:p>
        </p:txBody>
      </p:sp>
      <p:pic>
        <p:nvPicPr>
          <p:cNvPr id="20" name="Picture 19" descr="The image describes a case study involving the Centers for Disease Control and Prevention (CDC) and Google Flu Trends (GFT) with the following sections:&#10;&#10;1. **Problem**:&#10;   - Header: &quot;Problem&quot;&#10;   - Description:&#10;     - The CDC collects national health data on seasonal influenza cases.&#10;     - The data is published at the weekly level with a 1-2 week reporting lag.&#10;&#10;2. **Solution**:&#10;   - Header: &quot;Solution&quot;&#10;   - Description:&#10;     - Google Flu Trends (GFT) was released in 2009 based on search engine data.&#10;     - It was based on 45 queries selected to have the best fit with CDC data.&#10;     - Provided daily flu estimates for the U.S. with only a 1-day reporting lag.&#10;&#10;3. **Outcome**:&#10;   - Header: &quot;Outcome&quot;&#10;   - Description:&#10;     - Harnessing the collective intelligence of millions of users, Google web search logs provided data for a timely and accurate influenza monitoring system.">
            <a:extLst>
              <a:ext uri="{FF2B5EF4-FFF2-40B4-BE49-F238E27FC236}">
                <a16:creationId xmlns:a16="http://schemas.microsoft.com/office/drawing/2014/main" id="{A3A9B57D-206A-E8FF-44DA-345EC5E6FB28}"/>
              </a:ext>
            </a:extLst>
          </p:cNvPr>
          <p:cNvPicPr>
            <a:picLocks noChangeAspect="1"/>
          </p:cNvPicPr>
          <p:nvPr/>
        </p:nvPicPr>
        <p:blipFill>
          <a:blip r:embed="rId2"/>
          <a:stretch>
            <a:fillRect/>
          </a:stretch>
        </p:blipFill>
        <p:spPr>
          <a:xfrm>
            <a:off x="1311421" y="1823171"/>
            <a:ext cx="15644378" cy="6661438"/>
          </a:xfrm>
          <a:prstGeom prst="rect">
            <a:avLst/>
          </a:prstGeom>
        </p:spPr>
      </p:pic>
    </p:spTree>
    <p:extLst>
      <p:ext uri="{BB962C8B-B14F-4D97-AF65-F5344CB8AC3E}">
        <p14:creationId xmlns:p14="http://schemas.microsoft.com/office/powerpoint/2010/main" val="2281697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928B9F4-B8CC-4678-C3B1-54AFBFD7B463}"/>
              </a:ext>
            </a:extLst>
          </p:cNvPr>
          <p:cNvSpPr>
            <a:spLocks noGrp="1"/>
          </p:cNvSpPr>
          <p:nvPr>
            <p:ph type="title"/>
          </p:nvPr>
        </p:nvSpPr>
        <p:spPr/>
        <p:txBody>
          <a:bodyPr/>
          <a:lstStyle/>
          <a:p>
            <a:r>
              <a:rPr lang="en-US" dirty="0">
                <a:cs typeface="Arial"/>
              </a:rPr>
              <a:t>A Cautionary Story – Dark Cloud Gather</a:t>
            </a:r>
            <a:endParaRPr lang="en-US" dirty="0"/>
          </a:p>
        </p:txBody>
      </p:sp>
      <p:sp>
        <p:nvSpPr>
          <p:cNvPr id="4" name="Footer Placeholder 3">
            <a:extLst>
              <a:ext uri="{FF2B5EF4-FFF2-40B4-BE49-F238E27FC236}">
                <a16:creationId xmlns:a16="http://schemas.microsoft.com/office/drawing/2014/main" id="{77F77A37-1C61-184A-D68C-3E923BDA2053}"/>
              </a:ext>
            </a:extLst>
          </p:cNvPr>
          <p:cNvSpPr>
            <a:spLocks noGrp="1"/>
          </p:cNvSpPr>
          <p:nvPr>
            <p:ph type="ftr" sz="quarter" idx="4294967295"/>
          </p:nvPr>
        </p:nvSpPr>
        <p:spPr>
          <a:xfrm>
            <a:off x="0" y="19050"/>
            <a:ext cx="4114800" cy="328613"/>
          </a:xfrm>
          <a:prstGeom prst="rect">
            <a:avLst/>
          </a:prstGeom>
        </p:spPr>
        <p:txBody>
          <a:bodyPr vert="horz" lIns="91440" tIns="45720" rIns="91440" bIns="45720" rtlCol="0" anchor="ctr">
            <a:normAutofit/>
          </a:bodyP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900"/>
              </a:spcAft>
            </a:pPr>
            <a:r>
              <a:rPr lang="en-US" dirty="0"/>
              <a:t>Big Data Technologies - Module 01a</a:t>
            </a:r>
          </a:p>
        </p:txBody>
      </p:sp>
      <p:sp>
        <p:nvSpPr>
          <p:cNvPr id="5" name="Slide Number Placeholder 4">
            <a:extLst>
              <a:ext uri="{FF2B5EF4-FFF2-40B4-BE49-F238E27FC236}">
                <a16:creationId xmlns:a16="http://schemas.microsoft.com/office/drawing/2014/main" id="{248CEA3C-2278-4578-0916-5349EFEF0EA0}"/>
              </a:ext>
            </a:extLst>
          </p:cNvPr>
          <p:cNvSpPr>
            <a:spLocks noGrp="1"/>
          </p:cNvSpPr>
          <p:nvPr>
            <p:ph type="sldNum" sz="quarter" idx="4294967295"/>
          </p:nvPr>
        </p:nvSpPr>
        <p:spPr>
          <a:xfrm>
            <a:off x="0" y="19050"/>
            <a:ext cx="1066800" cy="328613"/>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900"/>
              </a:spcAft>
            </a:pPr>
            <a:fld id="{A89303E2-24A7-45FB-8F9B-C98A0FA0F4CA}" type="slidenum">
              <a:rPr lang="en-US" smtClean="0"/>
              <a:pPr>
                <a:spcAft>
                  <a:spcPts val="900"/>
                </a:spcAft>
              </a:pPr>
              <a:t>8</a:t>
            </a:fld>
            <a:endParaRPr lang="en-US" dirty="0"/>
          </a:p>
        </p:txBody>
      </p:sp>
      <p:pic>
        <p:nvPicPr>
          <p:cNvPr id="29" name="Picture 28" descr="The image details the initial success and subsequent failure of Google Flu Trends (GFT) with the following sections:&#10;&#10;1. **Initial Success**:&#10;   - Header: &quot;Initial Success&quot;&#10;   - Description:&#10;     - GFT was at first a relatively reliable estimate of flu outbreaks, but over time, the prediction capability dropped.&#10;     - GFT estimated high by a very large margin in the 2011–2012 flu season and has missed high for 100 out of 108 weeks starting with August 2011.&#10;&#10;2. **Then Failure**:&#10;   - Header: &quot;Then Failure&quot;&#10;   - Description:&#10;     - In February 2013, Google Flu Trends made headlines:&#10;       - Nature reported that GFT was predicting more than double the proportion of doctor visits for influenza-like illness than the CDC.">
            <a:extLst>
              <a:ext uri="{FF2B5EF4-FFF2-40B4-BE49-F238E27FC236}">
                <a16:creationId xmlns:a16="http://schemas.microsoft.com/office/drawing/2014/main" id="{08BDF05B-EFE2-0801-1E16-A8AF9A793FBE}"/>
              </a:ext>
            </a:extLst>
          </p:cNvPr>
          <p:cNvPicPr>
            <a:picLocks noChangeAspect="1"/>
          </p:cNvPicPr>
          <p:nvPr/>
        </p:nvPicPr>
        <p:blipFill>
          <a:blip r:embed="rId2"/>
          <a:stretch>
            <a:fillRect/>
          </a:stretch>
        </p:blipFill>
        <p:spPr>
          <a:xfrm>
            <a:off x="1456894" y="1859972"/>
            <a:ext cx="15374215" cy="6567054"/>
          </a:xfrm>
          <a:prstGeom prst="rect">
            <a:avLst/>
          </a:prstGeom>
        </p:spPr>
      </p:pic>
    </p:spTree>
    <p:extLst>
      <p:ext uri="{BB962C8B-B14F-4D97-AF65-F5344CB8AC3E}">
        <p14:creationId xmlns:p14="http://schemas.microsoft.com/office/powerpoint/2010/main" val="2932527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928B9F4-B8CC-4678-C3B1-54AFBFD7B463}"/>
              </a:ext>
            </a:extLst>
          </p:cNvPr>
          <p:cNvSpPr>
            <a:spLocks noGrp="1"/>
          </p:cNvSpPr>
          <p:nvPr>
            <p:ph type="title"/>
          </p:nvPr>
        </p:nvSpPr>
        <p:spPr/>
        <p:txBody>
          <a:bodyPr/>
          <a:lstStyle/>
          <a:p>
            <a:r>
              <a:rPr lang="en-US" dirty="0">
                <a:cs typeface="Arial"/>
              </a:rPr>
              <a:t>A Cautionary Story – What Happened</a:t>
            </a:r>
            <a:endParaRPr lang="en-US" dirty="0"/>
          </a:p>
        </p:txBody>
      </p:sp>
      <p:sp>
        <p:nvSpPr>
          <p:cNvPr id="4" name="Footer Placeholder 3">
            <a:extLst>
              <a:ext uri="{FF2B5EF4-FFF2-40B4-BE49-F238E27FC236}">
                <a16:creationId xmlns:a16="http://schemas.microsoft.com/office/drawing/2014/main" id="{77F77A37-1C61-184A-D68C-3E923BDA2053}"/>
              </a:ext>
            </a:extLst>
          </p:cNvPr>
          <p:cNvSpPr>
            <a:spLocks noGrp="1"/>
          </p:cNvSpPr>
          <p:nvPr>
            <p:ph type="ftr" sz="quarter" idx="4294967295"/>
          </p:nvPr>
        </p:nvSpPr>
        <p:spPr>
          <a:xfrm>
            <a:off x="0" y="19050"/>
            <a:ext cx="4114800" cy="328613"/>
          </a:xfrm>
          <a:prstGeom prst="rect">
            <a:avLst/>
          </a:prstGeom>
        </p:spPr>
        <p:txBody>
          <a:bodyPr vert="horz" lIns="91440" tIns="45720" rIns="91440" bIns="45720" rtlCol="0" anchor="ctr">
            <a:normAutofit/>
          </a:bodyP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900"/>
              </a:spcAft>
            </a:pPr>
            <a:r>
              <a:rPr lang="en-US" dirty="0"/>
              <a:t>Big Data Technologies - Module 01a</a:t>
            </a:r>
          </a:p>
        </p:txBody>
      </p:sp>
      <p:sp>
        <p:nvSpPr>
          <p:cNvPr id="5" name="Slide Number Placeholder 4">
            <a:extLst>
              <a:ext uri="{FF2B5EF4-FFF2-40B4-BE49-F238E27FC236}">
                <a16:creationId xmlns:a16="http://schemas.microsoft.com/office/drawing/2014/main" id="{248CEA3C-2278-4578-0916-5349EFEF0EA0}"/>
              </a:ext>
            </a:extLst>
          </p:cNvPr>
          <p:cNvSpPr>
            <a:spLocks noGrp="1"/>
          </p:cNvSpPr>
          <p:nvPr>
            <p:ph type="sldNum" sz="quarter" idx="4294967295"/>
          </p:nvPr>
        </p:nvSpPr>
        <p:spPr>
          <a:xfrm>
            <a:off x="0" y="19050"/>
            <a:ext cx="1066800" cy="328613"/>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900"/>
              </a:spcAft>
            </a:pPr>
            <a:fld id="{A89303E2-24A7-45FB-8F9B-C98A0FA0F4CA}" type="slidenum">
              <a:rPr lang="en-US" smtClean="0"/>
              <a:pPr>
                <a:spcAft>
                  <a:spcPts val="900"/>
                </a:spcAft>
              </a:pPr>
              <a:t>9</a:t>
            </a:fld>
            <a:endParaRPr lang="en-US" dirty="0"/>
          </a:p>
        </p:txBody>
      </p:sp>
      <p:pic>
        <p:nvPicPr>
          <p:cNvPr id="37" name="Picture 36" descr="The image provides an analysis of the pitfalls of Google Flu Trends (GFT) in big data analysis, focusing on three key areas:&#10;&#10;1. **The Analysis**:&#10;   - Header: &quot;The Analysis&quot;&#10;   - Description:&#10;     - Reference to a study titled &quot;The Parable of Google Flu: Traps in Big Data Analysis&quot; by D. Lazer, R. Kennedy, G. King, and A. Vespignani, published in Science, vol. 343, on March 14, 2014, pp. 1203-1205.&#10;&#10;2. **Complexity and Dynamism**:&#10;   - Header: &quot;Complexity and Dynamism&quot;&#10;   - Description:&#10;     - Google search is a complex and constantly changing algorithm.&#10;     - The official Google search blog reported 86 changes in June and July 2012 alone.&#10;&#10;3. **Overfitting by Big Data to Small Data**:&#10;   - Header: &quot;Overfitting by Big Data to Small Data&quot;&#10;   - Description:&#10;     - Google Data: 50 million search terms at a daily level.&#10;     - CDC Data: 1152 influenza-like illnesses reported at a weekly level.">
            <a:extLst>
              <a:ext uri="{FF2B5EF4-FFF2-40B4-BE49-F238E27FC236}">
                <a16:creationId xmlns:a16="http://schemas.microsoft.com/office/drawing/2014/main" id="{DB13B8F4-115D-6D14-1E1E-29654C4B02AD}"/>
              </a:ext>
            </a:extLst>
          </p:cNvPr>
          <p:cNvPicPr>
            <a:picLocks noChangeAspect="1"/>
          </p:cNvPicPr>
          <p:nvPr/>
        </p:nvPicPr>
        <p:blipFill>
          <a:blip r:embed="rId2"/>
          <a:stretch>
            <a:fillRect/>
          </a:stretch>
        </p:blipFill>
        <p:spPr>
          <a:xfrm>
            <a:off x="1050781" y="1922318"/>
            <a:ext cx="16103311" cy="6878781"/>
          </a:xfrm>
          <a:prstGeom prst="rect">
            <a:avLst/>
          </a:prstGeom>
        </p:spPr>
      </p:pic>
    </p:spTree>
    <p:extLst>
      <p:ext uri="{BB962C8B-B14F-4D97-AF65-F5344CB8AC3E}">
        <p14:creationId xmlns:p14="http://schemas.microsoft.com/office/powerpoint/2010/main" val="2599337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A Cautionary Story – What is Hubris?</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4000" dirty="0">
                <a:solidFill>
                  <a:schemeClr val="bg2"/>
                </a:solidFill>
                <a:latin typeface="Open Sans" panose="020B0606030504020204" pitchFamily="34" charset="0"/>
              </a:rPr>
              <a:t>E</a:t>
            </a:r>
            <a:r>
              <a:rPr lang="en-US" sz="4000" b="0" i="0" dirty="0">
                <a:solidFill>
                  <a:schemeClr val="bg2"/>
                </a:solidFill>
                <a:effectLst/>
                <a:latin typeface="Open Sans" panose="020B0606030504020204" pitchFamily="34" charset="0"/>
              </a:rPr>
              <a:t>xaggerated pride or self-confidence</a:t>
            </a:r>
            <a:endParaRPr lang="en-US" altLang="en-US" sz="5400" dirty="0">
              <a:solidFill>
                <a:schemeClr val="bg2"/>
              </a:solidFill>
            </a:endParaRP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10" name="TextBox 9">
            <a:extLst>
              <a:ext uri="{FF2B5EF4-FFF2-40B4-BE49-F238E27FC236}">
                <a16:creationId xmlns:a16="http://schemas.microsoft.com/office/drawing/2014/main" id="{CCE6F5B3-6D69-D2DA-1860-5D89C591CA75}"/>
              </a:ext>
            </a:extLst>
          </p:cNvPr>
          <p:cNvSpPr txBox="1"/>
          <p:nvPr/>
        </p:nvSpPr>
        <p:spPr>
          <a:xfrm>
            <a:off x="218660" y="9541565"/>
            <a:ext cx="9879496" cy="369332"/>
          </a:xfrm>
          <a:prstGeom prst="rect">
            <a:avLst/>
          </a:prstGeom>
          <a:noFill/>
        </p:spPr>
        <p:txBody>
          <a:bodyPr wrap="square" rtlCol="0">
            <a:spAutoFit/>
          </a:bodyPr>
          <a:lstStyle/>
          <a:p>
            <a:r>
              <a:rPr lang="en-US" sz="1800" dirty="0">
                <a:solidFill>
                  <a:srgbClr val="202124"/>
                </a:solidFill>
                <a:latin typeface="Roboto" panose="02000000000000000000" pitchFamily="2" charset="0"/>
              </a:rPr>
              <a:t>[Source: https://dictionary.cambridge.org/us/dictionary/english/data]</a:t>
            </a:r>
            <a:endParaRPr lang="en-US" sz="1800" b="0" i="0" dirty="0">
              <a:solidFill>
                <a:srgbClr val="202124"/>
              </a:solidFill>
              <a:effectLst/>
              <a:latin typeface="Roboto" panose="02000000000000000000" pitchFamily="2" charset="0"/>
            </a:endParaRPr>
          </a:p>
        </p:txBody>
      </p:sp>
      <p:sp>
        <p:nvSpPr>
          <p:cNvPr id="25" name="TextBox 24">
            <a:extLst>
              <a:ext uri="{FF2B5EF4-FFF2-40B4-BE49-F238E27FC236}">
                <a16:creationId xmlns:a16="http://schemas.microsoft.com/office/drawing/2014/main" id="{63C3568B-8AAE-ECC1-7AA3-4AC3D946CC0F}"/>
              </a:ext>
            </a:extLst>
          </p:cNvPr>
          <p:cNvSpPr txBox="1"/>
          <p:nvPr/>
        </p:nvSpPr>
        <p:spPr>
          <a:xfrm>
            <a:off x="2870200" y="4597400"/>
            <a:ext cx="12078253" cy="3970318"/>
          </a:xfrm>
          <a:prstGeom prst="rect">
            <a:avLst/>
          </a:prstGeom>
          <a:noFill/>
        </p:spPr>
        <p:txBody>
          <a:bodyPr wrap="square" rtlCol="0">
            <a:spAutoFit/>
          </a:bodyPr>
          <a:lstStyle/>
          <a:p>
            <a:pPr algn="ctr"/>
            <a:r>
              <a:rPr lang="en-US" sz="3600" b="0" i="0" dirty="0">
                <a:solidFill>
                  <a:srgbClr val="212529"/>
                </a:solidFill>
                <a:effectLst/>
                <a:latin typeface="Open Sans" panose="020B0606030504020204" pitchFamily="34" charset="0"/>
              </a:rPr>
              <a:t>The ancient Greeks considered hubris a dangerous character flaw capable of provoking the wrath of the gods</a:t>
            </a:r>
          </a:p>
          <a:p>
            <a:pPr algn="ctr"/>
            <a:endParaRPr lang="en-US" sz="3600" dirty="0">
              <a:solidFill>
                <a:srgbClr val="212529"/>
              </a:solidFill>
              <a:latin typeface="Open Sans" panose="020B0606030504020204" pitchFamily="34" charset="0"/>
            </a:endParaRPr>
          </a:p>
          <a:p>
            <a:pPr algn="ctr"/>
            <a:r>
              <a:rPr lang="en-US" sz="3600" b="0" i="0" dirty="0">
                <a:solidFill>
                  <a:srgbClr val="212529"/>
                </a:solidFill>
                <a:effectLst/>
                <a:latin typeface="Open Sans" panose="020B0606030504020204" pitchFamily="34" charset="0"/>
              </a:rPr>
              <a:t>In classical Greek tragedy, hubris was often a fatal shortcoming that brought about the fall of the tragic hero</a:t>
            </a:r>
            <a:endParaRPr lang="en-US" sz="3600" dirty="0"/>
          </a:p>
        </p:txBody>
      </p:sp>
    </p:spTree>
    <p:extLst>
      <p:ext uri="{BB962C8B-B14F-4D97-AF65-F5344CB8AC3E}">
        <p14:creationId xmlns:p14="http://schemas.microsoft.com/office/powerpoint/2010/main" val="1780851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A Cautionary Story – Big Data Hubris</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a:solidFill>
                  <a:schemeClr val="bg2"/>
                </a:solidFill>
                <a:effectLst/>
                <a:latin typeface="Helvetica" pitchFamily="2" charset="0"/>
              </a:rPr>
              <a:t>“Big data hubris” is the often implicit assumption that big data are a</a:t>
            </a:r>
          </a:p>
          <a:p>
            <a:pPr algn="ctr"/>
            <a:r>
              <a:rPr lang="en-US" sz="2800" dirty="0">
                <a:solidFill>
                  <a:schemeClr val="bg2"/>
                </a:solidFill>
                <a:effectLst/>
                <a:latin typeface="Helvetica" pitchFamily="2" charset="0"/>
              </a:rPr>
              <a:t>substitute for, rather than a supplement to, traditional data collection</a:t>
            </a:r>
          </a:p>
          <a:p>
            <a:pPr algn="ctr"/>
            <a:r>
              <a:rPr lang="en-US" sz="2800" dirty="0">
                <a:solidFill>
                  <a:schemeClr val="bg2"/>
                </a:solidFill>
                <a:effectLst/>
                <a:latin typeface="Helvetica" pitchFamily="2" charset="0"/>
              </a:rPr>
              <a:t>and analysis</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solidFill>
                  <a:schemeClr val="tx1"/>
                </a:solidFill>
                <a:effectLst/>
                <a:latin typeface="Helvetica" pitchFamily="2" charset="0"/>
              </a:rPr>
              <a:t>Quantity of data does not mean that one can ignore foundational</a:t>
            </a:r>
          </a:p>
          <a:p>
            <a:pPr algn="ctr"/>
            <a:r>
              <a:rPr lang="en-US" sz="2800" dirty="0">
                <a:solidFill>
                  <a:schemeClr val="tx1"/>
                </a:solidFill>
                <a:effectLst/>
                <a:latin typeface="Helvetica" pitchFamily="2" charset="0"/>
              </a:rPr>
              <a:t>issues of measurement and construct validity and reliability and</a:t>
            </a:r>
          </a:p>
          <a:p>
            <a:pPr algn="ctr"/>
            <a:r>
              <a:rPr lang="en-US" sz="2800" dirty="0">
                <a:solidFill>
                  <a:schemeClr val="tx1"/>
                </a:solidFill>
                <a:effectLst/>
                <a:latin typeface="Helvetica" pitchFamily="2" charset="0"/>
              </a:rPr>
              <a:t>dependencies among data</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1"/>
                </a:solidFill>
                <a:effectLst/>
                <a:latin typeface="Helvetica" pitchFamily="2" charset="0"/>
              </a:rPr>
              <a:t>The core challenge is that most big data that have received popular</a:t>
            </a:r>
          </a:p>
          <a:p>
            <a:pPr algn="ctr"/>
            <a:r>
              <a:rPr lang="en-US" sz="2800" dirty="0">
                <a:solidFill>
                  <a:schemeClr val="tx1"/>
                </a:solidFill>
                <a:effectLst/>
                <a:latin typeface="Helvetica" pitchFamily="2" charset="0"/>
              </a:rPr>
              <a:t>attention are not the output of instruments designed to produce valid</a:t>
            </a:r>
          </a:p>
          <a:p>
            <a:pPr algn="ctr"/>
            <a:r>
              <a:rPr lang="en-US" sz="2800" dirty="0">
                <a:solidFill>
                  <a:schemeClr val="tx1"/>
                </a:solidFill>
                <a:effectLst/>
                <a:latin typeface="Helvetica" pitchFamily="2" charset="0"/>
              </a:rPr>
              <a:t>and reliable data amenable for scientific analysis</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10" name="TextBox 9">
            <a:extLst>
              <a:ext uri="{FF2B5EF4-FFF2-40B4-BE49-F238E27FC236}">
                <a16:creationId xmlns:a16="http://schemas.microsoft.com/office/drawing/2014/main" id="{CCE6F5B3-6D69-D2DA-1860-5D89C591CA75}"/>
              </a:ext>
            </a:extLst>
          </p:cNvPr>
          <p:cNvSpPr txBox="1"/>
          <p:nvPr/>
        </p:nvSpPr>
        <p:spPr>
          <a:xfrm>
            <a:off x="218660" y="9541565"/>
            <a:ext cx="9879496" cy="369332"/>
          </a:xfrm>
          <a:prstGeom prst="rect">
            <a:avLst/>
          </a:prstGeom>
          <a:noFill/>
        </p:spPr>
        <p:txBody>
          <a:bodyPr wrap="square" rtlCol="0">
            <a:spAutoFit/>
          </a:bodyPr>
          <a:lstStyle/>
          <a:p>
            <a:r>
              <a:rPr lang="en-US" sz="1800" dirty="0">
                <a:solidFill>
                  <a:srgbClr val="202124"/>
                </a:solidFill>
                <a:latin typeface="Roboto" panose="02000000000000000000" pitchFamily="2" charset="0"/>
              </a:rPr>
              <a:t>[Source: https://dictionary.cambridge.org/us/dictionary/english/data]</a:t>
            </a:r>
            <a:endParaRPr lang="en-US" sz="1800" b="0" i="0" dirty="0">
              <a:solidFill>
                <a:srgbClr val="202124"/>
              </a:solidFill>
              <a:effectLst/>
              <a:latin typeface="Roboto" panose="02000000000000000000" pitchFamily="2" charset="0"/>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Tree>
    <p:custDataLst>
      <p:tags r:id="rId1"/>
    </p:custDataLst>
    <p:extLst>
      <p:ext uri="{BB962C8B-B14F-4D97-AF65-F5344CB8AC3E}">
        <p14:creationId xmlns:p14="http://schemas.microsoft.com/office/powerpoint/2010/main" val="36396083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3.xml><?xml version="1.0" encoding="utf-8"?>
<ds:datastoreItem xmlns:ds="http://schemas.openxmlformats.org/officeDocument/2006/customXml" ds:itemID="{3EC87066-9B16-4031-BCB5-E5460AA10A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51552</TotalTime>
  <Words>1028</Words>
  <Application>Microsoft Office PowerPoint</Application>
  <PresentationFormat>Custom</PresentationFormat>
  <Paragraphs>88</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Breeze</vt:lpstr>
      <vt:lpstr>Module 1: Lesson 5 Big Data Benefits</vt:lpstr>
      <vt:lpstr>Big Data Benefits… For Stakeholders</vt:lpstr>
      <vt:lpstr>Big Data Benefits… For Stakeholders</vt:lpstr>
      <vt:lpstr>Big Data Benefits… For the Data Scientist</vt:lpstr>
      <vt:lpstr>PowerPoint Presentation</vt:lpstr>
      <vt:lpstr>PowerPoint Presentation</vt:lpstr>
      <vt:lpstr>A Cautionary Story – The Beginning</vt:lpstr>
      <vt:lpstr>A Cautionary Story – Dark Cloud Gather</vt:lpstr>
      <vt:lpstr>A Cautionary Story – What Happened</vt:lpstr>
      <vt:lpstr>A Cautionary Story – What is Hubris?</vt:lpstr>
      <vt:lpstr>A Cautionary Story – Big Data Hubris</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Judy Tseng</cp:lastModifiedBy>
  <cp:revision>152</cp:revision>
  <cp:lastPrinted>2023-10-30T23:31:26Z</cp:lastPrinted>
  <dcterms:created xsi:type="dcterms:W3CDTF">2019-02-13T16:04:21Z</dcterms:created>
  <dcterms:modified xsi:type="dcterms:W3CDTF">2024-07-03T18:43:50Z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64685421-3B70-45EA-8485-CE0E6A2C713A</vt:lpwstr>
  </property>
  <property fmtid="{D5CDD505-2E9C-101B-9397-08002B2CF9AE}" pid="4" name="ArticulatePath">
    <vt:lpwstr>Module 1 v1 11092023</vt:lpwstr>
  </property>
  <property fmtid="{D5CDD505-2E9C-101B-9397-08002B2CF9AE}" pid="5" name="MediaServiceImageTags">
    <vt:lpwstr/>
  </property>
</Properties>
</file>