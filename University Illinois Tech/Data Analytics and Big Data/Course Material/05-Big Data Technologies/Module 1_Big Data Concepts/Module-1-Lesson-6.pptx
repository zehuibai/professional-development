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1"/>
  </p:notesMasterIdLst>
  <p:sldIdLst>
    <p:sldId id="573" r:id="rId5"/>
    <p:sldId id="598" r:id="rId6"/>
    <p:sldId id="618" r:id="rId7"/>
    <p:sldId id="574" r:id="rId8"/>
    <p:sldId id="548" r:id="rId9"/>
    <p:sldId id="599" r:id="rId10"/>
    <p:sldId id="559" r:id="rId11"/>
    <p:sldId id="611" r:id="rId12"/>
    <p:sldId id="560" r:id="rId13"/>
    <p:sldId id="554" r:id="rId14"/>
    <p:sldId id="556" r:id="rId15"/>
    <p:sldId id="557" r:id="rId16"/>
    <p:sldId id="612" r:id="rId17"/>
    <p:sldId id="600" r:id="rId18"/>
    <p:sldId id="601" r:id="rId19"/>
    <p:sldId id="591" r:id="rId20"/>
  </p:sldIdLst>
  <p:sldSz cx="18288000" cy="10287000"/>
  <p:notesSz cx="6858000" cy="9144000"/>
  <p:custDataLst>
    <p:tags r:id="rId22"/>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4F6C"/>
    <a:srgbClr val="969696"/>
    <a:srgbClr val="E98D0A"/>
    <a:srgbClr val="C50724"/>
    <a:srgbClr val="0070C0"/>
    <a:srgbClr val="1770C0"/>
    <a:srgbClr val="BD0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578D03-849E-791A-0CD4-F3A3A26F0C8F}" v="10" dt="2024-07-03T18:45:21.9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49"/>
    <p:restoredTop sz="94044"/>
  </p:normalViewPr>
  <p:slideViewPr>
    <p:cSldViewPr snapToGrid="0" snapToObjects="1">
      <p:cViewPr varScale="1">
        <p:scale>
          <a:sx n="39" d="100"/>
          <a:sy n="39" d="100"/>
        </p:scale>
        <p:origin x="67" y="47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y Tseng" userId="b031a71b-ea40-479f-9c0f-e713aa008bfa" providerId="ADAL" clId="{6EA3E888-F323-46D3-AEF4-35C0DD8F39A6}"/>
    <pc:docChg chg="undo custSel modSld">
      <pc:chgData name="Judy Tseng" userId="b031a71b-ea40-479f-9c0f-e713aa008bfa" providerId="ADAL" clId="{6EA3E888-F323-46D3-AEF4-35C0DD8F39A6}" dt="2024-03-27T16:35:01.741" v="79" actId="962"/>
      <pc:docMkLst>
        <pc:docMk/>
      </pc:docMkLst>
      <pc:sldChg chg="modSp mod">
        <pc:chgData name="Judy Tseng" userId="b031a71b-ea40-479f-9c0f-e713aa008bfa" providerId="ADAL" clId="{6EA3E888-F323-46D3-AEF4-35C0DD8F39A6}" dt="2024-03-27T16:33:59.369" v="51" actId="962"/>
        <pc:sldMkLst>
          <pc:docMk/>
          <pc:sldMk cId="1177375952" sldId="548"/>
        </pc:sldMkLst>
        <pc:spChg chg="mod">
          <ac:chgData name="Judy Tseng" userId="b031a71b-ea40-479f-9c0f-e713aa008bfa" providerId="ADAL" clId="{6EA3E888-F323-46D3-AEF4-35C0DD8F39A6}" dt="2024-03-27T16:31:26.691" v="8" actId="207"/>
          <ac:spMkLst>
            <pc:docMk/>
            <pc:sldMk cId="1177375952" sldId="548"/>
            <ac:spMk id="5" creationId="{AB167709-67D6-8282-4D57-4FFDB50B331B}"/>
          </ac:spMkLst>
        </pc:spChg>
        <pc:spChg chg="mod">
          <ac:chgData name="Judy Tseng" userId="b031a71b-ea40-479f-9c0f-e713aa008bfa" providerId="ADAL" clId="{6EA3E888-F323-46D3-AEF4-35C0DD8F39A6}" dt="2024-03-27T16:31:30.396" v="9" actId="207"/>
          <ac:spMkLst>
            <pc:docMk/>
            <pc:sldMk cId="1177375952" sldId="548"/>
            <ac:spMk id="6" creationId="{B869BB9A-1388-AE36-D8CB-818A3A4E8E70}"/>
          </ac:spMkLst>
        </pc:spChg>
        <pc:spChg chg="mod">
          <ac:chgData name="Judy Tseng" userId="b031a71b-ea40-479f-9c0f-e713aa008bfa" providerId="ADAL" clId="{6EA3E888-F323-46D3-AEF4-35C0DD8F39A6}" dt="2024-03-27T16:33:54.915" v="48" actId="962"/>
          <ac:spMkLst>
            <pc:docMk/>
            <pc:sldMk cId="1177375952" sldId="548"/>
            <ac:spMk id="7" creationId="{BFFBE6E4-7608-293F-FE69-39F964E90142}"/>
          </ac:spMkLst>
        </pc:spChg>
        <pc:spChg chg="mod">
          <ac:chgData name="Judy Tseng" userId="b031a71b-ea40-479f-9c0f-e713aa008bfa" providerId="ADAL" clId="{6EA3E888-F323-46D3-AEF4-35C0DD8F39A6}" dt="2024-03-27T16:33:56.427" v="49" actId="962"/>
          <ac:spMkLst>
            <pc:docMk/>
            <pc:sldMk cId="1177375952" sldId="548"/>
            <ac:spMk id="8" creationId="{350691A9-5CFE-C950-D610-D2AADE9D16F3}"/>
          </ac:spMkLst>
        </pc:spChg>
        <pc:spChg chg="mod">
          <ac:chgData name="Judy Tseng" userId="b031a71b-ea40-479f-9c0f-e713aa008bfa" providerId="ADAL" clId="{6EA3E888-F323-46D3-AEF4-35C0DD8F39A6}" dt="2024-03-27T16:33:57.928" v="50" actId="962"/>
          <ac:spMkLst>
            <pc:docMk/>
            <pc:sldMk cId="1177375952" sldId="548"/>
            <ac:spMk id="9" creationId="{970893F3-AA38-92F2-7172-806953F2CA2A}"/>
          </ac:spMkLst>
        </pc:spChg>
        <pc:spChg chg="mod">
          <ac:chgData name="Judy Tseng" userId="b031a71b-ea40-479f-9c0f-e713aa008bfa" providerId="ADAL" clId="{6EA3E888-F323-46D3-AEF4-35C0DD8F39A6}" dt="2024-03-27T16:33:59.369" v="51" actId="962"/>
          <ac:spMkLst>
            <pc:docMk/>
            <pc:sldMk cId="1177375952" sldId="548"/>
            <ac:spMk id="11" creationId="{D74685C5-9ECB-BC1C-2AD6-BA0D91E69082}"/>
          </ac:spMkLst>
        </pc:spChg>
      </pc:sldChg>
      <pc:sldChg chg="modSp mod">
        <pc:chgData name="Judy Tseng" userId="b031a71b-ea40-479f-9c0f-e713aa008bfa" providerId="ADAL" clId="{6EA3E888-F323-46D3-AEF4-35C0DD8F39A6}" dt="2024-03-27T16:34:34.998" v="68" actId="962"/>
        <pc:sldMkLst>
          <pc:docMk/>
          <pc:sldMk cId="1587125252" sldId="554"/>
        </pc:sldMkLst>
        <pc:spChg chg="mod">
          <ac:chgData name="Judy Tseng" userId="b031a71b-ea40-479f-9c0f-e713aa008bfa" providerId="ADAL" clId="{6EA3E888-F323-46D3-AEF4-35C0DD8F39A6}" dt="2024-03-27T16:34:33.572" v="67" actId="962"/>
          <ac:spMkLst>
            <pc:docMk/>
            <pc:sldMk cId="1587125252" sldId="554"/>
            <ac:spMk id="3" creationId="{F0198E06-907F-EDB8-3165-65181847C7FE}"/>
          </ac:spMkLst>
        </pc:spChg>
        <pc:spChg chg="mod">
          <ac:chgData name="Judy Tseng" userId="b031a71b-ea40-479f-9c0f-e713aa008bfa" providerId="ADAL" clId="{6EA3E888-F323-46D3-AEF4-35C0DD8F39A6}" dt="2024-03-27T16:32:00.045" v="20" actId="207"/>
          <ac:spMkLst>
            <pc:docMk/>
            <pc:sldMk cId="1587125252" sldId="554"/>
            <ac:spMk id="5" creationId="{3ED4DE36-52C0-CB95-BACC-337A00B1A90C}"/>
          </ac:spMkLst>
        </pc:spChg>
        <pc:spChg chg="mod">
          <ac:chgData name="Judy Tseng" userId="b031a71b-ea40-479f-9c0f-e713aa008bfa" providerId="ADAL" clId="{6EA3E888-F323-46D3-AEF4-35C0DD8F39A6}" dt="2024-03-27T16:32:04.543" v="21" actId="207"/>
          <ac:spMkLst>
            <pc:docMk/>
            <pc:sldMk cId="1587125252" sldId="554"/>
            <ac:spMk id="6" creationId="{D7AAFCEC-8CFD-2586-37E2-FB68E05134D6}"/>
          </ac:spMkLst>
        </pc:spChg>
        <pc:spChg chg="mod">
          <ac:chgData name="Judy Tseng" userId="b031a71b-ea40-479f-9c0f-e713aa008bfa" providerId="ADAL" clId="{6EA3E888-F323-46D3-AEF4-35C0DD8F39A6}" dt="2024-03-27T16:34:29.545" v="65" actId="962"/>
          <ac:spMkLst>
            <pc:docMk/>
            <pc:sldMk cId="1587125252" sldId="554"/>
            <ac:spMk id="8" creationId="{AE65C159-5C92-BCA3-41C6-866AA4775CF5}"/>
          </ac:spMkLst>
        </pc:spChg>
        <pc:spChg chg="mod">
          <ac:chgData name="Judy Tseng" userId="b031a71b-ea40-479f-9c0f-e713aa008bfa" providerId="ADAL" clId="{6EA3E888-F323-46D3-AEF4-35C0DD8F39A6}" dt="2024-03-27T16:34:31.984" v="66" actId="962"/>
          <ac:spMkLst>
            <pc:docMk/>
            <pc:sldMk cId="1587125252" sldId="554"/>
            <ac:spMk id="9" creationId="{E4BC379E-337C-E555-73C1-C466E42489C1}"/>
          </ac:spMkLst>
        </pc:spChg>
        <pc:spChg chg="mod">
          <ac:chgData name="Judy Tseng" userId="b031a71b-ea40-479f-9c0f-e713aa008bfa" providerId="ADAL" clId="{6EA3E888-F323-46D3-AEF4-35C0DD8F39A6}" dt="2024-03-27T16:34:34.998" v="68" actId="962"/>
          <ac:spMkLst>
            <pc:docMk/>
            <pc:sldMk cId="1587125252" sldId="554"/>
            <ac:spMk id="11" creationId="{77145B75-5BEF-663B-2CA4-F20ABD4D9041}"/>
          </ac:spMkLst>
        </pc:spChg>
      </pc:sldChg>
      <pc:sldChg chg="modSp mod">
        <pc:chgData name="Judy Tseng" userId="b031a71b-ea40-479f-9c0f-e713aa008bfa" providerId="ADAL" clId="{6EA3E888-F323-46D3-AEF4-35C0DD8F39A6}" dt="2024-03-27T16:34:37.532" v="69" actId="962"/>
        <pc:sldMkLst>
          <pc:docMk/>
          <pc:sldMk cId="2276470477" sldId="556"/>
        </pc:sldMkLst>
        <pc:spChg chg="mod">
          <ac:chgData name="Judy Tseng" userId="b031a71b-ea40-479f-9c0f-e713aa008bfa" providerId="ADAL" clId="{6EA3E888-F323-46D3-AEF4-35C0DD8F39A6}" dt="2024-03-27T16:34:37.532" v="69" actId="962"/>
          <ac:spMkLst>
            <pc:docMk/>
            <pc:sldMk cId="2276470477" sldId="556"/>
            <ac:spMk id="8" creationId="{AE65C159-5C92-BCA3-41C6-866AA4775CF5}"/>
          </ac:spMkLst>
        </pc:spChg>
      </pc:sldChg>
      <pc:sldChg chg="modSp mod">
        <pc:chgData name="Judy Tseng" userId="b031a71b-ea40-479f-9c0f-e713aa008bfa" providerId="ADAL" clId="{6EA3E888-F323-46D3-AEF4-35C0DD8F39A6}" dt="2024-03-27T16:34:41.750" v="70" actId="962"/>
        <pc:sldMkLst>
          <pc:docMk/>
          <pc:sldMk cId="1356067139" sldId="557"/>
        </pc:sldMkLst>
        <pc:spChg chg="mod">
          <ac:chgData name="Judy Tseng" userId="b031a71b-ea40-479f-9c0f-e713aa008bfa" providerId="ADAL" clId="{6EA3E888-F323-46D3-AEF4-35C0DD8F39A6}" dt="2024-03-27T16:34:41.750" v="70" actId="962"/>
          <ac:spMkLst>
            <pc:docMk/>
            <pc:sldMk cId="1356067139" sldId="557"/>
            <ac:spMk id="8" creationId="{AE65C159-5C92-BCA3-41C6-866AA4775CF5}"/>
          </ac:spMkLst>
        </pc:spChg>
      </pc:sldChg>
      <pc:sldChg chg="modSp mod">
        <pc:chgData name="Judy Tseng" userId="b031a71b-ea40-479f-9c0f-e713aa008bfa" providerId="ADAL" clId="{6EA3E888-F323-46D3-AEF4-35C0DD8F39A6}" dt="2024-03-27T16:34:20.612" v="60" actId="962"/>
        <pc:sldMkLst>
          <pc:docMk/>
          <pc:sldMk cId="3169525369" sldId="559"/>
        </pc:sldMkLst>
        <pc:spChg chg="mod">
          <ac:chgData name="Judy Tseng" userId="b031a71b-ea40-479f-9c0f-e713aa008bfa" providerId="ADAL" clId="{6EA3E888-F323-46D3-AEF4-35C0DD8F39A6}" dt="2024-03-27T16:31:38.895" v="12" actId="207"/>
          <ac:spMkLst>
            <pc:docMk/>
            <pc:sldMk cId="3169525369" sldId="559"/>
            <ac:spMk id="3" creationId="{09B81BD0-DF09-D070-010A-F8F837105C6C}"/>
          </ac:spMkLst>
        </pc:spChg>
        <pc:spChg chg="mod">
          <ac:chgData name="Judy Tseng" userId="b031a71b-ea40-479f-9c0f-e713aa008bfa" providerId="ADAL" clId="{6EA3E888-F323-46D3-AEF4-35C0DD8F39A6}" dt="2024-03-27T16:31:40.427" v="13" actId="207"/>
          <ac:spMkLst>
            <pc:docMk/>
            <pc:sldMk cId="3169525369" sldId="559"/>
            <ac:spMk id="5" creationId="{8A357B79-C164-CB99-D2F9-A288A789EA9A}"/>
          </ac:spMkLst>
        </pc:spChg>
        <pc:spChg chg="mod">
          <ac:chgData name="Judy Tseng" userId="b031a71b-ea40-479f-9c0f-e713aa008bfa" providerId="ADAL" clId="{6EA3E888-F323-46D3-AEF4-35C0DD8F39A6}" dt="2024-03-27T16:34:17.313" v="58" actId="962"/>
          <ac:spMkLst>
            <pc:docMk/>
            <pc:sldMk cId="3169525369" sldId="559"/>
            <ac:spMk id="6" creationId="{49B5DCA9-406C-011F-43A9-E97D2F88DD05}"/>
          </ac:spMkLst>
        </pc:spChg>
        <pc:spChg chg="mod">
          <ac:chgData name="Judy Tseng" userId="b031a71b-ea40-479f-9c0f-e713aa008bfa" providerId="ADAL" clId="{6EA3E888-F323-46D3-AEF4-35C0DD8F39A6}" dt="2024-03-27T16:34:18.861" v="59" actId="962"/>
          <ac:spMkLst>
            <pc:docMk/>
            <pc:sldMk cId="3169525369" sldId="559"/>
            <ac:spMk id="7" creationId="{F2FE6B09-5746-410C-E94A-46BC7BE32217}"/>
          </ac:spMkLst>
        </pc:spChg>
        <pc:spChg chg="mod">
          <ac:chgData name="Judy Tseng" userId="b031a71b-ea40-479f-9c0f-e713aa008bfa" providerId="ADAL" clId="{6EA3E888-F323-46D3-AEF4-35C0DD8F39A6}" dt="2024-03-27T16:34:15.405" v="57" actId="962"/>
          <ac:spMkLst>
            <pc:docMk/>
            <pc:sldMk cId="3169525369" sldId="559"/>
            <ac:spMk id="8" creationId="{AE65C159-5C92-BCA3-41C6-866AA4775CF5}"/>
          </ac:spMkLst>
        </pc:spChg>
        <pc:spChg chg="mod">
          <ac:chgData name="Judy Tseng" userId="b031a71b-ea40-479f-9c0f-e713aa008bfa" providerId="ADAL" clId="{6EA3E888-F323-46D3-AEF4-35C0DD8F39A6}" dt="2024-03-27T16:34:20.612" v="60" actId="962"/>
          <ac:spMkLst>
            <pc:docMk/>
            <pc:sldMk cId="3169525369" sldId="559"/>
            <ac:spMk id="11" creationId="{10586AD1-921B-33A6-9B34-0B67CACE7650}"/>
          </ac:spMkLst>
        </pc:spChg>
      </pc:sldChg>
      <pc:sldChg chg="modSp mod">
        <pc:chgData name="Judy Tseng" userId="b031a71b-ea40-479f-9c0f-e713aa008bfa" providerId="ADAL" clId="{6EA3E888-F323-46D3-AEF4-35C0DD8F39A6}" dt="2024-03-27T16:31:54.925" v="19" actId="207"/>
        <pc:sldMkLst>
          <pc:docMk/>
          <pc:sldMk cId="1502726905" sldId="560"/>
        </pc:sldMkLst>
        <pc:spChg chg="mod">
          <ac:chgData name="Judy Tseng" userId="b031a71b-ea40-479f-9c0f-e713aa008bfa" providerId="ADAL" clId="{6EA3E888-F323-46D3-AEF4-35C0DD8F39A6}" dt="2024-03-27T16:31:48.918" v="16" actId="207"/>
          <ac:spMkLst>
            <pc:docMk/>
            <pc:sldMk cId="1502726905" sldId="560"/>
            <ac:spMk id="5" creationId="{AFC64A9E-92DC-E1F9-7988-22DCE18F2F50}"/>
          </ac:spMkLst>
        </pc:spChg>
        <pc:spChg chg="mod">
          <ac:chgData name="Judy Tseng" userId="b031a71b-ea40-479f-9c0f-e713aa008bfa" providerId="ADAL" clId="{6EA3E888-F323-46D3-AEF4-35C0DD8F39A6}" dt="2024-03-27T16:31:50.690" v="17" actId="207"/>
          <ac:spMkLst>
            <pc:docMk/>
            <pc:sldMk cId="1502726905" sldId="560"/>
            <ac:spMk id="6" creationId="{53767511-4343-89FB-12DD-77B0E6E6347A}"/>
          </ac:spMkLst>
        </pc:spChg>
        <pc:spChg chg="mod">
          <ac:chgData name="Judy Tseng" userId="b031a71b-ea40-479f-9c0f-e713aa008bfa" providerId="ADAL" clId="{6EA3E888-F323-46D3-AEF4-35C0DD8F39A6}" dt="2024-03-27T16:31:52.917" v="18" actId="207"/>
          <ac:spMkLst>
            <pc:docMk/>
            <pc:sldMk cId="1502726905" sldId="560"/>
            <ac:spMk id="8" creationId="{84821B0E-EFB3-4D78-ABA7-3F5E546C9DF9}"/>
          </ac:spMkLst>
        </pc:spChg>
        <pc:spChg chg="mod">
          <ac:chgData name="Judy Tseng" userId="b031a71b-ea40-479f-9c0f-e713aa008bfa" providerId="ADAL" clId="{6EA3E888-F323-46D3-AEF4-35C0DD8F39A6}" dt="2024-03-27T16:31:54.925" v="19" actId="207"/>
          <ac:spMkLst>
            <pc:docMk/>
            <pc:sldMk cId="1502726905" sldId="560"/>
            <ac:spMk id="9" creationId="{3EF81FAD-7358-1AE8-DEEA-5304B1ECA956}"/>
          </ac:spMkLst>
        </pc:spChg>
      </pc:sldChg>
      <pc:sldChg chg="modSp mod">
        <pc:chgData name="Judy Tseng" userId="b031a71b-ea40-479f-9c0f-e713aa008bfa" providerId="ADAL" clId="{6EA3E888-F323-46D3-AEF4-35C0DD8F39A6}" dt="2024-03-27T16:33:42.873" v="47" actId="962"/>
        <pc:sldMkLst>
          <pc:docMk/>
          <pc:sldMk cId="2528327674" sldId="574"/>
        </pc:sldMkLst>
        <pc:spChg chg="mod">
          <ac:chgData name="Judy Tseng" userId="b031a71b-ea40-479f-9c0f-e713aa008bfa" providerId="ADAL" clId="{6EA3E888-F323-46D3-AEF4-35C0DD8F39A6}" dt="2024-03-27T16:31:16.989" v="6" actId="207"/>
          <ac:spMkLst>
            <pc:docMk/>
            <pc:sldMk cId="2528327674" sldId="574"/>
            <ac:spMk id="34" creationId="{A982A90E-70FC-F034-A6A5-8934BBD971FD}"/>
          </ac:spMkLst>
        </pc:spChg>
        <pc:spChg chg="mod">
          <ac:chgData name="Judy Tseng" userId="b031a71b-ea40-479f-9c0f-e713aa008bfa" providerId="ADAL" clId="{6EA3E888-F323-46D3-AEF4-35C0DD8F39A6}" dt="2024-03-27T16:31:22.197" v="7" actId="207"/>
          <ac:spMkLst>
            <pc:docMk/>
            <pc:sldMk cId="2528327674" sldId="574"/>
            <ac:spMk id="35" creationId="{5386F617-D13B-FC60-D948-8F21FF02F4D7}"/>
          </ac:spMkLst>
        </pc:spChg>
        <pc:spChg chg="mod">
          <ac:chgData name="Judy Tseng" userId="b031a71b-ea40-479f-9c0f-e713aa008bfa" providerId="ADAL" clId="{6EA3E888-F323-46D3-AEF4-35C0DD8F39A6}" dt="2024-03-27T16:33:35.713" v="43" actId="962"/>
          <ac:spMkLst>
            <pc:docMk/>
            <pc:sldMk cId="2528327674" sldId="574"/>
            <ac:spMk id="36" creationId="{8572340F-388C-7C56-F6F1-099A3B8B1F0B}"/>
          </ac:spMkLst>
        </pc:spChg>
        <pc:spChg chg="mod">
          <ac:chgData name="Judy Tseng" userId="b031a71b-ea40-479f-9c0f-e713aa008bfa" providerId="ADAL" clId="{6EA3E888-F323-46D3-AEF4-35C0DD8F39A6}" dt="2024-03-27T16:33:37.189" v="44" actId="962"/>
          <ac:spMkLst>
            <pc:docMk/>
            <pc:sldMk cId="2528327674" sldId="574"/>
            <ac:spMk id="37" creationId="{43DCF827-309F-813C-2830-7270D6FA9FA8}"/>
          </ac:spMkLst>
        </pc:spChg>
        <pc:spChg chg="mod">
          <ac:chgData name="Judy Tseng" userId="b031a71b-ea40-479f-9c0f-e713aa008bfa" providerId="ADAL" clId="{6EA3E888-F323-46D3-AEF4-35C0DD8F39A6}" dt="2024-03-27T16:33:40.810" v="46" actId="962"/>
          <ac:spMkLst>
            <pc:docMk/>
            <pc:sldMk cId="2528327674" sldId="574"/>
            <ac:spMk id="38" creationId="{F4460D7D-2888-3024-796D-3DB87309D3F6}"/>
          </ac:spMkLst>
        </pc:spChg>
        <pc:spChg chg="mod">
          <ac:chgData name="Judy Tseng" userId="b031a71b-ea40-479f-9c0f-e713aa008bfa" providerId="ADAL" clId="{6EA3E888-F323-46D3-AEF4-35C0DD8F39A6}" dt="2024-03-27T16:33:39.235" v="45" actId="962"/>
          <ac:spMkLst>
            <pc:docMk/>
            <pc:sldMk cId="2528327674" sldId="574"/>
            <ac:spMk id="40" creationId="{053552A9-6F7C-965D-C420-F29608F9CCD1}"/>
          </ac:spMkLst>
        </pc:spChg>
        <pc:spChg chg="mod">
          <ac:chgData name="Judy Tseng" userId="b031a71b-ea40-479f-9c0f-e713aa008bfa" providerId="ADAL" clId="{6EA3E888-F323-46D3-AEF4-35C0DD8F39A6}" dt="2024-03-27T16:33:42.873" v="47" actId="962"/>
          <ac:spMkLst>
            <pc:docMk/>
            <pc:sldMk cId="2528327674" sldId="574"/>
            <ac:spMk id="42" creationId="{6D812E66-147B-BC56-D324-9A3B94FA5AA3}"/>
          </ac:spMkLst>
        </pc:spChg>
        <pc:cxnChg chg="mod">
          <ac:chgData name="Judy Tseng" userId="b031a71b-ea40-479f-9c0f-e713aa008bfa" providerId="ADAL" clId="{6EA3E888-F323-46D3-AEF4-35C0DD8F39A6}" dt="2024-03-27T16:33:33.397" v="42" actId="962"/>
          <ac:cxnSpMkLst>
            <pc:docMk/>
            <pc:sldMk cId="2528327674" sldId="574"/>
            <ac:cxnSpMk id="26" creationId="{C63B112B-A39D-FD75-426A-F0918A12430F}"/>
          </ac:cxnSpMkLst>
        </pc:cxnChg>
      </pc:sldChg>
      <pc:sldChg chg="modSp mod">
        <pc:chgData name="Judy Tseng" userId="b031a71b-ea40-479f-9c0f-e713aa008bfa" providerId="ADAL" clId="{6EA3E888-F323-46D3-AEF4-35C0DD8F39A6}" dt="2024-03-27T16:32:58.766" v="33" actId="207"/>
        <pc:sldMkLst>
          <pc:docMk/>
          <pc:sldMk cId="1397276541" sldId="591"/>
        </pc:sldMkLst>
        <pc:spChg chg="mod">
          <ac:chgData name="Judy Tseng" userId="b031a71b-ea40-479f-9c0f-e713aa008bfa" providerId="ADAL" clId="{6EA3E888-F323-46D3-AEF4-35C0DD8F39A6}" dt="2024-03-27T16:32:50.507" v="30" actId="207"/>
          <ac:spMkLst>
            <pc:docMk/>
            <pc:sldMk cId="1397276541" sldId="591"/>
            <ac:spMk id="8" creationId="{B9C87F86-2422-9D76-8643-9F14AE6654EA}"/>
          </ac:spMkLst>
        </pc:spChg>
        <pc:spChg chg="mod">
          <ac:chgData name="Judy Tseng" userId="b031a71b-ea40-479f-9c0f-e713aa008bfa" providerId="ADAL" clId="{6EA3E888-F323-46D3-AEF4-35C0DD8F39A6}" dt="2024-03-27T16:32:58.766" v="33" actId="207"/>
          <ac:spMkLst>
            <pc:docMk/>
            <pc:sldMk cId="1397276541" sldId="591"/>
            <ac:spMk id="9" creationId="{3E9BF948-A9D5-52ED-BA93-AD433038B961}"/>
          </ac:spMkLst>
        </pc:spChg>
        <pc:spChg chg="mod">
          <ac:chgData name="Judy Tseng" userId="b031a71b-ea40-479f-9c0f-e713aa008bfa" providerId="ADAL" clId="{6EA3E888-F323-46D3-AEF4-35C0DD8F39A6}" dt="2024-03-27T16:32:52.119" v="31" actId="207"/>
          <ac:spMkLst>
            <pc:docMk/>
            <pc:sldMk cId="1397276541" sldId="591"/>
            <ac:spMk id="12" creationId="{DA824491-39DA-2FEF-F31F-171731277535}"/>
          </ac:spMkLst>
        </pc:spChg>
        <pc:spChg chg="mod">
          <ac:chgData name="Judy Tseng" userId="b031a71b-ea40-479f-9c0f-e713aa008bfa" providerId="ADAL" clId="{6EA3E888-F323-46D3-AEF4-35C0DD8F39A6}" dt="2024-03-27T16:32:56.461" v="32" actId="207"/>
          <ac:spMkLst>
            <pc:docMk/>
            <pc:sldMk cId="1397276541" sldId="591"/>
            <ac:spMk id="13" creationId="{3A9321C7-53EF-9CA7-F7BF-681BF48FC6F4}"/>
          </ac:spMkLst>
        </pc:spChg>
      </pc:sldChg>
      <pc:sldChg chg="modSp mod">
        <pc:chgData name="Judy Tseng" userId="b031a71b-ea40-479f-9c0f-e713aa008bfa" providerId="ADAL" clId="{6EA3E888-F323-46D3-AEF4-35C0DD8F39A6}" dt="2024-03-27T16:33:21.954" v="37" actId="962"/>
        <pc:sldMkLst>
          <pc:docMk/>
          <pc:sldMk cId="2199471342" sldId="598"/>
        </pc:sldMkLst>
        <pc:spChg chg="mod">
          <ac:chgData name="Judy Tseng" userId="b031a71b-ea40-479f-9c0f-e713aa008bfa" providerId="ADAL" clId="{6EA3E888-F323-46D3-AEF4-35C0DD8F39A6}" dt="2024-03-27T16:33:19.532" v="36" actId="962"/>
          <ac:spMkLst>
            <pc:docMk/>
            <pc:sldMk cId="2199471342" sldId="598"/>
            <ac:spMk id="3" creationId="{F0198E06-907F-EDB8-3165-65181847C7FE}"/>
          </ac:spMkLst>
        </pc:spChg>
        <pc:spChg chg="mod">
          <ac:chgData name="Judy Tseng" userId="b031a71b-ea40-479f-9c0f-e713aa008bfa" providerId="ADAL" clId="{6EA3E888-F323-46D3-AEF4-35C0DD8F39A6}" dt="2024-03-27T16:31:08.995" v="3" actId="207"/>
          <ac:spMkLst>
            <pc:docMk/>
            <pc:sldMk cId="2199471342" sldId="598"/>
            <ac:spMk id="6" creationId="{D7AAFCEC-8CFD-2586-37E2-FB68E05134D6}"/>
          </ac:spMkLst>
        </pc:spChg>
        <pc:spChg chg="mod">
          <ac:chgData name="Judy Tseng" userId="b031a71b-ea40-479f-9c0f-e713aa008bfa" providerId="ADAL" clId="{6EA3E888-F323-46D3-AEF4-35C0DD8F39A6}" dt="2024-03-27T16:33:14.694" v="34" actId="962"/>
          <ac:spMkLst>
            <pc:docMk/>
            <pc:sldMk cId="2199471342" sldId="598"/>
            <ac:spMk id="8" creationId="{AE65C159-5C92-BCA3-41C6-866AA4775CF5}"/>
          </ac:spMkLst>
        </pc:spChg>
        <pc:spChg chg="mod">
          <ac:chgData name="Judy Tseng" userId="b031a71b-ea40-479f-9c0f-e713aa008bfa" providerId="ADAL" clId="{6EA3E888-F323-46D3-AEF4-35C0DD8F39A6}" dt="2024-03-27T16:33:16.952" v="35" actId="962"/>
          <ac:spMkLst>
            <pc:docMk/>
            <pc:sldMk cId="2199471342" sldId="598"/>
            <ac:spMk id="9" creationId="{E4BC379E-337C-E555-73C1-C466E42489C1}"/>
          </ac:spMkLst>
        </pc:spChg>
        <pc:spChg chg="mod">
          <ac:chgData name="Judy Tseng" userId="b031a71b-ea40-479f-9c0f-e713aa008bfa" providerId="ADAL" clId="{6EA3E888-F323-46D3-AEF4-35C0DD8F39A6}" dt="2024-03-27T16:33:21.954" v="37" actId="962"/>
          <ac:spMkLst>
            <pc:docMk/>
            <pc:sldMk cId="2199471342" sldId="598"/>
            <ac:spMk id="11" creationId="{DDDC2E95-9679-06A9-E91D-BA0A47108817}"/>
          </ac:spMkLst>
        </pc:spChg>
        <pc:graphicFrameChg chg="modGraphic">
          <ac:chgData name="Judy Tseng" userId="b031a71b-ea40-479f-9c0f-e713aa008bfa" providerId="ADAL" clId="{6EA3E888-F323-46D3-AEF4-35C0DD8F39A6}" dt="2024-03-27T16:31:06.486" v="2" actId="207"/>
          <ac:graphicFrameMkLst>
            <pc:docMk/>
            <pc:sldMk cId="2199471342" sldId="598"/>
            <ac:graphicFrameMk id="12" creationId="{D6D03270-9767-5FFF-11B4-8BE1091F9CF2}"/>
          </ac:graphicFrameMkLst>
        </pc:graphicFrameChg>
      </pc:sldChg>
      <pc:sldChg chg="modSp mod">
        <pc:chgData name="Judy Tseng" userId="b031a71b-ea40-479f-9c0f-e713aa008bfa" providerId="ADAL" clId="{6EA3E888-F323-46D3-AEF4-35C0DD8F39A6}" dt="2024-03-27T16:34:10.661" v="56" actId="962"/>
        <pc:sldMkLst>
          <pc:docMk/>
          <pc:sldMk cId="1003974563" sldId="599"/>
        </pc:sldMkLst>
        <pc:spChg chg="mod">
          <ac:chgData name="Judy Tseng" userId="b031a71b-ea40-479f-9c0f-e713aa008bfa" providerId="ADAL" clId="{6EA3E888-F323-46D3-AEF4-35C0DD8F39A6}" dt="2024-03-27T16:34:07.407" v="54" actId="962"/>
          <ac:spMkLst>
            <pc:docMk/>
            <pc:sldMk cId="1003974563" sldId="599"/>
            <ac:spMk id="3" creationId="{F0198E06-907F-EDB8-3165-65181847C7FE}"/>
          </ac:spMkLst>
        </pc:spChg>
        <pc:spChg chg="mod">
          <ac:chgData name="Judy Tseng" userId="b031a71b-ea40-479f-9c0f-e713aa008bfa" providerId="ADAL" clId="{6EA3E888-F323-46D3-AEF4-35C0DD8F39A6}" dt="2024-03-27T16:31:34.573" v="10" actId="207"/>
          <ac:spMkLst>
            <pc:docMk/>
            <pc:sldMk cId="1003974563" sldId="599"/>
            <ac:spMk id="5" creationId="{3ED4DE36-52C0-CB95-BACC-337A00B1A90C}"/>
          </ac:spMkLst>
        </pc:spChg>
        <pc:spChg chg="mod">
          <ac:chgData name="Judy Tseng" userId="b031a71b-ea40-479f-9c0f-e713aa008bfa" providerId="ADAL" clId="{6EA3E888-F323-46D3-AEF4-35C0DD8F39A6}" dt="2024-03-27T16:31:36.348" v="11" actId="207"/>
          <ac:spMkLst>
            <pc:docMk/>
            <pc:sldMk cId="1003974563" sldId="599"/>
            <ac:spMk id="6" creationId="{D7AAFCEC-8CFD-2586-37E2-FB68E05134D6}"/>
          </ac:spMkLst>
        </pc:spChg>
        <pc:spChg chg="mod">
          <ac:chgData name="Judy Tseng" userId="b031a71b-ea40-479f-9c0f-e713aa008bfa" providerId="ADAL" clId="{6EA3E888-F323-46D3-AEF4-35C0DD8F39A6}" dt="2024-03-27T16:34:03.367" v="52" actId="962"/>
          <ac:spMkLst>
            <pc:docMk/>
            <pc:sldMk cId="1003974563" sldId="599"/>
            <ac:spMk id="8" creationId="{AE65C159-5C92-BCA3-41C6-866AA4775CF5}"/>
          </ac:spMkLst>
        </pc:spChg>
        <pc:spChg chg="mod">
          <ac:chgData name="Judy Tseng" userId="b031a71b-ea40-479f-9c0f-e713aa008bfa" providerId="ADAL" clId="{6EA3E888-F323-46D3-AEF4-35C0DD8F39A6}" dt="2024-03-27T16:34:05.778" v="53" actId="962"/>
          <ac:spMkLst>
            <pc:docMk/>
            <pc:sldMk cId="1003974563" sldId="599"/>
            <ac:spMk id="9" creationId="{E4BC379E-337C-E555-73C1-C466E42489C1}"/>
          </ac:spMkLst>
        </pc:spChg>
        <pc:spChg chg="mod">
          <ac:chgData name="Judy Tseng" userId="b031a71b-ea40-479f-9c0f-e713aa008bfa" providerId="ADAL" clId="{6EA3E888-F323-46D3-AEF4-35C0DD8F39A6}" dt="2024-03-27T16:34:09.213" v="55" actId="962"/>
          <ac:spMkLst>
            <pc:docMk/>
            <pc:sldMk cId="1003974563" sldId="599"/>
            <ac:spMk id="11" creationId="{77145B75-5BEF-663B-2CA4-F20ABD4D9041}"/>
          </ac:spMkLst>
        </pc:spChg>
        <pc:spChg chg="mod">
          <ac:chgData name="Judy Tseng" userId="b031a71b-ea40-479f-9c0f-e713aa008bfa" providerId="ADAL" clId="{6EA3E888-F323-46D3-AEF4-35C0DD8F39A6}" dt="2024-03-27T16:34:10.661" v="56" actId="962"/>
          <ac:spMkLst>
            <pc:docMk/>
            <pc:sldMk cId="1003974563" sldId="599"/>
            <ac:spMk id="14" creationId="{F1AC3EB0-949C-4C3A-4E8D-AFEE364D835C}"/>
          </ac:spMkLst>
        </pc:spChg>
      </pc:sldChg>
      <pc:sldChg chg="modSp mod">
        <pc:chgData name="Judy Tseng" userId="b031a71b-ea40-479f-9c0f-e713aa008bfa" providerId="ADAL" clId="{6EA3E888-F323-46D3-AEF4-35C0DD8F39A6}" dt="2024-03-27T16:35:01.741" v="79" actId="962"/>
        <pc:sldMkLst>
          <pc:docMk/>
          <pc:sldMk cId="3157011028" sldId="600"/>
        </pc:sldMkLst>
        <pc:spChg chg="mod">
          <ac:chgData name="Judy Tseng" userId="b031a71b-ea40-479f-9c0f-e713aa008bfa" providerId="ADAL" clId="{6EA3E888-F323-46D3-AEF4-35C0DD8F39A6}" dt="2024-03-27T16:32:27.997" v="24" actId="207"/>
          <ac:spMkLst>
            <pc:docMk/>
            <pc:sldMk cId="3157011028" sldId="600"/>
            <ac:spMk id="4" creationId="{DFE26823-8C74-911D-E034-FC5EE1523A38}"/>
          </ac:spMkLst>
        </pc:spChg>
        <pc:spChg chg="mod">
          <ac:chgData name="Judy Tseng" userId="b031a71b-ea40-479f-9c0f-e713aa008bfa" providerId="ADAL" clId="{6EA3E888-F323-46D3-AEF4-35C0DD8F39A6}" dt="2024-03-27T16:32:30.096" v="25" actId="207"/>
          <ac:spMkLst>
            <pc:docMk/>
            <pc:sldMk cId="3157011028" sldId="600"/>
            <ac:spMk id="5" creationId="{3E76951C-1E4C-1F27-94DF-59DB347D52AB}"/>
          </ac:spMkLst>
        </pc:spChg>
        <pc:spChg chg="mod">
          <ac:chgData name="Judy Tseng" userId="b031a71b-ea40-479f-9c0f-e713aa008bfa" providerId="ADAL" clId="{6EA3E888-F323-46D3-AEF4-35C0DD8F39A6}" dt="2024-03-27T16:34:52.050" v="75" actId="962"/>
          <ac:spMkLst>
            <pc:docMk/>
            <pc:sldMk cId="3157011028" sldId="600"/>
            <ac:spMk id="6" creationId="{83B5D5AA-4813-D68C-E9DC-85D0EB33785C}"/>
          </ac:spMkLst>
        </pc:spChg>
        <pc:spChg chg="mod">
          <ac:chgData name="Judy Tseng" userId="b031a71b-ea40-479f-9c0f-e713aa008bfa" providerId="ADAL" clId="{6EA3E888-F323-46D3-AEF4-35C0DD8F39A6}" dt="2024-03-27T16:34:53.724" v="76" actId="962"/>
          <ac:spMkLst>
            <pc:docMk/>
            <pc:sldMk cId="3157011028" sldId="600"/>
            <ac:spMk id="7" creationId="{556EF05C-0480-7C5E-0634-806618172E7C}"/>
          </ac:spMkLst>
        </pc:spChg>
        <pc:spChg chg="mod">
          <ac:chgData name="Judy Tseng" userId="b031a71b-ea40-479f-9c0f-e713aa008bfa" providerId="ADAL" clId="{6EA3E888-F323-46D3-AEF4-35C0DD8F39A6}" dt="2024-03-27T16:34:55.250" v="77" actId="962"/>
          <ac:spMkLst>
            <pc:docMk/>
            <pc:sldMk cId="3157011028" sldId="600"/>
            <ac:spMk id="8" creationId="{27F89CBA-704D-F73E-864B-BA39E6BEC0D1}"/>
          </ac:spMkLst>
        </pc:spChg>
        <pc:spChg chg="mod">
          <ac:chgData name="Judy Tseng" userId="b031a71b-ea40-479f-9c0f-e713aa008bfa" providerId="ADAL" clId="{6EA3E888-F323-46D3-AEF4-35C0DD8F39A6}" dt="2024-03-27T16:34:56.806" v="78" actId="962"/>
          <ac:spMkLst>
            <pc:docMk/>
            <pc:sldMk cId="3157011028" sldId="600"/>
            <ac:spMk id="10" creationId="{850DEA9F-47F4-4E08-3926-2D43A7D383FE}"/>
          </ac:spMkLst>
        </pc:spChg>
        <pc:picChg chg="mod">
          <ac:chgData name="Judy Tseng" userId="b031a71b-ea40-479f-9c0f-e713aa008bfa" providerId="ADAL" clId="{6EA3E888-F323-46D3-AEF4-35C0DD8F39A6}" dt="2024-03-27T16:35:01.741" v="79" actId="962"/>
          <ac:picMkLst>
            <pc:docMk/>
            <pc:sldMk cId="3157011028" sldId="600"/>
            <ac:picMk id="1032" creationId="{E60FA430-30C0-31F9-5DD7-56207577DEA9}"/>
          </ac:picMkLst>
        </pc:picChg>
      </pc:sldChg>
      <pc:sldChg chg="modSp mod">
        <pc:chgData name="Judy Tseng" userId="b031a71b-ea40-479f-9c0f-e713aa008bfa" providerId="ADAL" clId="{6EA3E888-F323-46D3-AEF4-35C0DD8F39A6}" dt="2024-03-27T16:32:45.766" v="29" actId="207"/>
        <pc:sldMkLst>
          <pc:docMk/>
          <pc:sldMk cId="205087632" sldId="601"/>
        </pc:sldMkLst>
        <pc:spChg chg="mod">
          <ac:chgData name="Judy Tseng" userId="b031a71b-ea40-479f-9c0f-e713aa008bfa" providerId="ADAL" clId="{6EA3E888-F323-46D3-AEF4-35C0DD8F39A6}" dt="2024-03-27T16:32:32.853" v="26" actId="207"/>
          <ac:spMkLst>
            <pc:docMk/>
            <pc:sldMk cId="205087632" sldId="601"/>
            <ac:spMk id="5" creationId="{AFC64A9E-92DC-E1F9-7988-22DCE18F2F50}"/>
          </ac:spMkLst>
        </pc:spChg>
        <pc:spChg chg="mod">
          <ac:chgData name="Judy Tseng" userId="b031a71b-ea40-479f-9c0f-e713aa008bfa" providerId="ADAL" clId="{6EA3E888-F323-46D3-AEF4-35C0DD8F39A6}" dt="2024-03-27T16:32:34.476" v="27" actId="207"/>
          <ac:spMkLst>
            <pc:docMk/>
            <pc:sldMk cId="205087632" sldId="601"/>
            <ac:spMk id="6" creationId="{53767511-4343-89FB-12DD-77B0E6E6347A}"/>
          </ac:spMkLst>
        </pc:spChg>
        <pc:spChg chg="mod">
          <ac:chgData name="Judy Tseng" userId="b031a71b-ea40-479f-9c0f-e713aa008bfa" providerId="ADAL" clId="{6EA3E888-F323-46D3-AEF4-35C0DD8F39A6}" dt="2024-03-27T16:32:37.580" v="28" actId="207"/>
          <ac:spMkLst>
            <pc:docMk/>
            <pc:sldMk cId="205087632" sldId="601"/>
            <ac:spMk id="8" creationId="{84821B0E-EFB3-4D78-ABA7-3F5E546C9DF9}"/>
          </ac:spMkLst>
        </pc:spChg>
        <pc:spChg chg="mod">
          <ac:chgData name="Judy Tseng" userId="b031a71b-ea40-479f-9c0f-e713aa008bfa" providerId="ADAL" clId="{6EA3E888-F323-46D3-AEF4-35C0DD8F39A6}" dt="2024-03-27T16:32:45.766" v="29" actId="207"/>
          <ac:spMkLst>
            <pc:docMk/>
            <pc:sldMk cId="205087632" sldId="601"/>
            <ac:spMk id="9" creationId="{3EF81FAD-7358-1AE8-DEEA-5304B1ECA956}"/>
          </ac:spMkLst>
        </pc:spChg>
      </pc:sldChg>
      <pc:sldChg chg="modSp mod">
        <pc:chgData name="Judy Tseng" userId="b031a71b-ea40-479f-9c0f-e713aa008bfa" providerId="ADAL" clId="{6EA3E888-F323-46D3-AEF4-35C0DD8F39A6}" dt="2024-03-27T16:34:27.366" v="64" actId="962"/>
        <pc:sldMkLst>
          <pc:docMk/>
          <pc:sldMk cId="3904389859" sldId="611"/>
        </pc:sldMkLst>
        <pc:spChg chg="mod">
          <ac:chgData name="Judy Tseng" userId="b031a71b-ea40-479f-9c0f-e713aa008bfa" providerId="ADAL" clId="{6EA3E888-F323-46D3-AEF4-35C0DD8F39A6}" dt="2024-03-27T16:31:43.273" v="14" actId="207"/>
          <ac:spMkLst>
            <pc:docMk/>
            <pc:sldMk cId="3904389859" sldId="611"/>
            <ac:spMk id="3" creationId="{09B81BD0-DF09-D070-010A-F8F837105C6C}"/>
          </ac:spMkLst>
        </pc:spChg>
        <pc:spChg chg="mod">
          <ac:chgData name="Judy Tseng" userId="b031a71b-ea40-479f-9c0f-e713aa008bfa" providerId="ADAL" clId="{6EA3E888-F323-46D3-AEF4-35C0DD8F39A6}" dt="2024-03-27T16:31:45.211" v="15" actId="207"/>
          <ac:spMkLst>
            <pc:docMk/>
            <pc:sldMk cId="3904389859" sldId="611"/>
            <ac:spMk id="5" creationId="{8A357B79-C164-CB99-D2F9-A288A789EA9A}"/>
          </ac:spMkLst>
        </pc:spChg>
        <pc:spChg chg="mod">
          <ac:chgData name="Judy Tseng" userId="b031a71b-ea40-479f-9c0f-e713aa008bfa" providerId="ADAL" clId="{6EA3E888-F323-46D3-AEF4-35C0DD8F39A6}" dt="2024-03-27T16:34:24.535" v="62" actId="962"/>
          <ac:spMkLst>
            <pc:docMk/>
            <pc:sldMk cId="3904389859" sldId="611"/>
            <ac:spMk id="6" creationId="{49B5DCA9-406C-011F-43A9-E97D2F88DD05}"/>
          </ac:spMkLst>
        </pc:spChg>
        <pc:spChg chg="mod">
          <ac:chgData name="Judy Tseng" userId="b031a71b-ea40-479f-9c0f-e713aa008bfa" providerId="ADAL" clId="{6EA3E888-F323-46D3-AEF4-35C0DD8F39A6}" dt="2024-03-27T16:34:25.894" v="63" actId="962"/>
          <ac:spMkLst>
            <pc:docMk/>
            <pc:sldMk cId="3904389859" sldId="611"/>
            <ac:spMk id="7" creationId="{F2FE6B09-5746-410C-E94A-46BC7BE32217}"/>
          </ac:spMkLst>
        </pc:spChg>
        <pc:spChg chg="mod">
          <ac:chgData name="Judy Tseng" userId="b031a71b-ea40-479f-9c0f-e713aa008bfa" providerId="ADAL" clId="{6EA3E888-F323-46D3-AEF4-35C0DD8F39A6}" dt="2024-03-27T16:34:22.943" v="61" actId="962"/>
          <ac:spMkLst>
            <pc:docMk/>
            <pc:sldMk cId="3904389859" sldId="611"/>
            <ac:spMk id="8" creationId="{AE65C159-5C92-BCA3-41C6-866AA4775CF5}"/>
          </ac:spMkLst>
        </pc:spChg>
        <pc:spChg chg="mod">
          <ac:chgData name="Judy Tseng" userId="b031a71b-ea40-479f-9c0f-e713aa008bfa" providerId="ADAL" clId="{6EA3E888-F323-46D3-AEF4-35C0DD8F39A6}" dt="2024-03-27T16:34:27.366" v="64" actId="962"/>
          <ac:spMkLst>
            <pc:docMk/>
            <pc:sldMk cId="3904389859" sldId="611"/>
            <ac:spMk id="11" creationId="{10586AD1-921B-33A6-9B34-0B67CACE7650}"/>
          </ac:spMkLst>
        </pc:spChg>
      </pc:sldChg>
      <pc:sldChg chg="modSp mod">
        <pc:chgData name="Judy Tseng" userId="b031a71b-ea40-479f-9c0f-e713aa008bfa" providerId="ADAL" clId="{6EA3E888-F323-46D3-AEF4-35C0DD8F39A6}" dt="2024-03-27T16:34:50.179" v="74" actId="962"/>
        <pc:sldMkLst>
          <pc:docMk/>
          <pc:sldMk cId="3603489983" sldId="612"/>
        </pc:sldMkLst>
        <pc:spChg chg="mod">
          <ac:chgData name="Judy Tseng" userId="b031a71b-ea40-479f-9c0f-e713aa008bfa" providerId="ADAL" clId="{6EA3E888-F323-46D3-AEF4-35C0DD8F39A6}" dt="2024-03-27T16:32:16.083" v="22" actId="207"/>
          <ac:spMkLst>
            <pc:docMk/>
            <pc:sldMk cId="3603489983" sldId="612"/>
            <ac:spMk id="3" creationId="{09B81BD0-DF09-D070-010A-F8F837105C6C}"/>
          </ac:spMkLst>
        </pc:spChg>
        <pc:spChg chg="mod">
          <ac:chgData name="Judy Tseng" userId="b031a71b-ea40-479f-9c0f-e713aa008bfa" providerId="ADAL" clId="{6EA3E888-F323-46D3-AEF4-35C0DD8F39A6}" dt="2024-03-27T16:32:18.652" v="23" actId="207"/>
          <ac:spMkLst>
            <pc:docMk/>
            <pc:sldMk cId="3603489983" sldId="612"/>
            <ac:spMk id="5" creationId="{8A357B79-C164-CB99-D2F9-A288A789EA9A}"/>
          </ac:spMkLst>
        </pc:spChg>
        <pc:spChg chg="mod">
          <ac:chgData name="Judy Tseng" userId="b031a71b-ea40-479f-9c0f-e713aa008bfa" providerId="ADAL" clId="{6EA3E888-F323-46D3-AEF4-35C0DD8F39A6}" dt="2024-03-27T16:34:46.820" v="72" actId="962"/>
          <ac:spMkLst>
            <pc:docMk/>
            <pc:sldMk cId="3603489983" sldId="612"/>
            <ac:spMk id="6" creationId="{49B5DCA9-406C-011F-43A9-E97D2F88DD05}"/>
          </ac:spMkLst>
        </pc:spChg>
        <pc:spChg chg="mod">
          <ac:chgData name="Judy Tseng" userId="b031a71b-ea40-479f-9c0f-e713aa008bfa" providerId="ADAL" clId="{6EA3E888-F323-46D3-AEF4-35C0DD8F39A6}" dt="2024-03-27T16:34:48.729" v="73" actId="962"/>
          <ac:spMkLst>
            <pc:docMk/>
            <pc:sldMk cId="3603489983" sldId="612"/>
            <ac:spMk id="7" creationId="{F2FE6B09-5746-410C-E94A-46BC7BE32217}"/>
          </ac:spMkLst>
        </pc:spChg>
        <pc:spChg chg="mod">
          <ac:chgData name="Judy Tseng" userId="b031a71b-ea40-479f-9c0f-e713aa008bfa" providerId="ADAL" clId="{6EA3E888-F323-46D3-AEF4-35C0DD8F39A6}" dt="2024-03-27T16:34:45.208" v="71" actId="962"/>
          <ac:spMkLst>
            <pc:docMk/>
            <pc:sldMk cId="3603489983" sldId="612"/>
            <ac:spMk id="8" creationId="{AE65C159-5C92-BCA3-41C6-866AA4775CF5}"/>
          </ac:spMkLst>
        </pc:spChg>
        <pc:spChg chg="mod">
          <ac:chgData name="Judy Tseng" userId="b031a71b-ea40-479f-9c0f-e713aa008bfa" providerId="ADAL" clId="{6EA3E888-F323-46D3-AEF4-35C0DD8F39A6}" dt="2024-03-27T16:34:50.179" v="74" actId="962"/>
          <ac:spMkLst>
            <pc:docMk/>
            <pc:sldMk cId="3603489983" sldId="612"/>
            <ac:spMk id="11" creationId="{10586AD1-921B-33A6-9B34-0B67CACE7650}"/>
          </ac:spMkLst>
        </pc:spChg>
      </pc:sldChg>
      <pc:sldChg chg="modSp mod">
        <pc:chgData name="Judy Tseng" userId="b031a71b-ea40-479f-9c0f-e713aa008bfa" providerId="ADAL" clId="{6EA3E888-F323-46D3-AEF4-35C0DD8F39A6}" dt="2024-03-27T16:33:29.168" v="41" actId="962"/>
        <pc:sldMkLst>
          <pc:docMk/>
          <pc:sldMk cId="2821361079" sldId="618"/>
        </pc:sldMkLst>
        <pc:spChg chg="mod">
          <ac:chgData name="Judy Tseng" userId="b031a71b-ea40-479f-9c0f-e713aa008bfa" providerId="ADAL" clId="{6EA3E888-F323-46D3-AEF4-35C0DD8F39A6}" dt="2024-03-27T16:33:27.474" v="40" actId="962"/>
          <ac:spMkLst>
            <pc:docMk/>
            <pc:sldMk cId="2821361079" sldId="618"/>
            <ac:spMk id="3" creationId="{F0198E06-907F-EDB8-3165-65181847C7FE}"/>
          </ac:spMkLst>
        </pc:spChg>
        <pc:spChg chg="mod">
          <ac:chgData name="Judy Tseng" userId="b031a71b-ea40-479f-9c0f-e713aa008bfa" providerId="ADAL" clId="{6EA3E888-F323-46D3-AEF4-35C0DD8F39A6}" dt="2024-03-27T16:31:11.978" v="4" actId="207"/>
          <ac:spMkLst>
            <pc:docMk/>
            <pc:sldMk cId="2821361079" sldId="618"/>
            <ac:spMk id="5" creationId="{3ED4DE36-52C0-CB95-BACC-337A00B1A90C}"/>
          </ac:spMkLst>
        </pc:spChg>
        <pc:spChg chg="mod">
          <ac:chgData name="Judy Tseng" userId="b031a71b-ea40-479f-9c0f-e713aa008bfa" providerId="ADAL" clId="{6EA3E888-F323-46D3-AEF4-35C0DD8F39A6}" dt="2024-03-27T16:31:13.607" v="5" actId="207"/>
          <ac:spMkLst>
            <pc:docMk/>
            <pc:sldMk cId="2821361079" sldId="618"/>
            <ac:spMk id="6" creationId="{D7AAFCEC-8CFD-2586-37E2-FB68E05134D6}"/>
          </ac:spMkLst>
        </pc:spChg>
        <pc:spChg chg="mod">
          <ac:chgData name="Judy Tseng" userId="b031a71b-ea40-479f-9c0f-e713aa008bfa" providerId="ADAL" clId="{6EA3E888-F323-46D3-AEF4-35C0DD8F39A6}" dt="2024-03-27T16:33:23.918" v="38" actId="962"/>
          <ac:spMkLst>
            <pc:docMk/>
            <pc:sldMk cId="2821361079" sldId="618"/>
            <ac:spMk id="8" creationId="{AE65C159-5C92-BCA3-41C6-866AA4775CF5}"/>
          </ac:spMkLst>
        </pc:spChg>
        <pc:spChg chg="mod">
          <ac:chgData name="Judy Tseng" userId="b031a71b-ea40-479f-9c0f-e713aa008bfa" providerId="ADAL" clId="{6EA3E888-F323-46D3-AEF4-35C0DD8F39A6}" dt="2024-03-27T16:33:25.482" v="39" actId="962"/>
          <ac:spMkLst>
            <pc:docMk/>
            <pc:sldMk cId="2821361079" sldId="618"/>
            <ac:spMk id="9" creationId="{E4BC379E-337C-E555-73C1-C466E42489C1}"/>
          </ac:spMkLst>
        </pc:spChg>
        <pc:spChg chg="mod">
          <ac:chgData name="Judy Tseng" userId="b031a71b-ea40-479f-9c0f-e713aa008bfa" providerId="ADAL" clId="{6EA3E888-F323-46D3-AEF4-35C0DD8F39A6}" dt="2024-03-27T16:33:29.168" v="41" actId="962"/>
          <ac:spMkLst>
            <pc:docMk/>
            <pc:sldMk cId="2821361079" sldId="618"/>
            <ac:spMk id="11" creationId="{DDDC2E95-9679-06A9-E91D-BA0A47108817}"/>
          </ac:spMkLst>
        </pc:spChg>
      </pc:sldChg>
    </pc:docChg>
  </pc:docChgLst>
  <pc:docChgLst>
    <pc:chgData name="Allison Mulshine" userId="S::allison.mulshine@collegiseducation.com::5f656d52-c555-4e5e-9a5b-18226766ffe3" providerId="AD" clId="Web-{7C3E764C-09B0-8415-40DC-36471DA2655F}"/>
    <pc:docChg chg="modSld">
      <pc:chgData name="Allison Mulshine" userId="S::allison.mulshine@collegiseducation.com::5f656d52-c555-4e5e-9a5b-18226766ffe3" providerId="AD" clId="Web-{7C3E764C-09B0-8415-40DC-36471DA2655F}" dt="2024-06-19T18:30:21.446" v="8"/>
      <pc:docMkLst>
        <pc:docMk/>
      </pc:docMkLst>
      <pc:sldChg chg="modSp">
        <pc:chgData name="Allison Mulshine" userId="S::allison.mulshine@collegiseducation.com::5f656d52-c555-4e5e-9a5b-18226766ffe3" providerId="AD" clId="Web-{7C3E764C-09B0-8415-40DC-36471DA2655F}" dt="2024-06-19T18:27:58.365" v="2"/>
        <pc:sldMkLst>
          <pc:docMk/>
          <pc:sldMk cId="1177375952" sldId="548"/>
        </pc:sldMkLst>
        <pc:picChg chg="mod">
          <ac:chgData name="Allison Mulshine" userId="S::allison.mulshine@collegiseducation.com::5f656d52-c555-4e5e-9a5b-18226766ffe3" providerId="AD" clId="Web-{7C3E764C-09B0-8415-40DC-36471DA2655F}" dt="2024-06-19T18:27:58.365" v="2"/>
          <ac:picMkLst>
            <pc:docMk/>
            <pc:sldMk cId="1177375952" sldId="548"/>
            <ac:picMk id="12" creationId="{2C0720AE-DFF0-02CE-DEB5-E5492BC24690}"/>
          </ac:picMkLst>
        </pc:picChg>
      </pc:sldChg>
      <pc:sldChg chg="modSp">
        <pc:chgData name="Allison Mulshine" userId="S::allison.mulshine@collegiseducation.com::5f656d52-c555-4e5e-9a5b-18226766ffe3" providerId="AD" clId="Web-{7C3E764C-09B0-8415-40DC-36471DA2655F}" dt="2024-06-19T18:29:07.960" v="3"/>
        <pc:sldMkLst>
          <pc:docMk/>
          <pc:sldMk cId="2276470477" sldId="556"/>
        </pc:sldMkLst>
        <pc:picChg chg="mod">
          <ac:chgData name="Allison Mulshine" userId="S::allison.mulshine@collegiseducation.com::5f656d52-c555-4e5e-9a5b-18226766ffe3" providerId="AD" clId="Web-{7C3E764C-09B0-8415-40DC-36471DA2655F}" dt="2024-06-19T18:29:07.960" v="3"/>
          <ac:picMkLst>
            <pc:docMk/>
            <pc:sldMk cId="2276470477" sldId="556"/>
            <ac:picMk id="5" creationId="{6BFF02C3-38BA-5D07-6349-4899BF5FE37D}"/>
          </ac:picMkLst>
        </pc:picChg>
      </pc:sldChg>
      <pc:sldChg chg="modSp">
        <pc:chgData name="Allison Mulshine" userId="S::allison.mulshine@collegiseducation.com::5f656d52-c555-4e5e-9a5b-18226766ffe3" providerId="AD" clId="Web-{7C3E764C-09B0-8415-40DC-36471DA2655F}" dt="2024-06-19T18:30:12.243" v="4"/>
        <pc:sldMkLst>
          <pc:docMk/>
          <pc:sldMk cId="1356067139" sldId="557"/>
        </pc:sldMkLst>
        <pc:picChg chg="mod">
          <ac:chgData name="Allison Mulshine" userId="S::allison.mulshine@collegiseducation.com::5f656d52-c555-4e5e-9a5b-18226766ffe3" providerId="AD" clId="Web-{7C3E764C-09B0-8415-40DC-36471DA2655F}" dt="2024-06-19T18:30:12.243" v="4"/>
          <ac:picMkLst>
            <pc:docMk/>
            <pc:sldMk cId="1356067139" sldId="557"/>
            <ac:picMk id="3" creationId="{C0917CA4-0072-6C49-0538-B4167CC0D7B9}"/>
          </ac:picMkLst>
        </pc:picChg>
      </pc:sldChg>
      <pc:sldChg chg="addSp modSp">
        <pc:chgData name="Allison Mulshine" userId="S::allison.mulshine@collegiseducation.com::5f656d52-c555-4e5e-9a5b-18226766ffe3" providerId="AD" clId="Web-{7C3E764C-09B0-8415-40DC-36471DA2655F}" dt="2024-06-19T18:27:06.207" v="1"/>
        <pc:sldMkLst>
          <pc:docMk/>
          <pc:sldMk cId="2528327674" sldId="574"/>
        </pc:sldMkLst>
        <pc:spChg chg="mod">
          <ac:chgData name="Allison Mulshine" userId="S::allison.mulshine@collegiseducation.com::5f656d52-c555-4e5e-9a5b-18226766ffe3" providerId="AD" clId="Web-{7C3E764C-09B0-8415-40DC-36471DA2655F}" dt="2024-06-19T18:27:06.207" v="1"/>
          <ac:spMkLst>
            <pc:docMk/>
            <pc:sldMk cId="2528327674" sldId="574"/>
            <ac:spMk id="15" creationId="{4266DBD7-4795-B10C-3D9D-97076E0A1EF5}"/>
          </ac:spMkLst>
        </pc:spChg>
        <pc:grpChg chg="add">
          <ac:chgData name="Allison Mulshine" userId="S::allison.mulshine@collegiseducation.com::5f656d52-c555-4e5e-9a5b-18226766ffe3" providerId="AD" clId="Web-{7C3E764C-09B0-8415-40DC-36471DA2655F}" dt="2024-06-19T18:26:52.629" v="0"/>
          <ac:grpSpMkLst>
            <pc:docMk/>
            <pc:sldMk cId="2528327674" sldId="574"/>
            <ac:grpSpMk id="4" creationId="{270FF649-9C3A-1872-BB30-E84CA327759A}"/>
          </ac:grpSpMkLst>
        </pc:grpChg>
      </pc:sldChg>
      <pc:sldChg chg="modSp">
        <pc:chgData name="Allison Mulshine" userId="S::allison.mulshine@collegiseducation.com::5f656d52-c555-4e5e-9a5b-18226766ffe3" providerId="AD" clId="Web-{7C3E764C-09B0-8415-40DC-36471DA2655F}" dt="2024-06-19T18:30:21.446" v="8"/>
        <pc:sldMkLst>
          <pc:docMk/>
          <pc:sldMk cId="3157011028" sldId="600"/>
        </pc:sldMkLst>
        <pc:picChg chg="mod">
          <ac:chgData name="Allison Mulshine" userId="S::allison.mulshine@collegiseducation.com::5f656d52-c555-4e5e-9a5b-18226766ffe3" providerId="AD" clId="Web-{7C3E764C-09B0-8415-40DC-36471DA2655F}" dt="2024-06-19T18:30:21.446" v="8"/>
          <ac:picMkLst>
            <pc:docMk/>
            <pc:sldMk cId="3157011028" sldId="600"/>
            <ac:picMk id="1026" creationId="{5BB6ABC7-A2AE-A4DC-3448-6D03B8BB161C}"/>
          </ac:picMkLst>
        </pc:picChg>
        <pc:picChg chg="mod">
          <ac:chgData name="Allison Mulshine" userId="S::allison.mulshine@collegiseducation.com::5f656d52-c555-4e5e-9a5b-18226766ffe3" providerId="AD" clId="Web-{7C3E764C-09B0-8415-40DC-36471DA2655F}" dt="2024-06-19T18:30:19.196" v="6"/>
          <ac:picMkLst>
            <pc:docMk/>
            <pc:sldMk cId="3157011028" sldId="600"/>
            <ac:picMk id="1028" creationId="{D33F099B-ACEB-5220-493D-812D0D6C5FCD}"/>
          </ac:picMkLst>
        </pc:picChg>
      </pc:sldChg>
    </pc:docChg>
  </pc:docChgLst>
  <pc:docChgLst>
    <pc:chgData name="Allison Mulshine" userId="S::allison.mulshine@collegiseducation.com::5f656d52-c555-4e5e-9a5b-18226766ffe3" providerId="AD" clId="Web-{D0578D03-849E-791A-0CD4-F3A3A26F0C8F}"/>
    <pc:docChg chg="modSld">
      <pc:chgData name="Allison Mulshine" userId="S::allison.mulshine@collegiseducation.com::5f656d52-c555-4e5e-9a5b-18226766ffe3" providerId="AD" clId="Web-{D0578D03-849E-791A-0CD4-F3A3A26F0C8F}" dt="2024-07-03T18:45:21.921" v="7" actId="14100"/>
      <pc:docMkLst>
        <pc:docMk/>
      </pc:docMkLst>
      <pc:sldChg chg="addSp delSp modSp">
        <pc:chgData name="Allison Mulshine" userId="S::allison.mulshine@collegiseducation.com::5f656d52-c555-4e5e-9a5b-18226766ffe3" providerId="AD" clId="Web-{D0578D03-849E-791A-0CD4-F3A3A26F0C8F}" dt="2024-07-03T18:45:21.921" v="7" actId="14100"/>
        <pc:sldMkLst>
          <pc:docMk/>
          <pc:sldMk cId="2528327674" sldId="574"/>
        </pc:sldMkLst>
        <pc:spChg chg="mod">
          <ac:chgData name="Allison Mulshine" userId="S::allison.mulshine@collegiseducation.com::5f656d52-c555-4e5e-9a5b-18226766ffe3" providerId="AD" clId="Web-{D0578D03-849E-791A-0CD4-F3A3A26F0C8F}" dt="2024-07-03T18:45:09.123" v="2" actId="20577"/>
          <ac:spMkLst>
            <pc:docMk/>
            <pc:sldMk cId="2528327674" sldId="574"/>
            <ac:spMk id="15" creationId="{4266DBD7-4795-B10C-3D9D-97076E0A1EF5}"/>
          </ac:spMkLst>
        </pc:spChg>
        <pc:grpChg chg="del">
          <ac:chgData name="Allison Mulshine" userId="S::allison.mulshine@collegiseducation.com::5f656d52-c555-4e5e-9a5b-18226766ffe3" providerId="AD" clId="Web-{D0578D03-849E-791A-0CD4-F3A3A26F0C8F}" dt="2024-07-03T18:45:12.076" v="3"/>
          <ac:grpSpMkLst>
            <pc:docMk/>
            <pc:sldMk cId="2528327674" sldId="574"/>
            <ac:grpSpMk id="4" creationId="{270FF649-9C3A-1872-BB30-E84CA327759A}"/>
          </ac:grpSpMkLst>
        </pc:grpChg>
        <pc:picChg chg="add mod">
          <ac:chgData name="Allison Mulshine" userId="S::allison.mulshine@collegiseducation.com::5f656d52-c555-4e5e-9a5b-18226766ffe3" providerId="AD" clId="Web-{D0578D03-849E-791A-0CD4-F3A3A26F0C8F}" dt="2024-07-03T18:45:21.921" v="7" actId="14100"/>
          <ac:picMkLst>
            <pc:docMk/>
            <pc:sldMk cId="2528327674" sldId="574"/>
            <ac:picMk id="5" creationId="{54D1CA4D-39D9-606E-6C49-D65F7F82F6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1EE238-70D2-48BB-9804-C56424742E76}" type="datetime1">
              <a:rPr lang="en-US" smtClean="0"/>
              <a:t>7/3/2024</a:t>
            </a:fld>
            <a:endParaRPr lang="en-US" dirty="0"/>
          </a:p>
        </p:txBody>
      </p:sp>
      <p:sp>
        <p:nvSpPr>
          <p:cNvPr id="4" name="Footer Placeholder 3"/>
          <p:cNvSpPr>
            <a:spLocks noGrp="1"/>
          </p:cNvSpPr>
          <p:nvPr>
            <p:ph type="ftr" sz="quarter" idx="11"/>
          </p:nvPr>
        </p:nvSpPr>
        <p:spPr/>
        <p:txBody>
          <a:bodyPr/>
          <a:lstStyle/>
          <a:p>
            <a:r>
              <a:rPr lang="en-US" dirty="0"/>
              <a:t>Big Data Technologies - Module 01a</a:t>
            </a:r>
          </a:p>
        </p:txBody>
      </p:sp>
      <p:sp>
        <p:nvSpPr>
          <p:cNvPr id="5" name="Slide Number Placeholder 4"/>
          <p:cNvSpPr>
            <a:spLocks noGrp="1"/>
          </p:cNvSpPr>
          <p:nvPr>
            <p:ph type="sldNum" sz="quarter" idx="12"/>
          </p:nvPr>
        </p:nvSpPr>
        <p:spPr/>
        <p:txBody>
          <a:bodyPr/>
          <a:lstStyle/>
          <a:p>
            <a:fld id="{A89303E2-24A7-45FB-8F9B-C98A0FA0F4CA}" type="slidenum">
              <a:rPr lang="en-US" smtClean="0"/>
              <a:t>‹#›</a:t>
            </a:fld>
            <a:endParaRPr lang="en-US" dirty="0"/>
          </a:p>
        </p:txBody>
      </p:sp>
    </p:spTree>
    <p:extLst>
      <p:ext uri="{BB962C8B-B14F-4D97-AF65-F5344CB8AC3E}">
        <p14:creationId xmlns:p14="http://schemas.microsoft.com/office/powerpoint/2010/main" val="20626497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9B1EE-3567-32B7-0BD5-FD4EFFCCCE4A}"/>
              </a:ext>
            </a:extLst>
          </p:cNvPr>
          <p:cNvSpPr>
            <a:spLocks noGrp="1"/>
          </p:cNvSpPr>
          <p:nvPr>
            <p:ph type="ctrTitle"/>
          </p:nvPr>
        </p:nvSpPr>
        <p:spPr/>
        <p:txBody>
          <a:bodyPr/>
          <a:lstStyle/>
          <a:p>
            <a:r>
              <a:rPr lang="en-US" dirty="0"/>
              <a:t>Module 1: Lesson 6</a:t>
            </a:r>
            <a:br>
              <a:rPr lang="en-US" dirty="0"/>
            </a:br>
            <a:r>
              <a:rPr lang="en-US" sz="5400" dirty="0"/>
              <a:t>Big Data Technology</a:t>
            </a:r>
            <a:endParaRPr lang="en-US" dirty="0"/>
          </a:p>
        </p:txBody>
      </p:sp>
    </p:spTree>
    <p:custDataLst>
      <p:tags r:id="rId1"/>
    </p:custDataLst>
    <p:extLst>
      <p:ext uri="{BB962C8B-B14F-4D97-AF65-F5344CB8AC3E}">
        <p14:creationId xmlns:p14="http://schemas.microsoft.com/office/powerpoint/2010/main" val="166941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Why Use Specialized Technologies to Handle Big Data?</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0" i="0" u="none" strike="noStrike" baseline="0" dirty="0">
                <a:solidFill>
                  <a:schemeClr val="bg2"/>
                </a:solidFill>
                <a:latin typeface=""/>
              </a:rPr>
              <a:t>Anyone working with large amounts of data will sooner or later be</a:t>
            </a:r>
          </a:p>
          <a:p>
            <a:pPr algn="ctr"/>
            <a:r>
              <a:rPr lang="en-US" sz="2800" b="0" i="0" u="none" strike="noStrike" baseline="0" dirty="0">
                <a:solidFill>
                  <a:schemeClr val="bg2"/>
                </a:solidFill>
                <a:latin typeface=""/>
              </a:rPr>
              <a:t>confronted with one or more of these limitations:</a:t>
            </a:r>
            <a:endParaRPr lang="en-US" altLang="en-US" sz="2800" b="1" dirty="0">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b="0" i="0" u="none" strike="noStrike" baseline="0" dirty="0">
                <a:solidFill>
                  <a:schemeClr val="tx1"/>
                </a:solidFill>
                <a:latin typeface=""/>
              </a:rPr>
              <a:t>Traditional technologies supporting the data science process were never designed to circumvent or overcome these limitations</a:t>
            </a:r>
            <a:endParaRPr lang="en-US" altLang="en-US" sz="2800" b="1" dirty="0">
              <a:solidFill>
                <a:schemeClr val="tx1"/>
              </a:solidFill>
            </a:endParaRPr>
          </a:p>
        </p:txBody>
      </p:sp>
      <p:sp>
        <p:nvSpPr>
          <p:cNvPr id="7" name="Rectangle 6">
            <a:extLst>
              <a:ext uri="{FF2B5EF4-FFF2-40B4-BE49-F238E27FC236}">
                <a16:creationId xmlns:a16="http://schemas.microsoft.com/office/drawing/2014/main" id="{6A827F25-1EEE-72B9-B26E-8C0F5EAC13D5}"/>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latin typeface="HelveticaNeue" panose="02000503000000020004" pitchFamily="2" charset="0"/>
              </a:rPr>
              <a:t>As a result we must turn to technologies explicitly designed for an age of  exponentially increasing volumes, velocities, and varieties of data</a:t>
            </a:r>
            <a:endParaRPr lang="en-US" sz="2800" dirty="0">
              <a:solidFill>
                <a:schemeClr val="bg2"/>
              </a:solidFill>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11" name="Rectangle 10">
            <a:extLst>
              <a:ext uri="{FF2B5EF4-FFF2-40B4-BE49-F238E27FC236}">
                <a16:creationId xmlns:a16="http://schemas.microsoft.com/office/drawing/2014/main" id="{DDDC2E95-9679-06A9-E91D-BA0A47108817}"/>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graphicFrame>
        <p:nvGraphicFramePr>
          <p:cNvPr id="12" name="Table 12">
            <a:extLst>
              <a:ext uri="{FF2B5EF4-FFF2-40B4-BE49-F238E27FC236}">
                <a16:creationId xmlns:a16="http://schemas.microsoft.com/office/drawing/2014/main" id="{D6D03270-9767-5FFF-11B4-8BE1091F9CF2}"/>
              </a:ext>
            </a:extLst>
          </p:cNvPr>
          <p:cNvGraphicFramePr>
            <a:graphicFrameLocks noGrp="1"/>
          </p:cNvGraphicFramePr>
          <p:nvPr>
            <p:extLst>
              <p:ext uri="{D42A27DB-BD31-4B8C-83A1-F6EECF244321}">
                <p14:modId xmlns:p14="http://schemas.microsoft.com/office/powerpoint/2010/main" val="4142067249"/>
              </p:ext>
            </p:extLst>
          </p:nvPr>
        </p:nvGraphicFramePr>
        <p:xfrm>
          <a:off x="2381250" y="4101465"/>
          <a:ext cx="12192000" cy="91440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2706513319"/>
                    </a:ext>
                  </a:extLst>
                </a:gridCol>
                <a:gridCol w="4064000">
                  <a:extLst>
                    <a:ext uri="{9D8B030D-6E8A-4147-A177-3AD203B41FA5}">
                      <a16:colId xmlns:a16="http://schemas.microsoft.com/office/drawing/2014/main" val="1825440857"/>
                    </a:ext>
                  </a:extLst>
                </a:gridCol>
                <a:gridCol w="4064000">
                  <a:extLst>
                    <a:ext uri="{9D8B030D-6E8A-4147-A177-3AD203B41FA5}">
                      <a16:colId xmlns:a16="http://schemas.microsoft.com/office/drawing/2014/main" val="2971887898"/>
                    </a:ext>
                  </a:extLst>
                </a:gridCol>
              </a:tblGrid>
              <a:tr h="370840">
                <a:tc>
                  <a:txBody>
                    <a:bodyPr/>
                    <a:lstStyle/>
                    <a:p>
                      <a:r>
                        <a:rPr lang="en-US" sz="2400" dirty="0">
                          <a:solidFill>
                            <a:schemeClr val="tx1"/>
                          </a:solidFill>
                        </a:rPr>
                        <a:t>Disk capacity</a:t>
                      </a:r>
                    </a:p>
                  </a:txBody>
                  <a:tcPr/>
                </a:tc>
                <a:tc>
                  <a:txBody>
                    <a:bodyPr/>
                    <a:lstStyle/>
                    <a:p>
                      <a:r>
                        <a:rPr lang="en-US" sz="2400" dirty="0">
                          <a:solidFill>
                            <a:schemeClr val="tx1"/>
                          </a:solidFill>
                        </a:rPr>
                        <a:t>Processing speed</a:t>
                      </a:r>
                    </a:p>
                  </a:txBody>
                  <a:tcPr/>
                </a:tc>
                <a:tc>
                  <a:txBody>
                    <a:bodyPr/>
                    <a:lstStyle/>
                    <a:p>
                      <a:r>
                        <a:rPr lang="en-US" sz="2400" dirty="0">
                          <a:solidFill>
                            <a:schemeClr val="tx1"/>
                          </a:solidFill>
                        </a:rPr>
                        <a:t>Hardware failures</a:t>
                      </a:r>
                    </a:p>
                  </a:txBody>
                  <a:tcPr/>
                </a:tc>
                <a:extLst>
                  <a:ext uri="{0D108BD9-81ED-4DB2-BD59-A6C34878D82A}">
                    <a16:rowId xmlns:a16="http://schemas.microsoft.com/office/drawing/2014/main" val="416260428"/>
                  </a:ext>
                </a:extLst>
              </a:tr>
              <a:tr h="370840">
                <a:tc>
                  <a:txBody>
                    <a:bodyPr/>
                    <a:lstStyle/>
                    <a:p>
                      <a:r>
                        <a:rPr lang="en-US" sz="2400" dirty="0">
                          <a:solidFill>
                            <a:schemeClr val="tx1"/>
                          </a:solidFill>
                        </a:rPr>
                        <a:t>Network bandwidth</a:t>
                      </a:r>
                    </a:p>
                  </a:txBody>
                  <a:tcPr/>
                </a:tc>
                <a:tc>
                  <a:txBody>
                    <a:bodyPr/>
                    <a:lstStyle/>
                    <a:p>
                      <a:r>
                        <a:rPr lang="en-US" sz="2400" dirty="0">
                          <a:solidFill>
                            <a:schemeClr val="tx1"/>
                          </a:solidFill>
                        </a:rPr>
                        <a:t>Memory capacity</a:t>
                      </a:r>
                    </a:p>
                  </a:txBody>
                  <a:tcPr/>
                </a:tc>
                <a:tc>
                  <a:txBody>
                    <a:bodyPr/>
                    <a:lstStyle/>
                    <a:p>
                      <a:r>
                        <a:rPr lang="en-US" sz="2400" dirty="0">
                          <a:solidFill>
                            <a:schemeClr val="tx1"/>
                          </a:solidFill>
                        </a:rPr>
                        <a:t>Resource constraints</a:t>
                      </a:r>
                    </a:p>
                  </a:txBody>
                  <a:tcPr/>
                </a:tc>
                <a:extLst>
                  <a:ext uri="{0D108BD9-81ED-4DB2-BD59-A6C34878D82A}">
                    <a16:rowId xmlns:a16="http://schemas.microsoft.com/office/drawing/2014/main" val="1827365608"/>
                  </a:ext>
                </a:extLst>
              </a:tr>
            </a:tbl>
          </a:graphicData>
        </a:graphic>
      </p:graphicFrame>
    </p:spTree>
    <p:extLst>
      <p:ext uri="{BB962C8B-B14F-4D97-AF65-F5344CB8AC3E}">
        <p14:creationId xmlns:p14="http://schemas.microsoft.com/office/powerpoint/2010/main" val="2199471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Big Data Technology?</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600" dirty="0">
                <a:solidFill>
                  <a:schemeClr val="bg2"/>
                </a:solidFill>
              </a:rPr>
              <a:t>To remain effective and competitive, businesses and research organizations absolutely must obtain value and uncover insights from there investment in collecting vast and diverse datasets. </a:t>
            </a:r>
            <a:endParaRPr lang="en-US" altLang="en-US" sz="2600" b="1" dirty="0">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2600" dirty="0">
                <a:solidFill>
                  <a:schemeClr val="tx1"/>
                </a:solidFill>
              </a:rPr>
              <a:t>Big data technologies are software libraries, tools, services, and systems architected and implemented specifically to store and process big data</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600" dirty="0">
                <a:solidFill>
                  <a:schemeClr val="tx1"/>
                </a:solidFill>
              </a:rPr>
              <a:t>Extends the data science pipeline with the ability to extract insights and make data driven decisions from data having high volume, velocity, variety and variability</a:t>
            </a:r>
          </a:p>
        </p:txBody>
      </p:sp>
      <p:sp>
        <p:nvSpPr>
          <p:cNvPr id="7" name="Rectangle 6">
            <a:extLst>
              <a:ext uri="{FF2B5EF4-FFF2-40B4-BE49-F238E27FC236}">
                <a16:creationId xmlns:a16="http://schemas.microsoft.com/office/drawing/2014/main" id="{6A827F25-1EEE-72B9-B26E-8C0F5EAC13D5}"/>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600" dirty="0">
                <a:solidFill>
                  <a:schemeClr val="bg2"/>
                </a:solidFill>
              </a:rPr>
              <a:t>Enabled by the transition </a:t>
            </a:r>
            <a:r>
              <a:rPr lang="en-US" sz="2600" b="1" dirty="0">
                <a:solidFill>
                  <a:schemeClr val="bg2"/>
                </a:solidFill>
              </a:rPr>
              <a:t>from centralized (monolithic) to distributed computing </a:t>
            </a:r>
            <a:r>
              <a:rPr lang="en-US" sz="2600" dirty="0">
                <a:solidFill>
                  <a:schemeClr val="bg2"/>
                </a:solidFill>
              </a:rPr>
              <a:t>and </a:t>
            </a:r>
            <a:r>
              <a:rPr lang="en-US" sz="2600" b="1" dirty="0">
                <a:solidFill>
                  <a:schemeClr val="bg2"/>
                </a:solidFill>
              </a:rPr>
              <a:t>from data center to cloud computing</a:t>
            </a:r>
            <a:endParaRPr lang="en-US" altLang="en-US" sz="2600" b="1" dirty="0">
              <a:solidFill>
                <a:schemeClr val="bg2"/>
              </a:solidFill>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6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600" dirty="0">
              <a:solidFill>
                <a:schemeClr val="bg2"/>
              </a:solidFill>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600" dirty="0">
              <a:solidFill>
                <a:schemeClr val="bg2"/>
              </a:solidFill>
            </a:endParaRPr>
          </a:p>
        </p:txBody>
      </p:sp>
      <p:sp>
        <p:nvSpPr>
          <p:cNvPr id="11" name="Rectangle 10">
            <a:extLst>
              <a:ext uri="{FF2B5EF4-FFF2-40B4-BE49-F238E27FC236}">
                <a16:creationId xmlns:a16="http://schemas.microsoft.com/office/drawing/2014/main" id="{DDDC2E95-9679-06A9-E91D-BA0A47108817}"/>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600" dirty="0">
              <a:solidFill>
                <a:schemeClr val="bg2"/>
              </a:solidFill>
            </a:endParaRPr>
          </a:p>
        </p:txBody>
      </p:sp>
    </p:spTree>
    <p:extLst>
      <p:ext uri="{BB962C8B-B14F-4D97-AF65-F5344CB8AC3E}">
        <p14:creationId xmlns:p14="http://schemas.microsoft.com/office/powerpoint/2010/main" val="2821361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D1851-E3BE-4F2B-484A-A5E0CC779A5F}"/>
              </a:ext>
            </a:extLst>
          </p:cNvPr>
          <p:cNvSpPr>
            <a:spLocks noGrp="1"/>
          </p:cNvSpPr>
          <p:nvPr>
            <p:ph type="title"/>
          </p:nvPr>
        </p:nvSpPr>
        <p:spPr/>
        <p:txBody>
          <a:bodyPr/>
          <a:lstStyle/>
          <a:p>
            <a:r>
              <a:rPr lang="en-US" dirty="0"/>
              <a:t>From Centralized to Distributed Systems</a:t>
            </a:r>
            <a:br>
              <a:rPr lang="en-US" dirty="0"/>
            </a:br>
            <a:r>
              <a:rPr lang="en-US" sz="4400" dirty="0"/>
              <a:t>What are Centralized Systems?</a:t>
            </a:r>
          </a:p>
        </p:txBody>
      </p:sp>
      <p:sp>
        <p:nvSpPr>
          <p:cNvPr id="33" name="Rectangle 32">
            <a:extLst>
              <a:ext uri="{FF2B5EF4-FFF2-40B4-BE49-F238E27FC236}">
                <a16:creationId xmlns:a16="http://schemas.microsoft.com/office/drawing/2014/main" id="{D5E1C756-36C9-7AB0-8C28-F21E0A12C747}"/>
              </a:ext>
            </a:extLst>
          </p:cNvPr>
          <p:cNvSpPr/>
          <p:nvPr/>
        </p:nvSpPr>
        <p:spPr>
          <a:xfrm>
            <a:off x="1232453" y="2446020"/>
            <a:ext cx="6528816"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200" dirty="0">
                <a:solidFill>
                  <a:schemeClr val="bg2"/>
                </a:solidFill>
              </a:rPr>
              <a:t>A centralized computer system has all its resources contained within a single server or virtual machine</a:t>
            </a:r>
            <a:endParaRPr lang="en-US" altLang="en-US" sz="2200" b="1" dirty="0">
              <a:solidFill>
                <a:schemeClr val="bg2"/>
              </a:solidFill>
            </a:endParaRPr>
          </a:p>
        </p:txBody>
      </p:sp>
      <p:sp>
        <p:nvSpPr>
          <p:cNvPr id="34" name="Rectangle 33">
            <a:extLst>
              <a:ext uri="{FF2B5EF4-FFF2-40B4-BE49-F238E27FC236}">
                <a16:creationId xmlns:a16="http://schemas.microsoft.com/office/drawing/2014/main" id="{A982A90E-70FC-F034-A6A5-8934BBD971FD}"/>
              </a:ext>
            </a:extLst>
          </p:cNvPr>
          <p:cNvSpPr/>
          <p:nvPr/>
        </p:nvSpPr>
        <p:spPr>
          <a:xfrm>
            <a:off x="1232453" y="3743325"/>
            <a:ext cx="6528816"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200" dirty="0">
                <a:solidFill>
                  <a:schemeClr val="tx1"/>
                </a:solidFill>
              </a:rPr>
              <a:t>Each such system operates autonomously performing tasks independent of other systems for its users</a:t>
            </a:r>
            <a:endParaRPr lang="en-US" sz="2200" dirty="0">
              <a:solidFill>
                <a:schemeClr val="tx1"/>
              </a:solidFill>
              <a:latin typeface="Roboto" panose="02000000000000000000" pitchFamily="2" charset="0"/>
            </a:endParaRPr>
          </a:p>
        </p:txBody>
      </p:sp>
      <p:sp>
        <p:nvSpPr>
          <p:cNvPr id="35" name="Rectangle 34">
            <a:extLst>
              <a:ext uri="{FF2B5EF4-FFF2-40B4-BE49-F238E27FC236}">
                <a16:creationId xmlns:a16="http://schemas.microsoft.com/office/drawing/2014/main" id="{5386F617-D13B-FC60-D948-8F21FF02F4D7}"/>
              </a:ext>
            </a:extLst>
          </p:cNvPr>
          <p:cNvSpPr/>
          <p:nvPr/>
        </p:nvSpPr>
        <p:spPr>
          <a:xfrm>
            <a:off x="1232453" y="5010150"/>
            <a:ext cx="6528816"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200" b="1" dirty="0">
                <a:solidFill>
                  <a:schemeClr val="tx1"/>
                </a:solidFill>
              </a:rPr>
              <a:t>Advantages: </a:t>
            </a:r>
          </a:p>
          <a:p>
            <a:pPr algn="ctr"/>
            <a:r>
              <a:rPr lang="en-US" altLang="en-US" sz="2200" dirty="0">
                <a:solidFill>
                  <a:schemeClr val="tx1"/>
                </a:solidFill>
              </a:rPr>
              <a:t>Easier to manage and maintain</a:t>
            </a:r>
          </a:p>
          <a:p>
            <a:pPr algn="ctr"/>
            <a:r>
              <a:rPr lang="en-US" altLang="en-US" sz="2200" dirty="0">
                <a:solidFill>
                  <a:schemeClr val="tx1"/>
                </a:solidFill>
              </a:rPr>
              <a:t>Minimal coordination with other systems</a:t>
            </a:r>
          </a:p>
        </p:txBody>
      </p:sp>
      <p:sp>
        <p:nvSpPr>
          <p:cNvPr id="36" name="Rectangle 35">
            <a:extLst>
              <a:ext uri="{FF2B5EF4-FFF2-40B4-BE49-F238E27FC236}">
                <a16:creationId xmlns:a16="http://schemas.microsoft.com/office/drawing/2014/main" id="{8572340F-388C-7C56-F6F1-099A3B8B1F0B}"/>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200" dirty="0">
              <a:solidFill>
                <a:schemeClr val="bg2"/>
              </a:solidFill>
            </a:endParaRPr>
          </a:p>
        </p:txBody>
      </p:sp>
      <p:sp>
        <p:nvSpPr>
          <p:cNvPr id="37" name="Rectangle 36">
            <a:extLst>
              <a:ext uri="{FF2B5EF4-FFF2-40B4-BE49-F238E27FC236}">
                <a16:creationId xmlns:a16="http://schemas.microsoft.com/office/drawing/2014/main" id="{43DCF827-309F-813C-2830-7270D6FA9FA8}"/>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200" dirty="0">
              <a:solidFill>
                <a:schemeClr val="bg2"/>
              </a:solidFill>
            </a:endParaRPr>
          </a:p>
        </p:txBody>
      </p:sp>
      <p:sp>
        <p:nvSpPr>
          <p:cNvPr id="38" name="Rectangle 37">
            <a:extLst>
              <a:ext uri="{FF2B5EF4-FFF2-40B4-BE49-F238E27FC236}">
                <a16:creationId xmlns:a16="http://schemas.microsoft.com/office/drawing/2014/main" id="{F4460D7D-2888-3024-796D-3DB87309D3F6}"/>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200" dirty="0">
              <a:solidFill>
                <a:schemeClr val="bg2"/>
              </a:solidFill>
            </a:endParaRPr>
          </a:p>
        </p:txBody>
      </p:sp>
      <p:sp>
        <p:nvSpPr>
          <p:cNvPr id="39" name="Rectangle 38">
            <a:extLst>
              <a:ext uri="{FF2B5EF4-FFF2-40B4-BE49-F238E27FC236}">
                <a16:creationId xmlns:a16="http://schemas.microsoft.com/office/drawing/2014/main" id="{46587F95-D847-1C45-5490-B714D5537123}"/>
              </a:ext>
            </a:extLst>
          </p:cNvPr>
          <p:cNvSpPr/>
          <p:nvPr/>
        </p:nvSpPr>
        <p:spPr>
          <a:xfrm>
            <a:off x="1232453" y="6249639"/>
            <a:ext cx="6528816"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b="1" i="0" dirty="0">
                <a:solidFill>
                  <a:schemeClr val="bg2"/>
                </a:solidFill>
                <a:effectLst/>
              </a:rPr>
              <a:t>Disadvantages: </a:t>
            </a:r>
          </a:p>
          <a:p>
            <a:pPr algn="ctr"/>
            <a:r>
              <a:rPr lang="en-US" sz="2200" i="0" dirty="0">
                <a:solidFill>
                  <a:schemeClr val="bg2"/>
                </a:solidFill>
                <a:effectLst/>
              </a:rPr>
              <a:t>Single point of failure</a:t>
            </a:r>
          </a:p>
          <a:p>
            <a:pPr algn="ctr"/>
            <a:r>
              <a:rPr lang="en-US" sz="2200" i="0" dirty="0">
                <a:solidFill>
                  <a:schemeClr val="bg2"/>
                </a:solidFill>
                <a:effectLst/>
              </a:rPr>
              <a:t>Limited (and costly) scalability</a:t>
            </a:r>
          </a:p>
        </p:txBody>
      </p:sp>
      <p:sp>
        <p:nvSpPr>
          <p:cNvPr id="40" name="Rectangle 39">
            <a:extLst>
              <a:ext uri="{FF2B5EF4-FFF2-40B4-BE49-F238E27FC236}">
                <a16:creationId xmlns:a16="http://schemas.microsoft.com/office/drawing/2014/main" id="{053552A9-6F7C-965D-C420-F29608F9CCD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200" dirty="0"/>
          </a:p>
        </p:txBody>
      </p:sp>
      <p:sp>
        <p:nvSpPr>
          <p:cNvPr id="41" name="Rectangle 40">
            <a:extLst>
              <a:ext uri="{FF2B5EF4-FFF2-40B4-BE49-F238E27FC236}">
                <a16:creationId xmlns:a16="http://schemas.microsoft.com/office/drawing/2014/main" id="{EBD9B279-01E3-06BA-0597-91CA256FA92C}"/>
              </a:ext>
            </a:extLst>
          </p:cNvPr>
          <p:cNvSpPr/>
          <p:nvPr/>
        </p:nvSpPr>
        <p:spPr>
          <a:xfrm>
            <a:off x="1262933" y="7526655"/>
            <a:ext cx="6528816"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bg2"/>
                </a:solidFill>
              </a:rPr>
              <a:t>As the volume of data continues to grow exponentially, centralized systems have proven insufficient in handling such massive datasets</a:t>
            </a:r>
          </a:p>
        </p:txBody>
      </p:sp>
      <p:sp>
        <p:nvSpPr>
          <p:cNvPr id="42" name="Rectangle 41">
            <a:extLst>
              <a:ext uri="{FF2B5EF4-FFF2-40B4-BE49-F238E27FC236}">
                <a16:creationId xmlns:a16="http://schemas.microsoft.com/office/drawing/2014/main" id="{6D812E66-147B-BC56-D324-9A3B94FA5AA3}"/>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200" dirty="0"/>
          </a:p>
        </p:txBody>
      </p:sp>
      <p:sp>
        <p:nvSpPr>
          <p:cNvPr id="3" name="TextBox 2">
            <a:extLst>
              <a:ext uri="{FF2B5EF4-FFF2-40B4-BE49-F238E27FC236}">
                <a16:creationId xmlns:a16="http://schemas.microsoft.com/office/drawing/2014/main" id="{D0954E55-1268-3CEF-7545-C11A583E5FFD}"/>
              </a:ext>
            </a:extLst>
          </p:cNvPr>
          <p:cNvSpPr txBox="1"/>
          <p:nvPr/>
        </p:nvSpPr>
        <p:spPr>
          <a:xfrm>
            <a:off x="-1295400" y="1066800"/>
            <a:ext cx="184731" cy="369332"/>
          </a:xfrm>
          <a:prstGeom prst="rect">
            <a:avLst/>
          </a:prstGeom>
          <a:noFill/>
        </p:spPr>
        <p:txBody>
          <a:bodyPr wrap="none" rtlCol="0">
            <a:spAutoFit/>
          </a:bodyPr>
          <a:lstStyle/>
          <a:p>
            <a:endParaRPr lang="en-US" dirty="0"/>
          </a:p>
        </p:txBody>
      </p:sp>
      <p:pic>
        <p:nvPicPr>
          <p:cNvPr id="5" name="Picture 4" descr="The image illustrates a computing architecture, specifically the components and resources of a compute node. The components are shown in a layered structure:&#10;&#10;1. **User Interaction**:&#10;   - A user is depicted interacting with the compute node, represented by an icon of a person with arrows pointing towards the node.&#10;&#10;2. **Compute Node**:&#10;   - The compute node contains the following layers:&#10;     - **Application**: The top layer where user applications run.&#10;     - **Operating System**: Below the application layer, providing an interface between the application and the hardware resources.&#10;     - **Resources**: The foundational layer comprising:&#10;       - **CPU(s)**: Central Processing Units, responsible for executing instructions.&#10;       - **GPU(s)**: Graphics Processing Units, often used for parallel processing tasks.&#10;       - **Memory**: RAM (Random Access Memory), used for temporary data storage and quick access by the CPU and GPU.&#10;       - **Storage**: Persistent storage for data, such as hard drives or SSDs.">
            <a:extLst>
              <a:ext uri="{FF2B5EF4-FFF2-40B4-BE49-F238E27FC236}">
                <a16:creationId xmlns:a16="http://schemas.microsoft.com/office/drawing/2014/main" id="{54D1CA4D-39D9-606E-6C49-D65F7F82F609}"/>
              </a:ext>
            </a:extLst>
          </p:cNvPr>
          <p:cNvPicPr>
            <a:picLocks noChangeAspect="1"/>
          </p:cNvPicPr>
          <p:nvPr/>
        </p:nvPicPr>
        <p:blipFill>
          <a:blip r:embed="rId2"/>
          <a:stretch>
            <a:fillRect/>
          </a:stretch>
        </p:blipFill>
        <p:spPr>
          <a:xfrm>
            <a:off x="9458325" y="2130571"/>
            <a:ext cx="6894367" cy="6462279"/>
          </a:xfrm>
          <a:prstGeom prst="rect">
            <a:avLst/>
          </a:prstGeom>
        </p:spPr>
      </p:pic>
    </p:spTree>
    <p:extLst>
      <p:ext uri="{BB962C8B-B14F-4D97-AF65-F5344CB8AC3E}">
        <p14:creationId xmlns:p14="http://schemas.microsoft.com/office/powerpoint/2010/main" val="2528327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FC524-674A-FC42-89C7-AEF12FECB557}"/>
              </a:ext>
            </a:extLst>
          </p:cNvPr>
          <p:cNvSpPr>
            <a:spLocks noGrp="1"/>
          </p:cNvSpPr>
          <p:nvPr>
            <p:ph type="title"/>
          </p:nvPr>
        </p:nvSpPr>
        <p:spPr/>
        <p:txBody>
          <a:bodyPr/>
          <a:lstStyle/>
          <a:p>
            <a:r>
              <a:rPr lang="en-US" dirty="0"/>
              <a:t>From Centralized to Distributed Systems </a:t>
            </a:r>
            <a:br>
              <a:rPr lang="en-US" dirty="0"/>
            </a:br>
            <a:r>
              <a:rPr lang="en-US" sz="4400" dirty="0"/>
              <a:t>What are Distributed Systems?</a:t>
            </a:r>
            <a:endParaRPr lang="en-US" dirty="0"/>
          </a:p>
        </p:txBody>
      </p:sp>
      <p:sp>
        <p:nvSpPr>
          <p:cNvPr id="4" name="Rectangle 3">
            <a:extLst>
              <a:ext uri="{FF2B5EF4-FFF2-40B4-BE49-F238E27FC236}">
                <a16:creationId xmlns:a16="http://schemas.microsoft.com/office/drawing/2014/main" id="{F5C562D8-8A39-20BA-919E-2B2235F74758}"/>
              </a:ext>
            </a:extLst>
          </p:cNvPr>
          <p:cNvSpPr/>
          <p:nvPr/>
        </p:nvSpPr>
        <p:spPr>
          <a:xfrm>
            <a:off x="1232453" y="2324100"/>
            <a:ext cx="651076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400" dirty="0">
                <a:solidFill>
                  <a:schemeClr val="bg2"/>
                </a:solidFill>
              </a:rPr>
              <a:t>Distributed Systems are a network of interconnected computers that work together to accomplish a common goal</a:t>
            </a:r>
          </a:p>
        </p:txBody>
      </p:sp>
      <p:sp>
        <p:nvSpPr>
          <p:cNvPr id="5" name="Rectangle 4">
            <a:extLst>
              <a:ext uri="{FF2B5EF4-FFF2-40B4-BE49-F238E27FC236}">
                <a16:creationId xmlns:a16="http://schemas.microsoft.com/office/drawing/2014/main" id="{AB167709-67D6-8282-4D57-4FFDB50B331B}"/>
              </a:ext>
            </a:extLst>
          </p:cNvPr>
          <p:cNvSpPr/>
          <p:nvPr/>
        </p:nvSpPr>
        <p:spPr>
          <a:xfrm>
            <a:off x="1232454" y="3895725"/>
            <a:ext cx="651076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It makes a computer network appear as a single coherent system providing large-scale resources to deal with complex challenges</a:t>
            </a:r>
          </a:p>
        </p:txBody>
      </p:sp>
      <p:sp>
        <p:nvSpPr>
          <p:cNvPr id="6" name="Rectangle 5">
            <a:extLst>
              <a:ext uri="{FF2B5EF4-FFF2-40B4-BE49-F238E27FC236}">
                <a16:creationId xmlns:a16="http://schemas.microsoft.com/office/drawing/2014/main" id="{B869BB9A-1388-AE36-D8CB-818A3A4E8E70}"/>
              </a:ext>
            </a:extLst>
          </p:cNvPr>
          <p:cNvSpPr/>
          <p:nvPr/>
        </p:nvSpPr>
        <p:spPr>
          <a:xfrm>
            <a:off x="1232453" y="5467350"/>
            <a:ext cx="6510764"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b="1" dirty="0">
                <a:solidFill>
                  <a:schemeClr val="tx1"/>
                </a:solidFill>
              </a:rPr>
              <a:t>Advantages:</a:t>
            </a:r>
            <a:r>
              <a:rPr lang="en-US" altLang="en-US" sz="2400" dirty="0">
                <a:solidFill>
                  <a:schemeClr val="tx1"/>
                </a:solidFill>
              </a:rPr>
              <a:t> </a:t>
            </a:r>
          </a:p>
          <a:p>
            <a:pPr algn="ctr"/>
            <a:r>
              <a:rPr lang="en-US" altLang="en-US" sz="2400" dirty="0">
                <a:solidFill>
                  <a:schemeClr val="tx1"/>
                </a:solidFill>
              </a:rPr>
              <a:t>Increased reliability</a:t>
            </a:r>
          </a:p>
          <a:p>
            <a:pPr algn="ctr"/>
            <a:r>
              <a:rPr lang="en-US" altLang="en-US" sz="2400" dirty="0">
                <a:solidFill>
                  <a:schemeClr val="tx1"/>
                </a:solidFill>
              </a:rPr>
              <a:t>Higher scalability</a:t>
            </a:r>
          </a:p>
        </p:txBody>
      </p:sp>
      <p:sp>
        <p:nvSpPr>
          <p:cNvPr id="7" name="Rectangle 6">
            <a:extLst>
              <a:ext uri="{FF2B5EF4-FFF2-40B4-BE49-F238E27FC236}">
                <a16:creationId xmlns:a16="http://schemas.microsoft.com/office/drawing/2014/main" id="{BFFBE6E4-7608-293F-FE69-39F964E90142}"/>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latin typeface="Roboto" panose="02000000000000000000" pitchFamily="2" charset="0"/>
            </a:endParaRPr>
          </a:p>
        </p:txBody>
      </p:sp>
      <p:sp>
        <p:nvSpPr>
          <p:cNvPr id="8" name="Rectangle 7">
            <a:extLst>
              <a:ext uri="{FF2B5EF4-FFF2-40B4-BE49-F238E27FC236}">
                <a16:creationId xmlns:a16="http://schemas.microsoft.com/office/drawing/2014/main" id="{350691A9-5CFE-C950-D610-D2AADE9D16F3}"/>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dirty="0">
              <a:solidFill>
                <a:schemeClr val="bg2"/>
              </a:solidFill>
              <a:latin typeface="Roboto" panose="02000000000000000000" pitchFamily="2" charset="0"/>
            </a:endParaRPr>
          </a:p>
        </p:txBody>
      </p:sp>
      <p:sp>
        <p:nvSpPr>
          <p:cNvPr id="9" name="Rectangle 8">
            <a:extLst>
              <a:ext uri="{FF2B5EF4-FFF2-40B4-BE49-F238E27FC236}">
                <a16:creationId xmlns:a16="http://schemas.microsoft.com/office/drawing/2014/main" id="{970893F3-AA38-92F2-7172-806953F2CA2A}"/>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10" name="Rectangle 9">
            <a:extLst>
              <a:ext uri="{FF2B5EF4-FFF2-40B4-BE49-F238E27FC236}">
                <a16:creationId xmlns:a16="http://schemas.microsoft.com/office/drawing/2014/main" id="{1B08D495-5782-129B-03B2-8C4712E5E5E1}"/>
              </a:ext>
            </a:extLst>
          </p:cNvPr>
          <p:cNvSpPr/>
          <p:nvPr/>
        </p:nvSpPr>
        <p:spPr>
          <a:xfrm>
            <a:off x="1232453" y="7038975"/>
            <a:ext cx="6510764"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1" i="0" dirty="0">
                <a:solidFill>
                  <a:schemeClr val="bg2"/>
                </a:solidFill>
                <a:effectLst/>
              </a:rPr>
              <a:t>Disadvantages: </a:t>
            </a:r>
          </a:p>
          <a:p>
            <a:pPr algn="ctr"/>
            <a:r>
              <a:rPr lang="en-US" sz="2400" dirty="0">
                <a:solidFill>
                  <a:schemeClr val="bg2"/>
                </a:solidFill>
              </a:rPr>
              <a:t>More difficult to manage and maintain</a:t>
            </a:r>
            <a:endParaRPr lang="en-US" sz="2400" i="0" dirty="0">
              <a:solidFill>
                <a:schemeClr val="bg2"/>
              </a:solidFill>
              <a:effectLst/>
            </a:endParaRPr>
          </a:p>
          <a:p>
            <a:pPr algn="ctr"/>
            <a:r>
              <a:rPr lang="en-US" sz="2400" dirty="0">
                <a:solidFill>
                  <a:schemeClr val="bg2"/>
                </a:solidFill>
              </a:rPr>
              <a:t>Complex to coordinate and program</a:t>
            </a:r>
            <a:endParaRPr lang="en-US" sz="2400" i="0" dirty="0">
              <a:solidFill>
                <a:schemeClr val="bg2"/>
              </a:solidFill>
              <a:effectLst/>
            </a:endParaRPr>
          </a:p>
        </p:txBody>
      </p:sp>
      <p:sp>
        <p:nvSpPr>
          <p:cNvPr id="11" name="Rectangle 10">
            <a:extLst>
              <a:ext uri="{FF2B5EF4-FFF2-40B4-BE49-F238E27FC236}">
                <a16:creationId xmlns:a16="http://schemas.microsoft.com/office/drawing/2014/main" id="{D74685C5-9ECB-BC1C-2AD6-BA0D91E69082}"/>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pic>
        <p:nvPicPr>
          <p:cNvPr id="12" name="Picture 11" descr="The image illustrates a distributed computing architecture, showing multiple compute nodes interconnected within a network. Here are the key components and their interactions:&#10;&#10;1. **User Interaction**:&#10;   - A user is depicted interacting with the distributed system, represented by an icon of a person with arrows pointing towards the system.&#10;&#10;2. **Distributed System Structure**:&#10;   - The system comprises multiple **compute nodes**, each with similar internal structures:&#10;     - **Application**: The top layer where user applications run.&#10;     - **Operating System**: Below the application layer, providing an interface between the application and the hardware resources.&#10;     - **Resources**: The foundational layer of each compute node, comprising:&#10;       - **CPU(s)**: Central Processing Units, responsible for executing instructions.&#10;       - **GPU(s)**: Graphics Processing Units, often used for parallel processing tasks.&#10;       - **Memory**: RAM (Random Access Memory), used for temporary data storage and quick access by the CPU and GPU.&#10;       - **Storage**: Persistent storage for data, such as hard drives or SSDs.&#10;&#10;3. **Distributed Systems Middleware**:&#10;   - A layer of middleware that spans across all compute nodes, facilitating communication, resource management, and coordination between the nodes.&#10;&#10;4. **Computer Network**:&#10;   - The compute nodes are connected through a computer network, enabling data transfer and communication between them.&#10;&#10;This distributed architecture allows for scalable and efficient processing by leveraging the combined power of multiple compute nodes.">
            <a:extLst>
              <a:ext uri="{FF2B5EF4-FFF2-40B4-BE49-F238E27FC236}">
                <a16:creationId xmlns:a16="http://schemas.microsoft.com/office/drawing/2014/main" id="{2C0720AE-DFF0-02CE-DEB5-E5492BC24690}"/>
              </a:ext>
            </a:extLst>
          </p:cNvPr>
          <p:cNvPicPr>
            <a:picLocks noChangeAspect="1"/>
          </p:cNvPicPr>
          <p:nvPr/>
        </p:nvPicPr>
        <p:blipFill>
          <a:blip r:embed="rId2"/>
          <a:stretch>
            <a:fillRect/>
          </a:stretch>
        </p:blipFill>
        <p:spPr>
          <a:xfrm>
            <a:off x="8273375" y="2248717"/>
            <a:ext cx="8909726" cy="7430018"/>
          </a:xfrm>
          <a:prstGeom prst="rect">
            <a:avLst/>
          </a:prstGeom>
        </p:spPr>
      </p:pic>
    </p:spTree>
    <p:extLst>
      <p:ext uri="{BB962C8B-B14F-4D97-AF65-F5344CB8AC3E}">
        <p14:creationId xmlns:p14="http://schemas.microsoft.com/office/powerpoint/2010/main" val="1177375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br>
              <a:rPr lang="en-US" dirty="0"/>
            </a:br>
            <a:r>
              <a:rPr lang="en-US" dirty="0"/>
              <a:t>What is Distributed Systems Middleware?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dirty="0">
                <a:solidFill>
                  <a:schemeClr val="bg2"/>
                </a:solidFill>
              </a:rPr>
              <a:t>Software layer that resides between the operating system and application layer in a distributed computing environment</a:t>
            </a:r>
            <a:endParaRPr lang="en-US" altLang="en-US" sz="2400" dirty="0">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Provides a set of services that facilitate communication, coordination, and resource management among distributed applications.</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Abstracts away the underlying hardware, operating system, and network complexities, enabling applications to interact seamlessly regardless of their specific platforms and technologies.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latin typeface="Roboto" panose="02000000000000000000" pitchFamily="2" charset="0"/>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latin typeface="Roboto" panose="02000000000000000000" pitchFamily="2" charset="0"/>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https://ana.blogs.com/maestros/2006/11/data_is_the_new.html]</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Supports the scalability of distributed systems by enabling the addition or removal of nodes dynamically. It manages the distribution of data and workloads across the system, ensuring efficient resource utilization</a:t>
            </a:r>
            <a:endParaRPr lang="en-US" sz="2400" b="0" i="0" dirty="0">
              <a:solidFill>
                <a:schemeClr val="bg2"/>
              </a:solidFill>
              <a:effectLst/>
            </a:endParaRP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Incorporates fault tolerance mechanisms to ensure the availability and reliability of distributed applications. It employs replication, backup, and failover techniques to handle node failures and maintain system resilience. </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Tree>
    <p:extLst>
      <p:ext uri="{BB962C8B-B14F-4D97-AF65-F5344CB8AC3E}">
        <p14:creationId xmlns:p14="http://schemas.microsoft.com/office/powerpoint/2010/main" val="1003974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a Coherent Distributed System?</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dirty="0">
                <a:solidFill>
                  <a:schemeClr val="bg2"/>
                </a:solidFill>
              </a:rPr>
              <a:t>A coherent distributed system is one which appears to its clients as a centralized computer system even though it is composed nodes networked together</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09B81BD0-DF09-D070-010A-F8F837105C6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2800" dirty="0">
                <a:solidFill>
                  <a:schemeClr val="tx1"/>
                </a:solidFill>
                <a:latin typeface="Roboto" panose="02000000000000000000" pitchFamily="2" charset="0"/>
              </a:rPr>
              <a:t>But just connecting computer nodes through a network does not create a coherent view from the client perspective</a:t>
            </a:r>
          </a:p>
        </p:txBody>
      </p:sp>
      <p:sp>
        <p:nvSpPr>
          <p:cNvPr id="5" name="Rectangle 4">
            <a:extLst>
              <a:ext uri="{FF2B5EF4-FFF2-40B4-BE49-F238E27FC236}">
                <a16:creationId xmlns:a16="http://schemas.microsoft.com/office/drawing/2014/main" id="{8A357B79-C164-CB99-D2F9-A288A789EA9A}"/>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Communicating instances of distributed systems middleware must exist on each node and work together to provide this coherent view</a:t>
            </a:r>
          </a:p>
        </p:txBody>
      </p:sp>
      <p:sp>
        <p:nvSpPr>
          <p:cNvPr id="6" name="Rectangle 5">
            <a:extLst>
              <a:ext uri="{FF2B5EF4-FFF2-40B4-BE49-F238E27FC236}">
                <a16:creationId xmlns:a16="http://schemas.microsoft.com/office/drawing/2014/main" id="{49B5DCA9-406C-011F-43A9-E97D2F88DD0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7" name="Rectangle 6">
            <a:extLst>
              <a:ext uri="{FF2B5EF4-FFF2-40B4-BE49-F238E27FC236}">
                <a16:creationId xmlns:a16="http://schemas.microsoft.com/office/drawing/2014/main" id="{F2FE6B09-5746-410C-E94A-46BC7BE32217}"/>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647B23B7-D40C-AB9E-6984-5000373AE35C}"/>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indent="0" algn="ctr">
              <a:buNone/>
            </a:pPr>
            <a:r>
              <a:rPr lang="en-US" altLang="en-US" sz="2800" dirty="0">
                <a:solidFill>
                  <a:schemeClr val="bg2"/>
                </a:solidFill>
              </a:rPr>
              <a:t>A (coherent) distributed system is a system in which I can’t get my work done because a computer that I’ve never heard of has failed</a:t>
            </a:r>
          </a:p>
          <a:p>
            <a:pPr marL="0" indent="0" algn="ctr">
              <a:buNone/>
            </a:pPr>
            <a:r>
              <a:rPr lang="en-US" altLang="en-US" sz="2800" dirty="0">
                <a:solidFill>
                  <a:schemeClr val="bg2"/>
                </a:solidFill>
              </a:rPr>
              <a:t>-- Butler Lampson</a:t>
            </a:r>
          </a:p>
        </p:txBody>
      </p:sp>
      <p:sp>
        <p:nvSpPr>
          <p:cNvPr id="11" name="Rectangle 10">
            <a:extLst>
              <a:ext uri="{FF2B5EF4-FFF2-40B4-BE49-F238E27FC236}">
                <a16:creationId xmlns:a16="http://schemas.microsoft.com/office/drawing/2014/main" id="{10586AD1-921B-33A6-9B34-0B67CACE7650}"/>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3169525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a Coherent Distributed System?</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dirty="0">
                <a:solidFill>
                  <a:schemeClr val="bg2"/>
                </a:solidFill>
              </a:rPr>
              <a:t>A coherent distributed system is one which appears to its clients as a centralized computer system even though it is composed nodes networked together</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09B81BD0-DF09-D070-010A-F8F837105C6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2800" dirty="0">
                <a:solidFill>
                  <a:schemeClr val="tx1"/>
                </a:solidFill>
                <a:latin typeface="Roboto" panose="02000000000000000000" pitchFamily="2" charset="0"/>
              </a:rPr>
              <a:t>But just connecting computer nodes through a network does not create a coherent view from the client perspective</a:t>
            </a:r>
          </a:p>
        </p:txBody>
      </p:sp>
      <p:sp>
        <p:nvSpPr>
          <p:cNvPr id="5" name="Rectangle 4">
            <a:extLst>
              <a:ext uri="{FF2B5EF4-FFF2-40B4-BE49-F238E27FC236}">
                <a16:creationId xmlns:a16="http://schemas.microsoft.com/office/drawing/2014/main" id="{8A357B79-C164-CB99-D2F9-A288A789EA9A}"/>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Communicating instances of distributed systems middleware must exist on each node and work together to provide this coherent view</a:t>
            </a:r>
          </a:p>
        </p:txBody>
      </p:sp>
      <p:sp>
        <p:nvSpPr>
          <p:cNvPr id="6" name="Rectangle 5">
            <a:extLst>
              <a:ext uri="{FF2B5EF4-FFF2-40B4-BE49-F238E27FC236}">
                <a16:creationId xmlns:a16="http://schemas.microsoft.com/office/drawing/2014/main" id="{49B5DCA9-406C-011F-43A9-E97D2F88DD0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7" name="Rectangle 6">
            <a:extLst>
              <a:ext uri="{FF2B5EF4-FFF2-40B4-BE49-F238E27FC236}">
                <a16:creationId xmlns:a16="http://schemas.microsoft.com/office/drawing/2014/main" id="{F2FE6B09-5746-410C-E94A-46BC7BE32217}"/>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647B23B7-D40C-AB9E-6984-5000373AE35C}"/>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indent="0" algn="ctr">
              <a:buNone/>
            </a:pPr>
            <a:r>
              <a:rPr lang="en-US" altLang="en-US" sz="2800" dirty="0">
                <a:solidFill>
                  <a:schemeClr val="bg2"/>
                </a:solidFill>
              </a:rPr>
              <a:t>A (coherent) distributed system is a system in which I can’t get my work done because a computer that I’ve never heard of has failed</a:t>
            </a:r>
          </a:p>
          <a:p>
            <a:pPr marL="0" indent="0" algn="ctr">
              <a:buNone/>
            </a:pPr>
            <a:r>
              <a:rPr lang="en-US" altLang="en-US" sz="2800" dirty="0">
                <a:solidFill>
                  <a:schemeClr val="bg2"/>
                </a:solidFill>
              </a:rPr>
              <a:t>-- Butler Lampson</a:t>
            </a:r>
          </a:p>
        </p:txBody>
      </p:sp>
      <p:sp>
        <p:nvSpPr>
          <p:cNvPr id="11" name="Rectangle 10">
            <a:extLst>
              <a:ext uri="{FF2B5EF4-FFF2-40B4-BE49-F238E27FC236}">
                <a16:creationId xmlns:a16="http://schemas.microsoft.com/office/drawing/2014/main" id="{10586AD1-921B-33A6-9B34-0B67CACE7650}"/>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3904389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What is a Coherent Distributed System?</a:t>
            </a:r>
          </a:p>
        </p:txBody>
      </p:sp>
      <p:sp>
        <p:nvSpPr>
          <p:cNvPr id="4" name="Rectangle 3">
            <a:extLst>
              <a:ext uri="{FF2B5EF4-FFF2-40B4-BE49-F238E27FC236}">
                <a16:creationId xmlns:a16="http://schemas.microsoft.com/office/drawing/2014/main" id="{FD658AC0-37A1-FCE4-966B-AEBCF4F7D98C}"/>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Access transparency: all resources across the system can be access using identical operations</a:t>
            </a:r>
          </a:p>
        </p:txBody>
      </p:sp>
      <p:sp>
        <p:nvSpPr>
          <p:cNvPr id="5" name="Rectangle 4">
            <a:extLst>
              <a:ext uri="{FF2B5EF4-FFF2-40B4-BE49-F238E27FC236}">
                <a16:creationId xmlns:a16="http://schemas.microsoft.com/office/drawing/2014/main" id="{AFC64A9E-92DC-E1F9-7988-22DCE18F2F50}"/>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Location transparency resources can be accessed without knowledge of their physical or network location: </a:t>
            </a:r>
          </a:p>
        </p:txBody>
      </p:sp>
      <p:sp>
        <p:nvSpPr>
          <p:cNvPr id="6" name="Rectangle 5">
            <a:extLst>
              <a:ext uri="{FF2B5EF4-FFF2-40B4-BE49-F238E27FC236}">
                <a16:creationId xmlns:a16="http://schemas.microsoft.com/office/drawing/2014/main" id="{53767511-4343-89FB-12DD-77B0E6E6347A}"/>
              </a:ext>
            </a:extLst>
          </p:cNvPr>
          <p:cNvSpPr/>
          <p:nvPr/>
        </p:nvSpPr>
        <p:spPr>
          <a:xfrm>
            <a:off x="0" y="5467350"/>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Coordination transparency: allows several tasks to operate in parallel using shared resources without interference among them</a:t>
            </a:r>
          </a:p>
        </p:txBody>
      </p:sp>
      <p:sp>
        <p:nvSpPr>
          <p:cNvPr id="7" name="Rectangle 6">
            <a:extLst>
              <a:ext uri="{FF2B5EF4-FFF2-40B4-BE49-F238E27FC236}">
                <a16:creationId xmlns:a16="http://schemas.microsoft.com/office/drawing/2014/main" id="{7AF0B397-3BE5-373B-E5A9-13A4106B7DBC}"/>
              </a:ext>
            </a:extLst>
          </p:cNvPr>
          <p:cNvSpPr/>
          <p:nvPr/>
        </p:nvSpPr>
        <p:spPr>
          <a:xfrm>
            <a:off x="0" y="7038975"/>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Replication transparency: enables multiple instances or copies of resources to be used to increase reliability with knowledge of replicas by users </a:t>
            </a:r>
          </a:p>
        </p:txBody>
      </p:sp>
      <p:sp>
        <p:nvSpPr>
          <p:cNvPr id="3" name="Rectangle 2">
            <a:extLst>
              <a:ext uri="{FF2B5EF4-FFF2-40B4-BE49-F238E27FC236}">
                <a16:creationId xmlns:a16="http://schemas.microsoft.com/office/drawing/2014/main" id="{1A35C0A0-C6C6-7FC8-9ACA-C013E697F7DB}"/>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Failure transparency: enables fault concealment, allowing users to complete there tasks despite the failure of hardware or software resources</a:t>
            </a:r>
          </a:p>
        </p:txBody>
      </p:sp>
      <p:sp>
        <p:nvSpPr>
          <p:cNvPr id="8" name="Rectangle 7">
            <a:extLst>
              <a:ext uri="{FF2B5EF4-FFF2-40B4-BE49-F238E27FC236}">
                <a16:creationId xmlns:a16="http://schemas.microsoft.com/office/drawing/2014/main" id="{84821B0E-EFB3-4D78-ABA7-3F5E546C9DF9}"/>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Mobility transparency: Allows the movement of resources or tasks without impacting clients or programs</a:t>
            </a:r>
          </a:p>
        </p:txBody>
      </p:sp>
      <p:sp>
        <p:nvSpPr>
          <p:cNvPr id="9" name="Rectangle 8">
            <a:extLst>
              <a:ext uri="{FF2B5EF4-FFF2-40B4-BE49-F238E27FC236}">
                <a16:creationId xmlns:a16="http://schemas.microsoft.com/office/drawing/2014/main" id="{3EF81FAD-7358-1AE8-DEEA-5304B1ECA956}"/>
              </a:ext>
            </a:extLst>
          </p:cNvPr>
          <p:cNvSpPr/>
          <p:nvPr/>
        </p:nvSpPr>
        <p:spPr>
          <a:xfrm>
            <a:off x="9867900" y="5467350"/>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Scaling transparency:: Allows the system and applications to expand in scale without change to the system structure or application algorithms</a:t>
            </a:r>
          </a:p>
        </p:txBody>
      </p:sp>
    </p:spTree>
    <p:extLst>
      <p:ext uri="{BB962C8B-B14F-4D97-AF65-F5344CB8AC3E}">
        <p14:creationId xmlns:p14="http://schemas.microsoft.com/office/powerpoint/2010/main" val="1502726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System Scalability?</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latin typeface="HelveticaNeue" panose="02000503000000020004" pitchFamily="2" charset="0"/>
              </a:rPr>
              <a:t>Scalability is the ability of a computer system to handle an increasing workload by adding more resources</a:t>
            </a:r>
            <a:endParaRPr lang="en-US" altLang="en-US" sz="2800" b="1" dirty="0">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9506883"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This can be done in two ways</a:t>
            </a:r>
            <a:endParaRPr lang="en-US" sz="2800" dirty="0">
              <a:solidFill>
                <a:schemeClr val="tx1"/>
              </a:solidFill>
              <a:latin typeface="Roboto" panose="02000000000000000000" pitchFamily="2" charset="0"/>
            </a:endParaRP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b="1" dirty="0">
                <a:solidFill>
                  <a:schemeClr val="tx1"/>
                </a:solidFill>
              </a:rPr>
              <a:t>Vertical scaling</a:t>
            </a:r>
          </a:p>
          <a:p>
            <a:pPr algn="ctr"/>
            <a:r>
              <a:rPr lang="en-US" altLang="en-US" sz="2800" dirty="0">
                <a:solidFill>
                  <a:schemeClr val="tx1"/>
                </a:solidFill>
              </a:rPr>
              <a:t>This involves adding more resources to existing nodes, such as more CPUs (and/or cores), memory, or storage</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https://ana.blogs.com/maestros/2006/11/data_is_the_new.html]</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b="1" dirty="0">
                <a:solidFill>
                  <a:schemeClr val="bg2"/>
                </a:solidFill>
              </a:rPr>
              <a:t>Horizontal scaling</a:t>
            </a:r>
          </a:p>
          <a:p>
            <a:pPr algn="ctr"/>
            <a:r>
              <a:rPr lang="en-US" sz="2800" dirty="0">
                <a:solidFill>
                  <a:schemeClr val="bg2"/>
                </a:solidFill>
              </a:rPr>
              <a:t>This involves adding more nodes to the system</a:t>
            </a:r>
            <a:endParaRPr lang="en-US" sz="2800" b="0" i="0" dirty="0">
              <a:solidFill>
                <a:schemeClr val="bg2"/>
              </a:solidFill>
              <a:effectLst/>
            </a:endParaRP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158712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Vertical Scalability?</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en-US" sz="2800" b="1" dirty="0">
                <a:solidFill>
                  <a:schemeClr val="bg2"/>
                </a:solidFill>
              </a:rPr>
              <a:t>Vertical scaling</a:t>
            </a:r>
          </a:p>
          <a:p>
            <a:pPr algn="ctr"/>
            <a:r>
              <a:rPr lang="en-US" altLang="en-US" sz="2800" dirty="0">
                <a:solidFill>
                  <a:schemeClr val="bg2"/>
                </a:solidFill>
              </a:rPr>
              <a:t>This involves adding more resources to existing nodes, such as more CPUs (and/or cores), memory, or storage</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latin typeface="Roboto" panose="02000000000000000000" pitchFamily="2" charset="0"/>
            </a:endParaRPr>
          </a:p>
        </p:txBody>
      </p:sp>
      <p:pic>
        <p:nvPicPr>
          <p:cNvPr id="5" name="Picture 4" descr="The image depicts the concept of vertical scaling in computing architecture, showing how a compute node can be enhanced to handle increased demand. Here are the key components and their interactions:&#10;&#10;1. **User Interaction**:&#10;   - Two users are depicted, each interacting with a separate compute node.&#10;&#10;2. **Compute Node Structure**:&#10;   - Each compute node contains the following layers:&#10;     - **Application**: The top layer where user applications run.&#10;     - **Operating System**: Below the application layer, providing an interface between the application and the hardware resources.&#10;     - **Resources**: The foundational layer of each compute node, comprising:&#10;       - **CPU(s)**: Central Processing Units, responsible for executing instructions.&#10;       - **GPU(s)**: Graphics Processing Units, often used for parallel processing tasks.&#10;       - **Memory**: RAM (Random Access Memory), used for temporary data storage and quick access by the CPU and GPU.&#10;       - **Storage**: Persistent storage for data, such as hard drives or SSDs.&#10;&#10;3. **Vertical Scaling**:&#10;   - The image illustrates vertical scaling by showing a compute node on the left with smaller resource capacities and a compute node on the right with expanded resource capacities (larger blocks for CPU(s), GPU(s), Memory, and Storage).&#10;   - An arrow labeled &quot;Vertically Scale&quot; points from the left compute node to the right compute node, indicating the process of enhancing the compute node's resources to handle increased workload.">
            <a:extLst>
              <a:ext uri="{FF2B5EF4-FFF2-40B4-BE49-F238E27FC236}">
                <a16:creationId xmlns:a16="http://schemas.microsoft.com/office/drawing/2014/main" id="{6BFF02C3-38BA-5D07-6349-4899BF5FE37D}"/>
              </a:ext>
            </a:extLst>
          </p:cNvPr>
          <p:cNvPicPr>
            <a:picLocks noChangeAspect="1"/>
          </p:cNvPicPr>
          <p:nvPr/>
        </p:nvPicPr>
        <p:blipFill>
          <a:blip r:embed="rId2"/>
          <a:stretch>
            <a:fillRect/>
          </a:stretch>
        </p:blipFill>
        <p:spPr>
          <a:xfrm>
            <a:off x="4039425" y="3694325"/>
            <a:ext cx="8971320" cy="6087681"/>
          </a:xfrm>
          <a:prstGeom prst="rect">
            <a:avLst/>
          </a:prstGeom>
        </p:spPr>
      </p:pic>
    </p:spTree>
    <p:extLst>
      <p:ext uri="{BB962C8B-B14F-4D97-AF65-F5344CB8AC3E}">
        <p14:creationId xmlns:p14="http://schemas.microsoft.com/office/powerpoint/2010/main" val="2276470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Horizontal Scalability?</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solidFill>
                  <a:schemeClr val="bg2"/>
                </a:solidFill>
              </a:rPr>
              <a:t>Horizontal scaling</a:t>
            </a:r>
          </a:p>
          <a:p>
            <a:pPr algn="ctr"/>
            <a:r>
              <a:rPr lang="en-US" sz="2800" dirty="0">
                <a:solidFill>
                  <a:schemeClr val="bg2"/>
                </a:solidFill>
              </a:rPr>
              <a:t>This involves adding more nodes to the system and is the most common approach to scaling distributed systems</a:t>
            </a:r>
            <a:endParaRPr lang="en-US" sz="2800" b="0" i="0" dirty="0">
              <a:solidFill>
                <a:schemeClr val="bg2"/>
              </a:solidFill>
              <a:effectLst/>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latin typeface="Roboto" panose="02000000000000000000" pitchFamily="2" charset="0"/>
            </a:endParaRPr>
          </a:p>
        </p:txBody>
      </p:sp>
      <p:pic>
        <p:nvPicPr>
          <p:cNvPr id="3" name="Picture 2" descr="The image illustrates a distributed computing system with horizontal scaling, showing multiple interconnected compute nodes within a network. Here are the key components and their interactions:&#10;&#10;1. **User Interaction**:&#10;   - A user is depicted interacting with the distributed system, represented by an icon of a person with arrows pointing towards the system.&#10;&#10;2. **Distributed System Structure**:&#10;   - The system comprises four **compute nodes**, each with similar internal structures:&#10;     - **Application**: The top layer where user applications run.&#10;     - **Operating System**: Below the application layer, providing an interface between the application and the hardware resources.&#10;     - **Resources**: The foundational layer of each compute node, comprising:&#10;       - **CPU(s)**: Central Processing Units, responsible for executing instructions.&#10;       - **GPU(s)**: Graphics Processing Units, often used for parallel processing tasks.&#10;       - **Memory**: RAM (Random Access Memory), used for temporary data storage and quick access by the CPU and GPU.&#10;       - **Storage**: Persistent storage for data, such as hard drives or SSDs.&#10;&#10;3. **Distributed Systems Middleware**:&#10;   - A layer of middleware that spans across all compute nodes, facilitating communication, resource management, and coordination between the nodes.&#10;&#10;4. **Computer Network**:&#10;   - The compute nodes are connected through a computer network, enabling data transfer and communication between them. This network is depicted at the bottom of the image with arrows connecting to each compute node.&#10;&#10;This distributed architecture allows for scalable and efficient processing by leveraging the combined power of multiple compute nodes, enabling the system to handle increased workloads through horizontal scaling.">
            <a:extLst>
              <a:ext uri="{FF2B5EF4-FFF2-40B4-BE49-F238E27FC236}">
                <a16:creationId xmlns:a16="http://schemas.microsoft.com/office/drawing/2014/main" id="{C0917CA4-0072-6C49-0538-B4167CC0D7B9}"/>
              </a:ext>
            </a:extLst>
          </p:cNvPr>
          <p:cNvPicPr>
            <a:picLocks noChangeAspect="1"/>
          </p:cNvPicPr>
          <p:nvPr/>
        </p:nvPicPr>
        <p:blipFill>
          <a:blip r:embed="rId2"/>
          <a:stretch>
            <a:fillRect/>
          </a:stretch>
        </p:blipFill>
        <p:spPr>
          <a:xfrm>
            <a:off x="2989774" y="3391115"/>
            <a:ext cx="11115331" cy="6514672"/>
          </a:xfrm>
          <a:prstGeom prst="rect">
            <a:avLst/>
          </a:prstGeom>
        </p:spPr>
      </p:pic>
    </p:spTree>
    <p:extLst>
      <p:ext uri="{BB962C8B-B14F-4D97-AF65-F5344CB8AC3E}">
        <p14:creationId xmlns:p14="http://schemas.microsoft.com/office/powerpoint/2010/main" val="1356067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are the Main Benefits of Distributed Computing?</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b="1" dirty="0">
                <a:solidFill>
                  <a:schemeClr val="bg2"/>
                </a:solidFill>
              </a:rPr>
              <a:t>Performance</a:t>
            </a:r>
          </a:p>
          <a:p>
            <a:pPr marL="0" indent="0" algn="ctr">
              <a:buNone/>
            </a:pPr>
            <a:r>
              <a:rPr lang="en-US" altLang="en-US" sz="2800" dirty="0">
                <a:solidFill>
                  <a:schemeClr val="bg2"/>
                </a:solidFill>
              </a:rPr>
              <a:t>Supports intensive workloads by spreading tasks across multiple nodes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09B81BD0-DF09-D070-010A-F8F837105C6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2800" b="1" dirty="0">
                <a:solidFill>
                  <a:schemeClr val="tx1"/>
                </a:solidFill>
                <a:latin typeface="Roboto" panose="02000000000000000000" pitchFamily="2" charset="0"/>
              </a:rPr>
              <a:t>Scalability</a:t>
            </a:r>
          </a:p>
          <a:p>
            <a:pPr marL="0" indent="0" algn="ctr">
              <a:buNone/>
            </a:pPr>
            <a:r>
              <a:rPr lang="en-US" sz="2800" dirty="0">
                <a:solidFill>
                  <a:schemeClr val="tx1"/>
                </a:solidFill>
                <a:latin typeface="Roboto" panose="02000000000000000000" pitchFamily="2" charset="0"/>
              </a:rPr>
              <a:t>New nodes can be added to increase capacity</a:t>
            </a:r>
          </a:p>
        </p:txBody>
      </p:sp>
      <p:sp>
        <p:nvSpPr>
          <p:cNvPr id="5" name="Rectangle 4">
            <a:extLst>
              <a:ext uri="{FF2B5EF4-FFF2-40B4-BE49-F238E27FC236}">
                <a16:creationId xmlns:a16="http://schemas.microsoft.com/office/drawing/2014/main" id="{8A357B79-C164-CB99-D2F9-A288A789EA9A}"/>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b="1" dirty="0">
                <a:solidFill>
                  <a:schemeClr val="tx1"/>
                </a:solidFill>
              </a:rPr>
              <a:t>Fault tolerance</a:t>
            </a:r>
          </a:p>
          <a:p>
            <a:pPr algn="ctr"/>
            <a:r>
              <a:rPr lang="en-US" altLang="en-US" sz="2800" dirty="0">
                <a:solidFill>
                  <a:schemeClr val="tx1"/>
                </a:solidFill>
              </a:rPr>
              <a:t>Resilience in case of hardware failures</a:t>
            </a:r>
          </a:p>
        </p:txBody>
      </p:sp>
      <p:sp>
        <p:nvSpPr>
          <p:cNvPr id="6" name="Rectangle 5">
            <a:extLst>
              <a:ext uri="{FF2B5EF4-FFF2-40B4-BE49-F238E27FC236}">
                <a16:creationId xmlns:a16="http://schemas.microsoft.com/office/drawing/2014/main" id="{49B5DCA9-406C-011F-43A9-E97D2F88DD0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7" name="Rectangle 6">
            <a:extLst>
              <a:ext uri="{FF2B5EF4-FFF2-40B4-BE49-F238E27FC236}">
                <a16:creationId xmlns:a16="http://schemas.microsoft.com/office/drawing/2014/main" id="{F2FE6B09-5746-410C-E94A-46BC7BE32217}"/>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647B23B7-D40C-AB9E-6984-5000373AE35C}"/>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indent="0" algn="ctr">
              <a:buNone/>
            </a:pPr>
            <a:r>
              <a:rPr lang="en-US" altLang="en-US" sz="2800" dirty="0">
                <a:solidFill>
                  <a:schemeClr val="bg2"/>
                </a:solidFill>
              </a:rPr>
              <a:t>Cost effectiveness</a:t>
            </a:r>
          </a:p>
          <a:p>
            <a:pPr marL="0" indent="0" algn="ctr">
              <a:buNone/>
            </a:pPr>
            <a:r>
              <a:rPr lang="en-US" altLang="en-US" sz="2800" dirty="0">
                <a:solidFill>
                  <a:schemeClr val="bg2"/>
                </a:solidFill>
              </a:rPr>
              <a:t>Can scale using commodity servers or virtual machines</a:t>
            </a:r>
          </a:p>
        </p:txBody>
      </p:sp>
      <p:sp>
        <p:nvSpPr>
          <p:cNvPr id="11" name="Rectangle 10">
            <a:extLst>
              <a:ext uri="{FF2B5EF4-FFF2-40B4-BE49-F238E27FC236}">
                <a16:creationId xmlns:a16="http://schemas.microsoft.com/office/drawing/2014/main" id="{10586AD1-921B-33A6-9B34-0B67CACE7650}"/>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3603489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9B48C-784F-0192-E0CC-72BB61A78E66}"/>
              </a:ext>
            </a:extLst>
          </p:cNvPr>
          <p:cNvSpPr>
            <a:spLocks noGrp="1"/>
          </p:cNvSpPr>
          <p:nvPr>
            <p:ph type="title"/>
          </p:nvPr>
        </p:nvSpPr>
        <p:spPr/>
        <p:txBody>
          <a:bodyPr/>
          <a:lstStyle/>
          <a:p>
            <a:r>
              <a:rPr lang="en-US" dirty="0"/>
              <a:t>What is Cloud Computing?</a:t>
            </a:r>
          </a:p>
        </p:txBody>
      </p:sp>
      <p:sp>
        <p:nvSpPr>
          <p:cNvPr id="3" name="Rectangle 2">
            <a:extLst>
              <a:ext uri="{FF2B5EF4-FFF2-40B4-BE49-F238E27FC236}">
                <a16:creationId xmlns:a16="http://schemas.microsoft.com/office/drawing/2014/main" id="{5D491E25-7981-936B-998E-F227B5A6BF23}"/>
              </a:ext>
            </a:extLst>
          </p:cNvPr>
          <p:cNvSpPr/>
          <p:nvPr/>
        </p:nvSpPr>
        <p:spPr>
          <a:xfrm>
            <a:off x="1232453" y="2324100"/>
            <a:ext cx="651076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200" dirty="0">
                <a:solidFill>
                  <a:schemeClr val="bg2"/>
                </a:solidFill>
              </a:rPr>
              <a:t>Delivery of computing services—including servers, storage, databases, software, analytics, and intelligence—over the Internet</a:t>
            </a:r>
          </a:p>
        </p:txBody>
      </p:sp>
      <p:sp>
        <p:nvSpPr>
          <p:cNvPr id="4" name="Rectangle 3">
            <a:extLst>
              <a:ext uri="{FF2B5EF4-FFF2-40B4-BE49-F238E27FC236}">
                <a16:creationId xmlns:a16="http://schemas.microsoft.com/office/drawing/2014/main" id="{DFE26823-8C74-911D-E034-FC5EE1523A38}"/>
              </a:ext>
            </a:extLst>
          </p:cNvPr>
          <p:cNvSpPr/>
          <p:nvPr/>
        </p:nvSpPr>
        <p:spPr>
          <a:xfrm>
            <a:off x="1232454" y="3895725"/>
            <a:ext cx="651076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200" dirty="0">
                <a:solidFill>
                  <a:schemeClr val="tx1"/>
                </a:solidFill>
              </a:rPr>
              <a:t>On-demand availability of computer system resources, especially data storage and computing with minimal service provider interaction </a:t>
            </a:r>
          </a:p>
        </p:txBody>
      </p:sp>
      <p:sp>
        <p:nvSpPr>
          <p:cNvPr id="5" name="Rectangle 4">
            <a:extLst>
              <a:ext uri="{FF2B5EF4-FFF2-40B4-BE49-F238E27FC236}">
                <a16:creationId xmlns:a16="http://schemas.microsoft.com/office/drawing/2014/main" id="{3E76951C-1E4C-1F27-94DF-59DB347D52AB}"/>
              </a:ext>
            </a:extLst>
          </p:cNvPr>
          <p:cNvSpPr/>
          <p:nvPr/>
        </p:nvSpPr>
        <p:spPr>
          <a:xfrm>
            <a:off x="1232453" y="5467350"/>
            <a:ext cx="6510764"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200" dirty="0">
                <a:solidFill>
                  <a:schemeClr val="tx1"/>
                </a:solidFill>
              </a:rPr>
              <a:t>Offers a wide range of big data analytics tools and services to help process, analyze, and derive insights from large datasets</a:t>
            </a:r>
          </a:p>
        </p:txBody>
      </p:sp>
      <p:sp>
        <p:nvSpPr>
          <p:cNvPr id="6" name="Rectangle 5">
            <a:extLst>
              <a:ext uri="{FF2B5EF4-FFF2-40B4-BE49-F238E27FC236}">
                <a16:creationId xmlns:a16="http://schemas.microsoft.com/office/drawing/2014/main" id="{83B5D5AA-4813-D68C-E9DC-85D0EB33785C}"/>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200" dirty="0">
              <a:solidFill>
                <a:schemeClr val="bg2"/>
              </a:solidFill>
            </a:endParaRPr>
          </a:p>
        </p:txBody>
      </p:sp>
      <p:sp>
        <p:nvSpPr>
          <p:cNvPr id="7" name="Rectangle 6">
            <a:extLst>
              <a:ext uri="{FF2B5EF4-FFF2-40B4-BE49-F238E27FC236}">
                <a16:creationId xmlns:a16="http://schemas.microsoft.com/office/drawing/2014/main" id="{556EF05C-0480-7C5E-0634-806618172E7C}"/>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200" dirty="0">
              <a:solidFill>
                <a:schemeClr val="bg2"/>
              </a:solidFill>
            </a:endParaRPr>
          </a:p>
        </p:txBody>
      </p:sp>
      <p:sp>
        <p:nvSpPr>
          <p:cNvPr id="8" name="Rectangle 7">
            <a:extLst>
              <a:ext uri="{FF2B5EF4-FFF2-40B4-BE49-F238E27FC236}">
                <a16:creationId xmlns:a16="http://schemas.microsoft.com/office/drawing/2014/main" id="{27F89CBA-704D-F73E-864B-BA39E6BEC0D1}"/>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200" dirty="0">
              <a:solidFill>
                <a:schemeClr val="bg2"/>
              </a:solidFill>
            </a:endParaRPr>
          </a:p>
        </p:txBody>
      </p:sp>
      <p:sp>
        <p:nvSpPr>
          <p:cNvPr id="9" name="Rectangle 8">
            <a:extLst>
              <a:ext uri="{FF2B5EF4-FFF2-40B4-BE49-F238E27FC236}">
                <a16:creationId xmlns:a16="http://schemas.microsoft.com/office/drawing/2014/main" id="{525617DF-F46C-44D7-992E-2F66EB96227C}"/>
              </a:ext>
            </a:extLst>
          </p:cNvPr>
          <p:cNvSpPr/>
          <p:nvPr/>
        </p:nvSpPr>
        <p:spPr>
          <a:xfrm>
            <a:off x="1232453" y="7038975"/>
            <a:ext cx="6510764"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200" dirty="0">
                <a:solidFill>
                  <a:schemeClr val="bg2"/>
                </a:solidFill>
              </a:rPr>
              <a:t>Resources are accessible through internal or web service APIs (via the Internet)</a:t>
            </a:r>
          </a:p>
        </p:txBody>
      </p:sp>
      <p:sp>
        <p:nvSpPr>
          <p:cNvPr id="10" name="Rectangle 9">
            <a:extLst>
              <a:ext uri="{FF2B5EF4-FFF2-40B4-BE49-F238E27FC236}">
                <a16:creationId xmlns:a16="http://schemas.microsoft.com/office/drawing/2014/main" id="{850DEA9F-47F4-4E08-3926-2D43A7D383FE}"/>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200" dirty="0"/>
          </a:p>
        </p:txBody>
      </p:sp>
      <p:pic>
        <p:nvPicPr>
          <p:cNvPr id="1026" name="Picture 2">
            <a:extLst>
              <a:ext uri="{FF2B5EF4-FFF2-40B4-BE49-F238E27FC236}">
                <a16:creationId xmlns:a16="http://schemas.microsoft.com/office/drawing/2014/main" id="{5BB6ABC7-A2AE-A4DC-3448-6D03B8BB161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9721" y="2520950"/>
            <a:ext cx="2495550" cy="2495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33F099B-ACEB-5220-493D-812D0D6C5FC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27967" y="3930650"/>
            <a:ext cx="4038600" cy="20193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60FA430-30C0-31F9-5DD7-56207577DEA9}"/>
              </a:ext>
              <a:ext uri="{C183D7F6-B498-43B3-948B-1728B52AA6E4}">
                <adec:decorative xmlns:adec="http://schemas.microsoft.com/office/drawing/2017/decorative" val="1"/>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a:stretch>
            <a:fillRect/>
          </a:stretch>
        </p:blipFill>
        <p:spPr bwMode="auto">
          <a:xfrm>
            <a:off x="9629721" y="5676900"/>
            <a:ext cx="36830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011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What are the Benefits of Cloud Computing?</a:t>
            </a:r>
          </a:p>
        </p:txBody>
      </p:sp>
      <p:sp>
        <p:nvSpPr>
          <p:cNvPr id="4" name="Rectangle 3">
            <a:extLst>
              <a:ext uri="{FF2B5EF4-FFF2-40B4-BE49-F238E27FC236}">
                <a16:creationId xmlns:a16="http://schemas.microsoft.com/office/drawing/2014/main" id="{FD658AC0-37A1-FCE4-966B-AEBCF4F7D98C}"/>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dirty="0">
                <a:solidFill>
                  <a:schemeClr val="bg2"/>
                </a:solidFill>
              </a:rPr>
              <a:t>Speed and Agility</a:t>
            </a:r>
          </a:p>
        </p:txBody>
      </p:sp>
      <p:sp>
        <p:nvSpPr>
          <p:cNvPr id="5" name="Rectangle 4">
            <a:extLst>
              <a:ext uri="{FF2B5EF4-FFF2-40B4-BE49-F238E27FC236}">
                <a16:creationId xmlns:a16="http://schemas.microsoft.com/office/drawing/2014/main" id="{AFC64A9E-92DC-E1F9-7988-22DCE18F2F50}"/>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200" dirty="0">
                <a:solidFill>
                  <a:schemeClr val="tx1"/>
                </a:solidFill>
              </a:rPr>
              <a:t>Elastic Capacity</a:t>
            </a:r>
          </a:p>
        </p:txBody>
      </p:sp>
      <p:sp>
        <p:nvSpPr>
          <p:cNvPr id="6" name="Rectangle 5">
            <a:extLst>
              <a:ext uri="{FF2B5EF4-FFF2-40B4-BE49-F238E27FC236}">
                <a16:creationId xmlns:a16="http://schemas.microsoft.com/office/drawing/2014/main" id="{53767511-4343-89FB-12DD-77B0E6E6347A}"/>
              </a:ext>
            </a:extLst>
          </p:cNvPr>
          <p:cNvSpPr/>
          <p:nvPr/>
        </p:nvSpPr>
        <p:spPr>
          <a:xfrm>
            <a:off x="0" y="5467350"/>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3200" dirty="0">
                <a:solidFill>
                  <a:schemeClr val="tx1"/>
                </a:solidFill>
              </a:rPr>
              <a:t>Multiple Tenancy</a:t>
            </a:r>
          </a:p>
        </p:txBody>
      </p:sp>
      <p:sp>
        <p:nvSpPr>
          <p:cNvPr id="3" name="Rectangle 2">
            <a:extLst>
              <a:ext uri="{FF2B5EF4-FFF2-40B4-BE49-F238E27FC236}">
                <a16:creationId xmlns:a16="http://schemas.microsoft.com/office/drawing/2014/main" id="{1A35C0A0-C6C6-7FC8-9ACA-C013E697F7DB}"/>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200" dirty="0">
                <a:solidFill>
                  <a:schemeClr val="bg2"/>
                </a:solidFill>
              </a:rPr>
              <a:t>Pay-as-you-go</a:t>
            </a:r>
          </a:p>
        </p:txBody>
      </p:sp>
      <p:sp>
        <p:nvSpPr>
          <p:cNvPr id="8" name="Rectangle 7">
            <a:extLst>
              <a:ext uri="{FF2B5EF4-FFF2-40B4-BE49-F238E27FC236}">
                <a16:creationId xmlns:a16="http://schemas.microsoft.com/office/drawing/2014/main" id="{84821B0E-EFB3-4D78-ABA7-3F5E546C9DF9}"/>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3200" dirty="0">
                <a:solidFill>
                  <a:schemeClr val="tx1"/>
                </a:solidFill>
              </a:rPr>
              <a:t>Innovative Services</a:t>
            </a:r>
          </a:p>
        </p:txBody>
      </p:sp>
      <p:sp>
        <p:nvSpPr>
          <p:cNvPr id="9" name="Rectangle 8">
            <a:extLst>
              <a:ext uri="{FF2B5EF4-FFF2-40B4-BE49-F238E27FC236}">
                <a16:creationId xmlns:a16="http://schemas.microsoft.com/office/drawing/2014/main" id="{3EF81FAD-7358-1AE8-DEEA-5304B1ECA956}"/>
              </a:ext>
            </a:extLst>
          </p:cNvPr>
          <p:cNvSpPr/>
          <p:nvPr/>
        </p:nvSpPr>
        <p:spPr>
          <a:xfrm>
            <a:off x="9867900" y="5467350"/>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200" dirty="0">
                <a:solidFill>
                  <a:schemeClr val="tx1"/>
                </a:solidFill>
                <a:latin typeface="HelveticaNeue-Medium" panose="02000503000000020004" pitchFamily="2" charset="0"/>
              </a:rPr>
              <a:t>Resource Virtualization</a:t>
            </a:r>
            <a:endParaRPr lang="en-US" sz="3200" dirty="0">
              <a:solidFill>
                <a:schemeClr val="tx1"/>
              </a:solidFill>
            </a:endParaRPr>
          </a:p>
        </p:txBody>
      </p:sp>
    </p:spTree>
    <p:extLst>
      <p:ext uri="{BB962C8B-B14F-4D97-AF65-F5344CB8AC3E}">
        <p14:creationId xmlns:p14="http://schemas.microsoft.com/office/powerpoint/2010/main" val="205087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What is Big Data Technology?</a:t>
            </a:r>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400" dirty="0"/>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400" dirty="0"/>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Distributed Computing Systems</a:t>
            </a:r>
          </a:p>
          <a:p>
            <a:pPr algn="ctr"/>
            <a:r>
              <a:rPr lang="en-US" sz="2400" dirty="0">
                <a:solidFill>
                  <a:schemeClr val="bg2"/>
                </a:solidFill>
              </a:rPr>
              <a:t>(Execution Engines)</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Distributed File Systems</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NoSQL Databases</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Cloud Computing Systems</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9" y="2316956"/>
            <a:ext cx="8765919"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solidFill>
                  <a:schemeClr val="bg2"/>
                </a:solidFill>
              </a:rPr>
              <a:t>S</a:t>
            </a:r>
            <a:r>
              <a:rPr lang="en-US" sz="2000" b="0" i="0" dirty="0">
                <a:solidFill>
                  <a:schemeClr val="bg2"/>
                </a:solidFill>
                <a:effectLst/>
              </a:rPr>
              <a:t>uch as Apache Spark and Hadoop MapReduce, provide a way to parallelize the processing of big data across multiple servers. This can significantly improve the performance of big data applications</a:t>
            </a:r>
            <a:endParaRPr lang="en-US" sz="2000" dirty="0">
              <a:solidFill>
                <a:schemeClr val="bg2"/>
              </a:solidFill>
            </a:endParaRPr>
          </a:p>
        </p:txBody>
      </p:sp>
      <p:sp>
        <p:nvSpPr>
          <p:cNvPr id="12" name="Rectangle 11">
            <a:extLst>
              <a:ext uri="{FF2B5EF4-FFF2-40B4-BE49-F238E27FC236}">
                <a16:creationId xmlns:a16="http://schemas.microsoft.com/office/drawing/2014/main" id="{DA824491-39DA-2FEF-F31F-171731277535}"/>
              </a:ext>
            </a:extLst>
          </p:cNvPr>
          <p:cNvSpPr/>
          <p:nvPr/>
        </p:nvSpPr>
        <p:spPr>
          <a:xfrm>
            <a:off x="4541519" y="3545529"/>
            <a:ext cx="8765919"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S</a:t>
            </a:r>
            <a:r>
              <a:rPr lang="en-US" sz="2000" b="0" i="0" dirty="0">
                <a:solidFill>
                  <a:schemeClr val="tx1"/>
                </a:solidFill>
                <a:effectLst/>
              </a:rPr>
              <a:t>uch as the Hadoop Distributed File System (HDFS) allow big data to be stored and processed across multiple servers. This makes it possible to process large amounts of data efficiently and in parallel.</a:t>
            </a:r>
            <a:endParaRPr lang="en-US" sz="2000" dirty="0">
              <a:solidFill>
                <a:schemeClr val="tx1"/>
              </a:solidFill>
            </a:endParaRPr>
          </a:p>
        </p:txBody>
      </p:sp>
      <p:sp>
        <p:nvSpPr>
          <p:cNvPr id="13" name="Rectangle 12">
            <a:extLst>
              <a:ext uri="{FF2B5EF4-FFF2-40B4-BE49-F238E27FC236}">
                <a16:creationId xmlns:a16="http://schemas.microsoft.com/office/drawing/2014/main" id="{3A9321C7-53EF-9CA7-F7BF-681BF48FC6F4}"/>
              </a:ext>
            </a:extLst>
          </p:cNvPr>
          <p:cNvSpPr/>
          <p:nvPr/>
        </p:nvSpPr>
        <p:spPr>
          <a:xfrm>
            <a:off x="4541519" y="4740360"/>
            <a:ext cx="8765919"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tx1"/>
                </a:solidFill>
              </a:rPr>
              <a:t>S</a:t>
            </a:r>
            <a:r>
              <a:rPr lang="en-US" sz="2000" b="0" i="0" dirty="0">
                <a:solidFill>
                  <a:schemeClr val="tx1"/>
                </a:solidFill>
                <a:effectLst/>
              </a:rPr>
              <a:t>uch as MongoDB and Cassandra, are designed to </a:t>
            </a:r>
            <a:r>
              <a:rPr lang="en-US" sz="2000" dirty="0">
                <a:solidFill>
                  <a:schemeClr val="tx1"/>
                </a:solidFill>
              </a:rPr>
              <a:t>store </a:t>
            </a:r>
            <a:r>
              <a:rPr lang="en-US" sz="2000" b="0" i="0" dirty="0">
                <a:solidFill>
                  <a:schemeClr val="tx1"/>
                </a:solidFill>
                <a:effectLst/>
              </a:rPr>
              <a:t>massive amounts of data with excellent query performance</a:t>
            </a:r>
            <a:endParaRPr lang="en-US" sz="2000" dirty="0">
              <a:solidFill>
                <a:schemeClr val="tx1"/>
              </a:solidFill>
            </a:endParaRP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S</a:t>
            </a:r>
            <a:r>
              <a:rPr lang="en-US" sz="2000" b="0" i="0" dirty="0">
                <a:solidFill>
                  <a:schemeClr val="bg2"/>
                </a:solidFill>
                <a:effectLst/>
              </a:rPr>
              <a:t>uch as Amazon Web Services (AWS) and Microsoft Azure, provide a scalable and cost-effective way to deploy and manage big data applications</a:t>
            </a:r>
            <a:endParaRPr lang="en-US" sz="2000" dirty="0">
              <a:solidFill>
                <a:schemeClr val="bg2"/>
              </a:solidFill>
            </a:endParaRP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Cloud Object Systems</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Such as AWS Simple Storage Service (S3) or MS Azure Blob Storage optimized for storing massive amounts of unstructured data, such as text or binary data</a:t>
            </a:r>
          </a:p>
        </p:txBody>
      </p:sp>
      <p:sp>
        <p:nvSpPr>
          <p:cNvPr id="15" name="Rectangle 14">
            <a:extLst>
              <a:ext uri="{FF2B5EF4-FFF2-40B4-BE49-F238E27FC236}">
                <a16:creationId xmlns:a16="http://schemas.microsoft.com/office/drawing/2014/main" id="{4A79C163-8B79-47DA-D807-FF01932B9361}"/>
              </a:ext>
            </a:extLst>
          </p:cNvPr>
          <p:cNvSpPr/>
          <p:nvPr/>
        </p:nvSpPr>
        <p:spPr>
          <a:xfrm>
            <a:off x="13525501" y="2324100"/>
            <a:ext cx="3025137" cy="346582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400" dirty="0">
                <a:solidFill>
                  <a:srgbClr val="FFFF00"/>
                </a:solidFill>
              </a:rPr>
              <a:t>Distributed Systems Middleware</a:t>
            </a:r>
          </a:p>
          <a:p>
            <a:pPr algn="ctr"/>
            <a:endParaRPr lang="en-US" sz="2400" dirty="0">
              <a:solidFill>
                <a:schemeClr val="bg2"/>
              </a:solidFill>
            </a:endParaRPr>
          </a:p>
          <a:p>
            <a:pPr algn="ctr"/>
            <a:r>
              <a:rPr lang="en-US" sz="2400" dirty="0">
                <a:solidFill>
                  <a:schemeClr val="bg2"/>
                </a:solidFill>
              </a:rPr>
              <a:t>Supports and simplifies complex distributed applications</a:t>
            </a:r>
            <a:endParaRPr lang="en-US" sz="2400" dirty="0"/>
          </a:p>
          <a:p>
            <a:pPr algn="ctr"/>
            <a:endParaRPr lang="en-US" dirty="0"/>
          </a:p>
        </p:txBody>
      </p:sp>
    </p:spTree>
    <p:custDataLst>
      <p:tags r:id="rId1"/>
    </p:custDataLst>
    <p:extLst>
      <p:ext uri="{BB962C8B-B14F-4D97-AF65-F5344CB8AC3E}">
        <p14:creationId xmlns:p14="http://schemas.microsoft.com/office/powerpoint/2010/main" val="13972765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D7C2D5FF-4F84-465B-BB62-AE6A69E0E5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51555</TotalTime>
  <Words>1403</Words>
  <Application>Microsoft Office PowerPoint</Application>
  <PresentationFormat>Custom</PresentationFormat>
  <Paragraphs>151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Breeze</vt:lpstr>
      <vt:lpstr>Module 1: Lesson 6 Big Data Technology</vt:lpstr>
      <vt:lpstr>Why Use Specialized Technologies to Handle Big Data?</vt:lpstr>
      <vt:lpstr>What is Big Data Technology?</vt:lpstr>
      <vt:lpstr>From Centralized to Distributed Systems What are Centralized Systems?</vt:lpstr>
      <vt:lpstr>From Centralized to Distributed Systems  What are Distributed Systems?</vt:lpstr>
      <vt:lpstr> What is Distributed Systems Middleware?</vt:lpstr>
      <vt:lpstr>What is a Coherent Distributed System?</vt:lpstr>
      <vt:lpstr>What is a Coherent Distributed System?</vt:lpstr>
      <vt:lpstr>What is a Coherent Distributed System?</vt:lpstr>
      <vt:lpstr>What is System Scalability?</vt:lpstr>
      <vt:lpstr>What is Vertical Scalability?</vt:lpstr>
      <vt:lpstr>What is Horizontal Scalability?</vt:lpstr>
      <vt:lpstr>What are the Main Benefits of Distributed Computing?</vt:lpstr>
      <vt:lpstr>What is Cloud Computing?</vt:lpstr>
      <vt:lpstr>What are the Benefits of Cloud Computing?</vt:lpstr>
      <vt:lpstr>What is Big Data Technology?</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128</cp:revision>
  <cp:lastPrinted>2023-10-30T23:31:26Z</cp:lastPrinted>
  <dcterms:created xsi:type="dcterms:W3CDTF">2019-02-13T16:04:21Z</dcterms:created>
  <dcterms:modified xsi:type="dcterms:W3CDTF">2024-07-03T18:45:27Z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2EF769A4-B2D9-4892-9D83-CE251BABD249</vt:lpwstr>
  </property>
  <property fmtid="{D5CDD505-2E9C-101B-9397-08002B2CF9AE}" pid="4" name="ArticulatePath">
    <vt:lpwstr>Module 1 v1 11092023</vt:lpwstr>
  </property>
  <property fmtid="{D5CDD505-2E9C-101B-9397-08002B2CF9AE}" pid="5" name="MediaServiceImageTags">
    <vt:lpwstr/>
  </property>
</Properties>
</file>