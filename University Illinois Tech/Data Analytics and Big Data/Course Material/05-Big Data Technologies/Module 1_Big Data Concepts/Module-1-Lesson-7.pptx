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13"/>
  </p:notesMasterIdLst>
  <p:sldIdLst>
    <p:sldId id="602" r:id="rId5"/>
    <p:sldId id="590" r:id="rId6"/>
    <p:sldId id="603" r:id="rId7"/>
    <p:sldId id="604" r:id="rId8"/>
    <p:sldId id="605" r:id="rId9"/>
    <p:sldId id="606" r:id="rId10"/>
    <p:sldId id="607" r:id="rId11"/>
    <p:sldId id="608" r:id="rId12"/>
  </p:sldIdLst>
  <p:sldSz cx="18288000" cy="10287000"/>
  <p:notesSz cx="6858000" cy="9144000"/>
  <p:custDataLst>
    <p:tags r:id="rId14"/>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3F4F6C"/>
    <a:srgbClr val="969696"/>
    <a:srgbClr val="E98D0A"/>
    <a:srgbClr val="C50724"/>
    <a:srgbClr val="0070C0"/>
    <a:srgbClr val="1770C0"/>
    <a:srgbClr val="BD05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A6B225-D5E7-70F1-76B5-F59E72908113}" v="55" dt="2024-07-03T18:55:17.8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49"/>
    <p:restoredTop sz="94044"/>
  </p:normalViewPr>
  <p:slideViewPr>
    <p:cSldViewPr snapToGrid="0" snapToObjects="1">
      <p:cViewPr varScale="1">
        <p:scale>
          <a:sx n="70" d="100"/>
          <a:sy n="70" d="100"/>
        </p:scale>
        <p:origin x="564" y="72"/>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ison Mulshine" userId="S::allison.mulshine@collegiseducation.com::5f656d52-c555-4e5e-9a5b-18226766ffe3" providerId="AD" clId="Web-{B4A6B225-D5E7-70F1-76B5-F59E72908113}"/>
    <pc:docChg chg="modSld">
      <pc:chgData name="Allison Mulshine" userId="S::allison.mulshine@collegiseducation.com::5f656d52-c555-4e5e-9a5b-18226766ffe3" providerId="AD" clId="Web-{B4A6B225-D5E7-70F1-76B5-F59E72908113}" dt="2024-07-03T18:55:17.874" v="47" actId="1076"/>
      <pc:docMkLst>
        <pc:docMk/>
      </pc:docMkLst>
      <pc:sldChg chg="addSp delSp modSp">
        <pc:chgData name="Allison Mulshine" userId="S::allison.mulshine@collegiseducation.com::5f656d52-c555-4e5e-9a5b-18226766ffe3" providerId="AD" clId="Web-{B4A6B225-D5E7-70F1-76B5-F59E72908113}" dt="2024-07-03T18:49:20.421" v="7" actId="14100"/>
        <pc:sldMkLst>
          <pc:docMk/>
          <pc:sldMk cId="1626189624" sldId="603"/>
        </pc:sldMkLst>
        <pc:graphicFrameChg chg="del">
          <ac:chgData name="Allison Mulshine" userId="S::allison.mulshine@collegiseducation.com::5f656d52-c555-4e5e-9a5b-18226766ffe3" providerId="AD" clId="Web-{B4A6B225-D5E7-70F1-76B5-F59E72908113}" dt="2024-07-03T18:49:06.421" v="2"/>
          <ac:graphicFrameMkLst>
            <pc:docMk/>
            <pc:sldMk cId="1626189624" sldId="603"/>
            <ac:graphicFrameMk id="46" creationId="{F5D4148B-02DD-EC99-C61C-FDAA65E5F528}"/>
          </ac:graphicFrameMkLst>
        </pc:graphicFrameChg>
        <pc:picChg chg="add mod">
          <ac:chgData name="Allison Mulshine" userId="S::allison.mulshine@collegiseducation.com::5f656d52-c555-4e5e-9a5b-18226766ffe3" providerId="AD" clId="Web-{B4A6B225-D5E7-70F1-76B5-F59E72908113}" dt="2024-07-03T18:49:20.421" v="7" actId="14100"/>
          <ac:picMkLst>
            <pc:docMk/>
            <pc:sldMk cId="1626189624" sldId="603"/>
            <ac:picMk id="15" creationId="{657960B6-536F-EFCD-4C65-505F3501C18B}"/>
          </ac:picMkLst>
        </pc:picChg>
      </pc:sldChg>
      <pc:sldChg chg="addSp delSp modSp">
        <pc:chgData name="Allison Mulshine" userId="S::allison.mulshine@collegiseducation.com::5f656d52-c555-4e5e-9a5b-18226766ffe3" providerId="AD" clId="Web-{B4A6B225-D5E7-70F1-76B5-F59E72908113}" dt="2024-07-03T18:50:04.327" v="13" actId="1076"/>
        <pc:sldMkLst>
          <pc:docMk/>
          <pc:sldMk cId="2862926048" sldId="604"/>
        </pc:sldMkLst>
        <pc:graphicFrameChg chg="del">
          <ac:chgData name="Allison Mulshine" userId="S::allison.mulshine@collegiseducation.com::5f656d52-c555-4e5e-9a5b-18226766ffe3" providerId="AD" clId="Web-{B4A6B225-D5E7-70F1-76B5-F59E72908113}" dt="2024-07-03T18:49:56.030" v="10"/>
          <ac:graphicFrameMkLst>
            <pc:docMk/>
            <pc:sldMk cId="2862926048" sldId="604"/>
            <ac:graphicFrameMk id="3" creationId="{D81B47E8-4502-1CB9-CE19-3BB56E4730CB}"/>
          </ac:graphicFrameMkLst>
        </pc:graphicFrameChg>
        <pc:picChg chg="add mod">
          <ac:chgData name="Allison Mulshine" userId="S::allison.mulshine@collegiseducation.com::5f656d52-c555-4e5e-9a5b-18226766ffe3" providerId="AD" clId="Web-{B4A6B225-D5E7-70F1-76B5-F59E72908113}" dt="2024-07-03T18:50:04.327" v="13" actId="1076"/>
          <ac:picMkLst>
            <pc:docMk/>
            <pc:sldMk cId="2862926048" sldId="604"/>
            <ac:picMk id="15" creationId="{6398BA84-BD01-8CA6-7C6F-CF3A0E5DD2DD}"/>
          </ac:picMkLst>
        </pc:picChg>
      </pc:sldChg>
      <pc:sldChg chg="addSp delSp modSp">
        <pc:chgData name="Allison Mulshine" userId="S::allison.mulshine@collegiseducation.com::5f656d52-c555-4e5e-9a5b-18226766ffe3" providerId="AD" clId="Web-{B4A6B225-D5E7-70F1-76B5-F59E72908113}" dt="2024-07-03T18:52:36.811" v="22"/>
        <pc:sldMkLst>
          <pc:docMk/>
          <pc:sldMk cId="2043186553" sldId="605"/>
        </pc:sldMkLst>
        <pc:graphicFrameChg chg="del">
          <ac:chgData name="Allison Mulshine" userId="S::allison.mulshine@collegiseducation.com::5f656d52-c555-4e5e-9a5b-18226766ffe3" providerId="AD" clId="Web-{B4A6B225-D5E7-70F1-76B5-F59E72908113}" dt="2024-07-03T18:52:11.717" v="17"/>
          <ac:graphicFrameMkLst>
            <pc:docMk/>
            <pc:sldMk cId="2043186553" sldId="605"/>
            <ac:graphicFrameMk id="3" creationId="{164D887C-2AAE-1BC2-8424-9DC087EFBCE8}"/>
          </ac:graphicFrameMkLst>
        </pc:graphicFrameChg>
        <pc:picChg chg="mod">
          <ac:chgData name="Allison Mulshine" userId="S::allison.mulshine@collegiseducation.com::5f656d52-c555-4e5e-9a5b-18226766ffe3" providerId="AD" clId="Web-{B4A6B225-D5E7-70F1-76B5-F59E72908113}" dt="2024-07-03T18:51:28.030" v="15"/>
          <ac:picMkLst>
            <pc:docMk/>
            <pc:sldMk cId="2043186553" sldId="605"/>
            <ac:picMk id="5" creationId="{425D4218-735B-3597-CB41-E087CA355227}"/>
          </ac:picMkLst>
        </pc:picChg>
        <pc:picChg chg="add mod">
          <ac:chgData name="Allison Mulshine" userId="S::allison.mulshine@collegiseducation.com::5f656d52-c555-4e5e-9a5b-18226766ffe3" providerId="AD" clId="Web-{B4A6B225-D5E7-70F1-76B5-F59E72908113}" dt="2024-07-03T18:52:36.811" v="22"/>
          <ac:picMkLst>
            <pc:docMk/>
            <pc:sldMk cId="2043186553" sldId="605"/>
            <ac:picMk id="15" creationId="{5D970B58-60B5-31C5-3FA8-5ED06EDAABDC}"/>
          </ac:picMkLst>
        </pc:picChg>
      </pc:sldChg>
      <pc:sldChg chg="addSp delSp modSp">
        <pc:chgData name="Allison Mulshine" userId="S::allison.mulshine@collegiseducation.com::5f656d52-c555-4e5e-9a5b-18226766ffe3" providerId="AD" clId="Web-{B4A6B225-D5E7-70F1-76B5-F59E72908113}" dt="2024-07-03T18:53:37.171" v="30" actId="14100"/>
        <pc:sldMkLst>
          <pc:docMk/>
          <pc:sldMk cId="2607486198" sldId="606"/>
        </pc:sldMkLst>
        <pc:graphicFrameChg chg="del">
          <ac:chgData name="Allison Mulshine" userId="S::allison.mulshine@collegiseducation.com::5f656d52-c555-4e5e-9a5b-18226766ffe3" providerId="AD" clId="Web-{B4A6B225-D5E7-70F1-76B5-F59E72908113}" dt="2024-07-03T18:53:23.655" v="26"/>
          <ac:graphicFrameMkLst>
            <pc:docMk/>
            <pc:sldMk cId="2607486198" sldId="606"/>
            <ac:graphicFrameMk id="3" creationId="{EE07A9FE-00BF-94D7-ED36-A94A940CC1C8}"/>
          </ac:graphicFrameMkLst>
        </pc:graphicFrameChg>
        <pc:picChg chg="add mod">
          <ac:chgData name="Allison Mulshine" userId="S::allison.mulshine@collegiseducation.com::5f656d52-c555-4e5e-9a5b-18226766ffe3" providerId="AD" clId="Web-{B4A6B225-D5E7-70F1-76B5-F59E72908113}" dt="2024-07-03T18:53:37.171" v="30" actId="14100"/>
          <ac:picMkLst>
            <pc:docMk/>
            <pc:sldMk cId="2607486198" sldId="606"/>
            <ac:picMk id="14" creationId="{D0D95707-C4B0-2E84-5955-168BB69571BD}"/>
          </ac:picMkLst>
        </pc:picChg>
      </pc:sldChg>
      <pc:sldChg chg="addSp delSp modSp">
        <pc:chgData name="Allison Mulshine" userId="S::allison.mulshine@collegiseducation.com::5f656d52-c555-4e5e-9a5b-18226766ffe3" providerId="AD" clId="Web-{B4A6B225-D5E7-70F1-76B5-F59E72908113}" dt="2024-07-03T18:54:15.920" v="35" actId="14100"/>
        <pc:sldMkLst>
          <pc:docMk/>
          <pc:sldMk cId="2142318827" sldId="607"/>
        </pc:sldMkLst>
        <pc:graphicFrameChg chg="del">
          <ac:chgData name="Allison Mulshine" userId="S::allison.mulshine@collegiseducation.com::5f656d52-c555-4e5e-9a5b-18226766ffe3" providerId="AD" clId="Web-{B4A6B225-D5E7-70F1-76B5-F59E72908113}" dt="2024-07-03T18:54:08.608" v="33"/>
          <ac:graphicFrameMkLst>
            <pc:docMk/>
            <pc:sldMk cId="2142318827" sldId="607"/>
            <ac:graphicFrameMk id="3" creationId="{FDD8E0B1-94FF-525B-9785-B9543ECFF932}"/>
          </ac:graphicFrameMkLst>
        </pc:graphicFrameChg>
        <pc:picChg chg="add mod">
          <ac:chgData name="Allison Mulshine" userId="S::allison.mulshine@collegiseducation.com::5f656d52-c555-4e5e-9a5b-18226766ffe3" providerId="AD" clId="Web-{B4A6B225-D5E7-70F1-76B5-F59E72908113}" dt="2024-07-03T18:54:15.920" v="35" actId="14100"/>
          <ac:picMkLst>
            <pc:docMk/>
            <pc:sldMk cId="2142318827" sldId="607"/>
            <ac:picMk id="19" creationId="{DEA0022E-1D3A-8568-3E54-F51AF1E5E08D}"/>
          </ac:picMkLst>
        </pc:picChg>
      </pc:sldChg>
      <pc:sldChg chg="addSp delSp modSp">
        <pc:chgData name="Allison Mulshine" userId="S::allison.mulshine@collegiseducation.com::5f656d52-c555-4e5e-9a5b-18226766ffe3" providerId="AD" clId="Web-{B4A6B225-D5E7-70F1-76B5-F59E72908113}" dt="2024-07-03T18:55:17.874" v="47" actId="1076"/>
        <pc:sldMkLst>
          <pc:docMk/>
          <pc:sldMk cId="4111815502" sldId="608"/>
        </pc:sldMkLst>
        <pc:graphicFrameChg chg="add del">
          <ac:chgData name="Allison Mulshine" userId="S::allison.mulshine@collegiseducation.com::5f656d52-c555-4e5e-9a5b-18226766ffe3" providerId="AD" clId="Web-{B4A6B225-D5E7-70F1-76B5-F59E72908113}" dt="2024-07-03T18:55:01.139" v="42"/>
          <ac:graphicFrameMkLst>
            <pc:docMk/>
            <pc:sldMk cId="4111815502" sldId="608"/>
            <ac:graphicFrameMk id="3" creationId="{B381A563-E0A6-B9F7-9F4F-7664F9EA8A35}"/>
          </ac:graphicFrameMkLst>
        </pc:graphicFrameChg>
        <pc:picChg chg="add del mod">
          <ac:chgData name="Allison Mulshine" userId="S::allison.mulshine@collegiseducation.com::5f656d52-c555-4e5e-9a5b-18226766ffe3" providerId="AD" clId="Web-{B4A6B225-D5E7-70F1-76B5-F59E72908113}" dt="2024-07-03T18:54:41.327" v="38"/>
          <ac:picMkLst>
            <pc:docMk/>
            <pc:sldMk cId="4111815502" sldId="608"/>
            <ac:picMk id="18" creationId="{C7F91147-D7A2-DEE8-2AD5-F40E8D6C78EA}"/>
          </ac:picMkLst>
        </pc:picChg>
        <pc:picChg chg="add mod">
          <ac:chgData name="Allison Mulshine" userId="S::allison.mulshine@collegiseducation.com::5f656d52-c555-4e5e-9a5b-18226766ffe3" providerId="AD" clId="Web-{B4A6B225-D5E7-70F1-76B5-F59E72908113}" dt="2024-07-03T18:55:17.874" v="47" actId="1076"/>
          <ac:picMkLst>
            <pc:docMk/>
            <pc:sldMk cId="4111815502" sldId="608"/>
            <ac:picMk id="31" creationId="{1AFAD539-BBCF-E445-09CD-FED895AD7B78}"/>
          </ac:picMkLst>
        </pc:picChg>
      </pc:sldChg>
    </pc:docChg>
  </pc:docChgLst>
  <pc:docChgLst>
    <pc:chgData name="Allison Mulshine" userId="S::allison.mulshine@collegiseducation.com::5f656d52-c555-4e5e-9a5b-18226766ffe3" providerId="AD" clId="Web-{FC253362-46E8-8DC3-7734-69502DB0ABE5}"/>
    <pc:docChg chg="modSld">
      <pc:chgData name="Allison Mulshine" userId="S::allison.mulshine@collegiseducation.com::5f656d52-c555-4e5e-9a5b-18226766ffe3" providerId="AD" clId="Web-{FC253362-46E8-8DC3-7734-69502DB0ABE5}" dt="2024-06-19T18:39:28.827" v="10"/>
      <pc:docMkLst>
        <pc:docMk/>
      </pc:docMkLst>
      <pc:sldChg chg="modSp">
        <pc:chgData name="Allison Mulshine" userId="S::allison.mulshine@collegiseducation.com::5f656d52-c555-4e5e-9a5b-18226766ffe3" providerId="AD" clId="Web-{FC253362-46E8-8DC3-7734-69502DB0ABE5}" dt="2024-06-19T18:32:19.988" v="1"/>
        <pc:sldMkLst>
          <pc:docMk/>
          <pc:sldMk cId="1626189624" sldId="603"/>
        </pc:sldMkLst>
        <pc:graphicFrameChg chg="mod">
          <ac:chgData name="Allison Mulshine" userId="S::allison.mulshine@collegiseducation.com::5f656d52-c555-4e5e-9a5b-18226766ffe3" providerId="AD" clId="Web-{FC253362-46E8-8DC3-7734-69502DB0ABE5}" dt="2024-06-19T18:31:40.705" v="0"/>
          <ac:graphicFrameMkLst>
            <pc:docMk/>
            <pc:sldMk cId="1626189624" sldId="603"/>
            <ac:graphicFrameMk id="46" creationId="{F5D4148B-02DD-EC99-C61C-FDAA65E5F528}"/>
          </ac:graphicFrameMkLst>
        </pc:graphicFrameChg>
        <pc:picChg chg="mod">
          <ac:chgData name="Allison Mulshine" userId="S::allison.mulshine@collegiseducation.com::5f656d52-c555-4e5e-9a5b-18226766ffe3" providerId="AD" clId="Web-{FC253362-46E8-8DC3-7734-69502DB0ABE5}" dt="2024-06-19T18:32:19.988" v="1"/>
          <ac:picMkLst>
            <pc:docMk/>
            <pc:sldMk cId="1626189624" sldId="603"/>
            <ac:picMk id="67" creationId="{BD50FDC0-4448-7D53-BCA4-ED0AF27A8C2C}"/>
          </ac:picMkLst>
        </pc:picChg>
      </pc:sldChg>
      <pc:sldChg chg="modSp">
        <pc:chgData name="Allison Mulshine" userId="S::allison.mulshine@collegiseducation.com::5f656d52-c555-4e5e-9a5b-18226766ffe3" providerId="AD" clId="Web-{FC253362-46E8-8DC3-7734-69502DB0ABE5}" dt="2024-06-19T18:33:56.084" v="3"/>
        <pc:sldMkLst>
          <pc:docMk/>
          <pc:sldMk cId="2862926048" sldId="604"/>
        </pc:sldMkLst>
        <pc:graphicFrameChg chg="mod">
          <ac:chgData name="Allison Mulshine" userId="S::allison.mulshine@collegiseducation.com::5f656d52-c555-4e5e-9a5b-18226766ffe3" providerId="AD" clId="Web-{FC253362-46E8-8DC3-7734-69502DB0ABE5}" dt="2024-06-19T18:33:02.895" v="2"/>
          <ac:graphicFrameMkLst>
            <pc:docMk/>
            <pc:sldMk cId="2862926048" sldId="604"/>
            <ac:graphicFrameMk id="3" creationId="{D81B47E8-4502-1CB9-CE19-3BB56E4730CB}"/>
          </ac:graphicFrameMkLst>
        </pc:graphicFrameChg>
        <pc:picChg chg="mod">
          <ac:chgData name="Allison Mulshine" userId="S::allison.mulshine@collegiseducation.com::5f656d52-c555-4e5e-9a5b-18226766ffe3" providerId="AD" clId="Web-{FC253362-46E8-8DC3-7734-69502DB0ABE5}" dt="2024-06-19T18:33:56.084" v="3"/>
          <ac:picMkLst>
            <pc:docMk/>
            <pc:sldMk cId="2862926048" sldId="604"/>
            <ac:picMk id="5" creationId="{8913ACB9-CF4F-BD4F-5936-E9BB041BBD55}"/>
          </ac:picMkLst>
        </pc:picChg>
      </pc:sldChg>
      <pc:sldChg chg="modSp">
        <pc:chgData name="Allison Mulshine" userId="S::allison.mulshine@collegiseducation.com::5f656d52-c555-4e5e-9a5b-18226766ffe3" providerId="AD" clId="Web-{FC253362-46E8-8DC3-7734-69502DB0ABE5}" dt="2024-06-19T18:35:39.774" v="5"/>
        <pc:sldMkLst>
          <pc:docMk/>
          <pc:sldMk cId="2607486198" sldId="606"/>
        </pc:sldMkLst>
        <pc:graphicFrameChg chg="mod">
          <ac:chgData name="Allison Mulshine" userId="S::allison.mulshine@collegiseducation.com::5f656d52-c555-4e5e-9a5b-18226766ffe3" providerId="AD" clId="Web-{FC253362-46E8-8DC3-7734-69502DB0ABE5}" dt="2024-06-19T18:34:39.710" v="4"/>
          <ac:graphicFrameMkLst>
            <pc:docMk/>
            <pc:sldMk cId="2607486198" sldId="606"/>
            <ac:graphicFrameMk id="3" creationId="{EE07A9FE-00BF-94D7-ED36-A94A940CC1C8}"/>
          </ac:graphicFrameMkLst>
        </pc:graphicFrameChg>
        <pc:picChg chg="mod">
          <ac:chgData name="Allison Mulshine" userId="S::allison.mulshine@collegiseducation.com::5f656d52-c555-4e5e-9a5b-18226766ffe3" providerId="AD" clId="Web-{FC253362-46E8-8DC3-7734-69502DB0ABE5}" dt="2024-06-19T18:35:39.774" v="5"/>
          <ac:picMkLst>
            <pc:docMk/>
            <pc:sldMk cId="2607486198" sldId="606"/>
            <ac:picMk id="33" creationId="{D4C80DF7-9948-BBD2-332D-BB06D8765EA9}"/>
          </ac:picMkLst>
        </pc:picChg>
      </pc:sldChg>
      <pc:sldChg chg="modSp">
        <pc:chgData name="Allison Mulshine" userId="S::allison.mulshine@collegiseducation.com::5f656d52-c555-4e5e-9a5b-18226766ffe3" providerId="AD" clId="Web-{FC253362-46E8-8DC3-7734-69502DB0ABE5}" dt="2024-06-19T18:37:44.980" v="8"/>
        <pc:sldMkLst>
          <pc:docMk/>
          <pc:sldMk cId="2142318827" sldId="607"/>
        </pc:sldMkLst>
        <pc:graphicFrameChg chg="mod">
          <ac:chgData name="Allison Mulshine" userId="S::allison.mulshine@collegiseducation.com::5f656d52-c555-4e5e-9a5b-18226766ffe3" providerId="AD" clId="Web-{FC253362-46E8-8DC3-7734-69502DB0ABE5}" dt="2024-06-19T18:36:23.150" v="6"/>
          <ac:graphicFrameMkLst>
            <pc:docMk/>
            <pc:sldMk cId="2142318827" sldId="607"/>
            <ac:graphicFrameMk id="3" creationId="{FDD8E0B1-94FF-525B-9785-B9543ECFF932}"/>
          </ac:graphicFrameMkLst>
        </pc:graphicFrameChg>
        <pc:picChg chg="mod">
          <ac:chgData name="Allison Mulshine" userId="S::allison.mulshine@collegiseducation.com::5f656d52-c555-4e5e-9a5b-18226766ffe3" providerId="AD" clId="Web-{FC253362-46E8-8DC3-7734-69502DB0ABE5}" dt="2024-06-19T18:37:44.980" v="8"/>
          <ac:picMkLst>
            <pc:docMk/>
            <pc:sldMk cId="2142318827" sldId="607"/>
            <ac:picMk id="5" creationId="{CF9DF0F6-94F1-7193-F539-D70F0F6AE168}"/>
          </ac:picMkLst>
        </pc:picChg>
      </pc:sldChg>
      <pc:sldChg chg="modSp">
        <pc:chgData name="Allison Mulshine" userId="S::allison.mulshine@collegiseducation.com::5f656d52-c555-4e5e-9a5b-18226766ffe3" providerId="AD" clId="Web-{FC253362-46E8-8DC3-7734-69502DB0ABE5}" dt="2024-06-19T18:39:28.827" v="10"/>
        <pc:sldMkLst>
          <pc:docMk/>
          <pc:sldMk cId="4111815502" sldId="608"/>
        </pc:sldMkLst>
        <pc:graphicFrameChg chg="mod">
          <ac:chgData name="Allison Mulshine" userId="S::allison.mulshine@collegiseducation.com::5f656d52-c555-4e5e-9a5b-18226766ffe3" providerId="AD" clId="Web-{FC253362-46E8-8DC3-7734-69502DB0ABE5}" dt="2024-06-19T18:38:37.747" v="9"/>
          <ac:graphicFrameMkLst>
            <pc:docMk/>
            <pc:sldMk cId="4111815502" sldId="608"/>
            <ac:graphicFrameMk id="3" creationId="{B381A563-E0A6-B9F7-9F4F-7664F9EA8A35}"/>
          </ac:graphicFrameMkLst>
        </pc:graphicFrameChg>
        <pc:picChg chg="mod">
          <ac:chgData name="Allison Mulshine" userId="S::allison.mulshine@collegiseducation.com::5f656d52-c555-4e5e-9a5b-18226766ffe3" providerId="AD" clId="Web-{FC253362-46E8-8DC3-7734-69502DB0ABE5}" dt="2024-06-19T18:39:28.827" v="10"/>
          <ac:picMkLst>
            <pc:docMk/>
            <pc:sldMk cId="4111815502" sldId="608"/>
            <ac:picMk id="4" creationId="{D9259644-C140-2EED-04D3-90574BC547F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D919ED-7EBC-0349-92FD-49744747E976}" type="datetimeFigureOut">
              <a:rPr lang="en-US" smtClean="0"/>
              <a:t>7/3/2024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71147B-6250-B74A-893B-83F308D48EF2}" type="slidenum">
              <a:rPr lang="en-US" smtClean="0"/>
              <a:t>‹#›</a:t>
            </a:fld>
            <a:endParaRPr lang="en-US" dirty="0"/>
          </a:p>
        </p:txBody>
      </p:sp>
    </p:spTree>
    <p:extLst>
      <p:ext uri="{BB962C8B-B14F-4D97-AF65-F5344CB8AC3E}">
        <p14:creationId xmlns:p14="http://schemas.microsoft.com/office/powerpoint/2010/main" val="221214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dirty="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51EE238-70D2-48BB-9804-C56424742E76}" type="datetime1">
              <a:rPr lang="en-US" smtClean="0"/>
              <a:t>7/3/2024</a:t>
            </a:fld>
            <a:endParaRPr lang="en-US" dirty="0"/>
          </a:p>
        </p:txBody>
      </p:sp>
      <p:sp>
        <p:nvSpPr>
          <p:cNvPr id="4" name="Footer Placeholder 3"/>
          <p:cNvSpPr>
            <a:spLocks noGrp="1"/>
          </p:cNvSpPr>
          <p:nvPr>
            <p:ph type="ftr" sz="quarter" idx="11"/>
          </p:nvPr>
        </p:nvSpPr>
        <p:spPr/>
        <p:txBody>
          <a:bodyPr/>
          <a:lstStyle/>
          <a:p>
            <a:r>
              <a:rPr lang="en-US" dirty="0"/>
              <a:t>Big Data Technologies - Module 01a</a:t>
            </a:r>
          </a:p>
        </p:txBody>
      </p:sp>
      <p:sp>
        <p:nvSpPr>
          <p:cNvPr id="5" name="Slide Number Placeholder 4"/>
          <p:cNvSpPr>
            <a:spLocks noGrp="1"/>
          </p:cNvSpPr>
          <p:nvPr>
            <p:ph type="sldNum" sz="quarter" idx="12"/>
          </p:nvPr>
        </p:nvSpPr>
        <p:spPr/>
        <p:txBody>
          <a:bodyPr/>
          <a:lstStyle/>
          <a:p>
            <a:fld id="{A89303E2-24A7-45FB-8F9B-C98A0FA0F4CA}" type="slidenum">
              <a:rPr lang="en-US" smtClean="0"/>
              <a:t>‹#›</a:t>
            </a:fld>
            <a:endParaRPr lang="en-US" dirty="0"/>
          </a:p>
        </p:txBody>
      </p:sp>
    </p:spTree>
    <p:extLst>
      <p:ext uri="{BB962C8B-B14F-4D97-AF65-F5344CB8AC3E}">
        <p14:creationId xmlns:p14="http://schemas.microsoft.com/office/powerpoint/2010/main" val="20626497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7" r:id="rId4"/>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emf"/><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emf"/><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em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emf"/><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emf"/><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A1922-ED00-3F5B-E124-2A40C0A69B22}"/>
              </a:ext>
            </a:extLst>
          </p:cNvPr>
          <p:cNvSpPr>
            <a:spLocks noGrp="1"/>
          </p:cNvSpPr>
          <p:nvPr>
            <p:ph type="ctrTitle"/>
          </p:nvPr>
        </p:nvSpPr>
        <p:spPr/>
        <p:txBody>
          <a:bodyPr/>
          <a:lstStyle/>
          <a:p>
            <a:r>
              <a:rPr lang="en-US"/>
              <a:t>Module 1: Lesson 7</a:t>
            </a:r>
            <a:br>
              <a:rPr lang="en-US" dirty="0"/>
            </a:br>
            <a:r>
              <a:rPr lang="en-US" sz="5400" dirty="0"/>
              <a:t>Generic Distributed Storage Systems and Execution Engines</a:t>
            </a:r>
            <a:endParaRPr lang="en-US" dirty="0"/>
          </a:p>
        </p:txBody>
      </p:sp>
    </p:spTree>
    <p:custDataLst>
      <p:tags r:id="rId1"/>
    </p:custDataLst>
    <p:extLst>
      <p:ext uri="{BB962C8B-B14F-4D97-AF65-F5344CB8AC3E}">
        <p14:creationId xmlns:p14="http://schemas.microsoft.com/office/powerpoint/2010/main" val="3637330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Technology for Handling Big Data</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altLang="en-US" sz="2800" dirty="0">
                <a:solidFill>
                  <a:schemeClr val="bg2"/>
                </a:solidFill>
              </a:rPr>
              <a:t>Centralized storage and processing methods can no longer handle big data's volume and complexity</a:t>
            </a:r>
          </a:p>
        </p:txBody>
      </p:sp>
      <p:sp>
        <p:nvSpPr>
          <p:cNvPr id="5" name="Rectangle 4">
            <a:extLst>
              <a:ext uri="{FF2B5EF4-FFF2-40B4-BE49-F238E27FC236}">
                <a16:creationId xmlns:a16="http://schemas.microsoft.com/office/drawing/2014/main" id="{3ED4DE36-52C0-CB95-BACC-337A00B1A90C}"/>
              </a:ext>
            </a:extLst>
          </p:cNvPr>
          <p:cNvSpPr/>
          <p:nvPr/>
        </p:nvSpPr>
        <p:spPr>
          <a:xfrm>
            <a:off x="1232453" y="3743325"/>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800" dirty="0">
                <a:solidFill>
                  <a:schemeClr val="tx1"/>
                </a:solidFill>
              </a:rPr>
              <a:t>This has resulted in creation of new technologies capable of storing, managing, and processing massive volumes of data efficiently </a:t>
            </a:r>
          </a:p>
        </p:txBody>
      </p:sp>
      <p:sp>
        <p:nvSpPr>
          <p:cNvPr id="6" name="Rectangle 5">
            <a:extLst>
              <a:ext uri="{FF2B5EF4-FFF2-40B4-BE49-F238E27FC236}">
                <a16:creationId xmlns:a16="http://schemas.microsoft.com/office/drawing/2014/main" id="{D7AAFCEC-8CFD-2586-37E2-FB68E05134D6}"/>
              </a:ext>
            </a:extLst>
          </p:cNvPr>
          <p:cNvSpPr/>
          <p:nvPr/>
        </p:nvSpPr>
        <p:spPr>
          <a:xfrm>
            <a:off x="1232453" y="5010150"/>
            <a:ext cx="1371600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800" dirty="0">
                <a:solidFill>
                  <a:schemeClr val="tx1"/>
                </a:solidFill>
              </a:rPr>
              <a:t>Distributed storage and computation systems are two such technologies</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latin typeface="Roboto" panose="02000000000000000000" pitchFamily="2" charset="0"/>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latin typeface="Roboto" panose="02000000000000000000" pitchFamily="2" charset="0"/>
            </a:endParaRPr>
          </a:p>
        </p:txBody>
      </p:sp>
      <p:sp>
        <p:nvSpPr>
          <p:cNvPr id="10" name="TextBox 9">
            <a:extLst>
              <a:ext uri="{FF2B5EF4-FFF2-40B4-BE49-F238E27FC236}">
                <a16:creationId xmlns:a16="http://schemas.microsoft.com/office/drawing/2014/main" id="{CCE6F5B3-6D69-D2DA-1860-5D89C591CA75}"/>
              </a:ext>
            </a:extLst>
          </p:cNvPr>
          <p:cNvSpPr txBox="1"/>
          <p:nvPr/>
        </p:nvSpPr>
        <p:spPr>
          <a:xfrm>
            <a:off x="218660" y="9541565"/>
            <a:ext cx="9879496" cy="369332"/>
          </a:xfrm>
          <a:prstGeom prst="rect">
            <a:avLst/>
          </a:prstGeom>
          <a:noFill/>
        </p:spPr>
        <p:txBody>
          <a:bodyPr wrap="square" rtlCol="0">
            <a:spAutoFit/>
          </a:bodyPr>
          <a:lstStyle/>
          <a:p>
            <a:r>
              <a:rPr lang="en-US" sz="1800" dirty="0">
                <a:solidFill>
                  <a:srgbClr val="202124"/>
                </a:solidFill>
                <a:latin typeface="Roboto" panose="02000000000000000000" pitchFamily="2" charset="0"/>
              </a:rPr>
              <a:t>[Source: https://ana.blogs.com/maestros/2006/11/data_is_the_new.html]</a:t>
            </a:r>
            <a:endParaRPr lang="en-US" sz="1800" b="0" i="0" dirty="0">
              <a:solidFill>
                <a:srgbClr val="202124"/>
              </a:solidFill>
              <a:effectLst/>
              <a:latin typeface="Roboto" panose="02000000000000000000" pitchFamily="2" charset="0"/>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7" name="Rectangle 6">
            <a:extLst>
              <a:ext uri="{FF2B5EF4-FFF2-40B4-BE49-F238E27FC236}">
                <a16:creationId xmlns:a16="http://schemas.microsoft.com/office/drawing/2014/main" id="{DBBFD7CE-AB6F-124F-FD61-7AB8ADFC99E3}"/>
              </a:ext>
            </a:extLst>
          </p:cNvPr>
          <p:cNvSpPr/>
          <p:nvPr/>
        </p:nvSpPr>
        <p:spPr>
          <a:xfrm>
            <a:off x="1232453" y="6249640"/>
            <a:ext cx="1371600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Distributed storage systems stores data across numerous computer nodes (servers or virtual machines) rather than on a single workstation</a:t>
            </a:r>
            <a:endParaRPr lang="en-US" sz="2800" b="0" i="0" dirty="0">
              <a:solidFill>
                <a:schemeClr val="bg2"/>
              </a:solidFill>
              <a:effectLst/>
            </a:endParaRPr>
          </a:p>
        </p:txBody>
      </p:sp>
      <p:sp>
        <p:nvSpPr>
          <p:cNvPr id="11" name="Rectangle 10">
            <a:extLst>
              <a:ext uri="{FF2B5EF4-FFF2-40B4-BE49-F238E27FC236}">
                <a16:creationId xmlns:a16="http://schemas.microsoft.com/office/drawing/2014/main" id="{77145B75-5BEF-663B-2CA4-F20ABD4D9041}"/>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
        <p:nvSpPr>
          <p:cNvPr id="13" name="Rectangle 12">
            <a:extLst>
              <a:ext uri="{FF2B5EF4-FFF2-40B4-BE49-F238E27FC236}">
                <a16:creationId xmlns:a16="http://schemas.microsoft.com/office/drawing/2014/main" id="{0C8781AD-82B3-30B5-7D07-45800FC20FCF}"/>
              </a:ext>
            </a:extLst>
          </p:cNvPr>
          <p:cNvSpPr/>
          <p:nvPr/>
        </p:nvSpPr>
        <p:spPr>
          <a:xfrm>
            <a:off x="1262933" y="7526655"/>
            <a:ext cx="1371600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Distributed computing systems refers to dividing a major workload into smaller sub-tasks and distributing them among several computer nodes in a network</a:t>
            </a:r>
          </a:p>
        </p:txBody>
      </p:sp>
      <p:sp>
        <p:nvSpPr>
          <p:cNvPr id="14" name="Rectangle 13">
            <a:extLst>
              <a:ext uri="{FF2B5EF4-FFF2-40B4-BE49-F238E27FC236}">
                <a16:creationId xmlns:a16="http://schemas.microsoft.com/office/drawing/2014/main" id="{F1AC3EB0-949C-4C3A-4E8D-AFEE364D835C}"/>
              </a:ext>
              <a:ext uri="{C183D7F6-B498-43B3-948B-1728B52AA6E4}">
                <adec:decorative xmlns:adec="http://schemas.microsoft.com/office/drawing/2017/decorative" val="1"/>
              </a:ext>
            </a:extLst>
          </p:cNvPr>
          <p:cNvSpPr/>
          <p:nvPr/>
        </p:nvSpPr>
        <p:spPr>
          <a:xfrm>
            <a:off x="30479" y="752665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Tree>
    <p:extLst>
      <p:ext uri="{BB962C8B-B14F-4D97-AF65-F5344CB8AC3E}">
        <p14:creationId xmlns:p14="http://schemas.microsoft.com/office/powerpoint/2010/main" val="669580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C7B7D-E2D5-4EC4-8FD7-EED8D2698CCB}"/>
              </a:ext>
            </a:extLst>
          </p:cNvPr>
          <p:cNvSpPr>
            <a:spLocks noGrp="1"/>
          </p:cNvSpPr>
          <p:nvPr>
            <p:ph type="title"/>
          </p:nvPr>
        </p:nvSpPr>
        <p:spPr/>
        <p:txBody>
          <a:bodyPr/>
          <a:lstStyle/>
          <a:p>
            <a:r>
              <a:rPr lang="en-US" dirty="0"/>
              <a:t>Generic Distributed Storage System (1)</a:t>
            </a:r>
          </a:p>
        </p:txBody>
      </p:sp>
      <p:pic>
        <p:nvPicPr>
          <p:cNvPr id="67" name="Picture 66" descr="The image illustrates how a massive dataset is broken down into smaller chunks and stored across a distributed file system within a cluster of data nodes. Here are the key components and their relationships:&#10;&#10;1. **Massive Dataset**:&#10;   - The dataset is divided into three chunks:&#10;     - **Chunk 1**&#10;     - **Chunk 2**&#10;     - **Chunk 3**&#10;&#10;2. **Storage Process**:&#10;   - An arrow labeled &quot;Store Dataset To Cluster&quot; indicates the process of storing the chunks into the distributed file system.&#10;&#10;3. **Distributed File System**:&#10;   - The distributed file system comprises three data nodes, each storing a specific chunk:&#10;     - **Data Node 1** stores **Chunk 1 (CK1)**&#10;     - **Data Node 2** stores **Chunk 2 (CK2)**&#10;     - **Data Node 3** stores **Chunk 3 (CK3)**&#10;&#10;This diagram shows how large datasets can be efficiently managed by distributing smaller chunks across multiple storage nodes within a cluster, ensuring scalability and efficient use of storage resources.">
            <a:extLst>
              <a:ext uri="{FF2B5EF4-FFF2-40B4-BE49-F238E27FC236}">
                <a16:creationId xmlns:a16="http://schemas.microsoft.com/office/drawing/2014/main" id="{BD50FDC0-4448-7D53-BCA4-ED0AF27A8C2C}"/>
              </a:ext>
            </a:extLst>
          </p:cNvPr>
          <p:cNvPicPr>
            <a:picLocks noChangeAspect="1"/>
          </p:cNvPicPr>
          <p:nvPr/>
        </p:nvPicPr>
        <p:blipFill>
          <a:blip r:embed="rId2"/>
          <a:stretch>
            <a:fillRect/>
          </a:stretch>
        </p:blipFill>
        <p:spPr>
          <a:xfrm>
            <a:off x="10820400" y="2311184"/>
            <a:ext cx="5219701" cy="6586766"/>
          </a:xfrm>
          <a:prstGeom prst="rect">
            <a:avLst/>
          </a:prstGeom>
        </p:spPr>
      </p:pic>
      <p:pic>
        <p:nvPicPr>
          <p:cNvPr id="15" name="Picture 14" descr="The image explains the process and challenges of managing data storage in a distributed computing cluster. Here are the key points, presented in a step-by-step format:&#10;&#10;1. **Initial Setup**:&#10;   - Header: &quot;We have a cluster of computers each associated with some moderate amount of persistence storage.&quot;&#10;   &#10;2. **Storage Limitation**:&#10;   - Header: &quot;But each individual storage system lacks the capacity to hold datasets of massive size, although the storage capacity of the entire cluster is immense and sufficient to the need.&quot;&#10;&#10;3. **Solution**:&#10;   - Header: &quot;So, let’s break up our dataset into continuous chunks, each small enough to fit onto one storage system and distribute these chunks across the cluster.&quot;&#10;&#10;4. **Data Nodes**:&#10;   - Header: &quot;Let’s refer to each of the cluster nodes which manages the storage of data chunks as data nodes.&quot;&#10;&#10;5. **Challenge**:&#10;   - Header: &quot;Question: How do we keep track of the location of the chunks across the cluster which compose one dataset?&quot;&#10;&#10;The sequence outlines the challenge of individual storage limitations within a cluster, the proposed solution of distributing data chunks across the cluster, and the subsequent question of tracking these data chunks.">
            <a:extLst>
              <a:ext uri="{FF2B5EF4-FFF2-40B4-BE49-F238E27FC236}">
                <a16:creationId xmlns:a16="http://schemas.microsoft.com/office/drawing/2014/main" id="{657960B6-536F-EFCD-4C65-505F3501C18B}"/>
              </a:ext>
            </a:extLst>
          </p:cNvPr>
          <p:cNvPicPr>
            <a:picLocks noChangeAspect="1"/>
          </p:cNvPicPr>
          <p:nvPr/>
        </p:nvPicPr>
        <p:blipFill>
          <a:blip r:embed="rId3"/>
          <a:stretch>
            <a:fillRect/>
          </a:stretch>
        </p:blipFill>
        <p:spPr>
          <a:xfrm>
            <a:off x="1091479" y="2207202"/>
            <a:ext cx="8145606" cy="7161068"/>
          </a:xfrm>
          <a:prstGeom prst="rect">
            <a:avLst/>
          </a:prstGeom>
        </p:spPr>
      </p:pic>
    </p:spTree>
    <p:extLst>
      <p:ext uri="{BB962C8B-B14F-4D97-AF65-F5344CB8AC3E}">
        <p14:creationId xmlns:p14="http://schemas.microsoft.com/office/powerpoint/2010/main" val="16261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BCD2A-2159-BD1D-A1D0-3C8A3DF8C4A7}"/>
              </a:ext>
            </a:extLst>
          </p:cNvPr>
          <p:cNvSpPr>
            <a:spLocks noGrp="1"/>
          </p:cNvSpPr>
          <p:nvPr>
            <p:ph type="title"/>
          </p:nvPr>
        </p:nvSpPr>
        <p:spPr/>
        <p:txBody>
          <a:bodyPr/>
          <a:lstStyle/>
          <a:p>
            <a:r>
              <a:rPr lang="en-US" dirty="0"/>
              <a:t>Generic Distributed Storage System (2)</a:t>
            </a:r>
          </a:p>
        </p:txBody>
      </p:sp>
      <p:pic>
        <p:nvPicPr>
          <p:cNvPr id="5" name="Picture 4" descr="The image illustrates the architecture of a distributed file system with the inclusion of a metadata node. Here are the key components and their interactions:&#10;&#10;1. **Massive Dataset**:&#10;   - The dataset is divided into three chunks:&#10;     - **Chunk 1**&#10;     - **Chunk 2**&#10;     - **Chunk 3**&#10;&#10;2. **Storage Process**:&#10;   - An arrow labeled &quot;Store Dataset To Cluster&quot; indicates the process of storing the chunks into the distributed file system.&#10;&#10;3. **Distributed File System**:&#10;   - The distributed file system comprises three data nodes, each storing a specific chunk:&#10;     - **Data Node 1** stores **Chunk 1 (CK1)**&#10;     - **Data Node 2** stores **Chunk 2 (CK2)**&#10;     - **Data Node 3** stores **Chunk 3 (CK3)**&#10;&#10;4. **Metadata Node**:&#10;   - The metadata node is responsible for keeping track of the dataset's metadata, including the locations of the chunks.&#10;   - The metadata node contains information about which chunk is stored in which data node:&#10;     - **Dataset Name**&#10;     - **CK1**: **DN1** (Data Node 1)&#10;     - **CK2**: **DN2** (Data Node 2)&#10;     - **CK3**: **DN3** (Data Node 3)&#10;&#10;This diagram shows how a large dataset is managed by breaking it into chunks and distributing those chunks across multiple data nodes within a cluster, while a metadata node keeps track of the location of each chunk, ensuring efficient data retrieval and management.">
            <a:extLst>
              <a:ext uri="{FF2B5EF4-FFF2-40B4-BE49-F238E27FC236}">
                <a16:creationId xmlns:a16="http://schemas.microsoft.com/office/drawing/2014/main" id="{8913ACB9-CF4F-BD4F-5936-E9BB041BBD55}"/>
              </a:ext>
            </a:extLst>
          </p:cNvPr>
          <p:cNvPicPr>
            <a:picLocks noChangeAspect="1"/>
          </p:cNvPicPr>
          <p:nvPr/>
        </p:nvPicPr>
        <p:blipFill>
          <a:blip r:embed="rId2"/>
          <a:stretch>
            <a:fillRect/>
          </a:stretch>
        </p:blipFill>
        <p:spPr>
          <a:xfrm>
            <a:off x="9811037" y="2502168"/>
            <a:ext cx="7372064" cy="6527532"/>
          </a:xfrm>
          <a:prstGeom prst="rect">
            <a:avLst/>
          </a:prstGeom>
        </p:spPr>
      </p:pic>
      <p:pic>
        <p:nvPicPr>
          <p:cNvPr id="15" name="Picture 14" descr="The image describes the role of a metadata node in managing data chunks within a cluster and raises a question about data durability and availability. Here are the key points, presented in a step-by-step format:&#10;&#10;1. **Metadata Node Introduction**:&#10;   - Header: &quot;To keep track of the location of the chunks which compose one dataset, the name of the dataset and other metadata, let’s dedicate another cluster node.&quot;&#10;&#10;2. **Role of the Metadata Node**:&#10;   - Header: &quot;We refer to this node as the metadata node and each time a client wants to read the contents of a dataset, it first must communicate with the metadata node.&quot;&#10;&#10;3. **Client Interaction with Metadata Node**:&#10;   - Header: &quot;The metadata node informs the client (reader) of the locations of the chunks of which the dataset is composed and then the client accesses those chunks.&quot;&#10;&#10;4. **Durability and Availability Question**:&#10;   - Header: &quot;Question: Given that nodes in a cluster might fail or become inaccessible, how do we ensure our data remains durable and available?&quot;&#10;&#10;This sequence explains the importance of a metadata node in managing the metadata and chunk locations within a distributed storage system and raises a critical question about maintaining data durability and availability in the face of potential node failures.">
            <a:extLst>
              <a:ext uri="{FF2B5EF4-FFF2-40B4-BE49-F238E27FC236}">
                <a16:creationId xmlns:a16="http://schemas.microsoft.com/office/drawing/2014/main" id="{6398BA84-BD01-8CA6-7C6F-CF3A0E5DD2DD}"/>
              </a:ext>
            </a:extLst>
          </p:cNvPr>
          <p:cNvPicPr>
            <a:picLocks noChangeAspect="1"/>
          </p:cNvPicPr>
          <p:nvPr/>
        </p:nvPicPr>
        <p:blipFill>
          <a:blip r:embed="rId3"/>
          <a:stretch>
            <a:fillRect/>
          </a:stretch>
        </p:blipFill>
        <p:spPr>
          <a:xfrm>
            <a:off x="1038659" y="2512436"/>
            <a:ext cx="8105774" cy="6779201"/>
          </a:xfrm>
          <a:prstGeom prst="rect">
            <a:avLst/>
          </a:prstGeom>
        </p:spPr>
      </p:pic>
    </p:spTree>
    <p:extLst>
      <p:ext uri="{BB962C8B-B14F-4D97-AF65-F5344CB8AC3E}">
        <p14:creationId xmlns:p14="http://schemas.microsoft.com/office/powerpoint/2010/main" val="2862926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0DF91-5E8E-7CE4-C953-944075016F09}"/>
              </a:ext>
            </a:extLst>
          </p:cNvPr>
          <p:cNvSpPr>
            <a:spLocks noGrp="1"/>
          </p:cNvSpPr>
          <p:nvPr>
            <p:ph type="title"/>
          </p:nvPr>
        </p:nvSpPr>
        <p:spPr/>
        <p:txBody>
          <a:bodyPr/>
          <a:lstStyle/>
          <a:p>
            <a:r>
              <a:rPr lang="en-US" dirty="0"/>
              <a:t>Generic Distributed Storage System (3)</a:t>
            </a:r>
          </a:p>
        </p:txBody>
      </p:sp>
      <p:pic>
        <p:nvPicPr>
          <p:cNvPr id="5" name="Picture 4" descr="The image appears to illustrate the architecture and process of storing and managing a massive dataset using a distributed file system with metadata nodes. Here is a detailed description:&#10;&#10;1. **Massive Dataset:**&#10;   - The dataset is divided into three chunks: Chunk 1 (blue), Chunk 2 (orange), and Chunk 3 (gray).&#10;&#10;2. **Storage Process:**&#10;   - These chunks are stored in a cluster system. An arrow labeled &quot;Store Dataset To Cluster&quot; indicates the flow from the massive dataset to the distributed file system.&#10;&#10;3. **Distributed File System:**&#10;   - The distributed file system contains several Data Nodes, each responsible for storing parts of the dataset.&#10;   - **Data Node 1:** Stores Chunk 1 (CK1) with a corresponding checksum.&#10;   - **Data Node 2:** Stores Chunk 2 (CK2) with a corresponding checksum.&#10;   - **Data Node 3:** Stores Chunk 3 (CK3) with a corresponding checksum.&#10;&#10;4. **Metadata Nodes:**&#10;   - The system uses metadata nodes to keep track of where the data chunks are stored.&#10;   - **Primary Metadata Node:** Contains the dataset name and a list of chunks and their corresponding data nodes (CK1: DN1, DN2; CK2: DN2, DN3; CK3: DN3, DN1).&#10;   - **Backup Metadata Node:** Has the same information as the primary metadata node for redundancy and reliability.&#10;&#10;This architecture highlights the process of distributing a massive dataset across multiple data nodes to ensure efficient storage and retrieval, with metadata nodes maintaining the necessary information for data management.">
            <a:extLst>
              <a:ext uri="{FF2B5EF4-FFF2-40B4-BE49-F238E27FC236}">
                <a16:creationId xmlns:a16="http://schemas.microsoft.com/office/drawing/2014/main" id="{425D4218-735B-3597-CB41-E087CA355227}"/>
              </a:ext>
            </a:extLst>
          </p:cNvPr>
          <p:cNvPicPr>
            <a:picLocks noChangeAspect="1"/>
          </p:cNvPicPr>
          <p:nvPr/>
        </p:nvPicPr>
        <p:blipFill>
          <a:blip r:embed="rId2"/>
          <a:stretch>
            <a:fillRect/>
          </a:stretch>
        </p:blipFill>
        <p:spPr>
          <a:xfrm>
            <a:off x="9761830" y="2421270"/>
            <a:ext cx="7421271" cy="6417929"/>
          </a:xfrm>
          <a:prstGeom prst="rect">
            <a:avLst/>
          </a:prstGeom>
        </p:spPr>
      </p:pic>
      <p:pic>
        <p:nvPicPr>
          <p:cNvPr id="15" name="Picture 14" descr="The image provided outlines a data management strategy within a distributed file system. Here is a detailed description of the image:&#10;&#10;1. **Red Section:**&#10;   - **Text:** &quot;To ensure we can recover from primary metadata node failure we maintain another 'backup' metadata node which is updated with information from the primary.&quot;&#10;   - This section emphasizes the importance of having a backup metadata node for recovery in case of a primary metadata node failure.&#10;&#10;2. **Orange Section:**&#10;   - **Text:** &quot;To ensure that a compute node or storage system failure does not cause loss of dataset chunks we replicate chunks across different data nodes in the cluster.&quot;&#10;   - This section discusses the replication of data chunks across multiple data nodes to prevent data loss due to compute or storage system failures.&#10;&#10;3. **Gray Section:**&#10;   - **Text:** &quot;The metadata node is aware of which data nodes hold copies of each chunk and informs the client (reader) who can retrieve the data from any available copy as needed.&quot;&#10;   - This section explains that the metadata node keeps track of the locations of data chunks and helps clients retrieve data from available copies.&#10;&#10;4. **Blue Section:**&#10;   - **Text:** &quot;To prevent use of corrupted data we associated checksums with each chunk which are computed on write and validated on read.&quot;&#10;   - This section highlights the use of checksums to ensure data integrity by computing them when data is written and validating them when data is read.&#10;&#10;These sections collectively describe the measures taken to ensure data reliability, availability, and integrity in a distributed file system.">
            <a:extLst>
              <a:ext uri="{FF2B5EF4-FFF2-40B4-BE49-F238E27FC236}">
                <a16:creationId xmlns:a16="http://schemas.microsoft.com/office/drawing/2014/main" id="{5D970B58-60B5-31C5-3FA8-5ED06EDAABDC}"/>
              </a:ext>
            </a:extLst>
          </p:cNvPr>
          <p:cNvPicPr>
            <a:picLocks noChangeAspect="1"/>
          </p:cNvPicPr>
          <p:nvPr/>
        </p:nvPicPr>
        <p:blipFill>
          <a:blip r:embed="rId3"/>
          <a:stretch>
            <a:fillRect/>
          </a:stretch>
        </p:blipFill>
        <p:spPr>
          <a:xfrm>
            <a:off x="867640" y="2421515"/>
            <a:ext cx="8281554" cy="6815570"/>
          </a:xfrm>
          <a:prstGeom prst="rect">
            <a:avLst/>
          </a:prstGeom>
        </p:spPr>
      </p:pic>
    </p:spTree>
    <p:extLst>
      <p:ext uri="{BB962C8B-B14F-4D97-AF65-F5344CB8AC3E}">
        <p14:creationId xmlns:p14="http://schemas.microsoft.com/office/powerpoint/2010/main" val="2043186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660A2-0038-EA7E-D598-633146ED6E4F}"/>
              </a:ext>
            </a:extLst>
          </p:cNvPr>
          <p:cNvSpPr>
            <a:spLocks noGrp="1"/>
          </p:cNvSpPr>
          <p:nvPr>
            <p:ph type="title"/>
          </p:nvPr>
        </p:nvSpPr>
        <p:spPr/>
        <p:txBody>
          <a:bodyPr/>
          <a:lstStyle/>
          <a:p>
            <a:r>
              <a:rPr lang="en-US" dirty="0"/>
              <a:t>Generic Distributed Storage System (4)</a:t>
            </a:r>
          </a:p>
        </p:txBody>
      </p:sp>
      <p:pic>
        <p:nvPicPr>
          <p:cNvPr id="33" name="Picture 32" descr="The image illustrates the process of summing a massive dataset using a distributed file system and a centralized system. Here are the key components and their interactions:&#10;&#10;1. **Massive Dataset**:&#10;   - The dataset is divided into three chunks, each containing integers:&#10;     - **Chunk 1**: 123&#10;     - **Chunk 2**: 456&#10;     - **Chunk 3**: 789&#10;&#10;2. **Storage Process**:&#10;   - An arrow labeled &quot;Store Dataset To Cluster&quot; indicates the process of storing the chunks into the distributed file system.&#10;&#10;3. **Distributed File System**:&#10;   - The distributed file system comprises three data nodes and a metadata node:&#10;     - **Data Node 1** stores **Chunk 1 (CK1: 123)**&#10;     - **Data Node 2** stores **Chunk 2 (CK2: 456)**&#10;     - **Data Node 3** stores **Chunk 3 (CK3: 789)**&#10;     - **Metadata Node** keeps track of the chunk locations.&#10;&#10;4. **Centralized System**:&#10;   - The centralized system consists of:&#10;     - **Distributed File System Client**: Streams (reads) chunks from the data nodes.&#10;     - **Summing App**: Processes the streamed chunks to compute the sum.&#10;   - Arrows labeled &quot;Stream (Read) Chunk 1,&quot; &quot;Stream (Read) Chunk 2,&quot; and &quot;Stream (Read) Chunk 3&quot; show the data being read from Data Node 1, Data Node 2, and Data Node 3 respectively, into the centralized system.&#10;&#10;This diagram shows how a massive dataset can be managed and processed by distributing its chunks across multiple data nodes, using a centralized system to read and sum the chunks efficiently.">
            <a:extLst>
              <a:ext uri="{FF2B5EF4-FFF2-40B4-BE49-F238E27FC236}">
                <a16:creationId xmlns:a16="http://schemas.microsoft.com/office/drawing/2014/main" id="{D4C80DF7-9948-BBD2-332D-BB06D8765EA9}"/>
              </a:ext>
            </a:extLst>
          </p:cNvPr>
          <p:cNvPicPr>
            <a:picLocks noChangeAspect="1"/>
          </p:cNvPicPr>
          <p:nvPr/>
        </p:nvPicPr>
        <p:blipFill>
          <a:blip r:embed="rId2"/>
          <a:stretch>
            <a:fillRect/>
          </a:stretch>
        </p:blipFill>
        <p:spPr>
          <a:xfrm>
            <a:off x="10231463" y="2165350"/>
            <a:ext cx="6951638" cy="6885432"/>
          </a:xfrm>
          <a:prstGeom prst="rect">
            <a:avLst/>
          </a:prstGeom>
        </p:spPr>
      </p:pic>
      <p:pic>
        <p:nvPicPr>
          <p:cNvPr id="14" name="Picture 13" descr="The image explains a scenario involving a massive dataset and the challenges of summing up its records, highlighting the limitations of centralized computation. Here are the key points, presented in a step-by-step format:&#10;&#10;1. **Problem Introduction**:&#10;   - Header: &quot;Imagine we have a massive dataset holding 100s of millions or billions of records, each an integer, and we want to sum them up.&quot;&#10;&#10;2. **Data Storage Solution**:&#10;   - Header: &quot;We know we can store a massive data set by using a distributed file system, so that each node holds some subset of the chunks composing the overall dataset.&quot;&#10;&#10;3. **Centralized Computation**:&#10;   - Header: &quot;We could load an application onto a single centralized system to compute the sum of all the integers by accessing one or a few chunks at a time (depending on how many cores the system had).&quot;&#10;&#10;4. **Challenge**:&#10;   - Header: &quot;Question: But what if this dataset was so large (had so many chunks) and the operation of addition was so computationally expensive, that summation would take too long even on a very powerful centralized system.&quot;&#10;&#10;This sequence outlines the problem of summing up a massive dataset, the potential use of a distributed file system for storage, and the limitations of using a centralized system for such a computationally expensive task.">
            <a:extLst>
              <a:ext uri="{FF2B5EF4-FFF2-40B4-BE49-F238E27FC236}">
                <a16:creationId xmlns:a16="http://schemas.microsoft.com/office/drawing/2014/main" id="{D0D95707-C4B0-2E84-5955-168BB69571BD}"/>
              </a:ext>
            </a:extLst>
          </p:cNvPr>
          <p:cNvPicPr>
            <a:picLocks noChangeAspect="1"/>
          </p:cNvPicPr>
          <p:nvPr/>
        </p:nvPicPr>
        <p:blipFill>
          <a:blip r:embed="rId3"/>
          <a:stretch>
            <a:fillRect/>
          </a:stretch>
        </p:blipFill>
        <p:spPr>
          <a:xfrm>
            <a:off x="867640" y="2221492"/>
            <a:ext cx="8343900" cy="6903892"/>
          </a:xfrm>
          <a:prstGeom prst="rect">
            <a:avLst/>
          </a:prstGeom>
        </p:spPr>
      </p:pic>
    </p:spTree>
    <p:extLst>
      <p:ext uri="{BB962C8B-B14F-4D97-AF65-F5344CB8AC3E}">
        <p14:creationId xmlns:p14="http://schemas.microsoft.com/office/powerpoint/2010/main" val="2607486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8DE16-5220-E7FA-36F5-2768F249FFB6}"/>
              </a:ext>
            </a:extLst>
          </p:cNvPr>
          <p:cNvSpPr>
            <a:spLocks noGrp="1"/>
          </p:cNvSpPr>
          <p:nvPr>
            <p:ph type="title"/>
          </p:nvPr>
        </p:nvSpPr>
        <p:spPr/>
        <p:txBody>
          <a:bodyPr/>
          <a:lstStyle/>
          <a:p>
            <a:r>
              <a:rPr lang="en-US" dirty="0"/>
              <a:t>Generic Distributed Execution Engine (1)</a:t>
            </a:r>
          </a:p>
        </p:txBody>
      </p:sp>
      <p:pic>
        <p:nvPicPr>
          <p:cNvPr id="5" name="Picture 4" descr="The image illustrates the process of summing a massive dataset using a distributed file system with parallel processing by executor nodes. Here are the key components and their interactions:&#10;&#10;1. **Massive Dataset**:&#10;   - The dataset is divided into three chunks, each containing integers:&#10;     - **Chunk 1**: 123&#10;     - **Chunk 2**: 456&#10;     - **Chunk 3**: 789&#10;&#10;2. **Storage Process**:&#10;   - An arrow labeled &quot;Store Dataset To Cluster&quot; indicates the process of storing the chunks into the distributed file system.&#10;&#10;3. **Distributed File System**:&#10;   - The distributed file system comprises three data nodes and a metadata node:&#10;     - **Data Node 1** stores **Chunk 1 (CK1: 123)**&#10;     - **Data Node 2** stores **Chunk 2 (CK2: 456)**&#10;     - **Data Node 3** stores **Chunk 3 (CK3: 789)**&#10;     - **Metadata Node** keeps track of the chunk locations.&#10;&#10;4. **Parallel Program**:&#10;   - The parallel program includes two routines:&#10;     - **Calc Partial Sum**: Calculates the sum of integers within a chunk.&#10;     - **Calc Total Sum**: Collects results from partial sums and calculates the total sum.&#10;&#10;5. **Loading App to Cluster**:&#10;   - An arrow labeled &quot;Load App (Routines) To Cluster&quot; indicates the distribution of the summing app to the cluster.&#10;&#10;6. **Execution Process**:&#10;   - Each chunk is read by an executor node which calculates the partial sum:&#10;     - **Exec Node 1** reads **Chunk 1** and calculates the partial sum: \(1 + 2 + 3 = 6\)&#10;     - **Exec Node 2** reads **Chunk 2** and calculates the partial sum: \(4 + 5 + 6 = 15\)&#10;     - **Exec Node 3** reads **Chunk 3** and calculates the partial sum: \(7 + 8 + 9 = 24\)&#10;   - The partial sums are then sent to another executor node (**Exec Node 4**) which calculates the total sum: \(6 + 15 + 24 = 45\)&#10;&#10;7. **Summing Process**:&#10;   - The total sum of the dataset is calculated as 45.&#10;&#10;This diagram shows how a large dataset can be efficiently summed by distributing data chunks across multiple nodes and using parallel processing to compute partial sums, which are then aggregated to find the total sum.">
            <a:extLst>
              <a:ext uri="{FF2B5EF4-FFF2-40B4-BE49-F238E27FC236}">
                <a16:creationId xmlns:a16="http://schemas.microsoft.com/office/drawing/2014/main" id="{CF9DF0F6-94F1-7193-F539-D70F0F6AE168}"/>
              </a:ext>
            </a:extLst>
          </p:cNvPr>
          <p:cNvPicPr>
            <a:picLocks noChangeAspect="1"/>
          </p:cNvPicPr>
          <p:nvPr/>
        </p:nvPicPr>
        <p:blipFill>
          <a:blip r:embed="rId2"/>
          <a:stretch>
            <a:fillRect/>
          </a:stretch>
        </p:blipFill>
        <p:spPr>
          <a:xfrm>
            <a:off x="9748567" y="2330450"/>
            <a:ext cx="7434534" cy="6699250"/>
          </a:xfrm>
          <a:prstGeom prst="rect">
            <a:avLst/>
          </a:prstGeom>
        </p:spPr>
      </p:pic>
      <p:sp>
        <p:nvSpPr>
          <p:cNvPr id="4" name="Rectangle 3">
            <a:extLst>
              <a:ext uri="{FF2B5EF4-FFF2-40B4-BE49-F238E27FC236}">
                <a16:creationId xmlns:a16="http://schemas.microsoft.com/office/drawing/2014/main" id="{0AEAB1E6-A3C5-FAA5-F743-07810D6A6F3D}"/>
              </a:ext>
            </a:extLst>
          </p:cNvPr>
          <p:cNvSpPr/>
          <p:nvPr/>
        </p:nvSpPr>
        <p:spPr>
          <a:xfrm>
            <a:off x="15271844" y="5433112"/>
            <a:ext cx="1371600" cy="493925"/>
          </a:xfrm>
          <a:prstGeom prst="rect">
            <a:avLst/>
          </a:prstGeom>
          <a:solidFill>
            <a:srgbClr val="F2F2F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E61FE1FD-0EC0-41C1-AD51-B323994B1EB0}"/>
              </a:ext>
            </a:extLst>
          </p:cNvPr>
          <p:cNvSpPr/>
          <p:nvPr/>
        </p:nvSpPr>
        <p:spPr>
          <a:xfrm>
            <a:off x="16446687" y="7503569"/>
            <a:ext cx="284329" cy="365760"/>
          </a:xfrm>
          <a:prstGeom prst="rect">
            <a:avLst/>
          </a:prstGeom>
          <a:solidFill>
            <a:srgbClr val="F2F2F2"/>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4</a:t>
            </a:r>
          </a:p>
        </p:txBody>
      </p:sp>
      <p:pic>
        <p:nvPicPr>
          <p:cNvPr id="19" name="Picture 18" descr="The image explains the process of summing a massive dataset using a distributed file system with executor nodes for parallel processing, and raises a question about network bandwidth limitations. Here are the key points, presented in a step-by-step format:&#10;&#10;1. **Distributed File System and Executors**:&#10;   - Header: &quot;Now imagine our cluster offers nodes supporting a distributed file system and other nodes (executors) that can execute apps to process the chunks of a dataset.&quot;&#10;&#10;2. **Partial Summing Routine Distribution**:&#10;   - Header: &quot;We distribute a partial summing routine (that calculates the sum of integers within a chunk) to executor nodes within the cluster.&quot;&#10;&#10;3. **Parallel Execution**:&#10;   - Header: &quot;If there are N chunks, we instantiate N partial summing routines (each assigned to a specific chunk) to execute in parallel on as many executor nodes as possible.&quot;&#10;&#10;4. **Total Summing Routine**:&#10;   - Header: &quot;We load a total summing routine to an executor which collects results from each of the partial summing routines and calculates and outputs a total sum.&quot;&#10;&#10;5. **Network Bandwidth Question**:&#10;   - Header: &quot;Question: What if we find that processing performance is limited by network bandwidth as we move massive amounts of data from the data nodes to the executor nodes?&quot;&#10;&#10;This sequence outlines the process of using a distributed file system and executor nodes for parallel processing of data chunks, while highlighting a potential performance bottleneck due to network bandwidth limitations when transferring data between nodes.">
            <a:extLst>
              <a:ext uri="{FF2B5EF4-FFF2-40B4-BE49-F238E27FC236}">
                <a16:creationId xmlns:a16="http://schemas.microsoft.com/office/drawing/2014/main" id="{DEA0022E-1D3A-8568-3E54-F51AF1E5E08D}"/>
              </a:ext>
            </a:extLst>
          </p:cNvPr>
          <p:cNvPicPr>
            <a:picLocks noChangeAspect="1"/>
          </p:cNvPicPr>
          <p:nvPr/>
        </p:nvPicPr>
        <p:blipFill>
          <a:blip r:embed="rId3"/>
          <a:stretch>
            <a:fillRect/>
          </a:stretch>
        </p:blipFill>
        <p:spPr>
          <a:xfrm>
            <a:off x="1093211" y="2578245"/>
            <a:ext cx="8059015" cy="6647584"/>
          </a:xfrm>
          <a:prstGeom prst="rect">
            <a:avLst/>
          </a:prstGeom>
        </p:spPr>
      </p:pic>
    </p:spTree>
    <p:extLst>
      <p:ext uri="{BB962C8B-B14F-4D97-AF65-F5344CB8AC3E}">
        <p14:creationId xmlns:p14="http://schemas.microsoft.com/office/powerpoint/2010/main" val="2142318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A5B5D-4068-1665-5BF1-96D68AE3EEAF}"/>
              </a:ext>
            </a:extLst>
          </p:cNvPr>
          <p:cNvSpPr>
            <a:spLocks noGrp="1"/>
          </p:cNvSpPr>
          <p:nvPr>
            <p:ph type="title"/>
          </p:nvPr>
        </p:nvSpPr>
        <p:spPr/>
        <p:txBody>
          <a:bodyPr/>
          <a:lstStyle/>
          <a:p>
            <a:r>
              <a:rPr lang="en-US" dirty="0"/>
              <a:t>Generic Distributed Execution Engine (2)</a:t>
            </a:r>
          </a:p>
        </p:txBody>
      </p:sp>
      <p:pic>
        <p:nvPicPr>
          <p:cNvPr id="4" name="Picture 3" descr="The image illustrates an optimized process of summing a massive dataset using a distributed file system with collocated data storage and execution nodes. Here are the key components and their interactions:&#10;&#10;1. **Massive Dataset**:&#10;   - The dataset is divided into three chunks, each containing integers:&#10;     - **Chunk 1**: 123&#10;     - **Chunk 2**: 456&#10;     - **Chunk 3**: 789&#10;&#10;2. **Storage Process**:&#10;   - An arrow labeled &quot;Store Dataset To Cluster&quot; indicates the process of storing the chunks into the distributed file system.&#10;&#10;3. **Distributed File System**:&#10;   - The distributed file system comprises three data and execution nodes and a metadata node:&#10;     - **Data and Exec Node 1** stores **Chunk 1 (CK1: 123)** and calculates the partial sum: \(1 + 2 + 3 = 6\)&#10;     - **Data and Exec Node 2** stores **Chunk 2 (CK2: 456)** and calculates the partial sum: \(4 + 5 + 6 = 15\)&#10;     - **Data and Exec Node 3** stores **Chunk 3 (CK3: 789)** and calculates the partial sum: \(7 + 8 + 9 = 24\)&#10;     - **Metadata Node** keeps track of the chunk locations.&#10;&#10;4. **Parallel Program**:&#10;   - The parallel program includes two routines:&#10;     - **Calc Partial Sum**: Calculates the sum of integers within a chunk.&#10;     - **Calc Total Sum**: Collects results from partial sums and calculates the total sum.&#10;&#10;5. **Loading App to Cluster**:&#10;   - An arrow labeled &quot;Load App (Routines) To Cluster&quot; indicates the distribution of the summing app to the cluster.&#10;&#10;6. **Execution Process**:&#10;   - Each chunk is processed by its respective data and execution node, calculating partial sums:&#10;     - **Data and Exec Node 1** calculates partial sum: 6&#10;     - **Data and Exec Node 2** calculates partial sum: 15&#10;     - **Data and Exec Node 3** calculates partial sum: 24&#10;   - The partial sums are then sent to another executor node (**Data and Exec Node 4**) which calculates the total sum: \(6 + 15 + 24 = 45\)&#10;&#10;7. **Summing Process**:&#10;   - The total sum of the dataset is calculated as 45.&#10;&#10;This diagram demonstrates the efficiency of collocating data storage and execution within the same nodes to reduce network overhead and enhance processing performance. The process leverages parallel execution of partial sums, followed by aggregation to compute the final total sum.">
            <a:extLst>
              <a:ext uri="{FF2B5EF4-FFF2-40B4-BE49-F238E27FC236}">
                <a16:creationId xmlns:a16="http://schemas.microsoft.com/office/drawing/2014/main" id="{D9259644-C140-2EED-04D3-90574BC547FF}"/>
              </a:ext>
            </a:extLst>
          </p:cNvPr>
          <p:cNvPicPr>
            <a:picLocks noChangeAspect="1"/>
          </p:cNvPicPr>
          <p:nvPr/>
        </p:nvPicPr>
        <p:blipFill>
          <a:blip r:embed="rId2"/>
          <a:stretch>
            <a:fillRect/>
          </a:stretch>
        </p:blipFill>
        <p:spPr>
          <a:xfrm>
            <a:off x="9853906" y="2311400"/>
            <a:ext cx="7329195" cy="6584950"/>
          </a:xfrm>
          <a:prstGeom prst="rect">
            <a:avLst/>
          </a:prstGeom>
        </p:spPr>
      </p:pic>
      <p:sp>
        <p:nvSpPr>
          <p:cNvPr id="6" name="Rectangle 5">
            <a:extLst>
              <a:ext uri="{FF2B5EF4-FFF2-40B4-BE49-F238E27FC236}">
                <a16:creationId xmlns:a16="http://schemas.microsoft.com/office/drawing/2014/main" id="{17295107-ADAA-E0A3-648A-FE696C118D9E}"/>
              </a:ext>
            </a:extLst>
          </p:cNvPr>
          <p:cNvSpPr/>
          <p:nvPr/>
        </p:nvSpPr>
        <p:spPr>
          <a:xfrm>
            <a:off x="15791594" y="6752942"/>
            <a:ext cx="284329" cy="365760"/>
          </a:xfrm>
          <a:prstGeom prst="rect">
            <a:avLst/>
          </a:prstGeom>
          <a:solidFill>
            <a:srgbClr val="F2F2F2"/>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300" dirty="0"/>
              <a:t>4</a:t>
            </a:r>
          </a:p>
        </p:txBody>
      </p:sp>
      <p:pic>
        <p:nvPicPr>
          <p:cNvPr id="31" name="Picture 30" descr="The image describes an optimized approach for processing data in a distributed computing cluster, emphasizing the benefits of collocating storage and computation. Here are the key points, presented in a step-by-step format:&#10;&#10;1. **Cluster Capabilities**:&#10;   - Header: &quot;Now imagine our cluster offers nodes each of which can support both block storage (as part of a distributed file system) and app/routine execution.&quot;&#10;&#10;2. **Collocation of Routines**:&#10;   - Header: &quot;Now we collocate each instance of the partial summing routine on the node which holds the chunk upon which it will operate.&quot;&#10;&#10;3. **Reduction of Data Movement**:&#10;   - Header: &quot;In this way we reduce the amount of data which needs to move from one cluster node to another, reducing network overhead and potentially increasing overall processing performance.&quot;&#10;&#10;4. **Optimal Performance for Parallel Workloads**:&#10;   - Header: &quot;Overall app performance is best for embarrassingly parallel workloads where minimal design effort is needed to separate the problem into a number of parallel tasks.&quot;&#10;&#10;5. **Independence of Parallel Tasks**:&#10;   - Header: &quot;This is often the case where there is little or no dependency or need for communication between those parallel tasks, or for results exchange between them.&quot;&#10;&#10;This approach highlights the efficiency gains achieved by minimizing data transfer between nodes and leveraging the inherent parallelism in workloads where tasks are independent and can be processed simultaneously without significant communication overhead.">
            <a:extLst>
              <a:ext uri="{FF2B5EF4-FFF2-40B4-BE49-F238E27FC236}">
                <a16:creationId xmlns:a16="http://schemas.microsoft.com/office/drawing/2014/main" id="{1AFAD539-BBCF-E445-09CD-FED895AD7B78}"/>
              </a:ext>
            </a:extLst>
          </p:cNvPr>
          <p:cNvPicPr>
            <a:picLocks noChangeAspect="1"/>
          </p:cNvPicPr>
          <p:nvPr/>
        </p:nvPicPr>
        <p:blipFill>
          <a:blip r:embed="rId3"/>
          <a:stretch>
            <a:fillRect/>
          </a:stretch>
        </p:blipFill>
        <p:spPr>
          <a:xfrm>
            <a:off x="232929" y="2149620"/>
            <a:ext cx="8906740" cy="7463269"/>
          </a:xfrm>
          <a:prstGeom prst="rect">
            <a:avLst/>
          </a:prstGeom>
        </p:spPr>
      </p:pic>
    </p:spTree>
    <p:extLst>
      <p:ext uri="{BB962C8B-B14F-4D97-AF65-F5344CB8AC3E}">
        <p14:creationId xmlns:p14="http://schemas.microsoft.com/office/powerpoint/2010/main" val="411181550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8"/>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76077723e4e34c3b5aeef4b04efa78bf">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19e363e40d36e188a1c3db48bbcaf99f"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BFA838ED-C12F-4A42-8E88-98BAC73D2147}">
  <ds:schemaRefs>
    <ds:schemaRef ds:uri="http://schemas.microsoft.com/sharepoint/v3/contenttype/forms"/>
  </ds:schemaRefs>
</ds:datastoreItem>
</file>

<file path=customXml/itemProps3.xml><?xml version="1.0" encoding="utf-8"?>
<ds:datastoreItem xmlns:ds="http://schemas.openxmlformats.org/officeDocument/2006/customXml" ds:itemID="{8148061C-B37A-4CA5-9D56-0F1C74DCB1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51665</TotalTime>
  <Words>903</Words>
  <Application>Microsoft Office PowerPoint</Application>
  <PresentationFormat>Custom</PresentationFormat>
  <Paragraphs>43</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Breeze</vt:lpstr>
      <vt:lpstr>Module 1: Lesson 7 Generic Distributed Storage Systems and Execution Engines</vt:lpstr>
      <vt:lpstr>Technology for Handling Big Data</vt:lpstr>
      <vt:lpstr>Generic Distributed Storage System (1)</vt:lpstr>
      <vt:lpstr>Generic Distributed Storage System (2)</vt:lpstr>
      <vt:lpstr>Generic Distributed Storage System (3)</vt:lpstr>
      <vt:lpstr>Generic Distributed Storage System (4)</vt:lpstr>
      <vt:lpstr>Generic Distributed Execution Engine (1)</vt:lpstr>
      <vt:lpstr>Generic Distributed Execution Engine (2)</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Joseph Rosen</cp:lastModifiedBy>
  <cp:revision>165</cp:revision>
  <cp:lastPrinted>2023-10-30T23:31:26Z</cp:lastPrinted>
  <dcterms:created xsi:type="dcterms:W3CDTF">2019-02-13T16:04:21Z</dcterms:created>
  <dcterms:modified xsi:type="dcterms:W3CDTF">2024-07-03T18:55:21Z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ArticulateGUID">
    <vt:lpwstr>05F7029E-0F5D-4B29-A335-A378515D0C5B</vt:lpwstr>
  </property>
  <property fmtid="{D5CDD505-2E9C-101B-9397-08002B2CF9AE}" pid="4" name="ArticulatePath">
    <vt:lpwstr>Module 1 v1 11092023</vt:lpwstr>
  </property>
  <property fmtid="{D5CDD505-2E9C-101B-9397-08002B2CF9AE}" pid="5" name="MediaServiceImageTags">
    <vt:lpwstr/>
  </property>
</Properties>
</file>