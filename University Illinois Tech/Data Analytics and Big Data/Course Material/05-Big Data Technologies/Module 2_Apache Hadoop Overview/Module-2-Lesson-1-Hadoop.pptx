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tags/tag3.xml" ContentType="application/vnd.openxmlformats-officedocument.presentationml.tags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7" r:id="rId4"/>
  </p:sldMasterIdLst>
  <p:notesMasterIdLst>
    <p:notesMasterId r:id="rId22"/>
  </p:notesMasterIdLst>
  <p:sldIdLst>
    <p:sldId id="610" r:id="rId5"/>
    <p:sldId id="760" r:id="rId6"/>
    <p:sldId id="759" r:id="rId7"/>
    <p:sldId id="761" r:id="rId8"/>
    <p:sldId id="510" r:id="rId9"/>
    <p:sldId id="763" r:id="rId10"/>
    <p:sldId id="281" r:id="rId11"/>
    <p:sldId id="305" r:id="rId12"/>
    <p:sldId id="689" r:id="rId13"/>
    <p:sldId id="698" r:id="rId14"/>
    <p:sldId id="294" r:id="rId15"/>
    <p:sldId id="765" r:id="rId16"/>
    <p:sldId id="764" r:id="rId17"/>
    <p:sldId id="567" r:id="rId18"/>
    <p:sldId id="794" r:id="rId19"/>
    <p:sldId id="769" r:id="rId20"/>
    <p:sldId id="770" r:id="rId21"/>
  </p:sldIdLst>
  <p:sldSz cx="18288000" cy="10287000"/>
  <p:notesSz cx="6858000" cy="9144000"/>
  <p:custDataLst>
    <p:tags r:id="rId23"/>
  </p:custDataLst>
  <p:defaultTextStyle>
    <a:defPPr>
      <a:defRPr lang="en-US"/>
    </a:defPPr>
    <a:lvl1pPr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9144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18288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27432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36576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45720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54864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64008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73152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0" userDrawn="1">
          <p15:clr>
            <a:srgbClr val="A4A3A4"/>
          </p15:clr>
        </p15:guide>
        <p15:guide id="2" pos="57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C7C7C"/>
    <a:srgbClr val="DFDFDF"/>
    <a:srgbClr val="FFA858"/>
    <a:srgbClr val="3F4F6C"/>
    <a:srgbClr val="C50724"/>
    <a:srgbClr val="0070C0"/>
    <a:srgbClr val="BD051B"/>
    <a:srgbClr val="969696"/>
    <a:srgbClr val="E98D0A"/>
    <a:srgbClr val="177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86"/>
    <p:restoredTop sz="91693"/>
  </p:normalViewPr>
  <p:slideViewPr>
    <p:cSldViewPr snapToGrid="0" snapToObjects="1">
      <p:cViewPr varScale="1">
        <p:scale>
          <a:sx n="40" d="100"/>
          <a:sy n="40" d="100"/>
        </p:scale>
        <p:origin x="29" y="374"/>
      </p:cViewPr>
      <p:guideLst>
        <p:guide orient="horz" pos="3240"/>
        <p:guide pos="57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gs" Target="tags/tag1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dy Tseng" userId="b031a71b-ea40-479f-9c0f-e713aa008bfa" providerId="ADAL" clId="{BC91907B-B53E-4498-9312-EEED9637AD95}"/>
    <pc:docChg chg="modSld">
      <pc:chgData name="Judy Tseng" userId="b031a71b-ea40-479f-9c0f-e713aa008bfa" providerId="ADAL" clId="{BC91907B-B53E-4498-9312-EEED9637AD95}" dt="2024-03-27T18:49:41.195" v="22" actId="962"/>
      <pc:docMkLst>
        <pc:docMk/>
      </pc:docMkLst>
      <pc:sldChg chg="modSp mod">
        <pc:chgData name="Judy Tseng" userId="b031a71b-ea40-479f-9c0f-e713aa008bfa" providerId="ADAL" clId="{BC91907B-B53E-4498-9312-EEED9637AD95}" dt="2024-03-27T16:57:43.935" v="9" actId="207"/>
        <pc:sldMkLst>
          <pc:docMk/>
          <pc:sldMk cId="2117454352" sldId="567"/>
        </pc:sldMkLst>
        <pc:spChg chg="mod">
          <ac:chgData name="Judy Tseng" userId="b031a71b-ea40-479f-9c0f-e713aa008bfa" providerId="ADAL" clId="{BC91907B-B53E-4498-9312-EEED9637AD95}" dt="2024-03-27T16:57:38.672" v="6" actId="207"/>
          <ac:spMkLst>
            <pc:docMk/>
            <pc:sldMk cId="2117454352" sldId="567"/>
            <ac:spMk id="8" creationId="{B9C87F86-2422-9D76-8643-9F14AE6654EA}"/>
          </ac:spMkLst>
        </pc:spChg>
        <pc:spChg chg="mod">
          <ac:chgData name="Judy Tseng" userId="b031a71b-ea40-479f-9c0f-e713aa008bfa" providerId="ADAL" clId="{BC91907B-B53E-4498-9312-EEED9637AD95}" dt="2024-03-27T16:57:42.220" v="8" actId="207"/>
          <ac:spMkLst>
            <pc:docMk/>
            <pc:sldMk cId="2117454352" sldId="567"/>
            <ac:spMk id="9" creationId="{3E9BF948-A9D5-52ED-BA93-AD433038B961}"/>
          </ac:spMkLst>
        </pc:spChg>
        <pc:spChg chg="mod">
          <ac:chgData name="Judy Tseng" userId="b031a71b-ea40-479f-9c0f-e713aa008bfa" providerId="ADAL" clId="{BC91907B-B53E-4498-9312-EEED9637AD95}" dt="2024-03-27T16:57:40.334" v="7" actId="207"/>
          <ac:spMkLst>
            <pc:docMk/>
            <pc:sldMk cId="2117454352" sldId="567"/>
            <ac:spMk id="12" creationId="{DA824491-39DA-2FEF-F31F-171731277535}"/>
          </ac:spMkLst>
        </pc:spChg>
        <pc:spChg chg="mod">
          <ac:chgData name="Judy Tseng" userId="b031a71b-ea40-479f-9c0f-e713aa008bfa" providerId="ADAL" clId="{BC91907B-B53E-4498-9312-EEED9637AD95}" dt="2024-03-27T16:57:43.935" v="9" actId="207"/>
          <ac:spMkLst>
            <pc:docMk/>
            <pc:sldMk cId="2117454352" sldId="567"/>
            <ac:spMk id="13" creationId="{3A9321C7-53EF-9CA7-F7BF-681BF48FC6F4}"/>
          </ac:spMkLst>
        </pc:spChg>
      </pc:sldChg>
      <pc:sldChg chg="modSp mod">
        <pc:chgData name="Judy Tseng" userId="b031a71b-ea40-479f-9c0f-e713aa008bfa" providerId="ADAL" clId="{BC91907B-B53E-4498-9312-EEED9637AD95}" dt="2024-03-27T18:49:29.762" v="18" actId="962"/>
        <pc:sldMkLst>
          <pc:docMk/>
          <pc:sldMk cId="1629781796" sldId="689"/>
        </pc:sldMkLst>
        <pc:spChg chg="mod">
          <ac:chgData name="Judy Tseng" userId="b031a71b-ea40-479f-9c0f-e713aa008bfa" providerId="ADAL" clId="{BC91907B-B53E-4498-9312-EEED9637AD95}" dt="2024-03-27T18:49:25.547" v="16" actId="962"/>
          <ac:spMkLst>
            <pc:docMk/>
            <pc:sldMk cId="1629781796" sldId="689"/>
            <ac:spMk id="3" creationId="{F0198E06-907F-EDB8-3165-65181847C7FE}"/>
          </ac:spMkLst>
        </pc:spChg>
        <pc:spChg chg="mod">
          <ac:chgData name="Judy Tseng" userId="b031a71b-ea40-479f-9c0f-e713aa008bfa" providerId="ADAL" clId="{BC91907B-B53E-4498-9312-EEED9637AD95}" dt="2024-03-27T16:57:23.979" v="4" actId="207"/>
          <ac:spMkLst>
            <pc:docMk/>
            <pc:sldMk cId="1629781796" sldId="689"/>
            <ac:spMk id="5" creationId="{3ED4DE36-52C0-CB95-BACC-337A00B1A90C}"/>
          </ac:spMkLst>
        </pc:spChg>
        <pc:spChg chg="mod">
          <ac:chgData name="Judy Tseng" userId="b031a71b-ea40-479f-9c0f-e713aa008bfa" providerId="ADAL" clId="{BC91907B-B53E-4498-9312-EEED9637AD95}" dt="2024-03-27T16:57:26.944" v="5" actId="207"/>
          <ac:spMkLst>
            <pc:docMk/>
            <pc:sldMk cId="1629781796" sldId="689"/>
            <ac:spMk id="6" creationId="{D7AAFCEC-8CFD-2586-37E2-FB68E05134D6}"/>
          </ac:spMkLst>
        </pc:spChg>
        <pc:spChg chg="mod">
          <ac:chgData name="Judy Tseng" userId="b031a71b-ea40-479f-9c0f-e713aa008bfa" providerId="ADAL" clId="{BC91907B-B53E-4498-9312-EEED9637AD95}" dt="2024-03-27T18:49:21.031" v="14" actId="962"/>
          <ac:spMkLst>
            <pc:docMk/>
            <pc:sldMk cId="1629781796" sldId="689"/>
            <ac:spMk id="8" creationId="{AE65C159-5C92-BCA3-41C6-866AA4775CF5}"/>
          </ac:spMkLst>
        </pc:spChg>
        <pc:spChg chg="mod">
          <ac:chgData name="Judy Tseng" userId="b031a71b-ea40-479f-9c0f-e713aa008bfa" providerId="ADAL" clId="{BC91907B-B53E-4498-9312-EEED9637AD95}" dt="2024-03-27T18:49:22.587" v="15" actId="962"/>
          <ac:spMkLst>
            <pc:docMk/>
            <pc:sldMk cId="1629781796" sldId="689"/>
            <ac:spMk id="9" creationId="{E4BC379E-337C-E555-73C1-C466E42489C1}"/>
          </ac:spMkLst>
        </pc:spChg>
        <pc:spChg chg="mod">
          <ac:chgData name="Judy Tseng" userId="b031a71b-ea40-479f-9c0f-e713aa008bfa" providerId="ADAL" clId="{BC91907B-B53E-4498-9312-EEED9637AD95}" dt="2024-03-27T18:49:27.243" v="17" actId="962"/>
          <ac:spMkLst>
            <pc:docMk/>
            <pc:sldMk cId="1629781796" sldId="689"/>
            <ac:spMk id="11" creationId="{77145B75-5BEF-663B-2CA4-F20ABD4D9041}"/>
          </ac:spMkLst>
        </pc:spChg>
        <pc:spChg chg="mod">
          <ac:chgData name="Judy Tseng" userId="b031a71b-ea40-479f-9c0f-e713aa008bfa" providerId="ADAL" clId="{BC91907B-B53E-4498-9312-EEED9637AD95}" dt="2024-03-27T18:49:29.762" v="18" actId="962"/>
          <ac:spMkLst>
            <pc:docMk/>
            <pc:sldMk cId="1629781796" sldId="689"/>
            <ac:spMk id="14" creationId="{F1AC3EB0-949C-4C3A-4E8D-AFEE364D835C}"/>
          </ac:spMkLst>
        </pc:spChg>
      </pc:sldChg>
      <pc:sldChg chg="modSp mod">
        <pc:chgData name="Judy Tseng" userId="b031a71b-ea40-479f-9c0f-e713aa008bfa" providerId="ADAL" clId="{BC91907B-B53E-4498-9312-EEED9637AD95}" dt="2024-03-27T18:49:41.195" v="22" actId="962"/>
        <pc:sldMkLst>
          <pc:docMk/>
          <pc:sldMk cId="4000833352" sldId="698"/>
        </pc:sldMkLst>
        <pc:spChg chg="mod">
          <ac:chgData name="Judy Tseng" userId="b031a71b-ea40-479f-9c0f-e713aa008bfa" providerId="ADAL" clId="{BC91907B-B53E-4498-9312-EEED9637AD95}" dt="2024-03-27T18:49:39.347" v="21" actId="962"/>
          <ac:spMkLst>
            <pc:docMk/>
            <pc:sldMk cId="4000833352" sldId="698"/>
            <ac:spMk id="3" creationId="{F0198E06-907F-EDB8-3165-65181847C7FE}"/>
          </ac:spMkLst>
        </pc:spChg>
        <pc:spChg chg="mod">
          <ac:chgData name="Judy Tseng" userId="b031a71b-ea40-479f-9c0f-e713aa008bfa" providerId="ADAL" clId="{BC91907B-B53E-4498-9312-EEED9637AD95}" dt="2024-03-27T18:49:32.233" v="19" actId="962"/>
          <ac:spMkLst>
            <pc:docMk/>
            <pc:sldMk cId="4000833352" sldId="698"/>
            <ac:spMk id="8" creationId="{AE65C159-5C92-BCA3-41C6-866AA4775CF5}"/>
          </ac:spMkLst>
        </pc:spChg>
        <pc:spChg chg="mod">
          <ac:chgData name="Judy Tseng" userId="b031a71b-ea40-479f-9c0f-e713aa008bfa" providerId="ADAL" clId="{BC91907B-B53E-4498-9312-EEED9637AD95}" dt="2024-03-27T18:49:36.245" v="20" actId="962"/>
          <ac:spMkLst>
            <pc:docMk/>
            <pc:sldMk cId="4000833352" sldId="698"/>
            <ac:spMk id="9" creationId="{E4BC379E-337C-E555-73C1-C466E42489C1}"/>
          </ac:spMkLst>
        </pc:spChg>
        <pc:spChg chg="mod">
          <ac:chgData name="Judy Tseng" userId="b031a71b-ea40-479f-9c0f-e713aa008bfa" providerId="ADAL" clId="{BC91907B-B53E-4498-9312-EEED9637AD95}" dt="2024-03-27T18:49:41.195" v="22" actId="962"/>
          <ac:spMkLst>
            <pc:docMk/>
            <pc:sldMk cId="4000833352" sldId="698"/>
            <ac:spMk id="11" creationId="{77145B75-5BEF-663B-2CA4-F20ABD4D9041}"/>
          </ac:spMkLst>
        </pc:spChg>
      </pc:sldChg>
      <pc:sldChg chg="modSp mod">
        <pc:chgData name="Judy Tseng" userId="b031a71b-ea40-479f-9c0f-e713aa008bfa" providerId="ADAL" clId="{BC91907B-B53E-4498-9312-EEED9637AD95}" dt="2024-03-27T16:57:14.180" v="3" actId="207"/>
        <pc:sldMkLst>
          <pc:docMk/>
          <pc:sldMk cId="2301142656" sldId="759"/>
        </pc:sldMkLst>
        <pc:spChg chg="mod">
          <ac:chgData name="Judy Tseng" userId="b031a71b-ea40-479f-9c0f-e713aa008bfa" providerId="ADAL" clId="{BC91907B-B53E-4498-9312-EEED9637AD95}" dt="2024-03-27T16:57:05.826" v="0" actId="207"/>
          <ac:spMkLst>
            <pc:docMk/>
            <pc:sldMk cId="2301142656" sldId="759"/>
            <ac:spMk id="8" creationId="{B9C87F86-2422-9D76-8643-9F14AE6654EA}"/>
          </ac:spMkLst>
        </pc:spChg>
        <pc:spChg chg="mod">
          <ac:chgData name="Judy Tseng" userId="b031a71b-ea40-479f-9c0f-e713aa008bfa" providerId="ADAL" clId="{BC91907B-B53E-4498-9312-EEED9637AD95}" dt="2024-03-27T16:57:08.700" v="1" actId="207"/>
          <ac:spMkLst>
            <pc:docMk/>
            <pc:sldMk cId="2301142656" sldId="759"/>
            <ac:spMk id="9" creationId="{3E9BF948-A9D5-52ED-BA93-AD433038B961}"/>
          </ac:spMkLst>
        </pc:spChg>
        <pc:spChg chg="mod">
          <ac:chgData name="Judy Tseng" userId="b031a71b-ea40-479f-9c0f-e713aa008bfa" providerId="ADAL" clId="{BC91907B-B53E-4498-9312-EEED9637AD95}" dt="2024-03-27T16:57:11.674" v="2" actId="207"/>
          <ac:spMkLst>
            <pc:docMk/>
            <pc:sldMk cId="2301142656" sldId="759"/>
            <ac:spMk id="12" creationId="{DA824491-39DA-2FEF-F31F-171731277535}"/>
          </ac:spMkLst>
        </pc:spChg>
        <pc:spChg chg="mod">
          <ac:chgData name="Judy Tseng" userId="b031a71b-ea40-479f-9c0f-e713aa008bfa" providerId="ADAL" clId="{BC91907B-B53E-4498-9312-EEED9637AD95}" dt="2024-03-27T16:57:14.180" v="3" actId="207"/>
          <ac:spMkLst>
            <pc:docMk/>
            <pc:sldMk cId="2301142656" sldId="759"/>
            <ac:spMk id="13" creationId="{3A9321C7-53EF-9CA7-F7BF-681BF48FC6F4}"/>
          </ac:spMkLst>
        </pc:spChg>
      </pc:sldChg>
      <pc:sldChg chg="modSp mod">
        <pc:chgData name="Judy Tseng" userId="b031a71b-ea40-479f-9c0f-e713aa008bfa" providerId="ADAL" clId="{BC91907B-B53E-4498-9312-EEED9637AD95}" dt="2024-03-27T16:57:53.437" v="13" actId="207"/>
        <pc:sldMkLst>
          <pc:docMk/>
          <pc:sldMk cId="382379023" sldId="794"/>
        </pc:sldMkLst>
        <pc:spChg chg="mod">
          <ac:chgData name="Judy Tseng" userId="b031a71b-ea40-479f-9c0f-e713aa008bfa" providerId="ADAL" clId="{BC91907B-B53E-4498-9312-EEED9637AD95}" dt="2024-03-27T16:57:47.370" v="10" actId="207"/>
          <ac:spMkLst>
            <pc:docMk/>
            <pc:sldMk cId="382379023" sldId="794"/>
            <ac:spMk id="8" creationId="{B9C87F86-2422-9D76-8643-9F14AE6654EA}"/>
          </ac:spMkLst>
        </pc:spChg>
        <pc:spChg chg="mod">
          <ac:chgData name="Judy Tseng" userId="b031a71b-ea40-479f-9c0f-e713aa008bfa" providerId="ADAL" clId="{BC91907B-B53E-4498-9312-EEED9637AD95}" dt="2024-03-27T16:57:51.285" v="12" actId="207"/>
          <ac:spMkLst>
            <pc:docMk/>
            <pc:sldMk cId="382379023" sldId="794"/>
            <ac:spMk id="9" creationId="{3E9BF948-A9D5-52ED-BA93-AD433038B961}"/>
          </ac:spMkLst>
        </pc:spChg>
        <pc:spChg chg="mod">
          <ac:chgData name="Judy Tseng" userId="b031a71b-ea40-479f-9c0f-e713aa008bfa" providerId="ADAL" clId="{BC91907B-B53E-4498-9312-EEED9637AD95}" dt="2024-03-27T16:57:49.215" v="11" actId="207"/>
          <ac:spMkLst>
            <pc:docMk/>
            <pc:sldMk cId="382379023" sldId="794"/>
            <ac:spMk id="12" creationId="{DA824491-39DA-2FEF-F31F-171731277535}"/>
          </ac:spMkLst>
        </pc:spChg>
        <pc:spChg chg="mod">
          <ac:chgData name="Judy Tseng" userId="b031a71b-ea40-479f-9c0f-e713aa008bfa" providerId="ADAL" clId="{BC91907B-B53E-4498-9312-EEED9637AD95}" dt="2024-03-27T16:57:53.437" v="13" actId="207"/>
          <ac:spMkLst>
            <pc:docMk/>
            <pc:sldMk cId="382379023" sldId="794"/>
            <ac:spMk id="13" creationId="{3A9321C7-53EF-9CA7-F7BF-681BF48FC6F4}"/>
          </ac:spMkLst>
        </pc:spChg>
      </pc:sldChg>
    </pc:docChg>
  </pc:docChgLst>
  <pc:docChgLst>
    <pc:chgData name="Allison Mulshine" userId="S::allison.mulshine@collegiseducation.com::5f656d52-c555-4e5e-9a5b-18226766ffe3" providerId="AD" clId="Web-{36E6D95B-A5FD-C1BE-6A67-B123C65598A4}"/>
    <pc:docChg chg="modSld">
      <pc:chgData name="Allison Mulshine" userId="S::allison.mulshine@collegiseducation.com::5f656d52-c555-4e5e-9a5b-18226766ffe3" providerId="AD" clId="Web-{36E6D95B-A5FD-C1BE-6A67-B123C65598A4}" dt="2024-06-19T19:44:17.725" v="3"/>
      <pc:docMkLst>
        <pc:docMk/>
      </pc:docMkLst>
      <pc:sldChg chg="modSp">
        <pc:chgData name="Allison Mulshine" userId="S::allison.mulshine@collegiseducation.com::5f656d52-c555-4e5e-9a5b-18226766ffe3" providerId="AD" clId="Web-{36E6D95B-A5FD-C1BE-6A67-B123C65598A4}" dt="2024-06-19T19:42:32.503" v="1"/>
        <pc:sldMkLst>
          <pc:docMk/>
          <pc:sldMk cId="1456396773" sldId="764"/>
        </pc:sldMkLst>
        <pc:picChg chg="mod">
          <ac:chgData name="Allison Mulshine" userId="S::allison.mulshine@collegiseducation.com::5f656d52-c555-4e5e-9a5b-18226766ffe3" providerId="AD" clId="Web-{36E6D95B-A5FD-C1BE-6A67-B123C65598A4}" dt="2024-06-19T19:42:32.503" v="1"/>
          <ac:picMkLst>
            <pc:docMk/>
            <pc:sldMk cId="1456396773" sldId="764"/>
            <ac:picMk id="21" creationId="{18869D24-0503-602B-891B-8C90902A6BCE}"/>
          </ac:picMkLst>
        </pc:picChg>
      </pc:sldChg>
      <pc:sldChg chg="modSp">
        <pc:chgData name="Allison Mulshine" userId="S::allison.mulshine@collegiseducation.com::5f656d52-c555-4e5e-9a5b-18226766ffe3" providerId="AD" clId="Web-{36E6D95B-A5FD-C1BE-6A67-B123C65598A4}" dt="2024-06-19T19:41:57.361" v="0"/>
        <pc:sldMkLst>
          <pc:docMk/>
          <pc:sldMk cId="2876206057" sldId="765"/>
        </pc:sldMkLst>
        <pc:picChg chg="mod">
          <ac:chgData name="Allison Mulshine" userId="S::allison.mulshine@collegiseducation.com::5f656d52-c555-4e5e-9a5b-18226766ffe3" providerId="AD" clId="Web-{36E6D95B-A5FD-C1BE-6A67-B123C65598A4}" dt="2024-06-19T19:41:57.361" v="0"/>
          <ac:picMkLst>
            <pc:docMk/>
            <pc:sldMk cId="2876206057" sldId="765"/>
            <ac:picMk id="3" creationId="{5BB3ED8B-EF97-53EF-A35C-D815157141A2}"/>
          </ac:picMkLst>
        </pc:picChg>
      </pc:sldChg>
      <pc:sldChg chg="modSp">
        <pc:chgData name="Allison Mulshine" userId="S::allison.mulshine@collegiseducation.com::5f656d52-c555-4e5e-9a5b-18226766ffe3" providerId="AD" clId="Web-{36E6D95B-A5FD-C1BE-6A67-B123C65598A4}" dt="2024-06-19T19:43:30.739" v="2"/>
        <pc:sldMkLst>
          <pc:docMk/>
          <pc:sldMk cId="2684131042" sldId="769"/>
        </pc:sldMkLst>
        <pc:picChg chg="mod">
          <ac:chgData name="Allison Mulshine" userId="S::allison.mulshine@collegiseducation.com::5f656d52-c555-4e5e-9a5b-18226766ffe3" providerId="AD" clId="Web-{36E6D95B-A5FD-C1BE-6A67-B123C65598A4}" dt="2024-06-19T19:43:30.739" v="2"/>
          <ac:picMkLst>
            <pc:docMk/>
            <pc:sldMk cId="2684131042" sldId="769"/>
            <ac:picMk id="3" creationId="{52999F20-1A17-41ED-0D9B-0C02059545D9}"/>
          </ac:picMkLst>
        </pc:picChg>
      </pc:sldChg>
      <pc:sldChg chg="modSp">
        <pc:chgData name="Allison Mulshine" userId="S::allison.mulshine@collegiseducation.com::5f656d52-c555-4e5e-9a5b-18226766ffe3" providerId="AD" clId="Web-{36E6D95B-A5FD-C1BE-6A67-B123C65598A4}" dt="2024-06-19T19:44:17.725" v="3"/>
        <pc:sldMkLst>
          <pc:docMk/>
          <pc:sldMk cId="3584966283" sldId="770"/>
        </pc:sldMkLst>
        <pc:picChg chg="mod">
          <ac:chgData name="Allison Mulshine" userId="S::allison.mulshine@collegiseducation.com::5f656d52-c555-4e5e-9a5b-18226766ffe3" providerId="AD" clId="Web-{36E6D95B-A5FD-C1BE-6A67-B123C65598A4}" dt="2024-06-19T19:44:17.725" v="3"/>
          <ac:picMkLst>
            <pc:docMk/>
            <pc:sldMk cId="3584966283" sldId="770"/>
            <ac:picMk id="9" creationId="{948C6DFE-94A5-E198-F9B5-07C79C54C162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0D0BB63-F3DB-7A4D-9E9E-D3BCBD2E7EB3}" type="doc">
      <dgm:prSet loTypeId="urn:microsoft.com/office/officeart/2018/5/layout/Centered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38895C2-01F9-6245-91B5-24143C38A9C7}">
      <dgm:prSet phldrT="[Text]"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sz="2800" dirty="0">
              <a:solidFill>
                <a:schemeClr val="tx1"/>
              </a:solidFill>
              <a:cs typeface="Arial"/>
            </a:rPr>
            <a:t>Hadoop Distributed File System</a:t>
          </a:r>
          <a:endParaRPr lang="en-US" sz="2800" dirty="0"/>
        </a:p>
      </dgm:t>
    </dgm:pt>
    <dgm:pt modelId="{4E7FF56D-46AD-054E-9A98-96B3BA155886}" type="parTrans" cxnId="{D3B5A944-F001-C443-B5F2-2B9F33291B32}">
      <dgm:prSet/>
      <dgm:spPr/>
      <dgm:t>
        <a:bodyPr/>
        <a:lstStyle/>
        <a:p>
          <a:endParaRPr lang="en-US" sz="3600"/>
        </a:p>
      </dgm:t>
    </dgm:pt>
    <dgm:pt modelId="{705E8EE7-BF08-CB4D-BD5C-3C2188954C5C}" type="sibTrans" cxnId="{D3B5A944-F001-C443-B5F2-2B9F33291B32}">
      <dgm:prSet/>
      <dgm:spPr/>
      <dgm:t>
        <a:bodyPr/>
        <a:lstStyle/>
        <a:p>
          <a:endParaRPr lang="en-US" sz="3600"/>
        </a:p>
      </dgm:t>
    </dgm:pt>
    <dgm:pt modelId="{442D5A58-C0BA-F144-900D-CD068CAEACC5}">
      <dgm:prSet phldrT="[Text]" custT="1"/>
      <dgm:spPr/>
      <dgm:t>
        <a:bodyPr/>
        <a:lstStyle/>
        <a:p>
          <a:pPr>
            <a:lnSpc>
              <a:spcPct val="100000"/>
            </a:lnSpc>
          </a:pPr>
          <a:endParaRPr lang="en-US" sz="1000" dirty="0">
            <a:solidFill>
              <a:srgbClr val="374151"/>
            </a:solidFill>
            <a:ea typeface="+mn-lt"/>
            <a:cs typeface="+mn-lt"/>
          </a:endParaRPr>
        </a:p>
        <a:p>
          <a:pPr>
            <a:lnSpc>
              <a:spcPct val="100000"/>
            </a:lnSpc>
          </a:pPr>
          <a:r>
            <a:rPr lang="en-US" sz="2400" dirty="0">
              <a:solidFill>
                <a:srgbClr val="374151"/>
              </a:solidFill>
              <a:ea typeface="+mn-lt"/>
              <a:cs typeface="+mn-lt"/>
            </a:rPr>
            <a:t>Allows for the storage of large datasets across multiple nodes in a cluster, providing fault tolerance by replicating data across different nodes</a:t>
          </a:r>
          <a:endParaRPr lang="en-US" sz="2400" dirty="0"/>
        </a:p>
      </dgm:t>
    </dgm:pt>
    <dgm:pt modelId="{CF020809-46CC-9A4C-A8EB-3476998DDE96}" type="sibTrans" cxnId="{1DE38344-B831-4744-90C2-4EADFF394BD8}">
      <dgm:prSet/>
      <dgm:spPr/>
      <dgm:t>
        <a:bodyPr/>
        <a:lstStyle/>
        <a:p>
          <a:endParaRPr lang="en-US" sz="3600"/>
        </a:p>
      </dgm:t>
    </dgm:pt>
    <dgm:pt modelId="{6D408390-93DB-2146-8370-A33797121294}" type="parTrans" cxnId="{1DE38344-B831-4744-90C2-4EADFF394BD8}">
      <dgm:prSet/>
      <dgm:spPr/>
      <dgm:t>
        <a:bodyPr/>
        <a:lstStyle/>
        <a:p>
          <a:endParaRPr lang="en-US" sz="3600"/>
        </a:p>
      </dgm:t>
    </dgm:pt>
    <dgm:pt modelId="{115F7D96-A3EF-2846-B835-63F34DBB95AF}">
      <dgm:prSet phldrT="[Text]"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sz="2800" dirty="0">
              <a:solidFill>
                <a:schemeClr val="tx1"/>
              </a:solidFill>
              <a:cs typeface="Arial"/>
            </a:rPr>
            <a:t>MapReduce Distributed Processing System</a:t>
          </a:r>
          <a:endParaRPr lang="en-US" sz="2800" dirty="0"/>
        </a:p>
      </dgm:t>
    </dgm:pt>
    <dgm:pt modelId="{8904A24B-91D6-D046-A910-7C149A2C7BA8}" type="sibTrans" cxnId="{62DFFD0E-98E5-A249-88B6-3BDEDDF5AB56}">
      <dgm:prSet/>
      <dgm:spPr/>
      <dgm:t>
        <a:bodyPr/>
        <a:lstStyle/>
        <a:p>
          <a:endParaRPr lang="en-US" sz="3600"/>
        </a:p>
      </dgm:t>
    </dgm:pt>
    <dgm:pt modelId="{C4C03E97-7C04-A340-9B66-1F3D898C4382}" type="parTrans" cxnId="{62DFFD0E-98E5-A249-88B6-3BDEDDF5AB56}">
      <dgm:prSet/>
      <dgm:spPr/>
      <dgm:t>
        <a:bodyPr/>
        <a:lstStyle/>
        <a:p>
          <a:endParaRPr lang="en-US" sz="3600"/>
        </a:p>
      </dgm:t>
    </dgm:pt>
    <dgm:pt modelId="{68AFE436-68E0-F348-BCF1-93CA71CE5BFF}">
      <dgm:prSet phldrT="[Text]" custT="1"/>
      <dgm:spPr/>
      <dgm:t>
        <a:bodyPr/>
        <a:lstStyle/>
        <a:p>
          <a:pPr>
            <a:lnSpc>
              <a:spcPct val="100000"/>
            </a:lnSpc>
          </a:pPr>
          <a:endParaRPr lang="en-US" sz="1000" dirty="0">
            <a:solidFill>
              <a:srgbClr val="292934"/>
            </a:solidFill>
            <a:cs typeface="Arial"/>
          </a:endParaRPr>
        </a:p>
        <a:p>
          <a:pPr>
            <a:lnSpc>
              <a:spcPct val="100000"/>
            </a:lnSpc>
          </a:pPr>
          <a:r>
            <a:rPr lang="en-US" sz="2400" dirty="0">
              <a:solidFill>
                <a:srgbClr val="292934"/>
              </a:solidFill>
              <a:cs typeface="Arial"/>
            </a:rPr>
            <a:t>Hadoop's MapReduce paradigm simplifies the development of parallel processing applications. </a:t>
          </a:r>
        </a:p>
        <a:p>
          <a:pPr>
            <a:lnSpc>
              <a:spcPct val="100000"/>
            </a:lnSpc>
          </a:pPr>
          <a:r>
            <a:rPr lang="en-US" sz="2400" dirty="0">
              <a:solidFill>
                <a:srgbClr val="292934"/>
              </a:solidFill>
              <a:cs typeface="Arial"/>
            </a:rPr>
            <a:t>It abstracts away the complexity of distributed computing by allowing developers to express computations in terms of map and reduce functions. </a:t>
          </a:r>
        </a:p>
        <a:p>
          <a:pPr>
            <a:lnSpc>
              <a:spcPct val="100000"/>
            </a:lnSpc>
          </a:pPr>
          <a:r>
            <a:rPr lang="en-US" sz="2400" dirty="0">
              <a:solidFill>
                <a:srgbClr val="292934"/>
              </a:solidFill>
              <a:cs typeface="Arial"/>
            </a:rPr>
            <a:t>This makes it easier to write parallel programs without dealing with low-level details of distributed computing.</a:t>
          </a:r>
          <a:endParaRPr lang="en-US" sz="2400" dirty="0"/>
        </a:p>
      </dgm:t>
    </dgm:pt>
    <dgm:pt modelId="{A3608276-B38D-FE45-BCEB-29DE35B13234}" type="sibTrans" cxnId="{B37041DA-4BB1-984B-9041-AAD983B43E70}">
      <dgm:prSet/>
      <dgm:spPr/>
      <dgm:t>
        <a:bodyPr/>
        <a:lstStyle/>
        <a:p>
          <a:endParaRPr lang="en-US" sz="3600"/>
        </a:p>
      </dgm:t>
    </dgm:pt>
    <dgm:pt modelId="{1FBEFBA1-4192-DF42-B6EB-A3997C4E28B0}" type="parTrans" cxnId="{B37041DA-4BB1-984B-9041-AAD983B43E70}">
      <dgm:prSet/>
      <dgm:spPr/>
      <dgm:t>
        <a:bodyPr/>
        <a:lstStyle/>
        <a:p>
          <a:endParaRPr lang="en-US" sz="3600"/>
        </a:p>
      </dgm:t>
    </dgm:pt>
    <dgm:pt modelId="{2AD1ABFC-E0F5-BC4D-BE1B-386FF830E336}">
      <dgm:prSet phldrT="[Text]"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sz="2800" dirty="0">
              <a:solidFill>
                <a:schemeClr val="tx1"/>
              </a:solidFill>
              <a:cs typeface="Arial"/>
            </a:rPr>
            <a:t>Yet Another Resource Negotiator</a:t>
          </a:r>
          <a:endParaRPr lang="en-US" sz="2800" dirty="0"/>
        </a:p>
      </dgm:t>
    </dgm:pt>
    <dgm:pt modelId="{753B4962-FB12-1244-A406-B9DB3DBF1F65}" type="sibTrans" cxnId="{9AE2F9BD-BA4F-AB4A-89EC-5A072847CB47}">
      <dgm:prSet/>
      <dgm:spPr/>
      <dgm:t>
        <a:bodyPr/>
        <a:lstStyle/>
        <a:p>
          <a:endParaRPr lang="en-US" sz="3600"/>
        </a:p>
      </dgm:t>
    </dgm:pt>
    <dgm:pt modelId="{0CDCC5C5-6C70-3440-BC3B-B1F9BFCF9347}" type="parTrans" cxnId="{9AE2F9BD-BA4F-AB4A-89EC-5A072847CB47}">
      <dgm:prSet/>
      <dgm:spPr/>
      <dgm:t>
        <a:bodyPr/>
        <a:lstStyle/>
        <a:p>
          <a:endParaRPr lang="en-US" sz="3600"/>
        </a:p>
      </dgm:t>
    </dgm:pt>
    <dgm:pt modelId="{C614FF16-69A4-7345-A585-D3CE9FD2E064}">
      <dgm:prSet phldrT="[Text]" custT="1"/>
      <dgm:spPr/>
      <dgm:t>
        <a:bodyPr/>
        <a:lstStyle/>
        <a:p>
          <a:pPr>
            <a:lnSpc>
              <a:spcPct val="100000"/>
            </a:lnSpc>
          </a:pPr>
          <a:endParaRPr lang="en-US" sz="1000" dirty="0">
            <a:solidFill>
              <a:srgbClr val="333333"/>
            </a:solidFill>
            <a:ea typeface="+mn-lt"/>
            <a:cs typeface="+mn-lt"/>
          </a:endParaRPr>
        </a:p>
        <a:p>
          <a:pPr>
            <a:lnSpc>
              <a:spcPct val="100000"/>
            </a:lnSpc>
          </a:pPr>
          <a:r>
            <a:rPr lang="en-US" sz="2400" dirty="0">
              <a:solidFill>
                <a:srgbClr val="333333"/>
              </a:solidFill>
              <a:ea typeface="+mn-lt"/>
              <a:cs typeface="+mn-lt"/>
            </a:rPr>
            <a:t>A framework for job scheduling and cluster resource management</a:t>
          </a:r>
        </a:p>
        <a:p>
          <a:pPr>
            <a:lnSpc>
              <a:spcPct val="100000"/>
            </a:lnSpc>
          </a:pPr>
          <a:r>
            <a:rPr lang="en-US" sz="2400" dirty="0">
              <a:solidFill>
                <a:srgbClr val="333333"/>
              </a:solidFill>
              <a:latin typeface="+mn-lt"/>
              <a:ea typeface="+mn-lt"/>
              <a:cs typeface="+mn-lt"/>
            </a:rPr>
            <a:t>Allows</a:t>
          </a:r>
          <a:r>
            <a:rPr lang="en-US" sz="2400" dirty="0">
              <a:solidFill>
                <a:srgbClr val="333333"/>
              </a:solidFill>
              <a:ea typeface="+mn-lt"/>
              <a:cs typeface="+mn-lt"/>
            </a:rPr>
            <a:t> for the dynamic allocation of resources across the cluster and the efficient scheduling of tasks</a:t>
          </a:r>
          <a:endParaRPr lang="en-US" sz="2400" dirty="0"/>
        </a:p>
      </dgm:t>
    </dgm:pt>
    <dgm:pt modelId="{E8E4B79C-9EBC-1A4C-9577-3E1ECA8240C5}" type="sibTrans" cxnId="{DDA11D67-8E0F-3847-9D66-7768417B9B5A}">
      <dgm:prSet/>
      <dgm:spPr/>
      <dgm:t>
        <a:bodyPr/>
        <a:lstStyle/>
        <a:p>
          <a:endParaRPr lang="en-US" sz="3600"/>
        </a:p>
      </dgm:t>
    </dgm:pt>
    <dgm:pt modelId="{964883DC-E71D-CF49-AEE7-10D75BD9F5CD}" type="parTrans" cxnId="{DDA11D67-8E0F-3847-9D66-7768417B9B5A}">
      <dgm:prSet/>
      <dgm:spPr/>
      <dgm:t>
        <a:bodyPr/>
        <a:lstStyle/>
        <a:p>
          <a:endParaRPr lang="en-US" sz="3600"/>
        </a:p>
      </dgm:t>
    </dgm:pt>
    <dgm:pt modelId="{CF3E55FE-B21E-114B-A9EC-D3F238208A09}">
      <dgm:prSet phldrT="[Text]"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sz="2800" dirty="0"/>
            <a:t>Zookeeper</a:t>
          </a:r>
        </a:p>
      </dgm:t>
    </dgm:pt>
    <dgm:pt modelId="{1D17D013-3E5C-C942-BAFA-DFE3D06C4F6F}" type="parTrans" cxnId="{73DF599B-9E16-BD4C-8C83-8BA55D2FAB9B}">
      <dgm:prSet/>
      <dgm:spPr/>
      <dgm:t>
        <a:bodyPr/>
        <a:lstStyle/>
        <a:p>
          <a:endParaRPr lang="en-US"/>
        </a:p>
      </dgm:t>
    </dgm:pt>
    <dgm:pt modelId="{2957DF1F-78AC-544D-AB4C-3B4E1D2BB890}" type="sibTrans" cxnId="{73DF599B-9E16-BD4C-8C83-8BA55D2FAB9B}">
      <dgm:prSet/>
      <dgm:spPr/>
      <dgm:t>
        <a:bodyPr/>
        <a:lstStyle/>
        <a:p>
          <a:endParaRPr lang="en-US"/>
        </a:p>
      </dgm:t>
    </dgm:pt>
    <dgm:pt modelId="{D6436D06-3250-414B-9DC3-E4E1FBF6EB01}">
      <dgm:prSet phldrT="[Text]" custT="1"/>
      <dgm:spPr/>
      <dgm:t>
        <a:bodyPr/>
        <a:lstStyle/>
        <a:p>
          <a:pPr>
            <a:lnSpc>
              <a:spcPct val="100000"/>
            </a:lnSpc>
          </a:pPr>
          <a:endParaRPr lang="en-US" sz="1000" dirty="0"/>
        </a:p>
        <a:p>
          <a:pPr>
            <a:lnSpc>
              <a:spcPct val="100000"/>
            </a:lnSpc>
          </a:pPr>
          <a:r>
            <a:rPr lang="en-US" sz="2400" dirty="0"/>
            <a:t>Provides a centralized service for managing cluster membership, configuration, and synchronization</a:t>
          </a:r>
        </a:p>
      </dgm:t>
    </dgm:pt>
    <dgm:pt modelId="{A051CC0D-A620-7043-8CEB-B8CFD7188657}" type="parTrans" cxnId="{196B7661-5341-C144-9C81-E1552EFED387}">
      <dgm:prSet/>
      <dgm:spPr/>
      <dgm:t>
        <a:bodyPr/>
        <a:lstStyle/>
        <a:p>
          <a:endParaRPr lang="en-US"/>
        </a:p>
      </dgm:t>
    </dgm:pt>
    <dgm:pt modelId="{642EB1C2-4335-354E-B2EB-BD92E576E5AE}" type="sibTrans" cxnId="{196B7661-5341-C144-9C81-E1552EFED387}">
      <dgm:prSet/>
      <dgm:spPr/>
      <dgm:t>
        <a:bodyPr/>
        <a:lstStyle/>
        <a:p>
          <a:endParaRPr lang="en-US"/>
        </a:p>
      </dgm:t>
    </dgm:pt>
    <dgm:pt modelId="{DA14DB78-971D-423E-ABBC-4C0BFC9A4508}" type="pres">
      <dgm:prSet presAssocID="{F0D0BB63-F3DB-7A4D-9E9E-D3BCBD2E7EB3}" presName="root" presStyleCnt="0">
        <dgm:presLayoutVars>
          <dgm:dir/>
          <dgm:resizeHandles val="exact"/>
        </dgm:presLayoutVars>
      </dgm:prSet>
      <dgm:spPr/>
    </dgm:pt>
    <dgm:pt modelId="{D1EA3809-354C-42AA-B040-8B295724B5DA}" type="pres">
      <dgm:prSet presAssocID="{A38895C2-01F9-6245-91B5-24143C38A9C7}" presName="compNode" presStyleCnt="0"/>
      <dgm:spPr/>
    </dgm:pt>
    <dgm:pt modelId="{9AD6AE34-E008-4F80-8A65-14EF5C53FC2D}" type="pres">
      <dgm:prSet presAssocID="{A38895C2-01F9-6245-91B5-24143C38A9C7}" presName="iconRect" presStyleLbl="node1" presStyleIdx="0" presStyleCnt="4" custFlipHor="1" custScaleX="9200" custScaleY="4313" custLinFactY="-100000" custLinFactNeighborY="-190106"/>
      <dgm:spPr>
        <a:blipFill dpi="0" rotWithShape="1">
          <a:blip xmlns:r="http://schemas.openxmlformats.org/officeDocument/2006/relationships" r:embed="rId1">
            <a:alphaModFix amt="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g under Magnifying Glass"/>
        </a:ext>
      </dgm:extLst>
    </dgm:pt>
    <dgm:pt modelId="{89D15706-1ACF-4311-A552-57407E4CF56A}" type="pres">
      <dgm:prSet presAssocID="{A38895C2-01F9-6245-91B5-24143C38A9C7}" presName="iconSpace" presStyleCnt="0"/>
      <dgm:spPr/>
    </dgm:pt>
    <dgm:pt modelId="{A3F5AACB-4941-4375-9257-3C08269C058D}" type="pres">
      <dgm:prSet presAssocID="{A38895C2-01F9-6245-91B5-24143C38A9C7}" presName="parTx" presStyleLbl="revTx" presStyleIdx="0" presStyleCnt="8">
        <dgm:presLayoutVars>
          <dgm:chMax val="0"/>
          <dgm:chPref val="0"/>
        </dgm:presLayoutVars>
      </dgm:prSet>
      <dgm:spPr/>
    </dgm:pt>
    <dgm:pt modelId="{724F3C0A-F258-4B19-BFF0-3970C1C1C86F}" type="pres">
      <dgm:prSet presAssocID="{A38895C2-01F9-6245-91B5-24143C38A9C7}" presName="txSpace" presStyleCnt="0"/>
      <dgm:spPr/>
    </dgm:pt>
    <dgm:pt modelId="{FE93FDF4-82DA-45FA-9A1E-C612D39D3B6A}" type="pres">
      <dgm:prSet presAssocID="{A38895C2-01F9-6245-91B5-24143C38A9C7}" presName="desTx" presStyleLbl="revTx" presStyleIdx="1" presStyleCnt="8">
        <dgm:presLayoutVars/>
      </dgm:prSet>
      <dgm:spPr/>
    </dgm:pt>
    <dgm:pt modelId="{E498811C-808C-435A-95EB-9D224CF52F01}" type="pres">
      <dgm:prSet presAssocID="{705E8EE7-BF08-CB4D-BD5C-3C2188954C5C}" presName="sibTrans" presStyleCnt="0"/>
      <dgm:spPr/>
    </dgm:pt>
    <dgm:pt modelId="{2DA928AB-63CA-476E-9590-F71A63129A4F}" type="pres">
      <dgm:prSet presAssocID="{115F7D96-A3EF-2846-B835-63F34DBB95AF}" presName="compNode" presStyleCnt="0"/>
      <dgm:spPr/>
    </dgm:pt>
    <dgm:pt modelId="{B659D329-FFCB-4A99-9159-9545CCFD1864}" type="pres">
      <dgm:prSet presAssocID="{115F7D96-A3EF-2846-B835-63F34DBB95AF}" presName="iconRect" presStyleLbl="node1" presStyleIdx="1" presStyleCnt="4"/>
      <dgm:spPr>
        <a:blipFill dpi="0" rotWithShape="1">
          <a:blip xmlns:r="http://schemas.openxmlformats.org/officeDocument/2006/relationships" r:embed="rId3">
            <a:alphaModFix amt="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7AC829E4-3597-4D5D-A451-4211F5528A3B}" type="pres">
      <dgm:prSet presAssocID="{115F7D96-A3EF-2846-B835-63F34DBB95AF}" presName="iconSpace" presStyleCnt="0"/>
      <dgm:spPr/>
    </dgm:pt>
    <dgm:pt modelId="{2F6EFE1B-9CAA-475C-BE46-7AB33E0E0233}" type="pres">
      <dgm:prSet presAssocID="{115F7D96-A3EF-2846-B835-63F34DBB95AF}" presName="parTx" presStyleLbl="revTx" presStyleIdx="2" presStyleCnt="8">
        <dgm:presLayoutVars>
          <dgm:chMax val="0"/>
          <dgm:chPref val="0"/>
        </dgm:presLayoutVars>
      </dgm:prSet>
      <dgm:spPr/>
    </dgm:pt>
    <dgm:pt modelId="{CEFA69B0-E3C1-4A80-B17A-E8897609B570}" type="pres">
      <dgm:prSet presAssocID="{115F7D96-A3EF-2846-B835-63F34DBB95AF}" presName="txSpace" presStyleCnt="0"/>
      <dgm:spPr/>
    </dgm:pt>
    <dgm:pt modelId="{7F4A702B-11E4-4211-A9B6-CAF76DE9963E}" type="pres">
      <dgm:prSet presAssocID="{115F7D96-A3EF-2846-B835-63F34DBB95AF}" presName="desTx" presStyleLbl="revTx" presStyleIdx="3" presStyleCnt="8">
        <dgm:presLayoutVars/>
      </dgm:prSet>
      <dgm:spPr/>
    </dgm:pt>
    <dgm:pt modelId="{71A4AE05-E956-421B-8F79-2FA0766F0D49}" type="pres">
      <dgm:prSet presAssocID="{8904A24B-91D6-D046-A910-7C149A2C7BA8}" presName="sibTrans" presStyleCnt="0"/>
      <dgm:spPr/>
    </dgm:pt>
    <dgm:pt modelId="{8AE20949-93A6-4596-B28C-7582693FC50C}" type="pres">
      <dgm:prSet presAssocID="{2AD1ABFC-E0F5-BC4D-BE1B-386FF830E336}" presName="compNode" presStyleCnt="0"/>
      <dgm:spPr/>
    </dgm:pt>
    <dgm:pt modelId="{24A53ECD-764D-4FF8-9153-CE9D4FBA6DB1}" type="pres">
      <dgm:prSet presAssocID="{2AD1ABFC-E0F5-BC4D-BE1B-386FF830E336}" presName="iconRect" presStyleLbl="node1" presStyleIdx="2" presStyleCnt="4"/>
      <dgm:spPr>
        <a:blipFill dpi="0" rotWithShape="1">
          <a:blip xmlns:r="http://schemas.openxmlformats.org/officeDocument/2006/relationships" r:embed="rId5">
            <a:alphaModFix amt="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mera"/>
        </a:ext>
      </dgm:extLst>
    </dgm:pt>
    <dgm:pt modelId="{AF2092C4-E23D-452B-A583-573F232CB51D}" type="pres">
      <dgm:prSet presAssocID="{2AD1ABFC-E0F5-BC4D-BE1B-386FF830E336}" presName="iconSpace" presStyleCnt="0"/>
      <dgm:spPr/>
    </dgm:pt>
    <dgm:pt modelId="{5D88F1DD-3536-4BA5-BD1D-077D0CA87FCA}" type="pres">
      <dgm:prSet presAssocID="{2AD1ABFC-E0F5-BC4D-BE1B-386FF830E336}" presName="parTx" presStyleLbl="revTx" presStyleIdx="4" presStyleCnt="8">
        <dgm:presLayoutVars>
          <dgm:chMax val="0"/>
          <dgm:chPref val="0"/>
        </dgm:presLayoutVars>
      </dgm:prSet>
      <dgm:spPr/>
    </dgm:pt>
    <dgm:pt modelId="{3AAF35B6-29A1-422E-B3E2-06FE3917C557}" type="pres">
      <dgm:prSet presAssocID="{2AD1ABFC-E0F5-BC4D-BE1B-386FF830E336}" presName="txSpace" presStyleCnt="0"/>
      <dgm:spPr/>
    </dgm:pt>
    <dgm:pt modelId="{18BB71A3-CB54-4F25-B66C-791E75BDECA1}" type="pres">
      <dgm:prSet presAssocID="{2AD1ABFC-E0F5-BC4D-BE1B-386FF830E336}" presName="desTx" presStyleLbl="revTx" presStyleIdx="5" presStyleCnt="8">
        <dgm:presLayoutVars/>
      </dgm:prSet>
      <dgm:spPr/>
    </dgm:pt>
    <dgm:pt modelId="{852E08BC-BACB-624B-BC6D-72609A660EC0}" type="pres">
      <dgm:prSet presAssocID="{753B4962-FB12-1244-A406-B9DB3DBF1F65}" presName="sibTrans" presStyleCnt="0"/>
      <dgm:spPr/>
    </dgm:pt>
    <dgm:pt modelId="{C649B289-D54F-4A4F-A397-13B45322DB23}" type="pres">
      <dgm:prSet presAssocID="{CF3E55FE-B21E-114B-A9EC-D3F238208A09}" presName="compNode" presStyleCnt="0"/>
      <dgm:spPr/>
    </dgm:pt>
    <dgm:pt modelId="{5AEB8522-060C-EC48-A2EA-8A3EAFDBE8CB}" type="pres">
      <dgm:prSet presAssocID="{CF3E55FE-B21E-114B-A9EC-D3F238208A09}" presName="iconRect" presStyleLbl="node1" presStyleIdx="3" presStyleCnt="4"/>
      <dgm:spPr/>
    </dgm:pt>
    <dgm:pt modelId="{7A2B7D3E-172B-DE40-A7D1-82AB373625AB}" type="pres">
      <dgm:prSet presAssocID="{CF3E55FE-B21E-114B-A9EC-D3F238208A09}" presName="iconSpace" presStyleCnt="0"/>
      <dgm:spPr/>
    </dgm:pt>
    <dgm:pt modelId="{33F0117E-1691-CB47-9C57-3BF4C86D90C1}" type="pres">
      <dgm:prSet presAssocID="{CF3E55FE-B21E-114B-A9EC-D3F238208A09}" presName="parTx" presStyleLbl="revTx" presStyleIdx="6" presStyleCnt="8">
        <dgm:presLayoutVars>
          <dgm:chMax val="0"/>
          <dgm:chPref val="0"/>
        </dgm:presLayoutVars>
      </dgm:prSet>
      <dgm:spPr/>
    </dgm:pt>
    <dgm:pt modelId="{47A2FF18-6572-DB43-8A11-9414E5681771}" type="pres">
      <dgm:prSet presAssocID="{CF3E55FE-B21E-114B-A9EC-D3F238208A09}" presName="txSpace" presStyleCnt="0"/>
      <dgm:spPr/>
    </dgm:pt>
    <dgm:pt modelId="{2A2084AA-EABC-D44A-B35D-1FABC2EF6DED}" type="pres">
      <dgm:prSet presAssocID="{CF3E55FE-B21E-114B-A9EC-D3F238208A09}" presName="desTx" presStyleLbl="revTx" presStyleIdx="7" presStyleCnt="8">
        <dgm:presLayoutVars/>
      </dgm:prSet>
      <dgm:spPr/>
    </dgm:pt>
  </dgm:ptLst>
  <dgm:cxnLst>
    <dgm:cxn modelId="{62DFFD0E-98E5-A249-88B6-3BDEDDF5AB56}" srcId="{F0D0BB63-F3DB-7A4D-9E9E-D3BCBD2E7EB3}" destId="{115F7D96-A3EF-2846-B835-63F34DBB95AF}" srcOrd="1" destOrd="0" parTransId="{C4C03E97-7C04-A340-9B66-1F3D898C4382}" sibTransId="{8904A24B-91D6-D046-A910-7C149A2C7BA8}"/>
    <dgm:cxn modelId="{47BA6325-1C45-41E7-84BF-06DA9C642BBB}" type="presOf" srcId="{115F7D96-A3EF-2846-B835-63F34DBB95AF}" destId="{2F6EFE1B-9CAA-475C-BE46-7AB33E0E0233}" srcOrd="0" destOrd="0" presId="urn:microsoft.com/office/officeart/2018/5/layout/CenteredIconLabelDescriptionList"/>
    <dgm:cxn modelId="{A223745C-024B-4BB6-8489-B64E0CE9C5B3}" type="presOf" srcId="{A38895C2-01F9-6245-91B5-24143C38A9C7}" destId="{A3F5AACB-4941-4375-9257-3C08269C058D}" srcOrd="0" destOrd="0" presId="urn:microsoft.com/office/officeart/2018/5/layout/CenteredIconLabelDescriptionList"/>
    <dgm:cxn modelId="{196B7661-5341-C144-9C81-E1552EFED387}" srcId="{CF3E55FE-B21E-114B-A9EC-D3F238208A09}" destId="{D6436D06-3250-414B-9DC3-E4E1FBF6EB01}" srcOrd="0" destOrd="0" parTransId="{A051CC0D-A620-7043-8CEB-B8CFD7188657}" sibTransId="{642EB1C2-4335-354E-B2EB-BD92E576E5AE}"/>
    <dgm:cxn modelId="{1DE38344-B831-4744-90C2-4EADFF394BD8}" srcId="{A38895C2-01F9-6245-91B5-24143C38A9C7}" destId="{442D5A58-C0BA-F144-900D-CD068CAEACC5}" srcOrd="0" destOrd="0" parTransId="{6D408390-93DB-2146-8370-A33797121294}" sibTransId="{CF020809-46CC-9A4C-A8EB-3476998DDE96}"/>
    <dgm:cxn modelId="{D3B5A944-F001-C443-B5F2-2B9F33291B32}" srcId="{F0D0BB63-F3DB-7A4D-9E9E-D3BCBD2E7EB3}" destId="{A38895C2-01F9-6245-91B5-24143C38A9C7}" srcOrd="0" destOrd="0" parTransId="{4E7FF56D-46AD-054E-9A98-96B3BA155886}" sibTransId="{705E8EE7-BF08-CB4D-BD5C-3C2188954C5C}"/>
    <dgm:cxn modelId="{DDA11D67-8E0F-3847-9D66-7768417B9B5A}" srcId="{2AD1ABFC-E0F5-BC4D-BE1B-386FF830E336}" destId="{C614FF16-69A4-7345-A585-D3CE9FD2E064}" srcOrd="0" destOrd="0" parTransId="{964883DC-E71D-CF49-AEE7-10D75BD9F5CD}" sibTransId="{E8E4B79C-9EBC-1A4C-9577-3E1ECA8240C5}"/>
    <dgm:cxn modelId="{63D5C358-F98A-492D-8528-12CA4FC1EACC}" type="presOf" srcId="{F0D0BB63-F3DB-7A4D-9E9E-D3BCBD2E7EB3}" destId="{DA14DB78-971D-423E-ABBC-4C0BFC9A4508}" srcOrd="0" destOrd="0" presId="urn:microsoft.com/office/officeart/2018/5/layout/CenteredIconLabelDescriptionList"/>
    <dgm:cxn modelId="{1958FE7B-448B-2C43-B4C5-33EEF6917B32}" type="presOf" srcId="{D6436D06-3250-414B-9DC3-E4E1FBF6EB01}" destId="{2A2084AA-EABC-D44A-B35D-1FABC2EF6DED}" srcOrd="0" destOrd="0" presId="urn:microsoft.com/office/officeart/2018/5/layout/CenteredIconLabelDescriptionList"/>
    <dgm:cxn modelId="{4CE7E580-E0AF-4DD4-B883-A88D25A34486}" type="presOf" srcId="{2AD1ABFC-E0F5-BC4D-BE1B-386FF830E336}" destId="{5D88F1DD-3536-4BA5-BD1D-077D0CA87FCA}" srcOrd="0" destOrd="0" presId="urn:microsoft.com/office/officeart/2018/5/layout/CenteredIconLabelDescriptionList"/>
    <dgm:cxn modelId="{73DF599B-9E16-BD4C-8C83-8BA55D2FAB9B}" srcId="{F0D0BB63-F3DB-7A4D-9E9E-D3BCBD2E7EB3}" destId="{CF3E55FE-B21E-114B-A9EC-D3F238208A09}" srcOrd="3" destOrd="0" parTransId="{1D17D013-3E5C-C942-BAFA-DFE3D06C4F6F}" sibTransId="{2957DF1F-78AC-544D-AB4C-3B4E1D2BB890}"/>
    <dgm:cxn modelId="{2F721CAB-57AF-4EDA-81DE-B3FA7830F5CA}" type="presOf" srcId="{68AFE436-68E0-F348-BCF1-93CA71CE5BFF}" destId="{7F4A702B-11E4-4211-A9B6-CAF76DE9963E}" srcOrd="0" destOrd="0" presId="urn:microsoft.com/office/officeart/2018/5/layout/CenteredIconLabelDescriptionList"/>
    <dgm:cxn modelId="{678886B1-9772-4B78-B9B0-EF28932942F1}" type="presOf" srcId="{442D5A58-C0BA-F144-900D-CD068CAEACC5}" destId="{FE93FDF4-82DA-45FA-9A1E-C612D39D3B6A}" srcOrd="0" destOrd="0" presId="urn:microsoft.com/office/officeart/2018/5/layout/CenteredIconLabelDescriptionList"/>
    <dgm:cxn modelId="{9AE2F9BD-BA4F-AB4A-89EC-5A072847CB47}" srcId="{F0D0BB63-F3DB-7A4D-9E9E-D3BCBD2E7EB3}" destId="{2AD1ABFC-E0F5-BC4D-BE1B-386FF830E336}" srcOrd="2" destOrd="0" parTransId="{0CDCC5C5-6C70-3440-BC3B-B1F9BFCF9347}" sibTransId="{753B4962-FB12-1244-A406-B9DB3DBF1F65}"/>
    <dgm:cxn modelId="{B37041DA-4BB1-984B-9041-AAD983B43E70}" srcId="{115F7D96-A3EF-2846-B835-63F34DBB95AF}" destId="{68AFE436-68E0-F348-BCF1-93CA71CE5BFF}" srcOrd="0" destOrd="0" parTransId="{1FBEFBA1-4192-DF42-B6EB-A3997C4E28B0}" sibTransId="{A3608276-B38D-FE45-BCEB-29DE35B13234}"/>
    <dgm:cxn modelId="{FD5FEDDF-4D0C-41BD-B3D5-13E29876E269}" type="presOf" srcId="{C614FF16-69A4-7345-A585-D3CE9FD2E064}" destId="{18BB71A3-CB54-4F25-B66C-791E75BDECA1}" srcOrd="0" destOrd="0" presId="urn:microsoft.com/office/officeart/2018/5/layout/CenteredIconLabelDescriptionList"/>
    <dgm:cxn modelId="{F81806FB-ADA0-4B4D-92E9-42029B54719E}" type="presOf" srcId="{CF3E55FE-B21E-114B-A9EC-D3F238208A09}" destId="{33F0117E-1691-CB47-9C57-3BF4C86D90C1}" srcOrd="0" destOrd="0" presId="urn:microsoft.com/office/officeart/2018/5/layout/CenteredIconLabelDescriptionList"/>
    <dgm:cxn modelId="{B5542B11-3024-4A82-8846-89E2189AA203}" type="presParOf" srcId="{DA14DB78-971D-423E-ABBC-4C0BFC9A4508}" destId="{D1EA3809-354C-42AA-B040-8B295724B5DA}" srcOrd="0" destOrd="0" presId="urn:microsoft.com/office/officeart/2018/5/layout/CenteredIconLabelDescriptionList"/>
    <dgm:cxn modelId="{D8751ED9-B8E9-40E0-9EAD-F9082BCEB719}" type="presParOf" srcId="{D1EA3809-354C-42AA-B040-8B295724B5DA}" destId="{9AD6AE34-E008-4F80-8A65-14EF5C53FC2D}" srcOrd="0" destOrd="0" presId="urn:microsoft.com/office/officeart/2018/5/layout/CenteredIconLabelDescriptionList"/>
    <dgm:cxn modelId="{396F3037-A9F6-4C68-8B8C-8D7A3C0893BD}" type="presParOf" srcId="{D1EA3809-354C-42AA-B040-8B295724B5DA}" destId="{89D15706-1ACF-4311-A552-57407E4CF56A}" srcOrd="1" destOrd="0" presId="urn:microsoft.com/office/officeart/2018/5/layout/CenteredIconLabelDescriptionList"/>
    <dgm:cxn modelId="{79DE9D17-58A0-43AB-82C8-E16ECD55F502}" type="presParOf" srcId="{D1EA3809-354C-42AA-B040-8B295724B5DA}" destId="{A3F5AACB-4941-4375-9257-3C08269C058D}" srcOrd="2" destOrd="0" presId="urn:microsoft.com/office/officeart/2018/5/layout/CenteredIconLabelDescriptionList"/>
    <dgm:cxn modelId="{9B50341E-FA5F-4E9C-B18E-D96D54ABF79A}" type="presParOf" srcId="{D1EA3809-354C-42AA-B040-8B295724B5DA}" destId="{724F3C0A-F258-4B19-BFF0-3970C1C1C86F}" srcOrd="3" destOrd="0" presId="urn:microsoft.com/office/officeart/2018/5/layout/CenteredIconLabelDescriptionList"/>
    <dgm:cxn modelId="{57AB5D18-33B5-480C-B20E-52B586E1F249}" type="presParOf" srcId="{D1EA3809-354C-42AA-B040-8B295724B5DA}" destId="{FE93FDF4-82DA-45FA-9A1E-C612D39D3B6A}" srcOrd="4" destOrd="0" presId="urn:microsoft.com/office/officeart/2018/5/layout/CenteredIconLabelDescriptionList"/>
    <dgm:cxn modelId="{C1216ACB-3135-4684-A1C5-A4D57FAD19DA}" type="presParOf" srcId="{DA14DB78-971D-423E-ABBC-4C0BFC9A4508}" destId="{E498811C-808C-435A-95EB-9D224CF52F01}" srcOrd="1" destOrd="0" presId="urn:microsoft.com/office/officeart/2018/5/layout/CenteredIconLabelDescriptionList"/>
    <dgm:cxn modelId="{14E0CDBC-4332-4B5A-9E75-B8331E647B7F}" type="presParOf" srcId="{DA14DB78-971D-423E-ABBC-4C0BFC9A4508}" destId="{2DA928AB-63CA-476E-9590-F71A63129A4F}" srcOrd="2" destOrd="0" presId="urn:microsoft.com/office/officeart/2018/5/layout/CenteredIconLabelDescriptionList"/>
    <dgm:cxn modelId="{A9126A6D-8E03-432C-8DC3-C89F70A133EE}" type="presParOf" srcId="{2DA928AB-63CA-476E-9590-F71A63129A4F}" destId="{B659D329-FFCB-4A99-9159-9545CCFD1864}" srcOrd="0" destOrd="0" presId="urn:microsoft.com/office/officeart/2018/5/layout/CenteredIconLabelDescriptionList"/>
    <dgm:cxn modelId="{546FA4D3-19D6-4AC8-927E-773C08C3C665}" type="presParOf" srcId="{2DA928AB-63CA-476E-9590-F71A63129A4F}" destId="{7AC829E4-3597-4D5D-A451-4211F5528A3B}" srcOrd="1" destOrd="0" presId="urn:microsoft.com/office/officeart/2018/5/layout/CenteredIconLabelDescriptionList"/>
    <dgm:cxn modelId="{6512493F-6C73-4D55-97E3-0F5F55EF79FC}" type="presParOf" srcId="{2DA928AB-63CA-476E-9590-F71A63129A4F}" destId="{2F6EFE1B-9CAA-475C-BE46-7AB33E0E0233}" srcOrd="2" destOrd="0" presId="urn:microsoft.com/office/officeart/2018/5/layout/CenteredIconLabelDescriptionList"/>
    <dgm:cxn modelId="{77DD6E0B-E0C6-4A67-88C5-299CDBF61997}" type="presParOf" srcId="{2DA928AB-63CA-476E-9590-F71A63129A4F}" destId="{CEFA69B0-E3C1-4A80-B17A-E8897609B570}" srcOrd="3" destOrd="0" presId="urn:microsoft.com/office/officeart/2018/5/layout/CenteredIconLabelDescriptionList"/>
    <dgm:cxn modelId="{3962A81A-D98E-4F6B-90D0-485BD69937AD}" type="presParOf" srcId="{2DA928AB-63CA-476E-9590-F71A63129A4F}" destId="{7F4A702B-11E4-4211-A9B6-CAF76DE9963E}" srcOrd="4" destOrd="0" presId="urn:microsoft.com/office/officeart/2018/5/layout/CenteredIconLabelDescriptionList"/>
    <dgm:cxn modelId="{C32BC598-59D2-4E85-AE3D-95282A472606}" type="presParOf" srcId="{DA14DB78-971D-423E-ABBC-4C0BFC9A4508}" destId="{71A4AE05-E956-421B-8F79-2FA0766F0D49}" srcOrd="3" destOrd="0" presId="urn:microsoft.com/office/officeart/2018/5/layout/CenteredIconLabelDescriptionList"/>
    <dgm:cxn modelId="{1CD6B924-43E0-4AB0-9BA7-A8D232200097}" type="presParOf" srcId="{DA14DB78-971D-423E-ABBC-4C0BFC9A4508}" destId="{8AE20949-93A6-4596-B28C-7582693FC50C}" srcOrd="4" destOrd="0" presId="urn:microsoft.com/office/officeart/2018/5/layout/CenteredIconLabelDescriptionList"/>
    <dgm:cxn modelId="{AE590B55-22FD-4BCF-B759-7693BF63E726}" type="presParOf" srcId="{8AE20949-93A6-4596-B28C-7582693FC50C}" destId="{24A53ECD-764D-4FF8-9153-CE9D4FBA6DB1}" srcOrd="0" destOrd="0" presId="urn:microsoft.com/office/officeart/2018/5/layout/CenteredIconLabelDescriptionList"/>
    <dgm:cxn modelId="{6E0CFC99-570C-4326-84D4-7E38D5D91ECA}" type="presParOf" srcId="{8AE20949-93A6-4596-B28C-7582693FC50C}" destId="{AF2092C4-E23D-452B-A583-573F232CB51D}" srcOrd="1" destOrd="0" presId="urn:microsoft.com/office/officeart/2018/5/layout/CenteredIconLabelDescriptionList"/>
    <dgm:cxn modelId="{7001E932-2647-4C58-ADB7-90C3A9268FA3}" type="presParOf" srcId="{8AE20949-93A6-4596-B28C-7582693FC50C}" destId="{5D88F1DD-3536-4BA5-BD1D-077D0CA87FCA}" srcOrd="2" destOrd="0" presId="urn:microsoft.com/office/officeart/2018/5/layout/CenteredIconLabelDescriptionList"/>
    <dgm:cxn modelId="{597C8964-B7DB-4BE7-87EE-B1CBA8F64F8D}" type="presParOf" srcId="{8AE20949-93A6-4596-B28C-7582693FC50C}" destId="{3AAF35B6-29A1-422E-B3E2-06FE3917C557}" srcOrd="3" destOrd="0" presId="urn:microsoft.com/office/officeart/2018/5/layout/CenteredIconLabelDescriptionList"/>
    <dgm:cxn modelId="{80F1E940-E370-45F3-8485-B36045180487}" type="presParOf" srcId="{8AE20949-93A6-4596-B28C-7582693FC50C}" destId="{18BB71A3-CB54-4F25-B66C-791E75BDECA1}" srcOrd="4" destOrd="0" presId="urn:microsoft.com/office/officeart/2018/5/layout/CenteredIconLabelDescriptionList"/>
    <dgm:cxn modelId="{6CC90255-ACA2-E540-97C2-163FAF64FD5F}" type="presParOf" srcId="{DA14DB78-971D-423E-ABBC-4C0BFC9A4508}" destId="{852E08BC-BACB-624B-BC6D-72609A660EC0}" srcOrd="5" destOrd="0" presId="urn:microsoft.com/office/officeart/2018/5/layout/CenteredIconLabelDescriptionList"/>
    <dgm:cxn modelId="{A6597439-F922-8B45-8518-2E4572685A94}" type="presParOf" srcId="{DA14DB78-971D-423E-ABBC-4C0BFC9A4508}" destId="{C649B289-D54F-4A4F-A397-13B45322DB23}" srcOrd="6" destOrd="0" presId="urn:microsoft.com/office/officeart/2018/5/layout/CenteredIconLabelDescriptionList"/>
    <dgm:cxn modelId="{0B46D0D3-D19C-CD4B-B484-256C9C84C277}" type="presParOf" srcId="{C649B289-D54F-4A4F-A397-13B45322DB23}" destId="{5AEB8522-060C-EC48-A2EA-8A3EAFDBE8CB}" srcOrd="0" destOrd="0" presId="urn:microsoft.com/office/officeart/2018/5/layout/CenteredIconLabelDescriptionList"/>
    <dgm:cxn modelId="{C013B2A0-43F9-5146-AE91-29D4AB15F664}" type="presParOf" srcId="{C649B289-D54F-4A4F-A397-13B45322DB23}" destId="{7A2B7D3E-172B-DE40-A7D1-82AB373625AB}" srcOrd="1" destOrd="0" presId="urn:microsoft.com/office/officeart/2018/5/layout/CenteredIconLabelDescriptionList"/>
    <dgm:cxn modelId="{7EF8844F-3538-3D42-9F1C-F87C5AB0B87E}" type="presParOf" srcId="{C649B289-D54F-4A4F-A397-13B45322DB23}" destId="{33F0117E-1691-CB47-9C57-3BF4C86D90C1}" srcOrd="2" destOrd="0" presId="urn:microsoft.com/office/officeart/2018/5/layout/CenteredIconLabelDescriptionList"/>
    <dgm:cxn modelId="{1948B0CF-6099-D948-9305-0BDCA297C64B}" type="presParOf" srcId="{C649B289-D54F-4A4F-A397-13B45322DB23}" destId="{47A2FF18-6572-DB43-8A11-9414E5681771}" srcOrd="3" destOrd="0" presId="urn:microsoft.com/office/officeart/2018/5/layout/CenteredIconLabelDescriptionList"/>
    <dgm:cxn modelId="{547A3682-9B26-6544-B067-CBB1C88FC4AF}" type="presParOf" srcId="{C649B289-D54F-4A4F-A397-13B45322DB23}" destId="{2A2084AA-EABC-D44A-B35D-1FABC2EF6DED}" srcOrd="4" destOrd="0" presId="urn:microsoft.com/office/officeart/2018/5/layout/CenteredIconLabelDescriptionList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0D0BB63-F3DB-7A4D-9E9E-D3BCBD2E7EB3}" type="doc">
      <dgm:prSet loTypeId="urn:microsoft.com/office/officeart/2018/5/layout/Centered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38895C2-01F9-6245-91B5-24143C38A9C7}">
      <dgm:prSet phldrT="[Text]"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sz="2800" dirty="0">
              <a:solidFill>
                <a:schemeClr val="tx1"/>
              </a:solidFill>
              <a:cs typeface="Arial"/>
            </a:rPr>
            <a:t>Data Locality</a:t>
          </a:r>
          <a:endParaRPr lang="en-US" sz="2800" dirty="0"/>
        </a:p>
      </dgm:t>
    </dgm:pt>
    <dgm:pt modelId="{4E7FF56D-46AD-054E-9A98-96B3BA155886}" type="parTrans" cxnId="{D3B5A944-F001-C443-B5F2-2B9F33291B32}">
      <dgm:prSet/>
      <dgm:spPr/>
      <dgm:t>
        <a:bodyPr/>
        <a:lstStyle/>
        <a:p>
          <a:endParaRPr lang="en-US" sz="3600"/>
        </a:p>
      </dgm:t>
    </dgm:pt>
    <dgm:pt modelId="{705E8EE7-BF08-CB4D-BD5C-3C2188954C5C}" type="sibTrans" cxnId="{D3B5A944-F001-C443-B5F2-2B9F33291B32}">
      <dgm:prSet/>
      <dgm:spPr/>
      <dgm:t>
        <a:bodyPr/>
        <a:lstStyle/>
        <a:p>
          <a:endParaRPr lang="en-US" sz="3600"/>
        </a:p>
      </dgm:t>
    </dgm:pt>
    <dgm:pt modelId="{442D5A58-C0BA-F144-900D-CD068CAEACC5}">
      <dgm:prSet phldrT="[Text]" custT="1"/>
      <dgm:spPr/>
      <dgm:t>
        <a:bodyPr/>
        <a:lstStyle/>
        <a:p>
          <a:pPr>
            <a:lnSpc>
              <a:spcPct val="100000"/>
            </a:lnSpc>
          </a:pPr>
          <a:endParaRPr lang="en-US" sz="2800" dirty="0">
            <a:solidFill>
              <a:srgbClr val="374151"/>
            </a:solidFill>
            <a:ea typeface="+mn-lt"/>
            <a:cs typeface="+mn-lt"/>
          </a:endParaRPr>
        </a:p>
        <a:p>
          <a:pPr>
            <a:lnSpc>
              <a:spcPct val="100000"/>
            </a:lnSpc>
          </a:pPr>
          <a:r>
            <a:rPr lang="en-US" sz="2400" dirty="0">
              <a:solidFill>
                <a:srgbClr val="374151"/>
              </a:solidFill>
              <a:ea typeface="+mn-lt"/>
              <a:cs typeface="+mn-lt"/>
            </a:rPr>
            <a:t>Ensures that computation is performed on the node where the data resides</a:t>
          </a:r>
        </a:p>
        <a:p>
          <a:pPr>
            <a:lnSpc>
              <a:spcPct val="100000"/>
            </a:lnSpc>
          </a:pPr>
          <a:r>
            <a:rPr lang="en-US" sz="2400" dirty="0">
              <a:solidFill>
                <a:srgbClr val="374151"/>
              </a:solidFill>
              <a:ea typeface="+mn-lt"/>
              <a:cs typeface="+mn-lt"/>
            </a:rPr>
            <a:t>This minimizes data transfer over the network, reducing communication overhead and improving overall performance.</a:t>
          </a:r>
          <a:endParaRPr lang="en-US" sz="2400" dirty="0"/>
        </a:p>
      </dgm:t>
    </dgm:pt>
    <dgm:pt modelId="{CF020809-46CC-9A4C-A8EB-3476998DDE96}" type="sibTrans" cxnId="{1DE38344-B831-4744-90C2-4EADFF394BD8}">
      <dgm:prSet/>
      <dgm:spPr/>
      <dgm:t>
        <a:bodyPr/>
        <a:lstStyle/>
        <a:p>
          <a:endParaRPr lang="en-US" sz="3600"/>
        </a:p>
      </dgm:t>
    </dgm:pt>
    <dgm:pt modelId="{6D408390-93DB-2146-8370-A33797121294}" type="parTrans" cxnId="{1DE38344-B831-4744-90C2-4EADFF394BD8}">
      <dgm:prSet/>
      <dgm:spPr/>
      <dgm:t>
        <a:bodyPr/>
        <a:lstStyle/>
        <a:p>
          <a:endParaRPr lang="en-US" sz="3600"/>
        </a:p>
      </dgm:t>
    </dgm:pt>
    <dgm:pt modelId="{115F7D96-A3EF-2846-B835-63F34DBB95AF}">
      <dgm:prSet phldrT="[Text]"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sz="2800" dirty="0">
              <a:solidFill>
                <a:schemeClr val="tx1"/>
              </a:solidFill>
              <a:cs typeface="Arial"/>
            </a:rPr>
            <a:t>Simplicity</a:t>
          </a:r>
          <a:endParaRPr lang="en-US" sz="2800" dirty="0"/>
        </a:p>
      </dgm:t>
    </dgm:pt>
    <dgm:pt modelId="{8904A24B-91D6-D046-A910-7C149A2C7BA8}" type="sibTrans" cxnId="{62DFFD0E-98E5-A249-88B6-3BDEDDF5AB56}">
      <dgm:prSet/>
      <dgm:spPr/>
      <dgm:t>
        <a:bodyPr/>
        <a:lstStyle/>
        <a:p>
          <a:endParaRPr lang="en-US" sz="3600"/>
        </a:p>
      </dgm:t>
    </dgm:pt>
    <dgm:pt modelId="{C4C03E97-7C04-A340-9B66-1F3D898C4382}" type="parTrans" cxnId="{62DFFD0E-98E5-A249-88B6-3BDEDDF5AB56}">
      <dgm:prSet/>
      <dgm:spPr/>
      <dgm:t>
        <a:bodyPr/>
        <a:lstStyle/>
        <a:p>
          <a:endParaRPr lang="en-US" sz="3600"/>
        </a:p>
      </dgm:t>
    </dgm:pt>
    <dgm:pt modelId="{68AFE436-68E0-F348-BCF1-93CA71CE5BFF}">
      <dgm:prSet phldrT="[Text]" custT="1"/>
      <dgm:spPr/>
      <dgm:t>
        <a:bodyPr/>
        <a:lstStyle/>
        <a:p>
          <a:pPr>
            <a:lnSpc>
              <a:spcPct val="100000"/>
            </a:lnSpc>
          </a:pPr>
          <a:endParaRPr lang="en-US" sz="2800" dirty="0">
            <a:solidFill>
              <a:srgbClr val="292934"/>
            </a:solidFill>
            <a:cs typeface="Arial"/>
          </a:endParaRPr>
        </a:p>
        <a:p>
          <a:pPr>
            <a:lnSpc>
              <a:spcPct val="100000"/>
            </a:lnSpc>
          </a:pPr>
          <a:r>
            <a:rPr lang="en-US" sz="2400" b="0" i="0" dirty="0"/>
            <a:t>Hadoop provides a simple programming model, such as MapReduce, that makes it easy to develop distributed applications</a:t>
          </a:r>
          <a:endParaRPr lang="en-US" sz="2400" dirty="0"/>
        </a:p>
      </dgm:t>
    </dgm:pt>
    <dgm:pt modelId="{A3608276-B38D-FE45-BCEB-29DE35B13234}" type="sibTrans" cxnId="{B37041DA-4BB1-984B-9041-AAD983B43E70}">
      <dgm:prSet/>
      <dgm:spPr/>
      <dgm:t>
        <a:bodyPr/>
        <a:lstStyle/>
        <a:p>
          <a:endParaRPr lang="en-US" sz="3600"/>
        </a:p>
      </dgm:t>
    </dgm:pt>
    <dgm:pt modelId="{1FBEFBA1-4192-DF42-B6EB-A3997C4E28B0}" type="parTrans" cxnId="{B37041DA-4BB1-984B-9041-AAD983B43E70}">
      <dgm:prSet/>
      <dgm:spPr/>
      <dgm:t>
        <a:bodyPr/>
        <a:lstStyle/>
        <a:p>
          <a:endParaRPr lang="en-US" sz="3600"/>
        </a:p>
      </dgm:t>
    </dgm:pt>
    <dgm:pt modelId="{2AD1ABFC-E0F5-BC4D-BE1B-386FF830E336}">
      <dgm:prSet phldrT="[Text]"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sz="2800" dirty="0">
              <a:solidFill>
                <a:schemeClr val="tx1"/>
              </a:solidFill>
              <a:cs typeface="Arial"/>
            </a:rPr>
            <a:t>Cost-Effectiveness</a:t>
          </a:r>
          <a:endParaRPr lang="en-US" sz="2800" dirty="0"/>
        </a:p>
      </dgm:t>
    </dgm:pt>
    <dgm:pt modelId="{753B4962-FB12-1244-A406-B9DB3DBF1F65}" type="sibTrans" cxnId="{9AE2F9BD-BA4F-AB4A-89EC-5A072847CB47}">
      <dgm:prSet/>
      <dgm:spPr/>
      <dgm:t>
        <a:bodyPr/>
        <a:lstStyle/>
        <a:p>
          <a:endParaRPr lang="en-US" sz="3600"/>
        </a:p>
      </dgm:t>
    </dgm:pt>
    <dgm:pt modelId="{0CDCC5C5-6C70-3440-BC3B-B1F9BFCF9347}" type="parTrans" cxnId="{9AE2F9BD-BA4F-AB4A-89EC-5A072847CB47}">
      <dgm:prSet/>
      <dgm:spPr/>
      <dgm:t>
        <a:bodyPr/>
        <a:lstStyle/>
        <a:p>
          <a:endParaRPr lang="en-US" sz="3600"/>
        </a:p>
      </dgm:t>
    </dgm:pt>
    <dgm:pt modelId="{C614FF16-69A4-7345-A585-D3CE9FD2E064}">
      <dgm:prSet phldrT="[Text]" custT="1"/>
      <dgm:spPr/>
      <dgm:t>
        <a:bodyPr/>
        <a:lstStyle/>
        <a:p>
          <a:pPr>
            <a:lnSpc>
              <a:spcPct val="100000"/>
            </a:lnSpc>
          </a:pPr>
          <a:endParaRPr lang="en-US" sz="2800" dirty="0">
            <a:solidFill>
              <a:srgbClr val="333333"/>
            </a:solidFill>
            <a:ea typeface="+mn-lt"/>
            <a:cs typeface="+mn-lt"/>
          </a:endParaRPr>
        </a:p>
        <a:p>
          <a:pPr>
            <a:lnSpc>
              <a:spcPct val="100000"/>
            </a:lnSpc>
          </a:pPr>
          <a:r>
            <a:rPr lang="en-US" sz="2400" b="0" i="0" dirty="0"/>
            <a:t>Hadoop is built on commodity servers, virtual machines and storage, which is much cheaper than high-end systems. This makes it a more affordable solution for big data storage and processing.</a:t>
          </a:r>
          <a:endParaRPr lang="en-US" sz="2400" dirty="0"/>
        </a:p>
      </dgm:t>
    </dgm:pt>
    <dgm:pt modelId="{E8E4B79C-9EBC-1A4C-9577-3E1ECA8240C5}" type="sibTrans" cxnId="{DDA11D67-8E0F-3847-9D66-7768417B9B5A}">
      <dgm:prSet/>
      <dgm:spPr/>
      <dgm:t>
        <a:bodyPr/>
        <a:lstStyle/>
        <a:p>
          <a:endParaRPr lang="en-US" sz="3600"/>
        </a:p>
      </dgm:t>
    </dgm:pt>
    <dgm:pt modelId="{964883DC-E71D-CF49-AEE7-10D75BD9F5CD}" type="parTrans" cxnId="{DDA11D67-8E0F-3847-9D66-7768417B9B5A}">
      <dgm:prSet/>
      <dgm:spPr/>
      <dgm:t>
        <a:bodyPr/>
        <a:lstStyle/>
        <a:p>
          <a:endParaRPr lang="en-US" sz="3600"/>
        </a:p>
      </dgm:t>
    </dgm:pt>
    <dgm:pt modelId="{CF3E55FE-B21E-114B-A9EC-D3F238208A09}">
      <dgm:prSet phldrT="[Text]"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sz="2800" dirty="0"/>
            <a:t>Extensibility</a:t>
          </a:r>
        </a:p>
      </dgm:t>
    </dgm:pt>
    <dgm:pt modelId="{1D17D013-3E5C-C942-BAFA-DFE3D06C4F6F}" type="parTrans" cxnId="{73DF599B-9E16-BD4C-8C83-8BA55D2FAB9B}">
      <dgm:prSet/>
      <dgm:spPr/>
      <dgm:t>
        <a:bodyPr/>
        <a:lstStyle/>
        <a:p>
          <a:endParaRPr lang="en-US"/>
        </a:p>
      </dgm:t>
    </dgm:pt>
    <dgm:pt modelId="{2957DF1F-78AC-544D-AB4C-3B4E1D2BB890}" type="sibTrans" cxnId="{73DF599B-9E16-BD4C-8C83-8BA55D2FAB9B}">
      <dgm:prSet/>
      <dgm:spPr/>
      <dgm:t>
        <a:bodyPr/>
        <a:lstStyle/>
        <a:p>
          <a:endParaRPr lang="en-US"/>
        </a:p>
      </dgm:t>
    </dgm:pt>
    <dgm:pt modelId="{D6436D06-3250-414B-9DC3-E4E1FBF6EB01}">
      <dgm:prSet phldrT="[Text]" custT="1"/>
      <dgm:spPr/>
      <dgm:t>
        <a:bodyPr/>
        <a:lstStyle/>
        <a:p>
          <a:pPr>
            <a:lnSpc>
              <a:spcPct val="100000"/>
            </a:lnSpc>
          </a:pPr>
          <a:endParaRPr lang="en-US" sz="2400" dirty="0"/>
        </a:p>
        <a:p>
          <a:pPr>
            <a:lnSpc>
              <a:spcPct val="100000"/>
            </a:lnSpc>
          </a:pPr>
          <a:r>
            <a:rPr lang="en-US" sz="2400" dirty="0"/>
            <a:t>Hadoop has a rich ecosystem of tools and libraries that complement its core components. </a:t>
          </a:r>
        </a:p>
        <a:p>
          <a:pPr>
            <a:lnSpc>
              <a:spcPct val="100000"/>
            </a:lnSpc>
          </a:pPr>
          <a:r>
            <a:rPr lang="en-US" sz="2400" dirty="0"/>
            <a:t>The flexibility of the Hadoop ecosystem allows us to choose the right tool for our specific distributed computing needs.</a:t>
          </a:r>
        </a:p>
        <a:p>
          <a:pPr>
            <a:lnSpc>
              <a:spcPct val="100000"/>
            </a:lnSpc>
          </a:pPr>
          <a:r>
            <a:rPr lang="en-US" sz="2400" dirty="0"/>
            <a:t>This flexibility extends to allowing Hadoop to execute in a cloud environment</a:t>
          </a:r>
        </a:p>
      </dgm:t>
    </dgm:pt>
    <dgm:pt modelId="{A051CC0D-A620-7043-8CEB-B8CFD7188657}" type="parTrans" cxnId="{196B7661-5341-C144-9C81-E1552EFED387}">
      <dgm:prSet/>
      <dgm:spPr/>
      <dgm:t>
        <a:bodyPr/>
        <a:lstStyle/>
        <a:p>
          <a:endParaRPr lang="en-US"/>
        </a:p>
      </dgm:t>
    </dgm:pt>
    <dgm:pt modelId="{642EB1C2-4335-354E-B2EB-BD92E576E5AE}" type="sibTrans" cxnId="{196B7661-5341-C144-9C81-E1552EFED387}">
      <dgm:prSet/>
      <dgm:spPr/>
      <dgm:t>
        <a:bodyPr/>
        <a:lstStyle/>
        <a:p>
          <a:endParaRPr lang="en-US"/>
        </a:p>
      </dgm:t>
    </dgm:pt>
    <dgm:pt modelId="{DA14DB78-971D-423E-ABBC-4C0BFC9A4508}" type="pres">
      <dgm:prSet presAssocID="{F0D0BB63-F3DB-7A4D-9E9E-D3BCBD2E7EB3}" presName="root" presStyleCnt="0">
        <dgm:presLayoutVars>
          <dgm:dir/>
          <dgm:resizeHandles val="exact"/>
        </dgm:presLayoutVars>
      </dgm:prSet>
      <dgm:spPr/>
    </dgm:pt>
    <dgm:pt modelId="{D1EA3809-354C-42AA-B040-8B295724B5DA}" type="pres">
      <dgm:prSet presAssocID="{A38895C2-01F9-6245-91B5-24143C38A9C7}" presName="compNode" presStyleCnt="0"/>
      <dgm:spPr/>
    </dgm:pt>
    <dgm:pt modelId="{9AD6AE34-E008-4F80-8A65-14EF5C53FC2D}" type="pres">
      <dgm:prSet presAssocID="{A38895C2-01F9-6245-91B5-24143C38A9C7}" presName="iconRect" presStyleLbl="node1" presStyleIdx="0" presStyleCnt="4" custFlipHor="1" custScaleX="9200" custScaleY="4313" custLinFactY="-100000" custLinFactNeighborY="-190106"/>
      <dgm:spPr>
        <a:blipFill dpi="0" rotWithShape="1">
          <a:blip xmlns:r="http://schemas.openxmlformats.org/officeDocument/2006/relationships" r:embed="rId1">
            <a:alphaModFix amt="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g under Magnifying Glass"/>
        </a:ext>
      </dgm:extLst>
    </dgm:pt>
    <dgm:pt modelId="{89D15706-1ACF-4311-A552-57407E4CF56A}" type="pres">
      <dgm:prSet presAssocID="{A38895C2-01F9-6245-91B5-24143C38A9C7}" presName="iconSpace" presStyleCnt="0"/>
      <dgm:spPr/>
    </dgm:pt>
    <dgm:pt modelId="{A3F5AACB-4941-4375-9257-3C08269C058D}" type="pres">
      <dgm:prSet presAssocID="{A38895C2-01F9-6245-91B5-24143C38A9C7}" presName="parTx" presStyleLbl="revTx" presStyleIdx="0" presStyleCnt="8">
        <dgm:presLayoutVars>
          <dgm:chMax val="0"/>
          <dgm:chPref val="0"/>
        </dgm:presLayoutVars>
      </dgm:prSet>
      <dgm:spPr/>
    </dgm:pt>
    <dgm:pt modelId="{724F3C0A-F258-4B19-BFF0-3970C1C1C86F}" type="pres">
      <dgm:prSet presAssocID="{A38895C2-01F9-6245-91B5-24143C38A9C7}" presName="txSpace" presStyleCnt="0"/>
      <dgm:spPr/>
    </dgm:pt>
    <dgm:pt modelId="{FE93FDF4-82DA-45FA-9A1E-C612D39D3B6A}" type="pres">
      <dgm:prSet presAssocID="{A38895C2-01F9-6245-91B5-24143C38A9C7}" presName="desTx" presStyleLbl="revTx" presStyleIdx="1" presStyleCnt="8">
        <dgm:presLayoutVars/>
      </dgm:prSet>
      <dgm:spPr/>
    </dgm:pt>
    <dgm:pt modelId="{E498811C-808C-435A-95EB-9D224CF52F01}" type="pres">
      <dgm:prSet presAssocID="{705E8EE7-BF08-CB4D-BD5C-3C2188954C5C}" presName="sibTrans" presStyleCnt="0"/>
      <dgm:spPr/>
    </dgm:pt>
    <dgm:pt modelId="{2DA928AB-63CA-476E-9590-F71A63129A4F}" type="pres">
      <dgm:prSet presAssocID="{115F7D96-A3EF-2846-B835-63F34DBB95AF}" presName="compNode" presStyleCnt="0"/>
      <dgm:spPr/>
    </dgm:pt>
    <dgm:pt modelId="{B659D329-FFCB-4A99-9159-9545CCFD1864}" type="pres">
      <dgm:prSet presAssocID="{115F7D96-A3EF-2846-B835-63F34DBB95AF}" presName="iconRect" presStyleLbl="node1" presStyleIdx="1" presStyleCnt="4"/>
      <dgm:spPr>
        <a:blipFill dpi="0" rotWithShape="1">
          <a:blip xmlns:r="http://schemas.openxmlformats.org/officeDocument/2006/relationships" r:embed="rId3">
            <a:alphaModFix amt="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7AC829E4-3597-4D5D-A451-4211F5528A3B}" type="pres">
      <dgm:prSet presAssocID="{115F7D96-A3EF-2846-B835-63F34DBB95AF}" presName="iconSpace" presStyleCnt="0"/>
      <dgm:spPr/>
    </dgm:pt>
    <dgm:pt modelId="{2F6EFE1B-9CAA-475C-BE46-7AB33E0E0233}" type="pres">
      <dgm:prSet presAssocID="{115F7D96-A3EF-2846-B835-63F34DBB95AF}" presName="parTx" presStyleLbl="revTx" presStyleIdx="2" presStyleCnt="8">
        <dgm:presLayoutVars>
          <dgm:chMax val="0"/>
          <dgm:chPref val="0"/>
        </dgm:presLayoutVars>
      </dgm:prSet>
      <dgm:spPr/>
    </dgm:pt>
    <dgm:pt modelId="{CEFA69B0-E3C1-4A80-B17A-E8897609B570}" type="pres">
      <dgm:prSet presAssocID="{115F7D96-A3EF-2846-B835-63F34DBB95AF}" presName="txSpace" presStyleCnt="0"/>
      <dgm:spPr/>
    </dgm:pt>
    <dgm:pt modelId="{7F4A702B-11E4-4211-A9B6-CAF76DE9963E}" type="pres">
      <dgm:prSet presAssocID="{115F7D96-A3EF-2846-B835-63F34DBB95AF}" presName="desTx" presStyleLbl="revTx" presStyleIdx="3" presStyleCnt="8">
        <dgm:presLayoutVars/>
      </dgm:prSet>
      <dgm:spPr/>
    </dgm:pt>
    <dgm:pt modelId="{71A4AE05-E956-421B-8F79-2FA0766F0D49}" type="pres">
      <dgm:prSet presAssocID="{8904A24B-91D6-D046-A910-7C149A2C7BA8}" presName="sibTrans" presStyleCnt="0"/>
      <dgm:spPr/>
    </dgm:pt>
    <dgm:pt modelId="{8AE20949-93A6-4596-B28C-7582693FC50C}" type="pres">
      <dgm:prSet presAssocID="{2AD1ABFC-E0F5-BC4D-BE1B-386FF830E336}" presName="compNode" presStyleCnt="0"/>
      <dgm:spPr/>
    </dgm:pt>
    <dgm:pt modelId="{24A53ECD-764D-4FF8-9153-CE9D4FBA6DB1}" type="pres">
      <dgm:prSet presAssocID="{2AD1ABFC-E0F5-BC4D-BE1B-386FF830E336}" presName="iconRect" presStyleLbl="node1" presStyleIdx="2" presStyleCnt="4"/>
      <dgm:spPr>
        <a:blipFill dpi="0" rotWithShape="1">
          <a:blip xmlns:r="http://schemas.openxmlformats.org/officeDocument/2006/relationships" r:embed="rId5">
            <a:alphaModFix amt="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mera"/>
        </a:ext>
      </dgm:extLst>
    </dgm:pt>
    <dgm:pt modelId="{AF2092C4-E23D-452B-A583-573F232CB51D}" type="pres">
      <dgm:prSet presAssocID="{2AD1ABFC-E0F5-BC4D-BE1B-386FF830E336}" presName="iconSpace" presStyleCnt="0"/>
      <dgm:spPr/>
    </dgm:pt>
    <dgm:pt modelId="{5D88F1DD-3536-4BA5-BD1D-077D0CA87FCA}" type="pres">
      <dgm:prSet presAssocID="{2AD1ABFC-E0F5-BC4D-BE1B-386FF830E336}" presName="parTx" presStyleLbl="revTx" presStyleIdx="4" presStyleCnt="8">
        <dgm:presLayoutVars>
          <dgm:chMax val="0"/>
          <dgm:chPref val="0"/>
        </dgm:presLayoutVars>
      </dgm:prSet>
      <dgm:spPr/>
    </dgm:pt>
    <dgm:pt modelId="{3AAF35B6-29A1-422E-B3E2-06FE3917C557}" type="pres">
      <dgm:prSet presAssocID="{2AD1ABFC-E0F5-BC4D-BE1B-386FF830E336}" presName="txSpace" presStyleCnt="0"/>
      <dgm:spPr/>
    </dgm:pt>
    <dgm:pt modelId="{18BB71A3-CB54-4F25-B66C-791E75BDECA1}" type="pres">
      <dgm:prSet presAssocID="{2AD1ABFC-E0F5-BC4D-BE1B-386FF830E336}" presName="desTx" presStyleLbl="revTx" presStyleIdx="5" presStyleCnt="8">
        <dgm:presLayoutVars/>
      </dgm:prSet>
      <dgm:spPr/>
    </dgm:pt>
    <dgm:pt modelId="{852E08BC-BACB-624B-BC6D-72609A660EC0}" type="pres">
      <dgm:prSet presAssocID="{753B4962-FB12-1244-A406-B9DB3DBF1F65}" presName="sibTrans" presStyleCnt="0"/>
      <dgm:spPr/>
    </dgm:pt>
    <dgm:pt modelId="{C649B289-D54F-4A4F-A397-13B45322DB23}" type="pres">
      <dgm:prSet presAssocID="{CF3E55FE-B21E-114B-A9EC-D3F238208A09}" presName="compNode" presStyleCnt="0"/>
      <dgm:spPr/>
    </dgm:pt>
    <dgm:pt modelId="{5AEB8522-060C-EC48-A2EA-8A3EAFDBE8CB}" type="pres">
      <dgm:prSet presAssocID="{CF3E55FE-B21E-114B-A9EC-D3F238208A09}" presName="iconRect" presStyleLbl="node1" presStyleIdx="3" presStyleCnt="4"/>
      <dgm:spPr/>
    </dgm:pt>
    <dgm:pt modelId="{7A2B7D3E-172B-DE40-A7D1-82AB373625AB}" type="pres">
      <dgm:prSet presAssocID="{CF3E55FE-B21E-114B-A9EC-D3F238208A09}" presName="iconSpace" presStyleCnt="0"/>
      <dgm:spPr/>
    </dgm:pt>
    <dgm:pt modelId="{33F0117E-1691-CB47-9C57-3BF4C86D90C1}" type="pres">
      <dgm:prSet presAssocID="{CF3E55FE-B21E-114B-A9EC-D3F238208A09}" presName="parTx" presStyleLbl="revTx" presStyleIdx="6" presStyleCnt="8">
        <dgm:presLayoutVars>
          <dgm:chMax val="0"/>
          <dgm:chPref val="0"/>
        </dgm:presLayoutVars>
      </dgm:prSet>
      <dgm:spPr/>
    </dgm:pt>
    <dgm:pt modelId="{47A2FF18-6572-DB43-8A11-9414E5681771}" type="pres">
      <dgm:prSet presAssocID="{CF3E55FE-B21E-114B-A9EC-D3F238208A09}" presName="txSpace" presStyleCnt="0"/>
      <dgm:spPr/>
    </dgm:pt>
    <dgm:pt modelId="{2A2084AA-EABC-D44A-B35D-1FABC2EF6DED}" type="pres">
      <dgm:prSet presAssocID="{CF3E55FE-B21E-114B-A9EC-D3F238208A09}" presName="desTx" presStyleLbl="revTx" presStyleIdx="7" presStyleCnt="8">
        <dgm:presLayoutVars/>
      </dgm:prSet>
      <dgm:spPr/>
    </dgm:pt>
  </dgm:ptLst>
  <dgm:cxnLst>
    <dgm:cxn modelId="{62DFFD0E-98E5-A249-88B6-3BDEDDF5AB56}" srcId="{F0D0BB63-F3DB-7A4D-9E9E-D3BCBD2E7EB3}" destId="{115F7D96-A3EF-2846-B835-63F34DBB95AF}" srcOrd="1" destOrd="0" parTransId="{C4C03E97-7C04-A340-9B66-1F3D898C4382}" sibTransId="{8904A24B-91D6-D046-A910-7C149A2C7BA8}"/>
    <dgm:cxn modelId="{47BA6325-1C45-41E7-84BF-06DA9C642BBB}" type="presOf" srcId="{115F7D96-A3EF-2846-B835-63F34DBB95AF}" destId="{2F6EFE1B-9CAA-475C-BE46-7AB33E0E0233}" srcOrd="0" destOrd="0" presId="urn:microsoft.com/office/officeart/2018/5/layout/CenteredIconLabelDescriptionList"/>
    <dgm:cxn modelId="{A223745C-024B-4BB6-8489-B64E0CE9C5B3}" type="presOf" srcId="{A38895C2-01F9-6245-91B5-24143C38A9C7}" destId="{A3F5AACB-4941-4375-9257-3C08269C058D}" srcOrd="0" destOrd="0" presId="urn:microsoft.com/office/officeart/2018/5/layout/CenteredIconLabelDescriptionList"/>
    <dgm:cxn modelId="{196B7661-5341-C144-9C81-E1552EFED387}" srcId="{CF3E55FE-B21E-114B-A9EC-D3F238208A09}" destId="{D6436D06-3250-414B-9DC3-E4E1FBF6EB01}" srcOrd="0" destOrd="0" parTransId="{A051CC0D-A620-7043-8CEB-B8CFD7188657}" sibTransId="{642EB1C2-4335-354E-B2EB-BD92E576E5AE}"/>
    <dgm:cxn modelId="{1DE38344-B831-4744-90C2-4EADFF394BD8}" srcId="{A38895C2-01F9-6245-91B5-24143C38A9C7}" destId="{442D5A58-C0BA-F144-900D-CD068CAEACC5}" srcOrd="0" destOrd="0" parTransId="{6D408390-93DB-2146-8370-A33797121294}" sibTransId="{CF020809-46CC-9A4C-A8EB-3476998DDE96}"/>
    <dgm:cxn modelId="{D3B5A944-F001-C443-B5F2-2B9F33291B32}" srcId="{F0D0BB63-F3DB-7A4D-9E9E-D3BCBD2E7EB3}" destId="{A38895C2-01F9-6245-91B5-24143C38A9C7}" srcOrd="0" destOrd="0" parTransId="{4E7FF56D-46AD-054E-9A98-96B3BA155886}" sibTransId="{705E8EE7-BF08-CB4D-BD5C-3C2188954C5C}"/>
    <dgm:cxn modelId="{DDA11D67-8E0F-3847-9D66-7768417B9B5A}" srcId="{2AD1ABFC-E0F5-BC4D-BE1B-386FF830E336}" destId="{C614FF16-69A4-7345-A585-D3CE9FD2E064}" srcOrd="0" destOrd="0" parTransId="{964883DC-E71D-CF49-AEE7-10D75BD9F5CD}" sibTransId="{E8E4B79C-9EBC-1A4C-9577-3E1ECA8240C5}"/>
    <dgm:cxn modelId="{63D5C358-F98A-492D-8528-12CA4FC1EACC}" type="presOf" srcId="{F0D0BB63-F3DB-7A4D-9E9E-D3BCBD2E7EB3}" destId="{DA14DB78-971D-423E-ABBC-4C0BFC9A4508}" srcOrd="0" destOrd="0" presId="urn:microsoft.com/office/officeart/2018/5/layout/CenteredIconLabelDescriptionList"/>
    <dgm:cxn modelId="{1958FE7B-448B-2C43-B4C5-33EEF6917B32}" type="presOf" srcId="{D6436D06-3250-414B-9DC3-E4E1FBF6EB01}" destId="{2A2084AA-EABC-D44A-B35D-1FABC2EF6DED}" srcOrd="0" destOrd="0" presId="urn:microsoft.com/office/officeart/2018/5/layout/CenteredIconLabelDescriptionList"/>
    <dgm:cxn modelId="{4CE7E580-E0AF-4DD4-B883-A88D25A34486}" type="presOf" srcId="{2AD1ABFC-E0F5-BC4D-BE1B-386FF830E336}" destId="{5D88F1DD-3536-4BA5-BD1D-077D0CA87FCA}" srcOrd="0" destOrd="0" presId="urn:microsoft.com/office/officeart/2018/5/layout/CenteredIconLabelDescriptionList"/>
    <dgm:cxn modelId="{73DF599B-9E16-BD4C-8C83-8BA55D2FAB9B}" srcId="{F0D0BB63-F3DB-7A4D-9E9E-D3BCBD2E7EB3}" destId="{CF3E55FE-B21E-114B-A9EC-D3F238208A09}" srcOrd="3" destOrd="0" parTransId="{1D17D013-3E5C-C942-BAFA-DFE3D06C4F6F}" sibTransId="{2957DF1F-78AC-544D-AB4C-3B4E1D2BB890}"/>
    <dgm:cxn modelId="{2F721CAB-57AF-4EDA-81DE-B3FA7830F5CA}" type="presOf" srcId="{68AFE436-68E0-F348-BCF1-93CA71CE5BFF}" destId="{7F4A702B-11E4-4211-A9B6-CAF76DE9963E}" srcOrd="0" destOrd="0" presId="urn:microsoft.com/office/officeart/2018/5/layout/CenteredIconLabelDescriptionList"/>
    <dgm:cxn modelId="{678886B1-9772-4B78-B9B0-EF28932942F1}" type="presOf" srcId="{442D5A58-C0BA-F144-900D-CD068CAEACC5}" destId="{FE93FDF4-82DA-45FA-9A1E-C612D39D3B6A}" srcOrd="0" destOrd="0" presId="urn:microsoft.com/office/officeart/2018/5/layout/CenteredIconLabelDescriptionList"/>
    <dgm:cxn modelId="{9AE2F9BD-BA4F-AB4A-89EC-5A072847CB47}" srcId="{F0D0BB63-F3DB-7A4D-9E9E-D3BCBD2E7EB3}" destId="{2AD1ABFC-E0F5-BC4D-BE1B-386FF830E336}" srcOrd="2" destOrd="0" parTransId="{0CDCC5C5-6C70-3440-BC3B-B1F9BFCF9347}" sibTransId="{753B4962-FB12-1244-A406-B9DB3DBF1F65}"/>
    <dgm:cxn modelId="{B37041DA-4BB1-984B-9041-AAD983B43E70}" srcId="{115F7D96-A3EF-2846-B835-63F34DBB95AF}" destId="{68AFE436-68E0-F348-BCF1-93CA71CE5BFF}" srcOrd="0" destOrd="0" parTransId="{1FBEFBA1-4192-DF42-B6EB-A3997C4E28B0}" sibTransId="{A3608276-B38D-FE45-BCEB-29DE35B13234}"/>
    <dgm:cxn modelId="{FD5FEDDF-4D0C-41BD-B3D5-13E29876E269}" type="presOf" srcId="{C614FF16-69A4-7345-A585-D3CE9FD2E064}" destId="{18BB71A3-CB54-4F25-B66C-791E75BDECA1}" srcOrd="0" destOrd="0" presId="urn:microsoft.com/office/officeart/2018/5/layout/CenteredIconLabelDescriptionList"/>
    <dgm:cxn modelId="{F81806FB-ADA0-4B4D-92E9-42029B54719E}" type="presOf" srcId="{CF3E55FE-B21E-114B-A9EC-D3F238208A09}" destId="{33F0117E-1691-CB47-9C57-3BF4C86D90C1}" srcOrd="0" destOrd="0" presId="urn:microsoft.com/office/officeart/2018/5/layout/CenteredIconLabelDescriptionList"/>
    <dgm:cxn modelId="{B5542B11-3024-4A82-8846-89E2189AA203}" type="presParOf" srcId="{DA14DB78-971D-423E-ABBC-4C0BFC9A4508}" destId="{D1EA3809-354C-42AA-B040-8B295724B5DA}" srcOrd="0" destOrd="0" presId="urn:microsoft.com/office/officeart/2018/5/layout/CenteredIconLabelDescriptionList"/>
    <dgm:cxn modelId="{D8751ED9-B8E9-40E0-9EAD-F9082BCEB719}" type="presParOf" srcId="{D1EA3809-354C-42AA-B040-8B295724B5DA}" destId="{9AD6AE34-E008-4F80-8A65-14EF5C53FC2D}" srcOrd="0" destOrd="0" presId="urn:microsoft.com/office/officeart/2018/5/layout/CenteredIconLabelDescriptionList"/>
    <dgm:cxn modelId="{396F3037-A9F6-4C68-8B8C-8D7A3C0893BD}" type="presParOf" srcId="{D1EA3809-354C-42AA-B040-8B295724B5DA}" destId="{89D15706-1ACF-4311-A552-57407E4CF56A}" srcOrd="1" destOrd="0" presId="urn:microsoft.com/office/officeart/2018/5/layout/CenteredIconLabelDescriptionList"/>
    <dgm:cxn modelId="{79DE9D17-58A0-43AB-82C8-E16ECD55F502}" type="presParOf" srcId="{D1EA3809-354C-42AA-B040-8B295724B5DA}" destId="{A3F5AACB-4941-4375-9257-3C08269C058D}" srcOrd="2" destOrd="0" presId="urn:microsoft.com/office/officeart/2018/5/layout/CenteredIconLabelDescriptionList"/>
    <dgm:cxn modelId="{9B50341E-FA5F-4E9C-B18E-D96D54ABF79A}" type="presParOf" srcId="{D1EA3809-354C-42AA-B040-8B295724B5DA}" destId="{724F3C0A-F258-4B19-BFF0-3970C1C1C86F}" srcOrd="3" destOrd="0" presId="urn:microsoft.com/office/officeart/2018/5/layout/CenteredIconLabelDescriptionList"/>
    <dgm:cxn modelId="{57AB5D18-33B5-480C-B20E-52B586E1F249}" type="presParOf" srcId="{D1EA3809-354C-42AA-B040-8B295724B5DA}" destId="{FE93FDF4-82DA-45FA-9A1E-C612D39D3B6A}" srcOrd="4" destOrd="0" presId="urn:microsoft.com/office/officeart/2018/5/layout/CenteredIconLabelDescriptionList"/>
    <dgm:cxn modelId="{C1216ACB-3135-4684-A1C5-A4D57FAD19DA}" type="presParOf" srcId="{DA14DB78-971D-423E-ABBC-4C0BFC9A4508}" destId="{E498811C-808C-435A-95EB-9D224CF52F01}" srcOrd="1" destOrd="0" presId="urn:microsoft.com/office/officeart/2018/5/layout/CenteredIconLabelDescriptionList"/>
    <dgm:cxn modelId="{14E0CDBC-4332-4B5A-9E75-B8331E647B7F}" type="presParOf" srcId="{DA14DB78-971D-423E-ABBC-4C0BFC9A4508}" destId="{2DA928AB-63CA-476E-9590-F71A63129A4F}" srcOrd="2" destOrd="0" presId="urn:microsoft.com/office/officeart/2018/5/layout/CenteredIconLabelDescriptionList"/>
    <dgm:cxn modelId="{A9126A6D-8E03-432C-8DC3-C89F70A133EE}" type="presParOf" srcId="{2DA928AB-63CA-476E-9590-F71A63129A4F}" destId="{B659D329-FFCB-4A99-9159-9545CCFD1864}" srcOrd="0" destOrd="0" presId="urn:microsoft.com/office/officeart/2018/5/layout/CenteredIconLabelDescriptionList"/>
    <dgm:cxn modelId="{546FA4D3-19D6-4AC8-927E-773C08C3C665}" type="presParOf" srcId="{2DA928AB-63CA-476E-9590-F71A63129A4F}" destId="{7AC829E4-3597-4D5D-A451-4211F5528A3B}" srcOrd="1" destOrd="0" presId="urn:microsoft.com/office/officeart/2018/5/layout/CenteredIconLabelDescriptionList"/>
    <dgm:cxn modelId="{6512493F-6C73-4D55-97E3-0F5F55EF79FC}" type="presParOf" srcId="{2DA928AB-63CA-476E-9590-F71A63129A4F}" destId="{2F6EFE1B-9CAA-475C-BE46-7AB33E0E0233}" srcOrd="2" destOrd="0" presId="urn:microsoft.com/office/officeart/2018/5/layout/CenteredIconLabelDescriptionList"/>
    <dgm:cxn modelId="{77DD6E0B-E0C6-4A67-88C5-299CDBF61997}" type="presParOf" srcId="{2DA928AB-63CA-476E-9590-F71A63129A4F}" destId="{CEFA69B0-E3C1-4A80-B17A-E8897609B570}" srcOrd="3" destOrd="0" presId="urn:microsoft.com/office/officeart/2018/5/layout/CenteredIconLabelDescriptionList"/>
    <dgm:cxn modelId="{3962A81A-D98E-4F6B-90D0-485BD69937AD}" type="presParOf" srcId="{2DA928AB-63CA-476E-9590-F71A63129A4F}" destId="{7F4A702B-11E4-4211-A9B6-CAF76DE9963E}" srcOrd="4" destOrd="0" presId="urn:microsoft.com/office/officeart/2018/5/layout/CenteredIconLabelDescriptionList"/>
    <dgm:cxn modelId="{C32BC598-59D2-4E85-AE3D-95282A472606}" type="presParOf" srcId="{DA14DB78-971D-423E-ABBC-4C0BFC9A4508}" destId="{71A4AE05-E956-421B-8F79-2FA0766F0D49}" srcOrd="3" destOrd="0" presId="urn:microsoft.com/office/officeart/2018/5/layout/CenteredIconLabelDescriptionList"/>
    <dgm:cxn modelId="{1CD6B924-43E0-4AB0-9BA7-A8D232200097}" type="presParOf" srcId="{DA14DB78-971D-423E-ABBC-4C0BFC9A4508}" destId="{8AE20949-93A6-4596-B28C-7582693FC50C}" srcOrd="4" destOrd="0" presId="urn:microsoft.com/office/officeart/2018/5/layout/CenteredIconLabelDescriptionList"/>
    <dgm:cxn modelId="{AE590B55-22FD-4BCF-B759-7693BF63E726}" type="presParOf" srcId="{8AE20949-93A6-4596-B28C-7582693FC50C}" destId="{24A53ECD-764D-4FF8-9153-CE9D4FBA6DB1}" srcOrd="0" destOrd="0" presId="urn:microsoft.com/office/officeart/2018/5/layout/CenteredIconLabelDescriptionList"/>
    <dgm:cxn modelId="{6E0CFC99-570C-4326-84D4-7E38D5D91ECA}" type="presParOf" srcId="{8AE20949-93A6-4596-B28C-7582693FC50C}" destId="{AF2092C4-E23D-452B-A583-573F232CB51D}" srcOrd="1" destOrd="0" presId="urn:microsoft.com/office/officeart/2018/5/layout/CenteredIconLabelDescriptionList"/>
    <dgm:cxn modelId="{7001E932-2647-4C58-ADB7-90C3A9268FA3}" type="presParOf" srcId="{8AE20949-93A6-4596-B28C-7582693FC50C}" destId="{5D88F1DD-3536-4BA5-BD1D-077D0CA87FCA}" srcOrd="2" destOrd="0" presId="urn:microsoft.com/office/officeart/2018/5/layout/CenteredIconLabelDescriptionList"/>
    <dgm:cxn modelId="{597C8964-B7DB-4BE7-87EE-B1CBA8F64F8D}" type="presParOf" srcId="{8AE20949-93A6-4596-B28C-7582693FC50C}" destId="{3AAF35B6-29A1-422E-B3E2-06FE3917C557}" srcOrd="3" destOrd="0" presId="urn:microsoft.com/office/officeart/2018/5/layout/CenteredIconLabelDescriptionList"/>
    <dgm:cxn modelId="{80F1E940-E370-45F3-8485-B36045180487}" type="presParOf" srcId="{8AE20949-93A6-4596-B28C-7582693FC50C}" destId="{18BB71A3-CB54-4F25-B66C-791E75BDECA1}" srcOrd="4" destOrd="0" presId="urn:microsoft.com/office/officeart/2018/5/layout/CenteredIconLabelDescriptionList"/>
    <dgm:cxn modelId="{6CC90255-ACA2-E540-97C2-163FAF64FD5F}" type="presParOf" srcId="{DA14DB78-971D-423E-ABBC-4C0BFC9A4508}" destId="{852E08BC-BACB-624B-BC6D-72609A660EC0}" srcOrd="5" destOrd="0" presId="urn:microsoft.com/office/officeart/2018/5/layout/CenteredIconLabelDescriptionList"/>
    <dgm:cxn modelId="{A6597439-F922-8B45-8518-2E4572685A94}" type="presParOf" srcId="{DA14DB78-971D-423E-ABBC-4C0BFC9A4508}" destId="{C649B289-D54F-4A4F-A397-13B45322DB23}" srcOrd="6" destOrd="0" presId="urn:microsoft.com/office/officeart/2018/5/layout/CenteredIconLabelDescriptionList"/>
    <dgm:cxn modelId="{0B46D0D3-D19C-CD4B-B484-256C9C84C277}" type="presParOf" srcId="{C649B289-D54F-4A4F-A397-13B45322DB23}" destId="{5AEB8522-060C-EC48-A2EA-8A3EAFDBE8CB}" srcOrd="0" destOrd="0" presId="urn:microsoft.com/office/officeart/2018/5/layout/CenteredIconLabelDescriptionList"/>
    <dgm:cxn modelId="{C013B2A0-43F9-5146-AE91-29D4AB15F664}" type="presParOf" srcId="{C649B289-D54F-4A4F-A397-13B45322DB23}" destId="{7A2B7D3E-172B-DE40-A7D1-82AB373625AB}" srcOrd="1" destOrd="0" presId="urn:microsoft.com/office/officeart/2018/5/layout/CenteredIconLabelDescriptionList"/>
    <dgm:cxn modelId="{7EF8844F-3538-3D42-9F1C-F87C5AB0B87E}" type="presParOf" srcId="{C649B289-D54F-4A4F-A397-13B45322DB23}" destId="{33F0117E-1691-CB47-9C57-3BF4C86D90C1}" srcOrd="2" destOrd="0" presId="urn:microsoft.com/office/officeart/2018/5/layout/CenteredIconLabelDescriptionList"/>
    <dgm:cxn modelId="{1948B0CF-6099-D948-9305-0BDCA297C64B}" type="presParOf" srcId="{C649B289-D54F-4A4F-A397-13B45322DB23}" destId="{47A2FF18-6572-DB43-8A11-9414E5681771}" srcOrd="3" destOrd="0" presId="urn:microsoft.com/office/officeart/2018/5/layout/CenteredIconLabelDescriptionList"/>
    <dgm:cxn modelId="{547A3682-9B26-6544-B067-CBB1C88FC4AF}" type="presParOf" srcId="{C649B289-D54F-4A4F-A397-13B45322DB23}" destId="{2A2084AA-EABC-D44A-B35D-1FABC2EF6DED}" srcOrd="4" destOrd="0" presId="urn:microsoft.com/office/officeart/2018/5/layout/CenteredIconLabelDescriptionList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D6AE34-E008-4F80-8A65-14EF5C53FC2D}">
      <dsp:nvSpPr>
        <dsp:cNvPr id="0" name=""/>
        <dsp:cNvSpPr/>
      </dsp:nvSpPr>
      <dsp:spPr>
        <a:xfrm flipH="1">
          <a:off x="1735745" y="1063242"/>
          <a:ext cx="938" cy="83"/>
        </a:xfrm>
        <a:prstGeom prst="rect">
          <a:avLst/>
        </a:prstGeom>
        <a:blipFill dpi="0" rotWithShape="1">
          <a:blip xmlns:r="http://schemas.openxmlformats.org/officeDocument/2006/relationships" r:embed="rId1">
            <a:alphaModFix amt="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25400" cap="flat" cmpd="dbl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F5AACB-4941-4375-9257-3C08269C058D}">
      <dsp:nvSpPr>
        <dsp:cNvPr id="0" name=""/>
        <dsp:cNvSpPr/>
      </dsp:nvSpPr>
      <dsp:spPr>
        <a:xfrm>
          <a:off x="16219" y="1309151"/>
          <a:ext cx="3439990" cy="10517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800" kern="1200" dirty="0">
              <a:solidFill>
                <a:schemeClr val="tx1"/>
              </a:solidFill>
              <a:cs typeface="Arial"/>
            </a:rPr>
            <a:t>Hadoop Distributed File System</a:t>
          </a:r>
          <a:endParaRPr lang="en-US" sz="2800" kern="1200" dirty="0"/>
        </a:p>
      </dsp:txBody>
      <dsp:txXfrm>
        <a:off x="16219" y="1309151"/>
        <a:ext cx="3439990" cy="1051752"/>
      </dsp:txXfrm>
    </dsp:sp>
    <dsp:sp modelId="{FE93FDF4-82DA-45FA-9A1E-C612D39D3B6A}">
      <dsp:nvSpPr>
        <dsp:cNvPr id="0" name=""/>
        <dsp:cNvSpPr/>
      </dsp:nvSpPr>
      <dsp:spPr>
        <a:xfrm>
          <a:off x="16219" y="2472190"/>
          <a:ext cx="3439990" cy="41143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44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 dirty="0">
            <a:solidFill>
              <a:srgbClr val="374151"/>
            </a:solidFill>
            <a:ea typeface="+mn-lt"/>
            <a:cs typeface="+mn-lt"/>
          </a:endParaRPr>
        </a:p>
        <a:p>
          <a:pPr marL="0" lvl="0" indent="0" algn="ctr" defTabSz="444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rgbClr val="374151"/>
              </a:solidFill>
              <a:ea typeface="+mn-lt"/>
              <a:cs typeface="+mn-lt"/>
            </a:rPr>
            <a:t>Allows for the storage of large datasets across multiple nodes in a cluster, providing fault tolerance by replicating data across different nodes</a:t>
          </a:r>
          <a:endParaRPr lang="en-US" sz="2400" kern="1200" dirty="0"/>
        </a:p>
      </dsp:txBody>
      <dsp:txXfrm>
        <a:off x="16219" y="2472190"/>
        <a:ext cx="3439990" cy="4114303"/>
      </dsp:txXfrm>
    </dsp:sp>
    <dsp:sp modelId="{B659D329-FFCB-4A99-9159-9545CCFD1864}">
      <dsp:nvSpPr>
        <dsp:cNvPr id="0" name=""/>
        <dsp:cNvSpPr/>
      </dsp:nvSpPr>
      <dsp:spPr>
        <a:xfrm>
          <a:off x="5773102" y="1068407"/>
          <a:ext cx="10200" cy="1940"/>
        </a:xfrm>
        <a:prstGeom prst="rect">
          <a:avLst/>
        </a:prstGeom>
        <a:blipFill dpi="0" rotWithShape="1">
          <a:blip xmlns:r="http://schemas.openxmlformats.org/officeDocument/2006/relationships" r:embed="rId3">
            <a:alphaModFix amt="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25400" cap="flat" cmpd="dbl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6EFE1B-9CAA-475C-BE46-7AB33E0E0233}">
      <dsp:nvSpPr>
        <dsp:cNvPr id="0" name=""/>
        <dsp:cNvSpPr/>
      </dsp:nvSpPr>
      <dsp:spPr>
        <a:xfrm>
          <a:off x="4058207" y="1309615"/>
          <a:ext cx="3439990" cy="10517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800" kern="1200" dirty="0">
              <a:solidFill>
                <a:schemeClr val="tx1"/>
              </a:solidFill>
              <a:cs typeface="Arial"/>
            </a:rPr>
            <a:t>MapReduce Distributed Processing System</a:t>
          </a:r>
          <a:endParaRPr lang="en-US" sz="2800" kern="1200" dirty="0"/>
        </a:p>
      </dsp:txBody>
      <dsp:txXfrm>
        <a:off x="4058207" y="1309615"/>
        <a:ext cx="3439990" cy="1051752"/>
      </dsp:txXfrm>
    </dsp:sp>
    <dsp:sp modelId="{7F4A702B-11E4-4211-A9B6-CAF76DE9963E}">
      <dsp:nvSpPr>
        <dsp:cNvPr id="0" name=""/>
        <dsp:cNvSpPr/>
      </dsp:nvSpPr>
      <dsp:spPr>
        <a:xfrm>
          <a:off x="4058207" y="2472654"/>
          <a:ext cx="3439990" cy="41143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44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 dirty="0">
            <a:solidFill>
              <a:srgbClr val="292934"/>
            </a:solidFill>
            <a:cs typeface="Arial"/>
          </a:endParaRPr>
        </a:p>
        <a:p>
          <a:pPr marL="0" lvl="0" indent="0" algn="ctr" defTabSz="444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rgbClr val="292934"/>
              </a:solidFill>
              <a:cs typeface="Arial"/>
            </a:rPr>
            <a:t>Hadoop's MapReduce paradigm simplifies the development of parallel processing applications. </a:t>
          </a:r>
        </a:p>
        <a:p>
          <a:pPr marL="0" lvl="0" indent="0" algn="ctr" defTabSz="444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rgbClr val="292934"/>
              </a:solidFill>
              <a:cs typeface="Arial"/>
            </a:rPr>
            <a:t>It abstracts away the complexity of distributed computing by allowing developers to express computations in terms of map and reduce functions. </a:t>
          </a:r>
        </a:p>
        <a:p>
          <a:pPr marL="0" lvl="0" indent="0" algn="ctr" defTabSz="444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rgbClr val="292934"/>
              </a:solidFill>
              <a:cs typeface="Arial"/>
            </a:rPr>
            <a:t>This makes it easier to write parallel programs without dealing with low-level details of distributed computing.</a:t>
          </a:r>
          <a:endParaRPr lang="en-US" sz="2400" kern="1200" dirty="0"/>
        </a:p>
      </dsp:txBody>
      <dsp:txXfrm>
        <a:off x="4058207" y="2472654"/>
        <a:ext cx="3439990" cy="4114303"/>
      </dsp:txXfrm>
    </dsp:sp>
    <dsp:sp modelId="{24A53ECD-764D-4FF8-9153-CE9D4FBA6DB1}">
      <dsp:nvSpPr>
        <dsp:cNvPr id="0" name=""/>
        <dsp:cNvSpPr/>
      </dsp:nvSpPr>
      <dsp:spPr>
        <a:xfrm>
          <a:off x="9815090" y="1068407"/>
          <a:ext cx="10200" cy="1940"/>
        </a:xfrm>
        <a:prstGeom prst="rect">
          <a:avLst/>
        </a:prstGeom>
        <a:blipFill dpi="0" rotWithShape="1">
          <a:blip xmlns:r="http://schemas.openxmlformats.org/officeDocument/2006/relationships" r:embed="rId5">
            <a:alphaModFix amt="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25400" cap="flat" cmpd="dbl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88F1DD-3536-4BA5-BD1D-077D0CA87FCA}">
      <dsp:nvSpPr>
        <dsp:cNvPr id="0" name=""/>
        <dsp:cNvSpPr/>
      </dsp:nvSpPr>
      <dsp:spPr>
        <a:xfrm>
          <a:off x="8100196" y="1309615"/>
          <a:ext cx="3439990" cy="10517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800" kern="1200" dirty="0">
              <a:solidFill>
                <a:schemeClr val="tx1"/>
              </a:solidFill>
              <a:cs typeface="Arial"/>
            </a:rPr>
            <a:t>Yet Another Resource Negotiator</a:t>
          </a:r>
          <a:endParaRPr lang="en-US" sz="2800" kern="1200" dirty="0"/>
        </a:p>
      </dsp:txBody>
      <dsp:txXfrm>
        <a:off x="8100196" y="1309615"/>
        <a:ext cx="3439990" cy="1051752"/>
      </dsp:txXfrm>
    </dsp:sp>
    <dsp:sp modelId="{18BB71A3-CB54-4F25-B66C-791E75BDECA1}">
      <dsp:nvSpPr>
        <dsp:cNvPr id="0" name=""/>
        <dsp:cNvSpPr/>
      </dsp:nvSpPr>
      <dsp:spPr>
        <a:xfrm>
          <a:off x="8100196" y="2472654"/>
          <a:ext cx="3439990" cy="41143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44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 dirty="0">
            <a:solidFill>
              <a:srgbClr val="333333"/>
            </a:solidFill>
            <a:ea typeface="+mn-lt"/>
            <a:cs typeface="+mn-lt"/>
          </a:endParaRPr>
        </a:p>
        <a:p>
          <a:pPr marL="0" lvl="0" indent="0" algn="ctr" defTabSz="444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rgbClr val="333333"/>
              </a:solidFill>
              <a:ea typeface="+mn-lt"/>
              <a:cs typeface="+mn-lt"/>
            </a:rPr>
            <a:t>A framework for job scheduling and cluster resource management</a:t>
          </a:r>
        </a:p>
        <a:p>
          <a:pPr marL="0" lvl="0" indent="0" algn="ctr" defTabSz="444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rgbClr val="333333"/>
              </a:solidFill>
              <a:latin typeface="+mn-lt"/>
              <a:ea typeface="+mn-lt"/>
              <a:cs typeface="+mn-lt"/>
            </a:rPr>
            <a:t>Allows</a:t>
          </a:r>
          <a:r>
            <a:rPr lang="en-US" sz="2400" kern="1200" dirty="0">
              <a:solidFill>
                <a:srgbClr val="333333"/>
              </a:solidFill>
              <a:ea typeface="+mn-lt"/>
              <a:cs typeface="+mn-lt"/>
            </a:rPr>
            <a:t> for the dynamic allocation of resources across the cluster and the efficient scheduling of tasks</a:t>
          </a:r>
          <a:endParaRPr lang="en-US" sz="2400" kern="1200" dirty="0"/>
        </a:p>
      </dsp:txBody>
      <dsp:txXfrm>
        <a:off x="8100196" y="2472654"/>
        <a:ext cx="3439990" cy="4114303"/>
      </dsp:txXfrm>
    </dsp:sp>
    <dsp:sp modelId="{5AEB8522-060C-EC48-A2EA-8A3EAFDBE8CB}">
      <dsp:nvSpPr>
        <dsp:cNvPr id="0" name=""/>
        <dsp:cNvSpPr/>
      </dsp:nvSpPr>
      <dsp:spPr>
        <a:xfrm>
          <a:off x="13857079" y="1068407"/>
          <a:ext cx="10200" cy="194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dbl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F0117E-1691-CB47-9C57-3BF4C86D90C1}">
      <dsp:nvSpPr>
        <dsp:cNvPr id="0" name=""/>
        <dsp:cNvSpPr/>
      </dsp:nvSpPr>
      <dsp:spPr>
        <a:xfrm>
          <a:off x="12142184" y="1309615"/>
          <a:ext cx="3439990" cy="10517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800" kern="1200" dirty="0"/>
            <a:t>Zookeeper</a:t>
          </a:r>
        </a:p>
      </dsp:txBody>
      <dsp:txXfrm>
        <a:off x="12142184" y="1309615"/>
        <a:ext cx="3439990" cy="1051752"/>
      </dsp:txXfrm>
    </dsp:sp>
    <dsp:sp modelId="{2A2084AA-EABC-D44A-B35D-1FABC2EF6DED}">
      <dsp:nvSpPr>
        <dsp:cNvPr id="0" name=""/>
        <dsp:cNvSpPr/>
      </dsp:nvSpPr>
      <dsp:spPr>
        <a:xfrm>
          <a:off x="12142184" y="2472654"/>
          <a:ext cx="3439990" cy="41143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44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 dirty="0"/>
        </a:p>
        <a:p>
          <a:pPr marL="0" lvl="0" indent="0" algn="ctr" defTabSz="444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Provides a centralized service for managing cluster membership, configuration, and synchronization</a:t>
          </a:r>
        </a:p>
      </dsp:txBody>
      <dsp:txXfrm>
        <a:off x="12142184" y="2472654"/>
        <a:ext cx="3439990" cy="411430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D6AE34-E008-4F80-8A65-14EF5C53FC2D}">
      <dsp:nvSpPr>
        <dsp:cNvPr id="0" name=""/>
        <dsp:cNvSpPr/>
      </dsp:nvSpPr>
      <dsp:spPr>
        <a:xfrm flipH="1">
          <a:off x="1735745" y="703744"/>
          <a:ext cx="938" cy="94"/>
        </a:xfrm>
        <a:prstGeom prst="rect">
          <a:avLst/>
        </a:prstGeom>
        <a:blipFill dpi="0" rotWithShape="1">
          <a:blip xmlns:r="http://schemas.openxmlformats.org/officeDocument/2006/relationships" r:embed="rId1">
            <a:alphaModFix amt="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25400" cap="flat" cmpd="dbl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F5AACB-4941-4375-9257-3C08269C058D}">
      <dsp:nvSpPr>
        <dsp:cNvPr id="0" name=""/>
        <dsp:cNvSpPr/>
      </dsp:nvSpPr>
      <dsp:spPr>
        <a:xfrm>
          <a:off x="16219" y="981548"/>
          <a:ext cx="3439990" cy="5052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800" kern="1200" dirty="0">
              <a:solidFill>
                <a:schemeClr val="tx1"/>
              </a:solidFill>
              <a:cs typeface="Arial"/>
            </a:rPr>
            <a:t>Data Locality</a:t>
          </a:r>
          <a:endParaRPr lang="en-US" sz="2800" kern="1200" dirty="0"/>
        </a:p>
      </dsp:txBody>
      <dsp:txXfrm>
        <a:off x="16219" y="981548"/>
        <a:ext cx="3439990" cy="505259"/>
      </dsp:txXfrm>
    </dsp:sp>
    <dsp:sp modelId="{FE93FDF4-82DA-45FA-9A1E-C612D39D3B6A}">
      <dsp:nvSpPr>
        <dsp:cNvPr id="0" name=""/>
        <dsp:cNvSpPr/>
      </dsp:nvSpPr>
      <dsp:spPr>
        <a:xfrm>
          <a:off x="16219" y="1612528"/>
          <a:ext cx="3439990" cy="53327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 dirty="0">
            <a:solidFill>
              <a:srgbClr val="374151"/>
            </a:solidFill>
            <a:ea typeface="+mn-lt"/>
            <a:cs typeface="+mn-lt"/>
          </a:endParaRPr>
        </a:p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rgbClr val="374151"/>
              </a:solidFill>
              <a:ea typeface="+mn-lt"/>
              <a:cs typeface="+mn-lt"/>
            </a:rPr>
            <a:t>Ensures that computation is performed on the node where the data resides</a:t>
          </a:r>
        </a:p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rgbClr val="374151"/>
              </a:solidFill>
              <a:ea typeface="+mn-lt"/>
              <a:cs typeface="+mn-lt"/>
            </a:rPr>
            <a:t>This minimizes data transfer over the network, reducing communication overhead and improving overall performance.</a:t>
          </a:r>
          <a:endParaRPr lang="en-US" sz="2400" kern="1200" dirty="0"/>
        </a:p>
      </dsp:txBody>
      <dsp:txXfrm>
        <a:off x="16219" y="1612528"/>
        <a:ext cx="3439990" cy="5332731"/>
      </dsp:txXfrm>
    </dsp:sp>
    <dsp:sp modelId="{B659D329-FFCB-4A99-9159-9545CCFD1864}">
      <dsp:nvSpPr>
        <dsp:cNvPr id="0" name=""/>
        <dsp:cNvSpPr/>
      </dsp:nvSpPr>
      <dsp:spPr>
        <a:xfrm>
          <a:off x="5773102" y="709582"/>
          <a:ext cx="10200" cy="2193"/>
        </a:xfrm>
        <a:prstGeom prst="rect">
          <a:avLst/>
        </a:prstGeom>
        <a:blipFill dpi="0" rotWithShape="1">
          <a:blip xmlns:r="http://schemas.openxmlformats.org/officeDocument/2006/relationships" r:embed="rId3">
            <a:alphaModFix amt="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25400" cap="flat" cmpd="dbl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6EFE1B-9CAA-475C-BE46-7AB33E0E0233}">
      <dsp:nvSpPr>
        <dsp:cNvPr id="0" name=""/>
        <dsp:cNvSpPr/>
      </dsp:nvSpPr>
      <dsp:spPr>
        <a:xfrm>
          <a:off x="4058207" y="982073"/>
          <a:ext cx="3439990" cy="5052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800" kern="1200" dirty="0">
              <a:solidFill>
                <a:schemeClr val="tx1"/>
              </a:solidFill>
              <a:cs typeface="Arial"/>
            </a:rPr>
            <a:t>Simplicity</a:t>
          </a:r>
          <a:endParaRPr lang="en-US" sz="2800" kern="1200" dirty="0"/>
        </a:p>
      </dsp:txBody>
      <dsp:txXfrm>
        <a:off x="4058207" y="982073"/>
        <a:ext cx="3439990" cy="505259"/>
      </dsp:txXfrm>
    </dsp:sp>
    <dsp:sp modelId="{7F4A702B-11E4-4211-A9B6-CAF76DE9963E}">
      <dsp:nvSpPr>
        <dsp:cNvPr id="0" name=""/>
        <dsp:cNvSpPr/>
      </dsp:nvSpPr>
      <dsp:spPr>
        <a:xfrm>
          <a:off x="4058207" y="1613052"/>
          <a:ext cx="3439990" cy="53327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 dirty="0">
            <a:solidFill>
              <a:srgbClr val="292934"/>
            </a:solidFill>
            <a:cs typeface="Arial"/>
          </a:endParaRPr>
        </a:p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/>
            <a:t>Hadoop provides a simple programming model, such as MapReduce, that makes it easy to develop distributed applications</a:t>
          </a:r>
          <a:endParaRPr lang="en-US" sz="2400" kern="1200" dirty="0"/>
        </a:p>
      </dsp:txBody>
      <dsp:txXfrm>
        <a:off x="4058207" y="1613052"/>
        <a:ext cx="3439990" cy="5332731"/>
      </dsp:txXfrm>
    </dsp:sp>
    <dsp:sp modelId="{24A53ECD-764D-4FF8-9153-CE9D4FBA6DB1}">
      <dsp:nvSpPr>
        <dsp:cNvPr id="0" name=""/>
        <dsp:cNvSpPr/>
      </dsp:nvSpPr>
      <dsp:spPr>
        <a:xfrm>
          <a:off x="9815090" y="709582"/>
          <a:ext cx="10200" cy="2193"/>
        </a:xfrm>
        <a:prstGeom prst="rect">
          <a:avLst/>
        </a:prstGeom>
        <a:blipFill dpi="0" rotWithShape="1">
          <a:blip xmlns:r="http://schemas.openxmlformats.org/officeDocument/2006/relationships" r:embed="rId5">
            <a:alphaModFix amt="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25400" cap="flat" cmpd="dbl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88F1DD-3536-4BA5-BD1D-077D0CA87FCA}">
      <dsp:nvSpPr>
        <dsp:cNvPr id="0" name=""/>
        <dsp:cNvSpPr/>
      </dsp:nvSpPr>
      <dsp:spPr>
        <a:xfrm>
          <a:off x="8100196" y="982073"/>
          <a:ext cx="3439990" cy="5052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800" kern="1200" dirty="0">
              <a:solidFill>
                <a:schemeClr val="tx1"/>
              </a:solidFill>
              <a:cs typeface="Arial"/>
            </a:rPr>
            <a:t>Cost-Effectiveness</a:t>
          </a:r>
          <a:endParaRPr lang="en-US" sz="2800" kern="1200" dirty="0"/>
        </a:p>
      </dsp:txBody>
      <dsp:txXfrm>
        <a:off x="8100196" y="982073"/>
        <a:ext cx="3439990" cy="505259"/>
      </dsp:txXfrm>
    </dsp:sp>
    <dsp:sp modelId="{18BB71A3-CB54-4F25-B66C-791E75BDECA1}">
      <dsp:nvSpPr>
        <dsp:cNvPr id="0" name=""/>
        <dsp:cNvSpPr/>
      </dsp:nvSpPr>
      <dsp:spPr>
        <a:xfrm>
          <a:off x="8100196" y="1613052"/>
          <a:ext cx="3439990" cy="53327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 dirty="0">
            <a:solidFill>
              <a:srgbClr val="333333"/>
            </a:solidFill>
            <a:ea typeface="+mn-lt"/>
            <a:cs typeface="+mn-lt"/>
          </a:endParaRPr>
        </a:p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/>
            <a:t>Hadoop is built on commodity servers, virtual machines and storage, which is much cheaper than high-end systems. This makes it a more affordable solution for big data storage and processing.</a:t>
          </a:r>
          <a:endParaRPr lang="en-US" sz="2400" kern="1200" dirty="0"/>
        </a:p>
      </dsp:txBody>
      <dsp:txXfrm>
        <a:off x="8100196" y="1613052"/>
        <a:ext cx="3439990" cy="5332731"/>
      </dsp:txXfrm>
    </dsp:sp>
    <dsp:sp modelId="{5AEB8522-060C-EC48-A2EA-8A3EAFDBE8CB}">
      <dsp:nvSpPr>
        <dsp:cNvPr id="0" name=""/>
        <dsp:cNvSpPr/>
      </dsp:nvSpPr>
      <dsp:spPr>
        <a:xfrm>
          <a:off x="13857079" y="709582"/>
          <a:ext cx="10200" cy="21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dbl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F0117E-1691-CB47-9C57-3BF4C86D90C1}">
      <dsp:nvSpPr>
        <dsp:cNvPr id="0" name=""/>
        <dsp:cNvSpPr/>
      </dsp:nvSpPr>
      <dsp:spPr>
        <a:xfrm>
          <a:off x="12142184" y="982073"/>
          <a:ext cx="3439990" cy="5052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800" kern="1200" dirty="0"/>
            <a:t>Extensibility</a:t>
          </a:r>
        </a:p>
      </dsp:txBody>
      <dsp:txXfrm>
        <a:off x="12142184" y="982073"/>
        <a:ext cx="3439990" cy="505259"/>
      </dsp:txXfrm>
    </dsp:sp>
    <dsp:sp modelId="{2A2084AA-EABC-D44A-B35D-1FABC2EF6DED}">
      <dsp:nvSpPr>
        <dsp:cNvPr id="0" name=""/>
        <dsp:cNvSpPr/>
      </dsp:nvSpPr>
      <dsp:spPr>
        <a:xfrm>
          <a:off x="12142184" y="1613052"/>
          <a:ext cx="3439990" cy="53327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 dirty="0"/>
        </a:p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Hadoop has a rich ecosystem of tools and libraries that complement its core components. </a:t>
          </a:r>
        </a:p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The flexibility of the Hadoop ecosystem allows us to choose the right tool for our specific distributed computing needs.</a:t>
          </a:r>
        </a:p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This flexibility extends to allowing Hadoop to execute in a cloud environment</a:t>
          </a:r>
        </a:p>
      </dsp:txBody>
      <dsp:txXfrm>
        <a:off x="12142184" y="1613052"/>
        <a:ext cx="3439990" cy="533273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D919ED-7EBC-0349-92FD-49744747E976}" type="datetimeFigureOut">
              <a:rPr lang="en-US" smtClean="0"/>
              <a:t>7/8/2024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71147B-6250-B74A-893B-83F308D48EF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2140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2A486D6-E442-077A-EEB3-88D208F2FC4C}"/>
              </a:ext>
            </a:extLst>
          </p:cNvPr>
          <p:cNvSpPr/>
          <p:nvPr/>
        </p:nvSpPr>
        <p:spPr>
          <a:xfrm>
            <a:off x="2657477" y="1943101"/>
            <a:ext cx="12973050" cy="4730750"/>
          </a:xfrm>
          <a:prstGeom prst="rect">
            <a:avLst/>
          </a:prstGeom>
          <a:noFill/>
          <a:ln w="12700" cap="flat" cmpd="sng">
            <a:solidFill>
              <a:schemeClr val="bg1"/>
            </a:solidFill>
            <a:prstDash val="solid"/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>
            <a:normAutofit/>
          </a:bodyPr>
          <a:lstStyle/>
          <a:p>
            <a:pPr defTabSz="1828800" fontAlgn="auto">
              <a:spcBef>
                <a:spcPts val="4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/>
            </a:pPr>
            <a:endParaRPr sz="6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5842" y="2286000"/>
            <a:ext cx="12996316" cy="2587300"/>
          </a:xfrm>
        </p:spPr>
        <p:txBody>
          <a:bodyPr lIns="182880" rIns="182880" rtlCol="0">
            <a:noAutofit/>
          </a:bodyPr>
          <a:lstStyle>
            <a:lvl1pPr marL="0" indent="0" algn="ctr" defTabSz="1828800" rtl="0" eaLnBrk="1" latinLnBrk="0" hangingPunct="1">
              <a:spcBef>
                <a:spcPct val="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7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5845" y="4948519"/>
            <a:ext cx="12996318" cy="1374962"/>
          </a:xfrm>
        </p:spPr>
        <p:txBody>
          <a:bodyPr rtlCol="0">
            <a:normAutofit/>
          </a:bodyPr>
          <a:lstStyle>
            <a:lvl1pPr marL="0" indent="0" algn="ctr" defTabSz="18288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572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400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315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6748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8550" y="2050699"/>
            <a:ext cx="16084552" cy="6888006"/>
          </a:xfrm>
        </p:spPr>
        <p:txBody>
          <a:bodyPr/>
          <a:lstStyle>
            <a:lvl1pPr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02593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8550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02142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561141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536A5-2511-45D9-8AD9-23F11C951D17}" type="datetime1">
              <a:rPr lang="en-US" smtClean="0"/>
              <a:t>7/8/2024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k-SK" dirty="0"/>
              <a:t>CSP554</a:t>
            </a:r>
            <a:r>
              <a:rPr lang="en-US" dirty="0"/>
              <a:t> Module 02a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7C465-8597-4488-B68C-9584484277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3139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6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482098A7-74DB-47EC-8637-CFD1F5FF8EA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098551" y="161926"/>
            <a:ext cx="16084550" cy="2003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A30E7C49-5D51-22BD-9218-005012D508B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098551" y="2400300"/>
            <a:ext cx="16084550" cy="651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pic>
        <p:nvPicPr>
          <p:cNvPr id="1028" name="Picture 5" descr="ILTECH_wht_horiz.png">
            <a:extLst>
              <a:ext uri="{FF2B5EF4-FFF2-40B4-BE49-F238E27FC236}">
                <a16:creationId xmlns:a16="http://schemas.microsoft.com/office/drawing/2014/main" id="{42D74730-BBC2-6B47-9AEF-9E8FDE440A0D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89076" y="9185276"/>
            <a:ext cx="35560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4" r:id="rId2"/>
    <p:sldLayoutId id="2147483675" r:id="rId3"/>
    <p:sldLayoutId id="2147483677" r:id="rId4"/>
  </p:sldLayoutIdLst>
  <p:txStyles>
    <p:titleStyle>
      <a:lvl1pPr algn="ctr" rtl="0" fontAlgn="base">
        <a:spcBef>
          <a:spcPct val="0"/>
        </a:spcBef>
        <a:spcAft>
          <a:spcPct val="0"/>
        </a:spcAft>
        <a:defRPr sz="5600" b="1" kern="1200">
          <a:solidFill>
            <a:schemeClr val="accent1"/>
          </a:solidFill>
          <a:latin typeface="+mj-lt"/>
          <a:ea typeface="ＭＳ Ｐゴシック" panose="020B0600070205080204" pitchFamily="34" charset="-128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2pPr>
      <a:lvl3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3pPr>
      <a:lvl4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4pPr>
      <a:lvl5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5pPr>
      <a:lvl6pPr marL="9144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6pPr>
      <a:lvl7pPr marL="18288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7pPr>
      <a:lvl8pPr marL="27432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8pPr>
      <a:lvl9pPr marL="36576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9pPr>
    </p:titleStyle>
    <p:bodyStyle>
      <a:lvl1pPr marL="698500" indent="-698500" algn="l" rtl="0" fontAlgn="base">
        <a:spcBef>
          <a:spcPts val="4000"/>
        </a:spcBef>
        <a:spcAft>
          <a:spcPct val="0"/>
        </a:spcAft>
        <a:buClr>
          <a:schemeClr val="accent2"/>
        </a:buClr>
        <a:buSzPct val="100000"/>
        <a:buFont typeface="Wingdings 2" pitchFamily="2" charset="2"/>
        <a:buChar char=""/>
        <a:defRPr sz="48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1pPr>
      <a:lvl2pPr marL="1371600" indent="-673100" algn="l" rtl="0" fontAlgn="base">
        <a:spcBef>
          <a:spcPts val="1200"/>
        </a:spcBef>
        <a:spcAft>
          <a:spcPct val="0"/>
        </a:spcAft>
        <a:buClr>
          <a:srgbClr val="808080"/>
        </a:buClr>
        <a:buSzPct val="100000"/>
        <a:buFont typeface="Wingdings 2" pitchFamily="2" charset="2"/>
        <a:buChar char=""/>
        <a:defRPr sz="44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2pPr>
      <a:lvl3pPr marL="1936750" indent="-565150" algn="l" rtl="0" fontAlgn="base">
        <a:spcBef>
          <a:spcPts val="1200"/>
        </a:spcBef>
        <a:spcAft>
          <a:spcPct val="0"/>
        </a:spcAft>
        <a:buClr>
          <a:srgbClr val="969696"/>
        </a:buClr>
        <a:buSzPct val="100000"/>
        <a:buFont typeface="Wingdings 2" pitchFamily="2" charset="2"/>
        <a:buChar char=""/>
        <a:defRPr sz="40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3pPr>
      <a:lvl4pPr marL="2527300" indent="-590550" algn="l" rtl="0" fontAlgn="base">
        <a:spcBef>
          <a:spcPts val="1200"/>
        </a:spcBef>
        <a:spcAft>
          <a:spcPct val="0"/>
        </a:spcAft>
        <a:buClr>
          <a:srgbClr val="F8BC65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4pPr>
      <a:lvl5pPr marL="3092450" indent="-565150" algn="l" rtl="0" fontAlgn="base">
        <a:spcBef>
          <a:spcPts val="1200"/>
        </a:spcBef>
        <a:spcAft>
          <a:spcPct val="0"/>
        </a:spcAft>
        <a:buClr>
          <a:srgbClr val="FBD299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5pPr>
      <a:lvl6pPr marL="3657600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4235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4797426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5378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36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7124E-2AFD-8B0F-2A0E-4F4FC4AEE7C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Module 2: Lesson 1</a:t>
            </a:r>
            <a:br>
              <a:rPr lang="en-US" dirty="0"/>
            </a:br>
            <a:r>
              <a:rPr lang="en-US" sz="5400" dirty="0"/>
              <a:t>Hadoop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66890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F8DE9-1252-7804-0654-5B779F2A1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of Distributed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A140A1-AE8F-8038-9DF8-5039AEF0AF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Let’s assume we have big data to process and we have a group of nodes (servers or virtual machines) networked together in a cluster.</a:t>
            </a:r>
          </a:p>
          <a:p>
            <a:pPr marL="0" indent="0" algn="ctr">
              <a:buNone/>
            </a:pPr>
            <a:r>
              <a:rPr lang="en-US" dirty="0"/>
              <a:t>What challenges might we need to overcome to transform this network of nodes into a distributed big data storage and processing system?</a:t>
            </a:r>
          </a:p>
          <a:p>
            <a:pPr marL="0" indent="0" algn="ctr">
              <a:buNone/>
            </a:pPr>
            <a:r>
              <a:rPr lang="en-US" dirty="0"/>
              <a:t>That is, what capabilities would a distributed processing and storage middleware need to provide to deliver a coherent distributed systems capable of handling big data?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76958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5A2AF-1EEB-F9A7-8954-4B5F4F7D5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of Distributed Systems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D658AC0-37A1-FCE4-966B-AEBCF4F7D98C}"/>
              </a:ext>
            </a:extLst>
          </p:cNvPr>
          <p:cNvSpPr/>
          <p:nvPr/>
        </p:nvSpPr>
        <p:spPr>
          <a:xfrm>
            <a:off x="-30480" y="2324100"/>
            <a:ext cx="4271740" cy="104241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C64A9E-92DC-E1F9-7988-22DCE18F2F50}"/>
              </a:ext>
            </a:extLst>
          </p:cNvPr>
          <p:cNvSpPr/>
          <p:nvPr/>
        </p:nvSpPr>
        <p:spPr>
          <a:xfrm>
            <a:off x="0" y="3545529"/>
            <a:ext cx="4450080" cy="104241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3767511-4343-89FB-12DD-77B0E6E6347A}"/>
              </a:ext>
            </a:extLst>
          </p:cNvPr>
          <p:cNvSpPr/>
          <p:nvPr/>
        </p:nvSpPr>
        <p:spPr>
          <a:xfrm>
            <a:off x="0" y="4747504"/>
            <a:ext cx="4450080" cy="1042416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F0B397-3BE5-373B-E5A9-13A4106B7DBC}"/>
              </a:ext>
            </a:extLst>
          </p:cNvPr>
          <p:cNvSpPr/>
          <p:nvPr/>
        </p:nvSpPr>
        <p:spPr>
          <a:xfrm>
            <a:off x="0" y="5910566"/>
            <a:ext cx="4450080" cy="1042416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2C56DA-A4F9-D355-A171-397F89964105}"/>
              </a:ext>
            </a:extLst>
          </p:cNvPr>
          <p:cNvSpPr/>
          <p:nvPr/>
        </p:nvSpPr>
        <p:spPr>
          <a:xfrm>
            <a:off x="792480" y="2324100"/>
            <a:ext cx="3657600" cy="1042416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2"/>
                </a:solidFill>
              </a:rPr>
              <a:t>Programming Complexity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9C87F86-2422-9D76-8643-9F14AE6654EA}"/>
              </a:ext>
            </a:extLst>
          </p:cNvPr>
          <p:cNvSpPr/>
          <p:nvPr/>
        </p:nvSpPr>
        <p:spPr>
          <a:xfrm>
            <a:off x="792480" y="3545529"/>
            <a:ext cx="3657600" cy="104241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Communication Overhead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E9BF948-A9D5-52ED-BA93-AD433038B961}"/>
              </a:ext>
            </a:extLst>
          </p:cNvPr>
          <p:cNvSpPr/>
          <p:nvPr/>
        </p:nvSpPr>
        <p:spPr>
          <a:xfrm>
            <a:off x="792480" y="4747504"/>
            <a:ext cx="3657600" cy="1042416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Fault Tolerance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4455CA-CC41-1AC9-3001-3C90090FCEEA}"/>
              </a:ext>
            </a:extLst>
          </p:cNvPr>
          <p:cNvSpPr/>
          <p:nvPr/>
        </p:nvSpPr>
        <p:spPr>
          <a:xfrm>
            <a:off x="792480" y="5910566"/>
            <a:ext cx="3657600" cy="1042416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2"/>
                </a:solidFill>
              </a:rPr>
              <a:t>Scalability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5F6804-CEDA-F816-DEA8-C734ACB2B89A}"/>
              </a:ext>
            </a:extLst>
          </p:cNvPr>
          <p:cNvSpPr/>
          <p:nvPr/>
        </p:nvSpPr>
        <p:spPr>
          <a:xfrm>
            <a:off x="4541518" y="2316956"/>
            <a:ext cx="12006072" cy="104241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2"/>
                </a:solidFill>
              </a:rPr>
              <a:t>Distributed and parallel programming introduce additional complexity compared to sequential programming due to the need to manage data partitioning, communication, synchronization, and error handling across multiple nodes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A824491-39DA-2FEF-F31F-171731277535}"/>
              </a:ext>
            </a:extLst>
          </p:cNvPr>
          <p:cNvSpPr/>
          <p:nvPr/>
        </p:nvSpPr>
        <p:spPr>
          <a:xfrm>
            <a:off x="4541518" y="3545529"/>
            <a:ext cx="12006072" cy="104241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Coordinating and synchronizing tasks between nodes often requires significant data transfer, leading to delays and performance bottlenecks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A9321C7-53EF-9CA7-F7BF-681BF48FC6F4}"/>
              </a:ext>
            </a:extLst>
          </p:cNvPr>
          <p:cNvSpPr/>
          <p:nvPr/>
        </p:nvSpPr>
        <p:spPr>
          <a:xfrm>
            <a:off x="4541518" y="4740360"/>
            <a:ext cx="12006072" cy="1042416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Implementing mechanisms to detect and recover from failures without compromising the overall system performance is a non-trivial task.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CD42696-6982-A473-0CE8-A0AB929641FB}"/>
              </a:ext>
            </a:extLst>
          </p:cNvPr>
          <p:cNvSpPr/>
          <p:nvPr/>
        </p:nvSpPr>
        <p:spPr>
          <a:xfrm>
            <a:off x="4541519" y="5910566"/>
            <a:ext cx="12009120" cy="1042416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0" i="0" dirty="0">
                <a:solidFill>
                  <a:schemeClr val="bg2"/>
                </a:solidFill>
                <a:effectLst/>
              </a:rPr>
              <a:t> It is important to ensure that the parallel program can handle larger problem sizes without significant performance degradation or algorithm change</a:t>
            </a:r>
            <a:endParaRPr lang="en-US" sz="2000" dirty="0">
              <a:solidFill>
                <a:schemeClr val="bg2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E141AAE-90DD-30A6-A9B4-8198A5CD83A0}"/>
              </a:ext>
            </a:extLst>
          </p:cNvPr>
          <p:cNvSpPr/>
          <p:nvPr/>
        </p:nvSpPr>
        <p:spPr>
          <a:xfrm>
            <a:off x="16214" y="7074641"/>
            <a:ext cx="4450080" cy="1042416"/>
          </a:xfrm>
          <a:prstGeom prst="rect">
            <a:avLst/>
          </a:prstGeom>
          <a:solidFill>
            <a:srgbClr val="1770C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F06BA78-B778-C7B9-D84F-6119BD8CAFBC}"/>
              </a:ext>
            </a:extLst>
          </p:cNvPr>
          <p:cNvSpPr/>
          <p:nvPr/>
        </p:nvSpPr>
        <p:spPr>
          <a:xfrm>
            <a:off x="808694" y="7074641"/>
            <a:ext cx="3657600" cy="1042416"/>
          </a:xfrm>
          <a:prstGeom prst="rect">
            <a:avLst/>
          </a:prstGeom>
          <a:solidFill>
            <a:srgbClr val="1770C0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2"/>
                </a:solidFill>
              </a:rPr>
              <a:t>Resource Allocation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84E9B69-8B38-86C0-837F-B26D9C5DD71F}"/>
              </a:ext>
            </a:extLst>
          </p:cNvPr>
          <p:cNvSpPr/>
          <p:nvPr/>
        </p:nvSpPr>
        <p:spPr>
          <a:xfrm>
            <a:off x="4557733" y="7074641"/>
            <a:ext cx="12009120" cy="1042416"/>
          </a:xfrm>
          <a:prstGeom prst="rect">
            <a:avLst/>
          </a:prstGeom>
          <a:solidFill>
            <a:srgbClr val="1770C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2"/>
                </a:solidFill>
              </a:rPr>
              <a:t>Improper or unfair resource allocation can lead to suboptimal performance, inefficient shared cluster use, and may result in bottlenecks that limit overall system throughput</a:t>
            </a:r>
          </a:p>
        </p:txBody>
      </p:sp>
    </p:spTree>
    <p:extLst>
      <p:ext uri="{BB962C8B-B14F-4D97-AF65-F5344CB8AC3E}">
        <p14:creationId xmlns:p14="http://schemas.microsoft.com/office/powerpoint/2010/main" val="23011426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5522E-E572-F2D7-C824-B12B6CC48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Hadoop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7A60DC-82D2-5297-A760-0246CA334C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3800" b="0" i="0" dirty="0">
                <a:solidFill>
                  <a:srgbClr val="0F0F0F"/>
                </a:solidFill>
                <a:effectLst/>
              </a:rPr>
              <a:t>Hadoop is </a:t>
            </a:r>
            <a:r>
              <a:rPr lang="en-US" sz="4000" dirty="0"/>
              <a:t>an open source software framework that enables reliable and scalable storage and processing of large datasets in a distributed environment</a:t>
            </a:r>
            <a:endParaRPr lang="en-US" sz="3800" b="0" i="0" dirty="0">
              <a:solidFill>
                <a:srgbClr val="0F0F0F"/>
              </a:solidFill>
              <a:effectLst/>
            </a:endParaRPr>
          </a:p>
          <a:p>
            <a:pPr marL="0" indent="0" algn="ctr">
              <a:buNone/>
            </a:pPr>
            <a:r>
              <a:rPr lang="en-US" sz="3800" b="0" i="0" dirty="0">
                <a:solidFill>
                  <a:srgbClr val="0F0F0F"/>
                </a:solidFill>
                <a:effectLst/>
              </a:rPr>
              <a:t>It was developed to address the challenges of distributed computing and storage, providing a scalable and fault-tolerant solution for processing big data</a:t>
            </a:r>
          </a:p>
          <a:p>
            <a:pPr marL="0" indent="0" algn="ctr">
              <a:buNone/>
            </a:pPr>
            <a:r>
              <a:rPr lang="en-US" sz="3800" dirty="0"/>
              <a:t>Hadoop simplifies distributed computing so programmers can focus on the application rather than solving problems inter-node communication, fault tolerance, resource allocation, scalability and others</a:t>
            </a:r>
          </a:p>
          <a:p>
            <a:pPr marL="0" indent="0" algn="ctr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82962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85664-0D67-95B0-79C7-11B7CA4B0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Hadoop Core Components</a:t>
            </a:r>
          </a:p>
        </p:txBody>
      </p:sp>
      <p:graphicFrame>
        <p:nvGraphicFramePr>
          <p:cNvPr id="16" name="Content Placeholder 6">
            <a:extLst>
              <a:ext uri="{FF2B5EF4-FFF2-40B4-BE49-F238E27FC236}">
                <a16:creationId xmlns:a16="http://schemas.microsoft.com/office/drawing/2014/main" id="{618E5F47-9438-9B29-F507-C8B333BB83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37182352"/>
              </p:ext>
            </p:extLst>
          </p:nvPr>
        </p:nvGraphicFramePr>
        <p:xfrm>
          <a:off x="1098550" y="661139"/>
          <a:ext cx="15598394" cy="76553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203895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85664-0D67-95B0-79C7-11B7CA4B0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Hadoop Basic Concepts</a:t>
            </a:r>
          </a:p>
        </p:txBody>
      </p:sp>
      <p:graphicFrame>
        <p:nvGraphicFramePr>
          <p:cNvPr id="16" name="Content Placeholder 6">
            <a:extLst>
              <a:ext uri="{FF2B5EF4-FFF2-40B4-BE49-F238E27FC236}">
                <a16:creationId xmlns:a16="http://schemas.microsoft.com/office/drawing/2014/main" id="{618E5F47-9438-9B29-F507-C8B333BB83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19027266"/>
              </p:ext>
            </p:extLst>
          </p:nvPr>
        </p:nvGraphicFramePr>
        <p:xfrm>
          <a:off x="1098550" y="1419423"/>
          <a:ext cx="15598394" cy="76553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010416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Hadoop Basic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Hadoop takes a different approach to distributed computing compared to traditional systems</a:t>
            </a:r>
          </a:p>
          <a:p>
            <a:r>
              <a:rPr lang="en-US" b="1" dirty="0"/>
              <a:t>There are two key notions:</a:t>
            </a:r>
          </a:p>
          <a:p>
            <a:pPr lvl="1"/>
            <a:r>
              <a:rPr lang="en-US" dirty="0"/>
              <a:t>Distribute data across cluster when it is loaded into the system</a:t>
            </a:r>
          </a:p>
          <a:p>
            <a:pPr lvl="1"/>
            <a:r>
              <a:rPr lang="en-US" dirty="0"/>
              <a:t>Run computations across the cluster where this data is stored</a:t>
            </a:r>
          </a:p>
          <a:p>
            <a:r>
              <a:rPr lang="en-US" dirty="0"/>
              <a:t>Data is stored on industry-standard commodity hardware</a:t>
            </a:r>
          </a:p>
          <a:p>
            <a:r>
              <a:rPr lang="en-US" dirty="0"/>
              <a:t>Add capacity by scaling </a:t>
            </a:r>
            <a:r>
              <a:rPr lang="en-US" i="1" dirty="0"/>
              <a:t>out </a:t>
            </a:r>
            <a:r>
              <a:rPr lang="en-US" dirty="0"/>
              <a:t>(more nodes), not scaling </a:t>
            </a:r>
            <a:r>
              <a:rPr lang="en-US" i="1" dirty="0"/>
              <a:t>up </a:t>
            </a:r>
            <a:r>
              <a:rPr lang="en-US" dirty="0"/>
              <a:t>(more powerful nodes)</a:t>
            </a:r>
          </a:p>
          <a:p>
            <a:r>
              <a:rPr lang="en-US" dirty="0"/>
              <a:t>The Hadoop ecosystem simplifies distributed computing so programmers can focus on the application</a:t>
            </a:r>
          </a:p>
        </p:txBody>
      </p:sp>
    </p:spTree>
    <p:extLst>
      <p:ext uri="{BB962C8B-B14F-4D97-AF65-F5344CB8AC3E}">
        <p14:creationId xmlns:p14="http://schemas.microsoft.com/office/powerpoint/2010/main" val="34009600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Apache Hadoop Characteristics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Scalable</a:t>
            </a:r>
          </a:p>
          <a:p>
            <a:pPr lvl="1"/>
            <a:r>
              <a:rPr lang="en-US" dirty="0"/>
              <a:t>Efficiently store and process petabytes of data</a:t>
            </a:r>
          </a:p>
          <a:p>
            <a:pPr lvl="1"/>
            <a:r>
              <a:rPr lang="en-US" dirty="0"/>
              <a:t>Linear scale driven by additional processing and storage</a:t>
            </a:r>
          </a:p>
          <a:p>
            <a:r>
              <a:rPr lang="en-US" b="1" dirty="0"/>
              <a:t>Reliable (Highly Available and Fault Tolerant)</a:t>
            </a:r>
          </a:p>
          <a:p>
            <a:pPr lvl="1"/>
            <a:r>
              <a:rPr lang="en-US" dirty="0"/>
              <a:t>Redundant storage</a:t>
            </a:r>
          </a:p>
          <a:p>
            <a:pPr lvl="1"/>
            <a:r>
              <a:rPr lang="en-US" dirty="0"/>
              <a:t>Failover across nodes and racks</a:t>
            </a:r>
          </a:p>
          <a:p>
            <a:r>
              <a:rPr lang="en-US" b="1" dirty="0"/>
              <a:t>Flexible</a:t>
            </a:r>
          </a:p>
          <a:p>
            <a:pPr lvl="1"/>
            <a:r>
              <a:rPr lang="en-US" dirty="0"/>
              <a:t>Store all types of data in any format</a:t>
            </a:r>
          </a:p>
          <a:p>
            <a:pPr lvl="1"/>
            <a:r>
              <a:rPr lang="en-US" dirty="0"/>
              <a:t>Apply schema on analysis and sharing of the data</a:t>
            </a:r>
          </a:p>
          <a:p>
            <a:r>
              <a:rPr lang="en-US" b="1" dirty="0"/>
              <a:t>Economical</a:t>
            </a:r>
          </a:p>
          <a:p>
            <a:pPr lvl="1"/>
            <a:r>
              <a:rPr lang="en-US" dirty="0"/>
              <a:t>Use commodity hardware or cloud services</a:t>
            </a:r>
          </a:p>
          <a:p>
            <a:pPr lvl="1"/>
            <a:r>
              <a:rPr lang="en-US" dirty="0"/>
              <a:t>Open source software guards against vendor lock-in</a:t>
            </a:r>
          </a:p>
        </p:txBody>
      </p:sp>
    </p:spTree>
    <p:extLst>
      <p:ext uri="{BB962C8B-B14F-4D97-AF65-F5344CB8AC3E}">
        <p14:creationId xmlns:p14="http://schemas.microsoft.com/office/powerpoint/2010/main" val="22471292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4BA2E-D9CC-2C39-CC88-C18088FAB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Origins of Hadoop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AFF48F-88D7-36EF-3D3C-89AD220846E7}"/>
              </a:ext>
            </a:extLst>
          </p:cNvPr>
          <p:cNvSpPr/>
          <p:nvPr/>
        </p:nvSpPr>
        <p:spPr>
          <a:xfrm>
            <a:off x="1232453" y="2446020"/>
            <a:ext cx="13716000" cy="10382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2200" dirty="0">
                <a:solidFill>
                  <a:schemeClr val="bg2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Hadoop is based on work done at Google in the late 1990s/early 2000s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D4DE36-52C0-CB95-BACC-337A00B1A90C}"/>
              </a:ext>
            </a:extLst>
          </p:cNvPr>
          <p:cNvSpPr/>
          <p:nvPr/>
        </p:nvSpPr>
        <p:spPr>
          <a:xfrm>
            <a:off x="1232453" y="3743325"/>
            <a:ext cx="13715999" cy="1038225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altLang="en-US" sz="2200" b="1" dirty="0">
                <a:solidFill>
                  <a:schemeClr val="tx1"/>
                </a:solidFill>
              </a:rPr>
              <a:t>Google’s problem:</a:t>
            </a:r>
          </a:p>
          <a:p>
            <a:pPr marL="0" indent="0" algn="ctr">
              <a:buNone/>
            </a:pPr>
            <a:r>
              <a:rPr lang="en-US" altLang="en-US" sz="2200" dirty="0">
                <a:solidFill>
                  <a:schemeClr val="tx1"/>
                </a:solidFill>
              </a:rPr>
              <a:t>Indexing the entire web requires massive amounts of storage</a:t>
            </a:r>
          </a:p>
          <a:p>
            <a:pPr marL="0" indent="0" algn="ctr">
              <a:buNone/>
            </a:pPr>
            <a:r>
              <a:rPr lang="en-US" altLang="en-US" sz="2200" dirty="0">
                <a:solidFill>
                  <a:schemeClr val="tx1"/>
                </a:solidFill>
              </a:rPr>
              <a:t>A new approach was required to process such large amounts of data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AAFCEC-8CFD-2586-37E2-FB68E05134D6}"/>
              </a:ext>
            </a:extLst>
          </p:cNvPr>
          <p:cNvSpPr/>
          <p:nvPr/>
        </p:nvSpPr>
        <p:spPr>
          <a:xfrm>
            <a:off x="1232453" y="5010150"/>
            <a:ext cx="13716000" cy="1038225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2200" b="1" dirty="0">
                <a:solidFill>
                  <a:schemeClr val="tx1"/>
                </a:solidFill>
              </a:rPr>
              <a:t>Google’s solution:</a:t>
            </a:r>
          </a:p>
          <a:p>
            <a:pPr algn="ctr"/>
            <a:r>
              <a:rPr lang="en-US" altLang="en-US" sz="2200" dirty="0">
                <a:solidFill>
                  <a:schemeClr val="tx1"/>
                </a:solidFill>
              </a:rPr>
              <a:t>Google File System (GFS)</a:t>
            </a:r>
          </a:p>
          <a:p>
            <a:pPr algn="ctr"/>
            <a:r>
              <a:rPr lang="en-US" altLang="en-US" sz="2200" dirty="0">
                <a:solidFill>
                  <a:schemeClr val="tx1"/>
                </a:solidFill>
              </a:rPr>
              <a:t>Distributed MapReduce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65C159-5C92-BCA3-41C6-866AA4775C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446020"/>
            <a:ext cx="1232454" cy="10382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200" dirty="0">
              <a:solidFill>
                <a:schemeClr val="bg2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BC379E-337C-E555-73C1-C466E42489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3743325"/>
            <a:ext cx="1232454" cy="1038225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200" dirty="0">
              <a:solidFill>
                <a:schemeClr val="bg2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0198E06-907F-EDB8-3165-65181847C7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010150"/>
            <a:ext cx="1234440" cy="1038225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US" sz="2200" dirty="0">
              <a:solidFill>
                <a:schemeClr val="bg2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BFD7CE-AB6F-124F-FD61-7AB8ADFC99E3}"/>
              </a:ext>
            </a:extLst>
          </p:cNvPr>
          <p:cNvSpPr/>
          <p:nvPr/>
        </p:nvSpPr>
        <p:spPr>
          <a:xfrm>
            <a:off x="1232453" y="6249640"/>
            <a:ext cx="13716000" cy="1038225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2200" dirty="0">
                <a:solidFill>
                  <a:schemeClr val="bg2"/>
                </a:solidFill>
              </a:rPr>
              <a:t>Sanjay Ghemawat, Howard Gobioff, and Shun-Tak Leung. 2003. The Google file system. In Proceedings of the nineteenth ACM symposium on Operating systems principles (SOSP '03). ACM, New York, NY, USA, 29-43.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7145B75-5BEF-663B-2CA4-F20ABD4D9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6249640"/>
            <a:ext cx="1234440" cy="1038225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C8781AD-82B3-30B5-7D07-45800FC20FCF}"/>
              </a:ext>
            </a:extLst>
          </p:cNvPr>
          <p:cNvSpPr/>
          <p:nvPr/>
        </p:nvSpPr>
        <p:spPr>
          <a:xfrm>
            <a:off x="1262933" y="7526655"/>
            <a:ext cx="13716000" cy="1038225"/>
          </a:xfrm>
          <a:prstGeom prst="rect">
            <a:avLst/>
          </a:prstGeom>
          <a:solidFill>
            <a:srgbClr val="1770C0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bg2"/>
                </a:solidFill>
              </a:rPr>
              <a:t>Jeffrey Dean and Sanjay Ghemawat. 2008. MapReduce: simplified data processing on large clusters. Commun. ACM 51, 1 (January 2008), 107-113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1AC3EB0-949C-4C3A-4E8D-AFEE364D83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79" y="7526655"/>
            <a:ext cx="1234440" cy="1038225"/>
          </a:xfrm>
          <a:prstGeom prst="rect">
            <a:avLst/>
          </a:prstGeom>
          <a:solidFill>
            <a:srgbClr val="1770C0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6297817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4BA2E-D9CC-2C39-CC88-C18088FAB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Origins of Hadoop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AFF48F-88D7-36EF-3D3C-89AD220846E7}"/>
              </a:ext>
            </a:extLst>
          </p:cNvPr>
          <p:cNvSpPr/>
          <p:nvPr/>
        </p:nvSpPr>
        <p:spPr>
          <a:xfrm>
            <a:off x="1232453" y="2324100"/>
            <a:ext cx="13716000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2800" b="0" i="0" dirty="0">
                <a:solidFill>
                  <a:schemeClr val="bg2"/>
                </a:solidFill>
                <a:effectLst/>
              </a:rPr>
              <a:t>Doug Cutting read these papers and implemented a similar, open-source solution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D4DE36-52C0-CB95-BACC-337A00B1A90C}"/>
              </a:ext>
            </a:extLst>
          </p:cNvPr>
          <p:cNvSpPr/>
          <p:nvPr/>
        </p:nvSpPr>
        <p:spPr>
          <a:xfrm>
            <a:off x="1232453" y="3895725"/>
            <a:ext cx="13715999" cy="131445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altLang="en-US" sz="2800" b="1" dirty="0">
                <a:solidFill>
                  <a:schemeClr val="bg2"/>
                </a:solidFill>
              </a:rPr>
              <a:t>Initially designed to solve the need to store and compute large numbers of files generated from an open source search engine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AAFCEC-8CFD-2586-37E2-FB68E05134D6}"/>
              </a:ext>
            </a:extLst>
          </p:cNvPr>
          <p:cNvSpPr/>
          <p:nvPr/>
        </p:nvSpPr>
        <p:spPr>
          <a:xfrm>
            <a:off x="1232453" y="5467350"/>
            <a:ext cx="13716000" cy="131445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2800" b="1" dirty="0">
                <a:solidFill>
                  <a:schemeClr val="bg2"/>
                </a:solidFill>
              </a:rPr>
              <a:t>This is what would become Hadoop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65C159-5C92-BCA3-41C6-866AA4775C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4100"/>
            <a:ext cx="1232454" cy="131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BC379E-337C-E555-73C1-C466E42489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3895725"/>
            <a:ext cx="1232454" cy="131445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0198E06-907F-EDB8-3165-65181847C7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467350"/>
            <a:ext cx="1234440" cy="131445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US" sz="2800" dirty="0">
              <a:solidFill>
                <a:schemeClr val="bg2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BFD7CE-AB6F-124F-FD61-7AB8ADFC99E3}"/>
              </a:ext>
            </a:extLst>
          </p:cNvPr>
          <p:cNvSpPr/>
          <p:nvPr/>
        </p:nvSpPr>
        <p:spPr>
          <a:xfrm>
            <a:off x="1232453" y="7038975"/>
            <a:ext cx="13716000" cy="131445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2"/>
                </a:solidFill>
              </a:rPr>
              <a:t>So Hadoop arose from a need to store and process massive amounts of data in an efficient and cost-effective way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7145B75-5BEF-663B-2CA4-F20ABD4D9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7042120"/>
            <a:ext cx="1234440" cy="131445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0008333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Hadoop Ecosystem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Many tools have been developed around “Core Hadoop”</a:t>
            </a:r>
          </a:p>
          <a:p>
            <a:pPr lvl="1"/>
            <a:r>
              <a:rPr lang="en-US" dirty="0"/>
              <a:t>Known as the Hadoop ecosystem</a:t>
            </a:r>
          </a:p>
          <a:p>
            <a:r>
              <a:rPr lang="en-US" dirty="0"/>
              <a:t>Designed to make Hadoop easier to use or to extend its functionality</a:t>
            </a:r>
          </a:p>
          <a:p>
            <a:r>
              <a:rPr lang="en-US" dirty="0"/>
              <a:t>The majority are open source but supported by various vendors</a:t>
            </a:r>
          </a:p>
          <a:p>
            <a:r>
              <a:rPr lang="en-US" dirty="0"/>
              <a:t>The ecosystem is growing all the time, adding extended capabilities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k-SK" dirty="0"/>
              <a:t>CSP554</a:t>
            </a:r>
            <a:r>
              <a:rPr lang="en-US" dirty="0"/>
              <a:t> Module 02a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AA7C465-8597-4488-B68C-958448427716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84691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76326-9E01-8F1E-D4A7-175DDE9E6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Hadoop Ecosystem</a:t>
            </a:r>
          </a:p>
        </p:txBody>
      </p:sp>
      <p:pic>
        <p:nvPicPr>
          <p:cNvPr id="3" name="Picture 2" descr="The image appears to be a high-level architecture diagram of a Hadoop ecosystem. Here is a detailed description of the components and their organization:&#10;&#10;### Data Exchange&#10;- **Sqoop**: Used for exchanging data between Hadoop and relational databases.&#10;- **Flume**: A tool for collecting, aggregating, and moving large amounts of log data.&#10;- **Kafka**: A distributed messaging system designed for high throughput and low latency.&#10;&#10;### Data Access &amp; Processing&#10;- **Tools**: Includes Hive, Pig, and other tools for data query and analysis.&#10;- **MapReduce**: A programming model for batch processing large datasets.&#10;- **Spark**: An advanced execution engine for large-scale data processing.&#10;&#10;### Security&#10;- **Ranger**: A security manager that provides centralized security administration.&#10;- **Knox**: A secure entry point for accessing the Hadoop cluster.&#10;- **HDFS Encryption**: Provides file-level security within HDFS.&#10;&#10;### Operations&#10;- **Ambari**: A management platform for provisioning, managing, and monitoring Hadoop clusters.&#10;- **Oozie**: A workflow scheduler system to manage Hadoop jobs.&#10;&#10;### Hadoop Core&#10;- **Zookeeper**: Manages configuration information, naming, and provides distributed synchronization.&#10;- **YARN**: Resource management layer of Hadoop.&#10;- **HDFS**: Hadoop Distributed File System for scalable and reliable data storage.&#10;&#10;### Cluster&#10;- **Server Nodes**: Includes master, edge, data, and task nodes in the cluster.&#10;- **Cluster Storage**: Comprises DAS (Direct-Attached Storage), NAS (Network-Attached Storage), SAN (Storage Area Network).&#10;- **External Storage**: Integrates external storage like AWS S3 buckets.&#10;- **Network**: Ensures connectivity within the Hadoop cluster.&#10;&#10;This architecture highlights the various components and their roles in the Hadoop ecosystem, showing the integration of data exchange, processing, security, operations, core services, and cluster infrastructure.">
            <a:extLst>
              <a:ext uri="{FF2B5EF4-FFF2-40B4-BE49-F238E27FC236}">
                <a16:creationId xmlns:a16="http://schemas.microsoft.com/office/drawing/2014/main" id="{5BB3ED8B-EF97-53EF-A35C-D815157141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7462" y="2387382"/>
            <a:ext cx="11446727" cy="6608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2060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FF245-1526-1DEC-F5AC-DFC02D138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Hadoop Ecosystem Detail</a:t>
            </a:r>
          </a:p>
        </p:txBody>
      </p:sp>
      <p:pic>
        <p:nvPicPr>
          <p:cNvPr id="21" name="Picture 20" descr="The image is another architecture diagram focusing on Hadoop's data access and processing components. Here is a detailed description:&#10;&#10;### Data Access and Processing&#10;- **Spark SQL**: A Spark module for structured data processing using SQL.&#10;- **Spark Streaming and Structured Streaming**: Components of Spark for real-time stream processing.&#10;- **MLlib**: Spark's scalable machine learning library.&#10;- **GraphX and GraphFrames**: Spark components for graph processing and graph-parallel computation.&#10;- **Hive**: A data warehousing tool built on top of Hadoop for providing data query and analysis.&#10;- **Pig**: A high-level platform for creating MapReduce programs used with Hadoop.&#10;- **Mahout**: A library for scalable machine learning and data mining.&#10;- **Storm**: A real-time stream processing system.&#10;- **HBase**: A distributed, scalable, big data store (NoSQL database).&#10;&#10;### Execution Engines&#10;- **Spark**: An advanced execution engine for large-scale data processing.&#10;- **MapReduce**: A programming model for processing large data sets with a distributed algorithm on a cluster.&#10;&#10;### Hadoop Core&#10;- **Zookeeper**: Provides centralized services for configuration management, synchronization, and naming.&#10;- **YARN**: The resource management layer for Hadoop.&#10;- **HDFS**: The Hadoop Distributed File System for reliable and scalable storage.&#10;&#10;This architecture diagram emphasizes the various tools and engines available for data access, processing, and the core components that support these functionalities within the Hadoop ecosystem.">
            <a:extLst>
              <a:ext uri="{FF2B5EF4-FFF2-40B4-BE49-F238E27FC236}">
                <a16:creationId xmlns:a16="http://schemas.microsoft.com/office/drawing/2014/main" id="{18869D24-0503-602B-891B-8C90902A6B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9454" y="2344847"/>
            <a:ext cx="13030200" cy="6691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63967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5A2AF-1EEB-F9A7-8954-4B5F4F7D5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Hadoop Ecosystem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D658AC0-37A1-FCE4-966B-AEBCF4F7D98C}"/>
              </a:ext>
            </a:extLst>
          </p:cNvPr>
          <p:cNvSpPr/>
          <p:nvPr/>
        </p:nvSpPr>
        <p:spPr>
          <a:xfrm>
            <a:off x="-30480" y="2324100"/>
            <a:ext cx="4271740" cy="104241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C64A9E-92DC-E1F9-7988-22DCE18F2F50}"/>
              </a:ext>
            </a:extLst>
          </p:cNvPr>
          <p:cNvSpPr/>
          <p:nvPr/>
        </p:nvSpPr>
        <p:spPr>
          <a:xfrm>
            <a:off x="0" y="3545529"/>
            <a:ext cx="4450080" cy="104241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3767511-4343-89FB-12DD-77B0E6E6347A}"/>
              </a:ext>
            </a:extLst>
          </p:cNvPr>
          <p:cNvSpPr/>
          <p:nvPr/>
        </p:nvSpPr>
        <p:spPr>
          <a:xfrm>
            <a:off x="0" y="4747504"/>
            <a:ext cx="4450080" cy="1042416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F0B397-3BE5-373B-E5A9-13A4106B7DBC}"/>
              </a:ext>
            </a:extLst>
          </p:cNvPr>
          <p:cNvSpPr/>
          <p:nvPr/>
        </p:nvSpPr>
        <p:spPr>
          <a:xfrm>
            <a:off x="0" y="5910566"/>
            <a:ext cx="4450080" cy="1042416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2C56DA-A4F9-D355-A171-397F89964105}"/>
              </a:ext>
            </a:extLst>
          </p:cNvPr>
          <p:cNvSpPr/>
          <p:nvPr/>
        </p:nvSpPr>
        <p:spPr>
          <a:xfrm>
            <a:off x="792480" y="2324100"/>
            <a:ext cx="3657600" cy="1042416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2"/>
                </a:solidFill>
              </a:rPr>
              <a:t>Ambari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9C87F86-2422-9D76-8643-9F14AE6654EA}"/>
              </a:ext>
            </a:extLst>
          </p:cNvPr>
          <p:cNvSpPr/>
          <p:nvPr/>
        </p:nvSpPr>
        <p:spPr>
          <a:xfrm>
            <a:off x="792480" y="3545529"/>
            <a:ext cx="3657600" cy="104241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Flume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E9BF948-A9D5-52ED-BA93-AD433038B961}"/>
              </a:ext>
            </a:extLst>
          </p:cNvPr>
          <p:cNvSpPr/>
          <p:nvPr/>
        </p:nvSpPr>
        <p:spPr>
          <a:xfrm>
            <a:off x="792480" y="4747504"/>
            <a:ext cx="3657600" cy="1042416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HBase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4455CA-CC41-1AC9-3001-3C90090FCEEA}"/>
              </a:ext>
            </a:extLst>
          </p:cNvPr>
          <p:cNvSpPr/>
          <p:nvPr/>
        </p:nvSpPr>
        <p:spPr>
          <a:xfrm>
            <a:off x="792480" y="5910566"/>
            <a:ext cx="3657600" cy="1042416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2"/>
                </a:solidFill>
              </a:rPr>
              <a:t>Hive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5F6804-CEDA-F816-DEA8-C734ACB2B89A}"/>
              </a:ext>
            </a:extLst>
          </p:cNvPr>
          <p:cNvSpPr/>
          <p:nvPr/>
        </p:nvSpPr>
        <p:spPr>
          <a:xfrm>
            <a:off x="4541518" y="2316956"/>
            <a:ext cx="12006072" cy="104241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2"/>
                </a:solidFill>
              </a:rPr>
              <a:t>A web-based tool for provisioning, managing, and monitoring Apache Hadoop clusters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A824491-39DA-2FEF-F31F-171731277535}"/>
              </a:ext>
            </a:extLst>
          </p:cNvPr>
          <p:cNvSpPr/>
          <p:nvPr/>
        </p:nvSpPr>
        <p:spPr>
          <a:xfrm>
            <a:off x="4541518" y="3545529"/>
            <a:ext cx="12006072" cy="104241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A data collection and ingestion tool that aggregates and sends data from various sources into Hadoop such as logs, web servers, and social media.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A9321C7-53EF-9CA7-F7BF-681BF48FC6F4}"/>
              </a:ext>
            </a:extLst>
          </p:cNvPr>
          <p:cNvSpPr/>
          <p:nvPr/>
        </p:nvSpPr>
        <p:spPr>
          <a:xfrm>
            <a:off x="4541518" y="4740360"/>
            <a:ext cx="12006072" cy="1042416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A scalable, distributed database that supports structured data storage for large tables..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CD42696-6982-A473-0CE8-A0AB929641FB}"/>
              </a:ext>
            </a:extLst>
          </p:cNvPr>
          <p:cNvSpPr/>
          <p:nvPr/>
        </p:nvSpPr>
        <p:spPr>
          <a:xfrm>
            <a:off x="4541519" y="5910566"/>
            <a:ext cx="12009120" cy="1042416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0" i="0" dirty="0">
                <a:solidFill>
                  <a:schemeClr val="bg2"/>
                </a:solidFill>
                <a:effectLst/>
              </a:rPr>
              <a:t>A data warehouse infrastructure that provides data summarization and ad hoc querying.</a:t>
            </a:r>
            <a:endParaRPr lang="en-US" sz="2400" dirty="0">
              <a:solidFill>
                <a:schemeClr val="bg2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E141AAE-90DD-30A6-A9B4-8198A5CD83A0}"/>
              </a:ext>
            </a:extLst>
          </p:cNvPr>
          <p:cNvSpPr/>
          <p:nvPr/>
        </p:nvSpPr>
        <p:spPr>
          <a:xfrm>
            <a:off x="16214" y="7074641"/>
            <a:ext cx="4450080" cy="1042416"/>
          </a:xfrm>
          <a:prstGeom prst="rect">
            <a:avLst/>
          </a:prstGeom>
          <a:solidFill>
            <a:srgbClr val="1770C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F06BA78-B778-C7B9-D84F-6119BD8CAFBC}"/>
              </a:ext>
            </a:extLst>
          </p:cNvPr>
          <p:cNvSpPr/>
          <p:nvPr/>
        </p:nvSpPr>
        <p:spPr>
          <a:xfrm>
            <a:off x="808694" y="7074641"/>
            <a:ext cx="3657600" cy="1042416"/>
          </a:xfrm>
          <a:prstGeom prst="rect">
            <a:avLst/>
          </a:prstGeom>
          <a:solidFill>
            <a:srgbClr val="1770C0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2"/>
                </a:solidFill>
              </a:rPr>
              <a:t>Mahout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84E9B69-8B38-86C0-837F-B26D9C5DD71F}"/>
              </a:ext>
            </a:extLst>
          </p:cNvPr>
          <p:cNvSpPr/>
          <p:nvPr/>
        </p:nvSpPr>
        <p:spPr>
          <a:xfrm>
            <a:off x="4557733" y="7074641"/>
            <a:ext cx="12009120" cy="1042416"/>
          </a:xfrm>
          <a:prstGeom prst="rect">
            <a:avLst/>
          </a:prstGeom>
          <a:solidFill>
            <a:srgbClr val="1770C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0" i="0" dirty="0">
                <a:solidFill>
                  <a:schemeClr val="bg2"/>
                </a:solidFill>
                <a:effectLst/>
              </a:rPr>
              <a:t>A scalable machine learning and data mining library.</a:t>
            </a:r>
            <a:endParaRPr lang="en-US" sz="24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74543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5A2AF-1EEB-F9A7-8954-4B5F4F7D5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Hadoop Ecosystem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D658AC0-37A1-FCE4-966B-AEBCF4F7D98C}"/>
              </a:ext>
            </a:extLst>
          </p:cNvPr>
          <p:cNvSpPr/>
          <p:nvPr/>
        </p:nvSpPr>
        <p:spPr>
          <a:xfrm>
            <a:off x="-30480" y="2324100"/>
            <a:ext cx="4271740" cy="104241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C64A9E-92DC-E1F9-7988-22DCE18F2F50}"/>
              </a:ext>
            </a:extLst>
          </p:cNvPr>
          <p:cNvSpPr/>
          <p:nvPr/>
        </p:nvSpPr>
        <p:spPr>
          <a:xfrm>
            <a:off x="0" y="3545529"/>
            <a:ext cx="4450080" cy="104241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3767511-4343-89FB-12DD-77B0E6E6347A}"/>
              </a:ext>
            </a:extLst>
          </p:cNvPr>
          <p:cNvSpPr/>
          <p:nvPr/>
        </p:nvSpPr>
        <p:spPr>
          <a:xfrm>
            <a:off x="0" y="4747504"/>
            <a:ext cx="4450080" cy="1042416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F0B397-3BE5-373B-E5A9-13A4106B7DBC}"/>
              </a:ext>
            </a:extLst>
          </p:cNvPr>
          <p:cNvSpPr/>
          <p:nvPr/>
        </p:nvSpPr>
        <p:spPr>
          <a:xfrm>
            <a:off x="0" y="5910566"/>
            <a:ext cx="4450080" cy="1042416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2C56DA-A4F9-D355-A171-397F89964105}"/>
              </a:ext>
            </a:extLst>
          </p:cNvPr>
          <p:cNvSpPr/>
          <p:nvPr/>
        </p:nvSpPr>
        <p:spPr>
          <a:xfrm>
            <a:off x="792480" y="2324100"/>
            <a:ext cx="3657600" cy="1042416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2"/>
                </a:solidFill>
              </a:rPr>
              <a:t>Oozie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9C87F86-2422-9D76-8643-9F14AE6654EA}"/>
              </a:ext>
            </a:extLst>
          </p:cNvPr>
          <p:cNvSpPr/>
          <p:nvPr/>
        </p:nvSpPr>
        <p:spPr>
          <a:xfrm>
            <a:off x="792480" y="3545529"/>
            <a:ext cx="3657600" cy="104241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Pig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E9BF948-A9D5-52ED-BA93-AD433038B961}"/>
              </a:ext>
            </a:extLst>
          </p:cNvPr>
          <p:cNvSpPr/>
          <p:nvPr/>
        </p:nvSpPr>
        <p:spPr>
          <a:xfrm>
            <a:off x="792480" y="4747504"/>
            <a:ext cx="3657600" cy="1042416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Spark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4455CA-CC41-1AC9-3001-3C90090FCEEA}"/>
              </a:ext>
            </a:extLst>
          </p:cNvPr>
          <p:cNvSpPr/>
          <p:nvPr/>
        </p:nvSpPr>
        <p:spPr>
          <a:xfrm>
            <a:off x="792480" y="5910566"/>
            <a:ext cx="3657600" cy="1042416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2"/>
                </a:solidFill>
              </a:rPr>
              <a:t>Sqoop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5F6804-CEDA-F816-DEA8-C734ACB2B89A}"/>
              </a:ext>
            </a:extLst>
          </p:cNvPr>
          <p:cNvSpPr/>
          <p:nvPr/>
        </p:nvSpPr>
        <p:spPr>
          <a:xfrm>
            <a:off x="4541518" y="2316956"/>
            <a:ext cx="12006072" cy="104241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2"/>
                </a:solidFill>
              </a:rPr>
              <a:t>A workflow scheduler for managing the execution of Hadoop workflows. It is a useful tool for automating complex data processing tasks that involve multiple steps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A824491-39DA-2FEF-F31F-171731277535}"/>
              </a:ext>
            </a:extLst>
          </p:cNvPr>
          <p:cNvSpPr/>
          <p:nvPr/>
        </p:nvSpPr>
        <p:spPr>
          <a:xfrm>
            <a:off x="4541518" y="3545529"/>
            <a:ext cx="12006072" cy="104241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A high-level data-flow (scripting) language and execution framework for parallel computation.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A9321C7-53EF-9CA7-F7BF-681BF48FC6F4}"/>
              </a:ext>
            </a:extLst>
          </p:cNvPr>
          <p:cNvSpPr/>
          <p:nvPr/>
        </p:nvSpPr>
        <p:spPr>
          <a:xfrm>
            <a:off x="4541518" y="4740360"/>
            <a:ext cx="12006072" cy="1042416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A widely used programming model for processing data in Apache Hadoop compared to MapReduce. It offers significant performance improvements and can handle both batch and streaming (real-time) data processing.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CD42696-6982-A473-0CE8-A0AB929641FB}"/>
              </a:ext>
            </a:extLst>
          </p:cNvPr>
          <p:cNvSpPr/>
          <p:nvPr/>
        </p:nvSpPr>
        <p:spPr>
          <a:xfrm>
            <a:off x="4541519" y="5910566"/>
            <a:ext cx="12009120" cy="1042416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2"/>
                </a:solidFill>
              </a:rPr>
              <a:t>A</a:t>
            </a:r>
            <a:r>
              <a:rPr lang="en-US" sz="2400" b="0" i="0" dirty="0">
                <a:solidFill>
                  <a:schemeClr val="bg2"/>
                </a:solidFill>
                <a:effectLst/>
              </a:rPr>
              <a:t> data transfer tool that facilitates the movement of data between Hadoop and relational databases that is useful for integrating Hadoop with existing data infrastructure.</a:t>
            </a:r>
            <a:endParaRPr lang="en-US" sz="2400" dirty="0">
              <a:solidFill>
                <a:schemeClr val="bg2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B359355-5880-6174-F52C-1AC325254819}"/>
              </a:ext>
            </a:extLst>
          </p:cNvPr>
          <p:cNvSpPr/>
          <p:nvPr/>
        </p:nvSpPr>
        <p:spPr>
          <a:xfrm>
            <a:off x="16214" y="7074641"/>
            <a:ext cx="4450080" cy="1042416"/>
          </a:xfrm>
          <a:prstGeom prst="rect">
            <a:avLst/>
          </a:prstGeom>
          <a:solidFill>
            <a:srgbClr val="1770C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2EFF4C3-9715-8FE1-741A-47995ABB428B}"/>
              </a:ext>
            </a:extLst>
          </p:cNvPr>
          <p:cNvSpPr/>
          <p:nvPr/>
        </p:nvSpPr>
        <p:spPr>
          <a:xfrm>
            <a:off x="808694" y="7074641"/>
            <a:ext cx="3657600" cy="1042416"/>
          </a:xfrm>
          <a:prstGeom prst="rect">
            <a:avLst/>
          </a:prstGeom>
          <a:solidFill>
            <a:srgbClr val="1770C0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2"/>
                </a:solidFill>
              </a:rPr>
              <a:t>Kafka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E1B4DA6-A5DB-E707-12ED-19143E1FD4CD}"/>
              </a:ext>
            </a:extLst>
          </p:cNvPr>
          <p:cNvSpPr/>
          <p:nvPr/>
        </p:nvSpPr>
        <p:spPr>
          <a:xfrm>
            <a:off x="4557733" y="7074641"/>
            <a:ext cx="12009120" cy="1042416"/>
          </a:xfrm>
          <a:prstGeom prst="rect">
            <a:avLst/>
          </a:prstGeom>
          <a:solidFill>
            <a:srgbClr val="1770C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0" i="0" dirty="0">
                <a:solidFill>
                  <a:schemeClr val="bg2"/>
                </a:solidFill>
                <a:effectLst/>
              </a:rPr>
              <a:t>Not a core part of the Hadoop ecology, but often used with it. </a:t>
            </a:r>
            <a:r>
              <a:rPr lang="en-US" sz="2400" dirty="0">
                <a:solidFill>
                  <a:schemeClr val="bg2"/>
                </a:solidFill>
              </a:rPr>
              <a:t>A</a:t>
            </a:r>
            <a:r>
              <a:rPr lang="en-US" sz="2400" b="0" i="0" dirty="0">
                <a:solidFill>
                  <a:schemeClr val="bg2"/>
                </a:solidFill>
                <a:effectLst/>
              </a:rPr>
              <a:t> stream processing platform that enables applications to publish, consume, and process high volumes of record streams (messages) in a fast and durable way.</a:t>
            </a:r>
            <a:endParaRPr lang="en-US" sz="24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3790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623C0-688F-2BE2-D281-A26817A8E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Integrated Information Architecture</a:t>
            </a:r>
          </a:p>
        </p:txBody>
      </p:sp>
      <p:pic>
        <p:nvPicPr>
          <p:cNvPr id="3" name="Picture 2" descr="The image is an architecture diagram illustrating the flow and interaction between different components and roles within an Enterprise Data Hub based on a Hadoop cluster. Here is a detailed description:&#10;&#10;### Components and Roles&#10;&#10;1. **Data Sources**:&#10;   - **Sys Logs**: System logs.&#10;   - **Web Logs**: Logs generated from web applications.&#10;   - **Files**: Various file formats.&#10;   - **RDBMS**: Relational Database Management Systems.&#10;&#10;2. **Enterprise Data Hub (Hadoop Cluster)**: Central component for data storage and processing.&#10;&#10;### Tools and Processes&#10;&#10;1. **Meta-Data &amp; ETL Tools**: &#10;   - Used by Data Architects for data extraction, transformation, and loading processes.&#10;   &#10;2. **Cluster Manager**: &#10;   - Utilized by System Operators for managing the Hadoop cluster resources and operations.&#10;&#10;3. **Developer Tools**: &#10;   - Employed by Software Engineers for developing applications and data processing tasks.&#10;&#10;4. **Data Modeling**: &#10;   - Handled by Data Modelers for structuring and organizing data within the enterprise data hub.&#10;&#10;5. **BI &amp; Analytics**: &#10;   - Used by Data Scientists for business intelligence and analytics purposes.&#10;&#10;6. **Reporting &amp; Visualization**: &#10;   - Tools for Business Users to generate reports and visualize data insights.&#10;&#10;### Data Flow&#10;&#10;1. **From Data Sources to Enterprise Data Hub**:&#10;   - Data from various sources such as system logs, web logs, files, and RDBMS are ingested into the Hadoop cluster.&#10;&#10;2. **Within the Enterprise Data Hub**:&#10;   - Data architects use metadata and ETL tools to process data.&#10;   - System operators manage the cluster using cluster manager tools.&#10;   - Software engineers develop applications using developer tools.&#10;   - Data modelers structure the data using data modeling tools.&#10;   - Data scientists perform BI &amp; analytics.&#10;   - Business users utilize reporting and visualization tools to generate insights.&#10;&#10;3. **Output**:&#10;   - Data processed and analyzed within the Hadoop cluster can be directed to an Enterprise Data Warehouse for long-term storage and further analysis.&#10;   - Data can also be directed to an Online Serving System for real-time applications and integrations, such as web or mobile applications.&#10;&#10;This diagram effectively captures the comprehensive workflow and the interaction between various roles and tools in an enterprise data environment utilizing a Hadoop cluster as the central data hub.">
            <a:extLst>
              <a:ext uri="{FF2B5EF4-FFF2-40B4-BE49-F238E27FC236}">
                <a16:creationId xmlns:a16="http://schemas.microsoft.com/office/drawing/2014/main" id="{52999F20-1A17-41ED-0D9B-0C02059545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7737" y="2420860"/>
            <a:ext cx="11580541" cy="6584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41310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9A37D-7FB4-264C-3865-45153B0BD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Evolution of Hadoop Use</a:t>
            </a:r>
          </a:p>
        </p:txBody>
      </p:sp>
      <p:pic>
        <p:nvPicPr>
          <p:cNvPr id="9" name="Picture 8" descr="The image is a conceptual diagram that differentiates between two main focuses within an organization: **Operational Efficiency** and **Information Advantage**. These are placed on a spectrum from **IT Focus** to **Business Focus**.&#10;&#10;### Operational Efficiency (IT Focus)&#10;1. **Expandable Storage**: The capability to scale storage as data volumes grow.&#10;2. **ETL Acceleration**: Enhancing the speed and efficiency of Extract, Transform, Load processes.&#10;3. **EDW Optimization**: Optimization of Enterprise Data Warehouses to improve performance and cost-efficiency.&#10;4. **Active Archive**: Efficiently archiving data that is less frequently accessed but still valuable for historical analysis or compliance.&#10;&#10;### Information Advantage (Business Focus)&#10;1. **Data Exploration**: Tools and processes that enable users to explore and analyze data freely.&#10;2. **Data Science**: Advanced analytics and machine learning techniques to extract insights and predictive patterns from data.&#10;3. **Business Transformation**: Leveraging data and analytics to drive strategic changes and innovations within the business.&#10;&#10;### Focus Spectrum&#10;- **IT Focus**: This end of the spectrum emphasizes technological improvements and efficiencies in data handling and infrastructure.&#10;- **Business Focus**: This end of the spectrum highlights leveraging data to gain insights and drive business decisions and transformations.&#10;&#10;This diagram succinctly illustrates the balance and transition from focusing on IT efficiencies to gaining business advantages through data-driven strategies.">
            <a:extLst>
              <a:ext uri="{FF2B5EF4-FFF2-40B4-BE49-F238E27FC236}">
                <a16:creationId xmlns:a16="http://schemas.microsoft.com/office/drawing/2014/main" id="{948C6DFE-94A5-E198-F9B5-07C79C54C1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7083" y="2670944"/>
            <a:ext cx="12316522" cy="628123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8496628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1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reeze">
  <a:themeElements>
    <a:clrScheme name="Custom 3">
      <a:dk1>
        <a:sysClr val="windowText" lastClr="000000"/>
      </a:dk1>
      <a:lt1>
        <a:srgbClr val="C40724"/>
      </a:lt1>
      <a:dk2>
        <a:srgbClr val="000000"/>
      </a:dk2>
      <a:lt2>
        <a:srgbClr val="F8F8F8"/>
      </a:lt2>
      <a:accent1>
        <a:srgbClr val="BD061C"/>
      </a:accent1>
      <a:accent2>
        <a:srgbClr val="E98D0A"/>
      </a:accent2>
      <a:accent3>
        <a:srgbClr val="969696"/>
      </a:accent3>
      <a:accent4>
        <a:srgbClr val="808080"/>
      </a:accent4>
      <a:accent5>
        <a:srgbClr val="C40724"/>
      </a:accent5>
      <a:accent6>
        <a:srgbClr val="3F4F6C"/>
      </a:accent6>
      <a:hlink>
        <a:srgbClr val="5F5F5F"/>
      </a:hlink>
      <a:folHlink>
        <a:srgbClr val="919191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reeze">
      <a:fillStyleLst>
        <a:solidFill>
          <a:schemeClr val="phClr"/>
        </a:solidFill>
        <a:gradFill rotWithShape="1">
          <a:gsLst>
            <a:gs pos="31000">
              <a:schemeClr val="phClr">
                <a:tint val="100000"/>
                <a:shade val="100000"/>
                <a:satMod val="120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hade val="100000"/>
                <a:satMod val="120000"/>
              </a:schemeClr>
            </a:gs>
            <a:gs pos="69000">
              <a:schemeClr val="phClr">
                <a:tint val="80000"/>
                <a:shade val="100000"/>
                <a:satMod val="150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dbl" algn="ctr">
          <a:solidFill>
            <a:schemeClr val="phClr"/>
          </a:solidFill>
          <a:prstDash val="solid"/>
        </a:ln>
        <a:ln w="3175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a:effectStyle>
        <a:effectStyle>
          <a:effectLst>
            <a:innerShdw blurRad="127000" dist="25400" dir="13500000">
              <a:srgbClr val="C0C0C0">
                <a:alpha val="75000"/>
              </a:srgbClr>
            </a:innerShdw>
            <a:outerShdw blurRad="88900" dist="25400" dir="5400000" sx="102000" sy="102000" algn="ctr" rotWithShape="0">
              <a:srgbClr val="C0C0C0">
                <a:alpha val="40000"/>
              </a:srgbClr>
            </a:outerShdw>
          </a:effectLst>
          <a:scene3d>
            <a:camera prst="perspectiveLeft" fov="300000"/>
            <a:lightRig rig="soft" dir="l">
              <a:rot lat="0" lon="0" rev="4200000"/>
            </a:lightRig>
          </a:scene3d>
          <a:sp3d extrusionH="38100" prstMaterial="powder">
            <a:bevelT w="50800" h="88900" prst="convex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0000"/>
                <a:satMod val="400000"/>
              </a:schemeClr>
              <a:schemeClr val="phClr">
                <a:tint val="10000"/>
                <a:satMod val="200000"/>
              </a:schemeClr>
            </a:duotone>
          </a:blip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ILTECH_Template_2019 (1)  -  Compatibility Mode" id="{96DF2388-B785-2045-9157-84F6A1D402CB}" vid="{FA40E05E-1420-CD4F-AB4E-3CD2BC76CD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EF55019BAB0549B2C20BFAAB8A2896" ma:contentTypeVersion="17" ma:contentTypeDescription="Create a new document." ma:contentTypeScope="" ma:versionID="76077723e4e34c3b5aeef4b04efa78bf">
  <xsd:schema xmlns:xsd="http://www.w3.org/2001/XMLSchema" xmlns:xs="http://www.w3.org/2001/XMLSchema" xmlns:p="http://schemas.microsoft.com/office/2006/metadata/properties" xmlns:ns2="5e41b080-9453-459c-bb93-b19be7335f42" xmlns:ns3="4e58ebf2-e4df-4cd3-9186-1e42b3ede124" targetNamespace="http://schemas.microsoft.com/office/2006/metadata/properties" ma:root="true" ma:fieldsID="19e363e40d36e188a1c3db48bbcaf99f" ns2:_="" ns3:_="">
    <xsd:import namespace="5e41b080-9453-459c-bb93-b19be7335f42"/>
    <xsd:import namespace="4e58ebf2-e4df-4cd3-9186-1e42b3ede124"/>
    <xsd:element name="properties">
      <xsd:complexType>
        <xsd:sequence>
          <xsd:element name="documentManagement">
            <xsd:complexType>
              <xsd:all>
                <xsd:element ref="ns2:Due_x0020_Date" minOccurs="0"/>
                <xsd:element ref="ns2:Status" minOccurs="0"/>
                <xsd:element ref="ns2:Comments" minOccurs="0"/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41b080-9453-459c-bb93-b19be7335f42" elementFormDefault="qualified">
    <xsd:import namespace="http://schemas.microsoft.com/office/2006/documentManagement/types"/>
    <xsd:import namespace="http://schemas.microsoft.com/office/infopath/2007/PartnerControls"/>
    <xsd:element name="Due_x0020_Date" ma:index="8" nillable="true" ma:displayName="Due Date" ma:format="DateOnly" ma:indexed="true" ma:internalName="Due_x0020_Date">
      <xsd:simpleType>
        <xsd:restriction base="dms:DateTime"/>
      </xsd:simpleType>
    </xsd:element>
    <xsd:element name="Status" ma:index="9" nillable="true" ma:displayName="Status" ma:format="Dropdown" ma:indexed="true" ma:internalName="Status">
      <xsd:simpleType>
        <xsd:restriction base="dms:Choice">
          <xsd:enumeration value="For Partner Review"/>
          <xsd:enumeration value="For Collegis Review"/>
          <xsd:enumeration value="Approved by Partner"/>
        </xsd:restriction>
      </xsd:simpleType>
    </xsd:element>
    <xsd:element name="Comments" ma:index="10" nillable="true" ma:displayName="Comments" ma:internalName="Comments">
      <xsd:simpleType>
        <xsd:restriction base="dms:Note">
          <xsd:maxLength value="255"/>
        </xsd:restriction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11040b95-0fdc-46ce-be91-73dc895452d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58ebf2-e4df-4cd3-9186-1e42b3ede12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ef5f3a8b-878a-4d06-a8de-79a1d9f1fffd}" ma:internalName="TaxCatchAll" ma:showField="CatchAllData" ma:web="4e58ebf2-e4df-4cd3-9186-1e42b3ede1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5e41b080-9453-459c-bb93-b19be7335f42" xsi:nil="true"/>
    <Comments xmlns="5e41b080-9453-459c-bb93-b19be7335f42" xsi:nil="true"/>
    <Due_x0020_Date xmlns="5e41b080-9453-459c-bb93-b19be7335f42" xsi:nil="true"/>
    <lcf76f155ced4ddcb4097134ff3c332f xmlns="5e41b080-9453-459c-bb93-b19be7335f42">
      <Terms xmlns="http://schemas.microsoft.com/office/infopath/2007/PartnerControls"/>
    </lcf76f155ced4ddcb4097134ff3c332f>
    <TaxCatchAll xmlns="4e58ebf2-e4df-4cd3-9186-1e42b3ede124" xsi:nil="true"/>
  </documentManagement>
</p:properties>
</file>

<file path=customXml/itemProps1.xml><?xml version="1.0" encoding="utf-8"?>
<ds:datastoreItem xmlns:ds="http://schemas.openxmlformats.org/officeDocument/2006/customXml" ds:itemID="{BFA838ED-C12F-4A42-8E88-98BAC73D214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129FC83-EC77-4105-BEAA-842E20A24B63}"/>
</file>

<file path=customXml/itemProps3.xml><?xml version="1.0" encoding="utf-8"?>
<ds:datastoreItem xmlns:ds="http://schemas.openxmlformats.org/officeDocument/2006/customXml" ds:itemID="{3C6A4EEA-2556-441D-B20B-0657893061DE}">
  <ds:schemaRefs>
    <ds:schemaRef ds:uri="http://schemas.microsoft.com/office/2006/metadata/properties"/>
    <ds:schemaRef ds:uri="http://schemas.microsoft.com/office/infopath/2007/PartnerControls"/>
    <ds:schemaRef ds:uri="5e41b080-9453-459c-bb93-b19be7335f42"/>
    <ds:schemaRef ds:uri="4e58ebf2-e4df-4cd3-9186-1e42b3ede124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72527</TotalTime>
  <Words>1185</Words>
  <Application>Microsoft Office PowerPoint</Application>
  <PresentationFormat>Custom</PresentationFormat>
  <Paragraphs>122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Breeze</vt:lpstr>
      <vt:lpstr>Module 2: Lesson 1 Hadoop</vt:lpstr>
      <vt:lpstr>Challenges of Distributed Systems</vt:lpstr>
      <vt:lpstr>Challenges of Distributed Systems</vt:lpstr>
      <vt:lpstr>Hadoop</vt:lpstr>
      <vt:lpstr>Hadoop Core Components</vt:lpstr>
      <vt:lpstr>Hadoop Basic Concepts</vt:lpstr>
      <vt:lpstr>Hadoop Basic Concepts</vt:lpstr>
      <vt:lpstr>Apache Hadoop Characteristics</vt:lpstr>
      <vt:lpstr>The Origins of Hadoop</vt:lpstr>
      <vt:lpstr>The Origins of Hadoop</vt:lpstr>
      <vt:lpstr>The Hadoop Ecosystem</vt:lpstr>
      <vt:lpstr>Hadoop Ecosystem</vt:lpstr>
      <vt:lpstr>Hadoop Ecosystem Detail</vt:lpstr>
      <vt:lpstr>Hadoop Ecosystem</vt:lpstr>
      <vt:lpstr>Hadoop Ecosystem</vt:lpstr>
      <vt:lpstr>Integrated Information Architecture</vt:lpstr>
      <vt:lpstr>Evolution of Hadoop Use</vt:lpstr>
    </vt:vector>
  </TitlesOfParts>
  <Manager/>
  <Company>Illinois Institute of Technology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Illinois Tech President's PowerPoint Presentation</dc:title>
  <dc:subject/>
  <dc:creator>Sandra Laporte</dc:creator>
  <cp:keywords/>
  <dc:description/>
  <cp:lastModifiedBy>Judy Tseng</cp:lastModifiedBy>
  <cp:revision>210</cp:revision>
  <cp:lastPrinted>2023-11-27T20:09:56Z</cp:lastPrinted>
  <dcterms:created xsi:type="dcterms:W3CDTF">2019-02-13T16:04:21Z</dcterms:created>
  <dcterms:modified xsi:type="dcterms:W3CDTF">2024-07-08T15:38:59Z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0x010100F3EF55019BAB0549B2C20BFAAB8A2896</vt:lpwstr>
  </property>
  <property fmtid="{D5CDD505-2E9C-101B-9397-08002B2CF9AE}" pid="3" name="ArticulateGUID">
    <vt:lpwstr>5116F821-4721-4D18-8109-62A987C86D7E</vt:lpwstr>
  </property>
  <property fmtid="{D5CDD505-2E9C-101B-9397-08002B2CF9AE}" pid="4" name="ArticulatePath">
    <vt:lpwstr>Module 2 11302023</vt:lpwstr>
  </property>
  <property fmtid="{D5CDD505-2E9C-101B-9397-08002B2CF9AE}" pid="5" name="MediaServiceImageTags">
    <vt:lpwstr/>
  </property>
</Properties>
</file>