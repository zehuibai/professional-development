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9"/>
  </p:notesMasterIdLst>
  <p:sldIdLst>
    <p:sldId id="719" r:id="rId5"/>
    <p:sldId id="504" r:id="rId6"/>
    <p:sldId id="722" r:id="rId7"/>
    <p:sldId id="723" r:id="rId8"/>
    <p:sldId id="724" r:id="rId9"/>
    <p:sldId id="726" r:id="rId10"/>
    <p:sldId id="727" r:id="rId11"/>
    <p:sldId id="507" r:id="rId12"/>
    <p:sldId id="740" r:id="rId13"/>
    <p:sldId id="388" r:id="rId14"/>
    <p:sldId id="742" r:id="rId15"/>
    <p:sldId id="741" r:id="rId16"/>
    <p:sldId id="736" r:id="rId17"/>
    <p:sldId id="737" r:id="rId18"/>
    <p:sldId id="793" r:id="rId19"/>
    <p:sldId id="743" r:id="rId20"/>
    <p:sldId id="744" r:id="rId21"/>
    <p:sldId id="745" r:id="rId22"/>
    <p:sldId id="746" r:id="rId23"/>
    <p:sldId id="747" r:id="rId24"/>
    <p:sldId id="395" r:id="rId25"/>
    <p:sldId id="734" r:id="rId26"/>
    <p:sldId id="490" r:id="rId27"/>
    <p:sldId id="491" r:id="rId28"/>
  </p:sldIdLst>
  <p:sldSz cx="18288000" cy="10287000"/>
  <p:notesSz cx="6858000" cy="9144000"/>
  <p:custDataLst>
    <p:tags r:id="rId30"/>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7C7C"/>
    <a:srgbClr val="DFDFDF"/>
    <a:srgbClr val="FFA858"/>
    <a:srgbClr val="3F4F6C"/>
    <a:srgbClr val="C50724"/>
    <a:srgbClr val="0070C0"/>
    <a:srgbClr val="BD051B"/>
    <a:srgbClr val="969696"/>
    <a:srgbClr val="E98D0A"/>
    <a:srgbClr val="17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185A2B-BC14-7B2A-6140-29E584E89074}" v="46" dt="2024-07-08T16:07:15.1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86"/>
    <p:restoredTop sz="91693"/>
  </p:normalViewPr>
  <p:slideViewPr>
    <p:cSldViewPr snapToGrid="0" snapToObjects="1">
      <p:cViewPr varScale="1">
        <p:scale>
          <a:sx n="50" d="100"/>
          <a:sy n="50" d="100"/>
        </p:scale>
        <p:origin x="235" y="4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ADBDFDE0-2B88-4BF5-8D0C-0C28B3FE3594}"/>
    <pc:docChg chg="modSld">
      <pc:chgData name="Allison Mulshine" userId="S::allison.mulshine@collegiseducation.com::5f656d52-c555-4e5e-9a5b-18226766ffe3" providerId="AD" clId="Web-{ADBDFDE0-2B88-4BF5-8D0C-0C28B3FE3594}" dt="2024-06-20T17:52:58.418" v="27"/>
      <pc:docMkLst>
        <pc:docMk/>
      </pc:docMkLst>
      <pc:sldChg chg="modSp">
        <pc:chgData name="Allison Mulshine" userId="S::allison.mulshine@collegiseducation.com::5f656d52-c555-4e5e-9a5b-18226766ffe3" providerId="AD" clId="Web-{ADBDFDE0-2B88-4BF5-8D0C-0C28B3FE3594}" dt="2024-06-20T17:44:47.069" v="1"/>
        <pc:sldMkLst>
          <pc:docMk/>
          <pc:sldMk cId="3224630096" sldId="504"/>
        </pc:sldMkLst>
        <pc:graphicFrameChg chg="mod">
          <ac:chgData name="Allison Mulshine" userId="S::allison.mulshine@collegiseducation.com::5f656d52-c555-4e5e-9a5b-18226766ffe3" providerId="AD" clId="Web-{ADBDFDE0-2B88-4BF5-8D0C-0C28B3FE3594}" dt="2024-06-20T17:44:47.069" v="1"/>
          <ac:graphicFrameMkLst>
            <pc:docMk/>
            <pc:sldMk cId="3224630096" sldId="504"/>
            <ac:graphicFrameMk id="9" creationId="{AED9DD53-057F-41B5-A013-6F6900D7A691}"/>
          </ac:graphicFrameMkLst>
        </pc:graphicFrameChg>
        <pc:graphicFrameChg chg="mod">
          <ac:chgData name="Allison Mulshine" userId="S::allison.mulshine@collegiseducation.com::5f656d52-c555-4e5e-9a5b-18226766ffe3" providerId="AD" clId="Web-{ADBDFDE0-2B88-4BF5-8D0C-0C28B3FE3594}" dt="2024-06-20T17:43:47.113" v="0"/>
          <ac:graphicFrameMkLst>
            <pc:docMk/>
            <pc:sldMk cId="3224630096" sldId="504"/>
            <ac:graphicFrameMk id="10" creationId="{EC7DCD20-4AFF-4808-AC3F-FA5814B81914}"/>
          </ac:graphicFrameMkLst>
        </pc:graphicFrameChg>
      </pc:sldChg>
      <pc:sldChg chg="addSp modSp">
        <pc:chgData name="Allison Mulshine" userId="S::allison.mulshine@collegiseducation.com::5f656d52-c555-4e5e-9a5b-18226766ffe3" providerId="AD" clId="Web-{ADBDFDE0-2B88-4BF5-8D0C-0C28B3FE3594}" dt="2024-06-20T17:48:45.470" v="7"/>
        <pc:sldMkLst>
          <pc:docMk/>
          <pc:sldMk cId="3290649323" sldId="507"/>
        </pc:sldMkLst>
        <pc:grpChg chg="add mod">
          <ac:chgData name="Allison Mulshine" userId="S::allison.mulshine@collegiseducation.com::5f656d52-c555-4e5e-9a5b-18226766ffe3" providerId="AD" clId="Web-{ADBDFDE0-2B88-4BF5-8D0C-0C28B3FE3594}" dt="2024-06-20T17:47:27.451" v="6"/>
          <ac:grpSpMkLst>
            <pc:docMk/>
            <pc:sldMk cId="3290649323" sldId="507"/>
            <ac:grpSpMk id="3" creationId="{613D66C8-5681-0561-2350-99E18B59A4DC}"/>
          </ac:grpSpMkLst>
        </pc:grpChg>
        <pc:grpChg chg="add mod">
          <ac:chgData name="Allison Mulshine" userId="S::allison.mulshine@collegiseducation.com::5f656d52-c555-4e5e-9a5b-18226766ffe3" providerId="AD" clId="Web-{ADBDFDE0-2B88-4BF5-8D0C-0C28B3FE3594}" dt="2024-06-20T17:48:45.470" v="7"/>
          <ac:grpSpMkLst>
            <pc:docMk/>
            <pc:sldMk cId="3290649323" sldId="507"/>
            <ac:grpSpMk id="4" creationId="{7A23A920-B033-7D0E-8F0C-8F462EF48E39}"/>
          </ac:grpSpMkLst>
        </pc:grpChg>
      </pc:sldChg>
      <pc:sldChg chg="modSp">
        <pc:chgData name="Allison Mulshine" userId="S::allison.mulshine@collegiseducation.com::5f656d52-c555-4e5e-9a5b-18226766ffe3" providerId="AD" clId="Web-{ADBDFDE0-2B88-4BF5-8D0C-0C28B3FE3594}" dt="2024-06-20T17:46:02.713" v="2"/>
        <pc:sldMkLst>
          <pc:docMk/>
          <pc:sldMk cId="3824206880" sldId="726"/>
        </pc:sldMkLst>
        <pc:picChg chg="mod">
          <ac:chgData name="Allison Mulshine" userId="S::allison.mulshine@collegiseducation.com::5f656d52-c555-4e5e-9a5b-18226766ffe3" providerId="AD" clId="Web-{ADBDFDE0-2B88-4BF5-8D0C-0C28B3FE3594}" dt="2024-06-20T17:46:02.713" v="2"/>
          <ac:picMkLst>
            <pc:docMk/>
            <pc:sldMk cId="3824206880" sldId="726"/>
            <ac:picMk id="19" creationId="{F3BC4BB1-3642-B92E-DCFF-E571561711D8}"/>
          </ac:picMkLst>
        </pc:picChg>
      </pc:sldChg>
      <pc:sldChg chg="modSp">
        <pc:chgData name="Allison Mulshine" userId="S::allison.mulshine@collegiseducation.com::5f656d52-c555-4e5e-9a5b-18226766ffe3" providerId="AD" clId="Web-{ADBDFDE0-2B88-4BF5-8D0C-0C28B3FE3594}" dt="2024-06-20T17:46:36.667" v="3"/>
        <pc:sldMkLst>
          <pc:docMk/>
          <pc:sldMk cId="3585833837" sldId="727"/>
        </pc:sldMkLst>
        <pc:picChg chg="mod">
          <ac:chgData name="Allison Mulshine" userId="S::allison.mulshine@collegiseducation.com::5f656d52-c555-4e5e-9a5b-18226766ffe3" providerId="AD" clId="Web-{ADBDFDE0-2B88-4BF5-8D0C-0C28B3FE3594}" dt="2024-06-20T17:46:36.667" v="3"/>
          <ac:picMkLst>
            <pc:docMk/>
            <pc:sldMk cId="3585833837" sldId="727"/>
            <ac:picMk id="19" creationId="{F3BC4BB1-3642-B92E-DCFF-E571561711D8}"/>
          </ac:picMkLst>
        </pc:picChg>
      </pc:sldChg>
      <pc:sldChg chg="addSp modSp">
        <pc:chgData name="Allison Mulshine" userId="S::allison.mulshine@collegiseducation.com::5f656d52-c555-4e5e-9a5b-18226766ffe3" providerId="AD" clId="Web-{ADBDFDE0-2B88-4BF5-8D0C-0C28B3FE3594}" dt="2024-06-20T17:52:44.496" v="25"/>
        <pc:sldMkLst>
          <pc:docMk/>
          <pc:sldMk cId="3218892128" sldId="736"/>
        </pc:sldMkLst>
        <pc:grpChg chg="add mod">
          <ac:chgData name="Allison Mulshine" userId="S::allison.mulshine@collegiseducation.com::5f656d52-c555-4e5e-9a5b-18226766ffe3" providerId="AD" clId="Web-{ADBDFDE0-2B88-4BF5-8D0C-0C28B3FE3594}" dt="2024-06-20T17:52:44.496" v="25"/>
          <ac:grpSpMkLst>
            <pc:docMk/>
            <pc:sldMk cId="3218892128" sldId="736"/>
            <ac:grpSpMk id="8" creationId="{C8D7018E-3E65-7A50-CCEF-4AD88C5781BC}"/>
          </ac:grpSpMkLst>
        </pc:grpChg>
      </pc:sldChg>
      <pc:sldChg chg="addSp modSp">
        <pc:chgData name="Allison Mulshine" userId="S::allison.mulshine@collegiseducation.com::5f656d52-c555-4e5e-9a5b-18226766ffe3" providerId="AD" clId="Web-{ADBDFDE0-2B88-4BF5-8D0C-0C28B3FE3594}" dt="2024-06-20T17:52:58.418" v="27"/>
        <pc:sldMkLst>
          <pc:docMk/>
          <pc:sldMk cId="1770790586" sldId="737"/>
        </pc:sldMkLst>
        <pc:grpChg chg="add mod">
          <ac:chgData name="Allison Mulshine" userId="S::allison.mulshine@collegiseducation.com::5f656d52-c555-4e5e-9a5b-18226766ffe3" providerId="AD" clId="Web-{ADBDFDE0-2B88-4BF5-8D0C-0C28B3FE3594}" dt="2024-06-20T17:52:58.418" v="27"/>
          <ac:grpSpMkLst>
            <pc:docMk/>
            <pc:sldMk cId="1770790586" sldId="737"/>
            <ac:grpSpMk id="8" creationId="{1DCF1D91-6522-1601-C016-A36C2F00FF63}"/>
          </ac:grpSpMkLst>
        </pc:grpChg>
      </pc:sldChg>
      <pc:sldChg chg="modSp">
        <pc:chgData name="Allison Mulshine" userId="S::allison.mulshine@collegiseducation.com::5f656d52-c555-4e5e-9a5b-18226766ffe3" providerId="AD" clId="Web-{ADBDFDE0-2B88-4BF5-8D0C-0C28B3FE3594}" dt="2024-06-20T17:48:57.127" v="13"/>
        <pc:sldMkLst>
          <pc:docMk/>
          <pc:sldMk cId="4091606296" sldId="740"/>
        </pc:sldMkLst>
        <pc:picChg chg="mod">
          <ac:chgData name="Allison Mulshine" userId="S::allison.mulshine@collegiseducation.com::5f656d52-c555-4e5e-9a5b-18226766ffe3" providerId="AD" clId="Web-{ADBDFDE0-2B88-4BF5-8D0C-0C28B3FE3594}" dt="2024-06-20T17:48:54.564" v="11"/>
          <ac:picMkLst>
            <pc:docMk/>
            <pc:sldMk cId="4091606296" sldId="740"/>
            <ac:picMk id="3074" creationId="{30A2BEAA-55D9-1362-1AD5-51BBA8140AED}"/>
          </ac:picMkLst>
        </pc:picChg>
        <pc:picChg chg="mod">
          <ac:chgData name="Allison Mulshine" userId="S::allison.mulshine@collegiseducation.com::5f656d52-c555-4e5e-9a5b-18226766ffe3" providerId="AD" clId="Web-{ADBDFDE0-2B88-4BF5-8D0C-0C28B3FE3594}" dt="2024-06-20T17:48:51.548" v="9"/>
          <ac:picMkLst>
            <pc:docMk/>
            <pc:sldMk cId="4091606296" sldId="740"/>
            <ac:picMk id="3076" creationId="{0595F51B-0236-BCA3-6BE3-C96BC11EF398}"/>
          </ac:picMkLst>
        </pc:picChg>
        <pc:picChg chg="mod">
          <ac:chgData name="Allison Mulshine" userId="S::allison.mulshine@collegiseducation.com::5f656d52-c555-4e5e-9a5b-18226766ffe3" providerId="AD" clId="Web-{ADBDFDE0-2B88-4BF5-8D0C-0C28B3FE3594}" dt="2024-06-20T17:48:57.127" v="13"/>
          <ac:picMkLst>
            <pc:docMk/>
            <pc:sldMk cId="4091606296" sldId="740"/>
            <ac:picMk id="3078" creationId="{A035BBDD-AEC6-5C2C-5985-4E2AD9DA1E95}"/>
          </ac:picMkLst>
        </pc:picChg>
      </pc:sldChg>
      <pc:sldChg chg="addSp delSp modSp">
        <pc:chgData name="Allison Mulshine" userId="S::allison.mulshine@collegiseducation.com::5f656d52-c555-4e5e-9a5b-18226766ffe3" providerId="AD" clId="Web-{ADBDFDE0-2B88-4BF5-8D0C-0C28B3FE3594}" dt="2024-06-20T17:51:08.976" v="23"/>
        <pc:sldMkLst>
          <pc:docMk/>
          <pc:sldMk cId="303904030" sldId="741"/>
        </pc:sldMkLst>
        <pc:picChg chg="mod">
          <ac:chgData name="Allison Mulshine" userId="S::allison.mulshine@collegiseducation.com::5f656d52-c555-4e5e-9a5b-18226766ffe3" providerId="AD" clId="Web-{ADBDFDE0-2B88-4BF5-8D0C-0C28B3FE3594}" dt="2024-06-20T17:51:08.976" v="23"/>
          <ac:picMkLst>
            <pc:docMk/>
            <pc:sldMk cId="303904030" sldId="741"/>
            <ac:picMk id="7" creationId="{19AAB1AC-3B23-A6F3-61AF-D0D3C3334469}"/>
          </ac:picMkLst>
        </pc:picChg>
        <pc:picChg chg="add del mod">
          <ac:chgData name="Allison Mulshine" userId="S::allison.mulshine@collegiseducation.com::5f656d52-c555-4e5e-9a5b-18226766ffe3" providerId="AD" clId="Web-{ADBDFDE0-2B88-4BF5-8D0C-0C28B3FE3594}" dt="2024-06-20T17:50:25.677" v="15"/>
          <ac:picMkLst>
            <pc:docMk/>
            <pc:sldMk cId="303904030" sldId="741"/>
            <ac:picMk id="8" creationId="{9051E4FC-041B-DB6F-5E06-12826E967CE8}"/>
          </ac:picMkLst>
        </pc:picChg>
      </pc:sldChg>
    </pc:docChg>
  </pc:docChgLst>
  <pc:docChgLst>
    <pc:chgData name="Judy Tseng" userId="b031a71b-ea40-479f-9c0f-e713aa008bfa" providerId="ADAL" clId="{0DD80DCE-55E0-49BF-BCC0-C620CD3944C2}"/>
    <pc:docChg chg="modSld">
      <pc:chgData name="Judy Tseng" userId="b031a71b-ea40-479f-9c0f-e713aa008bfa" providerId="ADAL" clId="{0DD80DCE-55E0-49BF-BCC0-C620CD3944C2}" dt="2024-03-27T19:12:19.311" v="72" actId="207"/>
      <pc:docMkLst>
        <pc:docMk/>
      </pc:docMkLst>
      <pc:sldChg chg="modSp mod">
        <pc:chgData name="Judy Tseng" userId="b031a71b-ea40-479f-9c0f-e713aa008bfa" providerId="ADAL" clId="{0DD80DCE-55E0-49BF-BCC0-C620CD3944C2}" dt="2024-03-27T19:12:09.643" v="70" actId="962"/>
        <pc:sldMkLst>
          <pc:docMk/>
          <pc:sldMk cId="1505673818" sldId="395"/>
        </pc:sldMkLst>
        <pc:spChg chg="mod">
          <ac:chgData name="Judy Tseng" userId="b031a71b-ea40-479f-9c0f-e713aa008bfa" providerId="ADAL" clId="{0DD80DCE-55E0-49BF-BCC0-C620CD3944C2}" dt="2024-03-27T19:12:07.178" v="68" actId="962"/>
          <ac:spMkLst>
            <pc:docMk/>
            <pc:sldMk cId="1505673818" sldId="395"/>
            <ac:spMk id="33" creationId="{9885411D-2F6B-80A8-6492-4913CD6E60FC}"/>
          </ac:spMkLst>
        </pc:spChg>
        <pc:spChg chg="mod">
          <ac:chgData name="Judy Tseng" userId="b031a71b-ea40-479f-9c0f-e713aa008bfa" providerId="ADAL" clId="{0DD80DCE-55E0-49BF-BCC0-C620CD3944C2}" dt="2024-03-27T19:12:08.517" v="69" actId="962"/>
          <ac:spMkLst>
            <pc:docMk/>
            <pc:sldMk cId="1505673818" sldId="395"/>
            <ac:spMk id="34" creationId="{9C2041CC-FADE-C3A3-C681-C65A1A25366C}"/>
          </ac:spMkLst>
        </pc:spChg>
        <pc:spChg chg="mod">
          <ac:chgData name="Judy Tseng" userId="b031a71b-ea40-479f-9c0f-e713aa008bfa" providerId="ADAL" clId="{0DD80DCE-55E0-49BF-BCC0-C620CD3944C2}" dt="2024-03-27T19:12:09.643" v="70" actId="962"/>
          <ac:spMkLst>
            <pc:docMk/>
            <pc:sldMk cId="1505673818" sldId="395"/>
            <ac:spMk id="35" creationId="{BB373051-7FE3-B10E-5C92-4803DAA010A7}"/>
          </ac:spMkLst>
        </pc:spChg>
      </pc:sldChg>
      <pc:sldChg chg="modSp mod">
        <pc:chgData name="Judy Tseng" userId="b031a71b-ea40-479f-9c0f-e713aa008bfa" providerId="ADAL" clId="{0DD80DCE-55E0-49BF-BCC0-C620CD3944C2}" dt="2024-03-27T19:11:07.692" v="60" actId="962"/>
        <pc:sldMkLst>
          <pc:docMk/>
          <pc:sldMk cId="3290649323" sldId="507"/>
        </pc:sldMkLst>
        <pc:cxnChg chg="mod">
          <ac:chgData name="Judy Tseng" userId="b031a71b-ea40-479f-9c0f-e713aa008bfa" providerId="ADAL" clId="{0DD80DCE-55E0-49BF-BCC0-C620CD3944C2}" dt="2024-03-27T19:10:59.691" v="56" actId="962"/>
          <ac:cxnSpMkLst>
            <pc:docMk/>
            <pc:sldMk cId="3290649323" sldId="507"/>
            <ac:cxnSpMk id="20" creationId="{7F86E8C3-56E5-2528-37F5-6C457E42E502}"/>
          </ac:cxnSpMkLst>
        </pc:cxnChg>
        <pc:cxnChg chg="mod">
          <ac:chgData name="Judy Tseng" userId="b031a71b-ea40-479f-9c0f-e713aa008bfa" providerId="ADAL" clId="{0DD80DCE-55E0-49BF-BCC0-C620CD3944C2}" dt="2024-03-27T19:11:02.282" v="57" actId="962"/>
          <ac:cxnSpMkLst>
            <pc:docMk/>
            <pc:sldMk cId="3290649323" sldId="507"/>
            <ac:cxnSpMk id="22" creationId="{77456437-2DA5-7238-8A9D-70487AFEBFEE}"/>
          </ac:cxnSpMkLst>
        </pc:cxnChg>
        <pc:cxnChg chg="mod">
          <ac:chgData name="Judy Tseng" userId="b031a71b-ea40-479f-9c0f-e713aa008bfa" providerId="ADAL" clId="{0DD80DCE-55E0-49BF-BCC0-C620CD3944C2}" dt="2024-03-27T19:11:05.042" v="58" actId="962"/>
          <ac:cxnSpMkLst>
            <pc:docMk/>
            <pc:sldMk cId="3290649323" sldId="507"/>
            <ac:cxnSpMk id="24" creationId="{E1863D33-90AE-A11C-4A7F-50D8B0CCAE94}"/>
          </ac:cxnSpMkLst>
        </pc:cxnChg>
        <pc:cxnChg chg="mod">
          <ac:chgData name="Judy Tseng" userId="b031a71b-ea40-479f-9c0f-e713aa008bfa" providerId="ADAL" clId="{0DD80DCE-55E0-49BF-BCC0-C620CD3944C2}" dt="2024-03-27T19:11:06.030" v="59" actId="962"/>
          <ac:cxnSpMkLst>
            <pc:docMk/>
            <pc:sldMk cId="3290649323" sldId="507"/>
            <ac:cxnSpMk id="26" creationId="{4B9DACDE-EA97-10A5-E8BF-E3778E94326E}"/>
          </ac:cxnSpMkLst>
        </pc:cxnChg>
        <pc:cxnChg chg="mod">
          <ac:chgData name="Judy Tseng" userId="b031a71b-ea40-479f-9c0f-e713aa008bfa" providerId="ADAL" clId="{0DD80DCE-55E0-49BF-BCC0-C620CD3944C2}" dt="2024-03-27T19:11:07.692" v="60" actId="962"/>
          <ac:cxnSpMkLst>
            <pc:docMk/>
            <pc:sldMk cId="3290649323" sldId="507"/>
            <ac:cxnSpMk id="28" creationId="{A8C50FC6-F8CA-4D47-A2A2-E2FFA1C7727E}"/>
          </ac:cxnSpMkLst>
        </pc:cxnChg>
      </pc:sldChg>
      <pc:sldChg chg="modSp mod">
        <pc:chgData name="Judy Tseng" userId="b031a71b-ea40-479f-9c0f-e713aa008bfa" providerId="ADAL" clId="{0DD80DCE-55E0-49BF-BCC0-C620CD3944C2}" dt="2024-03-27T19:10:19.859" v="42" actId="1036"/>
        <pc:sldMkLst>
          <pc:docMk/>
          <pc:sldMk cId="2722938124" sldId="722"/>
        </pc:sldMkLst>
        <pc:spChg chg="mod">
          <ac:chgData name="Judy Tseng" userId="b031a71b-ea40-479f-9c0f-e713aa008bfa" providerId="ADAL" clId="{0DD80DCE-55E0-49BF-BCC0-C620CD3944C2}" dt="2024-03-27T19:10:16.509" v="39" actId="962"/>
          <ac:spMkLst>
            <pc:docMk/>
            <pc:sldMk cId="2722938124" sldId="722"/>
            <ac:spMk id="3" creationId="{F0198E06-907F-EDB8-3165-65181847C7FE}"/>
          </ac:spMkLst>
        </pc:spChg>
        <pc:spChg chg="mod">
          <ac:chgData name="Judy Tseng" userId="b031a71b-ea40-479f-9c0f-e713aa008bfa" providerId="ADAL" clId="{0DD80DCE-55E0-49BF-BCC0-C620CD3944C2}" dt="2024-03-27T19:07:27.268" v="0" actId="207"/>
          <ac:spMkLst>
            <pc:docMk/>
            <pc:sldMk cId="2722938124" sldId="722"/>
            <ac:spMk id="5" creationId="{3ED4DE36-52C0-CB95-BACC-337A00B1A90C}"/>
          </ac:spMkLst>
        </pc:spChg>
        <pc:spChg chg="mod">
          <ac:chgData name="Judy Tseng" userId="b031a71b-ea40-479f-9c0f-e713aa008bfa" providerId="ADAL" clId="{0DD80DCE-55E0-49BF-BCC0-C620CD3944C2}" dt="2024-03-27T19:07:33.499" v="1" actId="207"/>
          <ac:spMkLst>
            <pc:docMk/>
            <pc:sldMk cId="2722938124" sldId="722"/>
            <ac:spMk id="6" creationId="{D7AAFCEC-8CFD-2586-37E2-FB68E05134D6}"/>
          </ac:spMkLst>
        </pc:spChg>
        <pc:spChg chg="mod">
          <ac:chgData name="Judy Tseng" userId="b031a71b-ea40-479f-9c0f-e713aa008bfa" providerId="ADAL" clId="{0DD80DCE-55E0-49BF-BCC0-C620CD3944C2}" dt="2024-03-27T19:10:11.896" v="37" actId="962"/>
          <ac:spMkLst>
            <pc:docMk/>
            <pc:sldMk cId="2722938124" sldId="722"/>
            <ac:spMk id="8" creationId="{AE65C159-5C92-BCA3-41C6-866AA4775CF5}"/>
          </ac:spMkLst>
        </pc:spChg>
        <pc:spChg chg="mod">
          <ac:chgData name="Judy Tseng" userId="b031a71b-ea40-479f-9c0f-e713aa008bfa" providerId="ADAL" clId="{0DD80DCE-55E0-49BF-BCC0-C620CD3944C2}" dt="2024-03-27T19:10:14.383" v="38" actId="962"/>
          <ac:spMkLst>
            <pc:docMk/>
            <pc:sldMk cId="2722938124" sldId="722"/>
            <ac:spMk id="9" creationId="{E4BC379E-337C-E555-73C1-C466E42489C1}"/>
          </ac:spMkLst>
        </pc:spChg>
        <pc:spChg chg="mod">
          <ac:chgData name="Judy Tseng" userId="b031a71b-ea40-479f-9c0f-e713aa008bfa" providerId="ADAL" clId="{0DD80DCE-55E0-49BF-BCC0-C620CD3944C2}" dt="2024-03-27T19:10:18.463" v="40" actId="962"/>
          <ac:spMkLst>
            <pc:docMk/>
            <pc:sldMk cId="2722938124" sldId="722"/>
            <ac:spMk id="11" creationId="{77145B75-5BEF-663B-2CA4-F20ABD4D9041}"/>
          </ac:spMkLst>
        </pc:spChg>
        <pc:spChg chg="mod">
          <ac:chgData name="Judy Tseng" userId="b031a71b-ea40-479f-9c0f-e713aa008bfa" providerId="ADAL" clId="{0DD80DCE-55E0-49BF-BCC0-C620CD3944C2}" dt="2024-03-27T19:10:19.859" v="42" actId="1036"/>
          <ac:spMkLst>
            <pc:docMk/>
            <pc:sldMk cId="2722938124" sldId="722"/>
            <ac:spMk id="14" creationId="{F1AC3EB0-949C-4C3A-4E8D-AFEE364D835C}"/>
          </ac:spMkLst>
        </pc:spChg>
      </pc:sldChg>
      <pc:sldChg chg="modSp mod">
        <pc:chgData name="Judy Tseng" userId="b031a71b-ea40-479f-9c0f-e713aa008bfa" providerId="ADAL" clId="{0DD80DCE-55E0-49BF-BCC0-C620CD3944C2}" dt="2024-03-27T19:10:33.644" v="49" actId="962"/>
        <pc:sldMkLst>
          <pc:docMk/>
          <pc:sldMk cId="2822501013" sldId="723"/>
        </pc:sldMkLst>
        <pc:spChg chg="mod">
          <ac:chgData name="Judy Tseng" userId="b031a71b-ea40-479f-9c0f-e713aa008bfa" providerId="ADAL" clId="{0DD80DCE-55E0-49BF-BCC0-C620CD3944C2}" dt="2024-03-27T19:10:26.908" v="45" actId="962"/>
          <ac:spMkLst>
            <pc:docMk/>
            <pc:sldMk cId="2822501013" sldId="723"/>
            <ac:spMk id="3" creationId="{F0198E06-907F-EDB8-3165-65181847C7FE}"/>
          </ac:spMkLst>
        </pc:spChg>
        <pc:spChg chg="mod">
          <ac:chgData name="Judy Tseng" userId="b031a71b-ea40-479f-9c0f-e713aa008bfa" providerId="ADAL" clId="{0DD80DCE-55E0-49BF-BCC0-C620CD3944C2}" dt="2024-03-27T19:07:56.194" v="2" actId="207"/>
          <ac:spMkLst>
            <pc:docMk/>
            <pc:sldMk cId="2822501013" sldId="723"/>
            <ac:spMk id="5" creationId="{3ED4DE36-52C0-CB95-BACC-337A00B1A90C}"/>
          </ac:spMkLst>
        </pc:spChg>
        <pc:spChg chg="mod">
          <ac:chgData name="Judy Tseng" userId="b031a71b-ea40-479f-9c0f-e713aa008bfa" providerId="ADAL" clId="{0DD80DCE-55E0-49BF-BCC0-C620CD3944C2}" dt="2024-03-27T19:07:58.222" v="3" actId="207"/>
          <ac:spMkLst>
            <pc:docMk/>
            <pc:sldMk cId="2822501013" sldId="723"/>
            <ac:spMk id="6" creationId="{D7AAFCEC-8CFD-2586-37E2-FB68E05134D6}"/>
          </ac:spMkLst>
        </pc:spChg>
        <pc:spChg chg="mod">
          <ac:chgData name="Judy Tseng" userId="b031a71b-ea40-479f-9c0f-e713aa008bfa" providerId="ADAL" clId="{0DD80DCE-55E0-49BF-BCC0-C620CD3944C2}" dt="2024-03-27T19:10:23.450" v="43" actId="962"/>
          <ac:spMkLst>
            <pc:docMk/>
            <pc:sldMk cId="2822501013" sldId="723"/>
            <ac:spMk id="8" creationId="{AE65C159-5C92-BCA3-41C6-866AA4775CF5}"/>
          </ac:spMkLst>
        </pc:spChg>
        <pc:spChg chg="mod">
          <ac:chgData name="Judy Tseng" userId="b031a71b-ea40-479f-9c0f-e713aa008bfa" providerId="ADAL" clId="{0DD80DCE-55E0-49BF-BCC0-C620CD3944C2}" dt="2024-03-27T19:10:25.245" v="44" actId="962"/>
          <ac:spMkLst>
            <pc:docMk/>
            <pc:sldMk cId="2822501013" sldId="723"/>
            <ac:spMk id="9" creationId="{E4BC379E-337C-E555-73C1-C466E42489C1}"/>
          </ac:spMkLst>
        </pc:spChg>
        <pc:spChg chg="mod">
          <ac:chgData name="Judy Tseng" userId="b031a71b-ea40-479f-9c0f-e713aa008bfa" providerId="ADAL" clId="{0DD80DCE-55E0-49BF-BCC0-C620CD3944C2}" dt="2024-03-27T19:10:28.304" v="46" actId="962"/>
          <ac:spMkLst>
            <pc:docMk/>
            <pc:sldMk cId="2822501013" sldId="723"/>
            <ac:spMk id="11" creationId="{77145B75-5BEF-663B-2CA4-F20ABD4D9041}"/>
          </ac:spMkLst>
        </pc:spChg>
        <pc:spChg chg="mod">
          <ac:chgData name="Judy Tseng" userId="b031a71b-ea40-479f-9c0f-e713aa008bfa" providerId="ADAL" clId="{0DD80DCE-55E0-49BF-BCC0-C620CD3944C2}" dt="2024-03-27T19:10:30.322" v="47" actId="962"/>
          <ac:spMkLst>
            <pc:docMk/>
            <pc:sldMk cId="2822501013" sldId="723"/>
            <ac:spMk id="18" creationId="{A13CFD1E-EB0F-D330-D333-C500963F427A}"/>
          </ac:spMkLst>
        </pc:spChg>
        <pc:spChg chg="mod">
          <ac:chgData name="Judy Tseng" userId="b031a71b-ea40-479f-9c0f-e713aa008bfa" providerId="ADAL" clId="{0DD80DCE-55E0-49BF-BCC0-C620CD3944C2}" dt="2024-03-27T19:10:31.630" v="48" actId="962"/>
          <ac:spMkLst>
            <pc:docMk/>
            <pc:sldMk cId="2822501013" sldId="723"/>
            <ac:spMk id="19" creationId="{8E0142B0-F438-5287-C96C-AA3F98AD31B1}"/>
          </ac:spMkLst>
        </pc:spChg>
        <pc:spChg chg="mod">
          <ac:chgData name="Judy Tseng" userId="b031a71b-ea40-479f-9c0f-e713aa008bfa" providerId="ADAL" clId="{0DD80DCE-55E0-49BF-BCC0-C620CD3944C2}" dt="2024-03-27T19:10:33.644" v="49" actId="962"/>
          <ac:spMkLst>
            <pc:docMk/>
            <pc:sldMk cId="2822501013" sldId="723"/>
            <ac:spMk id="20" creationId="{0DAC4F42-2267-D46B-A112-711D3F0D2E28}"/>
          </ac:spMkLst>
        </pc:spChg>
      </pc:sldChg>
      <pc:sldChg chg="modSp mod">
        <pc:chgData name="Judy Tseng" userId="b031a71b-ea40-479f-9c0f-e713aa008bfa" providerId="ADAL" clId="{0DD80DCE-55E0-49BF-BCC0-C620CD3944C2}" dt="2024-03-27T19:10:43.937" v="55" actId="962"/>
        <pc:sldMkLst>
          <pc:docMk/>
          <pc:sldMk cId="2455494884" sldId="724"/>
        </pc:sldMkLst>
        <pc:spChg chg="mod">
          <ac:chgData name="Judy Tseng" userId="b031a71b-ea40-479f-9c0f-e713aa008bfa" providerId="ADAL" clId="{0DD80DCE-55E0-49BF-BCC0-C620CD3944C2}" dt="2024-03-27T19:10:38.172" v="52" actId="962"/>
          <ac:spMkLst>
            <pc:docMk/>
            <pc:sldMk cId="2455494884" sldId="724"/>
            <ac:spMk id="3" creationId="{F0198E06-907F-EDB8-3165-65181847C7FE}"/>
          </ac:spMkLst>
        </pc:spChg>
        <pc:spChg chg="mod">
          <ac:chgData name="Judy Tseng" userId="b031a71b-ea40-479f-9c0f-e713aa008bfa" providerId="ADAL" clId="{0DD80DCE-55E0-49BF-BCC0-C620CD3944C2}" dt="2024-03-27T19:08:02.175" v="4" actId="207"/>
          <ac:spMkLst>
            <pc:docMk/>
            <pc:sldMk cId="2455494884" sldId="724"/>
            <ac:spMk id="5" creationId="{3ED4DE36-52C0-CB95-BACC-337A00B1A90C}"/>
          </ac:spMkLst>
        </pc:spChg>
        <pc:spChg chg="mod">
          <ac:chgData name="Judy Tseng" userId="b031a71b-ea40-479f-9c0f-e713aa008bfa" providerId="ADAL" clId="{0DD80DCE-55E0-49BF-BCC0-C620CD3944C2}" dt="2024-03-27T19:08:04.281" v="5" actId="207"/>
          <ac:spMkLst>
            <pc:docMk/>
            <pc:sldMk cId="2455494884" sldId="724"/>
            <ac:spMk id="6" creationId="{D7AAFCEC-8CFD-2586-37E2-FB68E05134D6}"/>
          </ac:spMkLst>
        </pc:spChg>
        <pc:spChg chg="mod">
          <ac:chgData name="Judy Tseng" userId="b031a71b-ea40-479f-9c0f-e713aa008bfa" providerId="ADAL" clId="{0DD80DCE-55E0-49BF-BCC0-C620CD3944C2}" dt="2024-03-27T19:10:35.577" v="50" actId="962"/>
          <ac:spMkLst>
            <pc:docMk/>
            <pc:sldMk cId="2455494884" sldId="724"/>
            <ac:spMk id="8" creationId="{AE65C159-5C92-BCA3-41C6-866AA4775CF5}"/>
          </ac:spMkLst>
        </pc:spChg>
        <pc:spChg chg="mod">
          <ac:chgData name="Judy Tseng" userId="b031a71b-ea40-479f-9c0f-e713aa008bfa" providerId="ADAL" clId="{0DD80DCE-55E0-49BF-BCC0-C620CD3944C2}" dt="2024-03-27T19:10:36.828" v="51" actId="962"/>
          <ac:spMkLst>
            <pc:docMk/>
            <pc:sldMk cId="2455494884" sldId="724"/>
            <ac:spMk id="9" creationId="{E4BC379E-337C-E555-73C1-C466E42489C1}"/>
          </ac:spMkLst>
        </pc:spChg>
        <pc:spChg chg="mod">
          <ac:chgData name="Judy Tseng" userId="b031a71b-ea40-479f-9c0f-e713aa008bfa" providerId="ADAL" clId="{0DD80DCE-55E0-49BF-BCC0-C620CD3944C2}" dt="2024-03-27T19:10:39.905" v="53" actId="962"/>
          <ac:spMkLst>
            <pc:docMk/>
            <pc:sldMk cId="2455494884" sldId="724"/>
            <ac:spMk id="11" creationId="{77145B75-5BEF-663B-2CA4-F20ABD4D9041}"/>
          </ac:spMkLst>
        </pc:spChg>
        <pc:spChg chg="mod">
          <ac:chgData name="Judy Tseng" userId="b031a71b-ea40-479f-9c0f-e713aa008bfa" providerId="ADAL" clId="{0DD80DCE-55E0-49BF-BCC0-C620CD3944C2}" dt="2024-03-27T19:10:41.456" v="54" actId="962"/>
          <ac:spMkLst>
            <pc:docMk/>
            <pc:sldMk cId="2455494884" sldId="724"/>
            <ac:spMk id="14" creationId="{F1AC3EB0-949C-4C3A-4E8D-AFEE364D835C}"/>
          </ac:spMkLst>
        </pc:spChg>
        <pc:spChg chg="mod">
          <ac:chgData name="Judy Tseng" userId="b031a71b-ea40-479f-9c0f-e713aa008bfa" providerId="ADAL" clId="{0DD80DCE-55E0-49BF-BCC0-C620CD3944C2}" dt="2024-03-27T19:10:43.937" v="55" actId="962"/>
          <ac:spMkLst>
            <pc:docMk/>
            <pc:sldMk cId="2455494884" sldId="724"/>
            <ac:spMk id="16" creationId="{7D0B0D47-169A-8AD9-D9E4-EF5540AB6ED6}"/>
          </ac:spMkLst>
        </pc:spChg>
      </pc:sldChg>
      <pc:sldChg chg="modSp mod">
        <pc:chgData name="Judy Tseng" userId="b031a71b-ea40-479f-9c0f-e713aa008bfa" providerId="ADAL" clId="{0DD80DCE-55E0-49BF-BCC0-C620CD3944C2}" dt="2024-03-27T19:08:10.692" v="7" actId="207"/>
        <pc:sldMkLst>
          <pc:docMk/>
          <pc:sldMk cId="3824206880" sldId="726"/>
        </pc:sldMkLst>
        <pc:spChg chg="mod">
          <ac:chgData name="Judy Tseng" userId="b031a71b-ea40-479f-9c0f-e713aa008bfa" providerId="ADAL" clId="{0DD80DCE-55E0-49BF-BCC0-C620CD3944C2}" dt="2024-03-27T19:08:08.235" v="6" actId="207"/>
          <ac:spMkLst>
            <pc:docMk/>
            <pc:sldMk cId="3824206880" sldId="726"/>
            <ac:spMk id="25" creationId="{009F4B0D-49CA-CAB5-59CC-A0E2D6F0064C}"/>
          </ac:spMkLst>
        </pc:spChg>
        <pc:spChg chg="mod">
          <ac:chgData name="Judy Tseng" userId="b031a71b-ea40-479f-9c0f-e713aa008bfa" providerId="ADAL" clId="{0DD80DCE-55E0-49BF-BCC0-C620CD3944C2}" dt="2024-03-27T19:08:10.692" v="7" actId="207"/>
          <ac:spMkLst>
            <pc:docMk/>
            <pc:sldMk cId="3824206880" sldId="726"/>
            <ac:spMk id="27" creationId="{59A4959D-2960-A829-B054-4FD21732E8B4}"/>
          </ac:spMkLst>
        </pc:spChg>
      </pc:sldChg>
      <pc:sldChg chg="modSp mod">
        <pc:chgData name="Judy Tseng" userId="b031a71b-ea40-479f-9c0f-e713aa008bfa" providerId="ADAL" clId="{0DD80DCE-55E0-49BF-BCC0-C620CD3944C2}" dt="2024-03-27T19:08:19.450" v="9" actId="207"/>
        <pc:sldMkLst>
          <pc:docMk/>
          <pc:sldMk cId="3585833837" sldId="727"/>
        </pc:sldMkLst>
        <pc:spChg chg="mod">
          <ac:chgData name="Judy Tseng" userId="b031a71b-ea40-479f-9c0f-e713aa008bfa" providerId="ADAL" clId="{0DD80DCE-55E0-49BF-BCC0-C620CD3944C2}" dt="2024-03-27T19:08:17.135" v="8" actId="207"/>
          <ac:spMkLst>
            <pc:docMk/>
            <pc:sldMk cId="3585833837" sldId="727"/>
            <ac:spMk id="25" creationId="{009F4B0D-49CA-CAB5-59CC-A0E2D6F0064C}"/>
          </ac:spMkLst>
        </pc:spChg>
        <pc:spChg chg="mod">
          <ac:chgData name="Judy Tseng" userId="b031a71b-ea40-479f-9c0f-e713aa008bfa" providerId="ADAL" clId="{0DD80DCE-55E0-49BF-BCC0-C620CD3944C2}" dt="2024-03-27T19:08:19.450" v="9" actId="207"/>
          <ac:spMkLst>
            <pc:docMk/>
            <pc:sldMk cId="3585833837" sldId="727"/>
            <ac:spMk id="27" creationId="{59A4959D-2960-A829-B054-4FD21732E8B4}"/>
          </ac:spMkLst>
        </pc:spChg>
      </pc:sldChg>
      <pc:sldChg chg="modSp mod">
        <pc:chgData name="Judy Tseng" userId="b031a71b-ea40-479f-9c0f-e713aa008bfa" providerId="ADAL" clId="{0DD80DCE-55E0-49BF-BCC0-C620CD3944C2}" dt="2024-03-27T19:08:56.174" v="16" actId="207"/>
        <pc:sldMkLst>
          <pc:docMk/>
          <pc:sldMk cId="3218892128" sldId="736"/>
        </pc:sldMkLst>
        <pc:spChg chg="mod">
          <ac:chgData name="Judy Tseng" userId="b031a71b-ea40-479f-9c0f-e713aa008bfa" providerId="ADAL" clId="{0DD80DCE-55E0-49BF-BCC0-C620CD3944C2}" dt="2024-03-27T19:08:51.978" v="15" actId="207"/>
          <ac:spMkLst>
            <pc:docMk/>
            <pc:sldMk cId="3218892128" sldId="736"/>
            <ac:spMk id="25" creationId="{009F4B0D-49CA-CAB5-59CC-A0E2D6F0064C}"/>
          </ac:spMkLst>
        </pc:spChg>
        <pc:spChg chg="mod">
          <ac:chgData name="Judy Tseng" userId="b031a71b-ea40-479f-9c0f-e713aa008bfa" providerId="ADAL" clId="{0DD80DCE-55E0-49BF-BCC0-C620CD3944C2}" dt="2024-03-27T19:08:56.174" v="16" actId="207"/>
          <ac:spMkLst>
            <pc:docMk/>
            <pc:sldMk cId="3218892128" sldId="736"/>
            <ac:spMk id="27" creationId="{59A4959D-2960-A829-B054-4FD21732E8B4}"/>
          </ac:spMkLst>
        </pc:spChg>
      </pc:sldChg>
      <pc:sldChg chg="modSp mod">
        <pc:chgData name="Judy Tseng" userId="b031a71b-ea40-479f-9c0f-e713aa008bfa" providerId="ADAL" clId="{0DD80DCE-55E0-49BF-BCC0-C620CD3944C2}" dt="2024-03-27T19:09:05.107" v="18" actId="207"/>
        <pc:sldMkLst>
          <pc:docMk/>
          <pc:sldMk cId="1770790586" sldId="737"/>
        </pc:sldMkLst>
        <pc:spChg chg="mod">
          <ac:chgData name="Judy Tseng" userId="b031a71b-ea40-479f-9c0f-e713aa008bfa" providerId="ADAL" clId="{0DD80DCE-55E0-49BF-BCC0-C620CD3944C2}" dt="2024-03-27T19:09:01.061" v="17" actId="207"/>
          <ac:spMkLst>
            <pc:docMk/>
            <pc:sldMk cId="1770790586" sldId="737"/>
            <ac:spMk id="25" creationId="{009F4B0D-49CA-CAB5-59CC-A0E2D6F0064C}"/>
          </ac:spMkLst>
        </pc:spChg>
        <pc:spChg chg="mod">
          <ac:chgData name="Judy Tseng" userId="b031a71b-ea40-479f-9c0f-e713aa008bfa" providerId="ADAL" clId="{0DD80DCE-55E0-49BF-BCC0-C620CD3944C2}" dt="2024-03-27T19:09:05.107" v="18" actId="207"/>
          <ac:spMkLst>
            <pc:docMk/>
            <pc:sldMk cId="1770790586" sldId="737"/>
            <ac:spMk id="27" creationId="{59A4959D-2960-A829-B054-4FD21732E8B4}"/>
          </ac:spMkLst>
        </pc:spChg>
      </pc:sldChg>
      <pc:sldChg chg="modSp mod">
        <pc:chgData name="Judy Tseng" userId="b031a71b-ea40-479f-9c0f-e713aa008bfa" providerId="ADAL" clId="{0DD80DCE-55E0-49BF-BCC0-C620CD3944C2}" dt="2024-03-27T19:11:18.112" v="61" actId="962"/>
        <pc:sldMkLst>
          <pc:docMk/>
          <pc:sldMk cId="4091606296" sldId="740"/>
        </pc:sldMkLst>
        <pc:spChg chg="mod">
          <ac:chgData name="Judy Tseng" userId="b031a71b-ea40-479f-9c0f-e713aa008bfa" providerId="ADAL" clId="{0DD80DCE-55E0-49BF-BCC0-C620CD3944C2}" dt="2024-03-27T19:08:27.571" v="10" actId="207"/>
          <ac:spMkLst>
            <pc:docMk/>
            <pc:sldMk cId="4091606296" sldId="740"/>
            <ac:spMk id="5" creationId="{4D7C3C00-4F0F-50C8-13CC-42A67991161A}"/>
          </ac:spMkLst>
        </pc:spChg>
        <pc:spChg chg="mod">
          <ac:chgData name="Judy Tseng" userId="b031a71b-ea40-479f-9c0f-e713aa008bfa" providerId="ADAL" clId="{0DD80DCE-55E0-49BF-BCC0-C620CD3944C2}" dt="2024-03-27T19:08:31.182" v="11" actId="207"/>
          <ac:spMkLst>
            <pc:docMk/>
            <pc:sldMk cId="4091606296" sldId="740"/>
            <ac:spMk id="6" creationId="{F38F284F-EEFA-F816-7F2F-27C13C43A6CB}"/>
          </ac:spMkLst>
        </pc:spChg>
        <pc:spChg chg="mod">
          <ac:chgData name="Judy Tseng" userId="b031a71b-ea40-479f-9c0f-e713aa008bfa" providerId="ADAL" clId="{0DD80DCE-55E0-49BF-BCC0-C620CD3944C2}" dt="2024-03-27T19:11:18.112" v="61" actId="962"/>
          <ac:spMkLst>
            <pc:docMk/>
            <pc:sldMk cId="4091606296" sldId="740"/>
            <ac:spMk id="12" creationId="{0AE61B28-9FA9-5E3E-A18E-FE1213DB3CB1}"/>
          </ac:spMkLst>
        </pc:spChg>
      </pc:sldChg>
      <pc:sldChg chg="modSp mod">
        <pc:chgData name="Judy Tseng" userId="b031a71b-ea40-479f-9c0f-e713aa008bfa" providerId="ADAL" clId="{0DD80DCE-55E0-49BF-BCC0-C620CD3944C2}" dt="2024-03-27T19:11:26.444" v="67" actId="962"/>
        <pc:sldMkLst>
          <pc:docMk/>
          <pc:sldMk cId="303904030" sldId="741"/>
        </pc:sldMkLst>
        <pc:spChg chg="mod">
          <ac:chgData name="Judy Tseng" userId="b031a71b-ea40-479f-9c0f-e713aa008bfa" providerId="ADAL" clId="{0DD80DCE-55E0-49BF-BCC0-C620CD3944C2}" dt="2024-03-27T19:08:48.196" v="14" actId="207"/>
          <ac:spMkLst>
            <pc:docMk/>
            <pc:sldMk cId="303904030" sldId="741"/>
            <ac:spMk id="4" creationId="{3A86B732-39BC-4DE3-1691-1E83B3EFCF39}"/>
          </ac:spMkLst>
        </pc:spChg>
        <pc:spChg chg="mod">
          <ac:chgData name="Judy Tseng" userId="b031a71b-ea40-479f-9c0f-e713aa008bfa" providerId="ADAL" clId="{0DD80DCE-55E0-49BF-BCC0-C620CD3944C2}" dt="2024-03-27T19:11:25.325" v="66" actId="962"/>
          <ac:spMkLst>
            <pc:docMk/>
            <pc:sldMk cId="303904030" sldId="741"/>
            <ac:spMk id="5" creationId="{638949BD-4533-4295-BC32-15BED01347EA}"/>
          </ac:spMkLst>
        </pc:spChg>
        <pc:spChg chg="mod">
          <ac:chgData name="Judy Tseng" userId="b031a71b-ea40-479f-9c0f-e713aa008bfa" providerId="ADAL" clId="{0DD80DCE-55E0-49BF-BCC0-C620CD3944C2}" dt="2024-03-27T19:11:26.444" v="67" actId="962"/>
          <ac:spMkLst>
            <pc:docMk/>
            <pc:sldMk cId="303904030" sldId="741"/>
            <ac:spMk id="6" creationId="{46827D42-3C37-58A8-2C13-F3C7BD484223}"/>
          </ac:spMkLst>
        </pc:spChg>
      </pc:sldChg>
      <pc:sldChg chg="modSp mod">
        <pc:chgData name="Judy Tseng" userId="b031a71b-ea40-479f-9c0f-e713aa008bfa" providerId="ADAL" clId="{0DD80DCE-55E0-49BF-BCC0-C620CD3944C2}" dt="2024-03-27T19:11:23.073" v="65" actId="962"/>
        <pc:sldMkLst>
          <pc:docMk/>
          <pc:sldMk cId="3224798601" sldId="742"/>
        </pc:sldMkLst>
        <pc:spChg chg="mod">
          <ac:chgData name="Judy Tseng" userId="b031a71b-ea40-479f-9c0f-e713aa008bfa" providerId="ADAL" clId="{0DD80DCE-55E0-49BF-BCC0-C620CD3944C2}" dt="2024-03-27T19:11:22.034" v="64" actId="962"/>
          <ac:spMkLst>
            <pc:docMk/>
            <pc:sldMk cId="3224798601" sldId="742"/>
            <ac:spMk id="3" creationId="{F0198E06-907F-EDB8-3165-65181847C7FE}"/>
          </ac:spMkLst>
        </pc:spChg>
        <pc:spChg chg="mod">
          <ac:chgData name="Judy Tseng" userId="b031a71b-ea40-479f-9c0f-e713aa008bfa" providerId="ADAL" clId="{0DD80DCE-55E0-49BF-BCC0-C620CD3944C2}" dt="2024-03-27T19:08:35.802" v="12" actId="207"/>
          <ac:spMkLst>
            <pc:docMk/>
            <pc:sldMk cId="3224798601" sldId="742"/>
            <ac:spMk id="5" creationId="{3ED4DE36-52C0-CB95-BACC-337A00B1A90C}"/>
          </ac:spMkLst>
        </pc:spChg>
        <pc:spChg chg="mod">
          <ac:chgData name="Judy Tseng" userId="b031a71b-ea40-479f-9c0f-e713aa008bfa" providerId="ADAL" clId="{0DD80DCE-55E0-49BF-BCC0-C620CD3944C2}" dt="2024-03-27T19:08:41.673" v="13" actId="207"/>
          <ac:spMkLst>
            <pc:docMk/>
            <pc:sldMk cId="3224798601" sldId="742"/>
            <ac:spMk id="6" creationId="{D7AAFCEC-8CFD-2586-37E2-FB68E05134D6}"/>
          </ac:spMkLst>
        </pc:spChg>
        <pc:spChg chg="mod">
          <ac:chgData name="Judy Tseng" userId="b031a71b-ea40-479f-9c0f-e713aa008bfa" providerId="ADAL" clId="{0DD80DCE-55E0-49BF-BCC0-C620CD3944C2}" dt="2024-03-27T19:11:20.096" v="62" actId="962"/>
          <ac:spMkLst>
            <pc:docMk/>
            <pc:sldMk cId="3224798601" sldId="742"/>
            <ac:spMk id="8" creationId="{AE65C159-5C92-BCA3-41C6-866AA4775CF5}"/>
          </ac:spMkLst>
        </pc:spChg>
        <pc:spChg chg="mod">
          <ac:chgData name="Judy Tseng" userId="b031a71b-ea40-479f-9c0f-e713aa008bfa" providerId="ADAL" clId="{0DD80DCE-55E0-49BF-BCC0-C620CD3944C2}" dt="2024-03-27T19:11:21.049" v="63" actId="962"/>
          <ac:spMkLst>
            <pc:docMk/>
            <pc:sldMk cId="3224798601" sldId="742"/>
            <ac:spMk id="9" creationId="{E4BC379E-337C-E555-73C1-C466E42489C1}"/>
          </ac:spMkLst>
        </pc:spChg>
        <pc:spChg chg="mod">
          <ac:chgData name="Judy Tseng" userId="b031a71b-ea40-479f-9c0f-e713aa008bfa" providerId="ADAL" clId="{0DD80DCE-55E0-49BF-BCC0-C620CD3944C2}" dt="2024-03-27T19:11:23.073" v="65" actId="962"/>
          <ac:spMkLst>
            <pc:docMk/>
            <pc:sldMk cId="3224798601" sldId="742"/>
            <ac:spMk id="11" creationId="{77145B75-5BEF-663B-2CA4-F20ABD4D9041}"/>
          </ac:spMkLst>
        </pc:spChg>
      </pc:sldChg>
      <pc:sldChg chg="modSp mod">
        <pc:chgData name="Judy Tseng" userId="b031a71b-ea40-479f-9c0f-e713aa008bfa" providerId="ADAL" clId="{0DD80DCE-55E0-49BF-BCC0-C620CD3944C2}" dt="2024-03-27T19:09:27.426" v="26" actId="207"/>
        <pc:sldMkLst>
          <pc:docMk/>
          <pc:sldMk cId="3217530098" sldId="743"/>
        </pc:sldMkLst>
        <pc:spChg chg="mod">
          <ac:chgData name="Judy Tseng" userId="b031a71b-ea40-479f-9c0f-e713aa008bfa" providerId="ADAL" clId="{0DD80DCE-55E0-49BF-BCC0-C620CD3944C2}" dt="2024-03-27T19:09:18.713" v="23" actId="207"/>
          <ac:spMkLst>
            <pc:docMk/>
            <pc:sldMk cId="3217530098" sldId="743"/>
            <ac:spMk id="8" creationId="{B9C87F86-2422-9D76-8643-9F14AE6654EA}"/>
          </ac:spMkLst>
        </pc:spChg>
        <pc:spChg chg="mod">
          <ac:chgData name="Judy Tseng" userId="b031a71b-ea40-479f-9c0f-e713aa008bfa" providerId="ADAL" clId="{0DD80DCE-55E0-49BF-BCC0-C620CD3944C2}" dt="2024-03-27T19:09:27.426" v="26" actId="207"/>
          <ac:spMkLst>
            <pc:docMk/>
            <pc:sldMk cId="3217530098" sldId="743"/>
            <ac:spMk id="9" creationId="{3E9BF948-A9D5-52ED-BA93-AD433038B961}"/>
          </ac:spMkLst>
        </pc:spChg>
        <pc:spChg chg="mod">
          <ac:chgData name="Judy Tseng" userId="b031a71b-ea40-479f-9c0f-e713aa008bfa" providerId="ADAL" clId="{0DD80DCE-55E0-49BF-BCC0-C620CD3944C2}" dt="2024-03-27T19:09:21.079" v="24" actId="207"/>
          <ac:spMkLst>
            <pc:docMk/>
            <pc:sldMk cId="3217530098" sldId="743"/>
            <ac:spMk id="12" creationId="{DA824491-39DA-2FEF-F31F-171731277535}"/>
          </ac:spMkLst>
        </pc:spChg>
        <pc:spChg chg="mod">
          <ac:chgData name="Judy Tseng" userId="b031a71b-ea40-479f-9c0f-e713aa008bfa" providerId="ADAL" clId="{0DD80DCE-55E0-49BF-BCC0-C620CD3944C2}" dt="2024-03-27T19:09:25.336" v="25" actId="207"/>
          <ac:spMkLst>
            <pc:docMk/>
            <pc:sldMk cId="3217530098" sldId="743"/>
            <ac:spMk id="13" creationId="{3A9321C7-53EF-9CA7-F7BF-681BF48FC6F4}"/>
          </ac:spMkLst>
        </pc:spChg>
      </pc:sldChg>
      <pc:sldChg chg="modSp mod">
        <pc:chgData name="Judy Tseng" userId="b031a71b-ea40-479f-9c0f-e713aa008bfa" providerId="ADAL" clId="{0DD80DCE-55E0-49BF-BCC0-C620CD3944C2}" dt="2024-03-27T19:09:40.250" v="30" actId="207"/>
        <pc:sldMkLst>
          <pc:docMk/>
          <pc:sldMk cId="3202312678" sldId="744"/>
        </pc:sldMkLst>
        <pc:spChg chg="mod">
          <ac:chgData name="Judy Tseng" userId="b031a71b-ea40-479f-9c0f-e713aa008bfa" providerId="ADAL" clId="{0DD80DCE-55E0-49BF-BCC0-C620CD3944C2}" dt="2024-03-27T19:09:32.230" v="27" actId="207"/>
          <ac:spMkLst>
            <pc:docMk/>
            <pc:sldMk cId="3202312678" sldId="744"/>
            <ac:spMk id="8" creationId="{B9C87F86-2422-9D76-8643-9F14AE6654EA}"/>
          </ac:spMkLst>
        </pc:spChg>
        <pc:spChg chg="mod">
          <ac:chgData name="Judy Tseng" userId="b031a71b-ea40-479f-9c0f-e713aa008bfa" providerId="ADAL" clId="{0DD80DCE-55E0-49BF-BCC0-C620CD3944C2}" dt="2024-03-27T19:09:37.569" v="29" actId="207"/>
          <ac:spMkLst>
            <pc:docMk/>
            <pc:sldMk cId="3202312678" sldId="744"/>
            <ac:spMk id="9" creationId="{3E9BF948-A9D5-52ED-BA93-AD433038B961}"/>
          </ac:spMkLst>
        </pc:spChg>
        <pc:spChg chg="mod">
          <ac:chgData name="Judy Tseng" userId="b031a71b-ea40-479f-9c0f-e713aa008bfa" providerId="ADAL" clId="{0DD80DCE-55E0-49BF-BCC0-C620CD3944C2}" dt="2024-03-27T19:09:35.702" v="28" actId="207"/>
          <ac:spMkLst>
            <pc:docMk/>
            <pc:sldMk cId="3202312678" sldId="744"/>
            <ac:spMk id="12" creationId="{DA824491-39DA-2FEF-F31F-171731277535}"/>
          </ac:spMkLst>
        </pc:spChg>
        <pc:spChg chg="mod">
          <ac:chgData name="Judy Tseng" userId="b031a71b-ea40-479f-9c0f-e713aa008bfa" providerId="ADAL" clId="{0DD80DCE-55E0-49BF-BCC0-C620CD3944C2}" dt="2024-03-27T19:09:40.250" v="30" actId="207"/>
          <ac:spMkLst>
            <pc:docMk/>
            <pc:sldMk cId="3202312678" sldId="744"/>
            <ac:spMk id="13" creationId="{3A9321C7-53EF-9CA7-F7BF-681BF48FC6F4}"/>
          </ac:spMkLst>
        </pc:spChg>
      </pc:sldChg>
      <pc:sldChg chg="modSp mod">
        <pc:chgData name="Judy Tseng" userId="b031a71b-ea40-479f-9c0f-e713aa008bfa" providerId="ADAL" clId="{0DD80DCE-55E0-49BF-BCC0-C620CD3944C2}" dt="2024-03-27T19:12:19.311" v="72" actId="207"/>
        <pc:sldMkLst>
          <pc:docMk/>
          <pc:sldMk cId="1541696401" sldId="746"/>
        </pc:sldMkLst>
        <pc:spChg chg="mod">
          <ac:chgData name="Judy Tseng" userId="b031a71b-ea40-479f-9c0f-e713aa008bfa" providerId="ADAL" clId="{0DD80DCE-55E0-49BF-BCC0-C620CD3944C2}" dt="2024-03-27T19:09:44.289" v="31" actId="207"/>
          <ac:spMkLst>
            <pc:docMk/>
            <pc:sldMk cId="1541696401" sldId="746"/>
            <ac:spMk id="8" creationId="{B9C87F86-2422-9D76-8643-9F14AE6654EA}"/>
          </ac:spMkLst>
        </pc:spChg>
        <pc:spChg chg="mod">
          <ac:chgData name="Judy Tseng" userId="b031a71b-ea40-479f-9c0f-e713aa008bfa" providerId="ADAL" clId="{0DD80DCE-55E0-49BF-BCC0-C620CD3944C2}" dt="2024-03-27T19:12:17.402" v="71" actId="207"/>
          <ac:spMkLst>
            <pc:docMk/>
            <pc:sldMk cId="1541696401" sldId="746"/>
            <ac:spMk id="9" creationId="{3E9BF948-A9D5-52ED-BA93-AD433038B961}"/>
          </ac:spMkLst>
        </pc:spChg>
        <pc:spChg chg="mod">
          <ac:chgData name="Judy Tseng" userId="b031a71b-ea40-479f-9c0f-e713aa008bfa" providerId="ADAL" clId="{0DD80DCE-55E0-49BF-BCC0-C620CD3944C2}" dt="2024-03-27T19:09:46.423" v="32" actId="207"/>
          <ac:spMkLst>
            <pc:docMk/>
            <pc:sldMk cId="1541696401" sldId="746"/>
            <ac:spMk id="12" creationId="{DA824491-39DA-2FEF-F31F-171731277535}"/>
          </ac:spMkLst>
        </pc:spChg>
        <pc:spChg chg="mod">
          <ac:chgData name="Judy Tseng" userId="b031a71b-ea40-479f-9c0f-e713aa008bfa" providerId="ADAL" clId="{0DD80DCE-55E0-49BF-BCC0-C620CD3944C2}" dt="2024-03-27T19:12:19.311" v="72" actId="207"/>
          <ac:spMkLst>
            <pc:docMk/>
            <pc:sldMk cId="1541696401" sldId="746"/>
            <ac:spMk id="13" creationId="{3A9321C7-53EF-9CA7-F7BF-681BF48FC6F4}"/>
          </ac:spMkLst>
        </pc:spChg>
      </pc:sldChg>
      <pc:sldChg chg="modSp mod">
        <pc:chgData name="Judy Tseng" userId="b031a71b-ea40-479f-9c0f-e713aa008bfa" providerId="ADAL" clId="{0DD80DCE-55E0-49BF-BCC0-C620CD3944C2}" dt="2024-03-27T19:09:56.289" v="36" actId="207"/>
        <pc:sldMkLst>
          <pc:docMk/>
          <pc:sldMk cId="3017204452" sldId="747"/>
        </pc:sldMkLst>
        <pc:spChg chg="mod">
          <ac:chgData name="Judy Tseng" userId="b031a71b-ea40-479f-9c0f-e713aa008bfa" providerId="ADAL" clId="{0DD80DCE-55E0-49BF-BCC0-C620CD3944C2}" dt="2024-03-27T19:09:50.237" v="33" actId="207"/>
          <ac:spMkLst>
            <pc:docMk/>
            <pc:sldMk cId="3017204452" sldId="747"/>
            <ac:spMk id="8" creationId="{B9C87F86-2422-9D76-8643-9F14AE6654EA}"/>
          </ac:spMkLst>
        </pc:spChg>
        <pc:spChg chg="mod">
          <ac:chgData name="Judy Tseng" userId="b031a71b-ea40-479f-9c0f-e713aa008bfa" providerId="ADAL" clId="{0DD80DCE-55E0-49BF-BCC0-C620CD3944C2}" dt="2024-03-27T19:09:56.289" v="36" actId="207"/>
          <ac:spMkLst>
            <pc:docMk/>
            <pc:sldMk cId="3017204452" sldId="747"/>
            <ac:spMk id="9" creationId="{3E9BF948-A9D5-52ED-BA93-AD433038B961}"/>
          </ac:spMkLst>
        </pc:spChg>
        <pc:spChg chg="mod">
          <ac:chgData name="Judy Tseng" userId="b031a71b-ea40-479f-9c0f-e713aa008bfa" providerId="ADAL" clId="{0DD80DCE-55E0-49BF-BCC0-C620CD3944C2}" dt="2024-03-27T19:09:52.104" v="34" actId="207"/>
          <ac:spMkLst>
            <pc:docMk/>
            <pc:sldMk cId="3017204452" sldId="747"/>
            <ac:spMk id="12" creationId="{DA824491-39DA-2FEF-F31F-171731277535}"/>
          </ac:spMkLst>
        </pc:spChg>
        <pc:spChg chg="mod">
          <ac:chgData name="Judy Tseng" userId="b031a71b-ea40-479f-9c0f-e713aa008bfa" providerId="ADAL" clId="{0DD80DCE-55E0-49BF-BCC0-C620CD3944C2}" dt="2024-03-27T19:09:54.169" v="35" actId="207"/>
          <ac:spMkLst>
            <pc:docMk/>
            <pc:sldMk cId="3017204452" sldId="747"/>
            <ac:spMk id="13" creationId="{3A9321C7-53EF-9CA7-F7BF-681BF48FC6F4}"/>
          </ac:spMkLst>
        </pc:spChg>
      </pc:sldChg>
      <pc:sldChg chg="modSp mod">
        <pc:chgData name="Judy Tseng" userId="b031a71b-ea40-479f-9c0f-e713aa008bfa" providerId="ADAL" clId="{0DD80DCE-55E0-49BF-BCC0-C620CD3944C2}" dt="2024-03-27T19:09:15.297" v="22" actId="207"/>
        <pc:sldMkLst>
          <pc:docMk/>
          <pc:sldMk cId="536302640" sldId="793"/>
        </pc:sldMkLst>
        <pc:spChg chg="mod">
          <ac:chgData name="Judy Tseng" userId="b031a71b-ea40-479f-9c0f-e713aa008bfa" providerId="ADAL" clId="{0DD80DCE-55E0-49BF-BCC0-C620CD3944C2}" dt="2024-03-27T19:09:09.331" v="19" actId="207"/>
          <ac:spMkLst>
            <pc:docMk/>
            <pc:sldMk cId="536302640" sldId="793"/>
            <ac:spMk id="8" creationId="{B9C87F86-2422-9D76-8643-9F14AE6654EA}"/>
          </ac:spMkLst>
        </pc:spChg>
        <pc:spChg chg="mod">
          <ac:chgData name="Judy Tseng" userId="b031a71b-ea40-479f-9c0f-e713aa008bfa" providerId="ADAL" clId="{0DD80DCE-55E0-49BF-BCC0-C620CD3944C2}" dt="2024-03-27T19:09:13.271" v="21" actId="207"/>
          <ac:spMkLst>
            <pc:docMk/>
            <pc:sldMk cId="536302640" sldId="793"/>
            <ac:spMk id="9" creationId="{3E9BF948-A9D5-52ED-BA93-AD433038B961}"/>
          </ac:spMkLst>
        </pc:spChg>
        <pc:spChg chg="mod">
          <ac:chgData name="Judy Tseng" userId="b031a71b-ea40-479f-9c0f-e713aa008bfa" providerId="ADAL" clId="{0DD80DCE-55E0-49BF-BCC0-C620CD3944C2}" dt="2024-03-27T19:09:11.075" v="20" actId="207"/>
          <ac:spMkLst>
            <pc:docMk/>
            <pc:sldMk cId="536302640" sldId="793"/>
            <ac:spMk id="12" creationId="{DA824491-39DA-2FEF-F31F-171731277535}"/>
          </ac:spMkLst>
        </pc:spChg>
        <pc:spChg chg="mod">
          <ac:chgData name="Judy Tseng" userId="b031a71b-ea40-479f-9c0f-e713aa008bfa" providerId="ADAL" clId="{0DD80DCE-55E0-49BF-BCC0-C620CD3944C2}" dt="2024-03-27T19:09:15.297" v="22" actId="207"/>
          <ac:spMkLst>
            <pc:docMk/>
            <pc:sldMk cId="536302640" sldId="793"/>
            <ac:spMk id="13" creationId="{3A9321C7-53EF-9CA7-F7BF-681BF48FC6F4}"/>
          </ac:spMkLst>
        </pc:spChg>
      </pc:sldChg>
    </pc:docChg>
  </pc:docChgLst>
  <pc:docChgLst>
    <pc:chgData name="Allison Mulshine" userId="S::allison.mulshine@collegiseducation.com::5f656d52-c555-4e5e-9a5b-18226766ffe3" providerId="AD" clId="Web-{2E185A2B-BC14-7B2A-6140-29E584E89074}"/>
    <pc:docChg chg="modSld">
      <pc:chgData name="Allison Mulshine" userId="S::allison.mulshine@collegiseducation.com::5f656d52-c555-4e5e-9a5b-18226766ffe3" providerId="AD" clId="Web-{2E185A2B-BC14-7B2A-6140-29E584E89074}" dt="2024-07-08T16:07:15.141" v="41"/>
      <pc:docMkLst>
        <pc:docMk/>
      </pc:docMkLst>
      <pc:sldChg chg="addSp delSp modSp">
        <pc:chgData name="Allison Mulshine" userId="S::allison.mulshine@collegiseducation.com::5f656d52-c555-4e5e-9a5b-18226766ffe3" providerId="AD" clId="Web-{2E185A2B-BC14-7B2A-6140-29E584E89074}" dt="2024-07-08T16:00:51.155" v="5" actId="1076"/>
        <pc:sldMkLst>
          <pc:docMk/>
          <pc:sldMk cId="3224630096" sldId="504"/>
        </pc:sldMkLst>
        <pc:graphicFrameChg chg="del">
          <ac:chgData name="Allison Mulshine" userId="S::allison.mulshine@collegiseducation.com::5f656d52-c555-4e5e-9a5b-18226766ffe3" providerId="AD" clId="Web-{2E185A2B-BC14-7B2A-6140-29E584E89074}" dt="2024-07-08T16:00:42.545" v="2"/>
          <ac:graphicFrameMkLst>
            <pc:docMk/>
            <pc:sldMk cId="3224630096" sldId="504"/>
            <ac:graphicFrameMk id="9" creationId="{AED9DD53-057F-41B5-A013-6F6900D7A691}"/>
          </ac:graphicFrameMkLst>
        </pc:graphicFrameChg>
        <pc:picChg chg="add mod">
          <ac:chgData name="Allison Mulshine" userId="S::allison.mulshine@collegiseducation.com::5f656d52-c555-4e5e-9a5b-18226766ffe3" providerId="AD" clId="Web-{2E185A2B-BC14-7B2A-6140-29E584E89074}" dt="2024-07-08T16:00:51.155" v="5" actId="1076"/>
          <ac:picMkLst>
            <pc:docMk/>
            <pc:sldMk cId="3224630096" sldId="504"/>
            <ac:picMk id="55" creationId="{6F1A545A-3E5A-D824-E5F1-B3CAD4DC7C37}"/>
          </ac:picMkLst>
        </pc:picChg>
      </pc:sldChg>
      <pc:sldChg chg="addSp delSp modSp">
        <pc:chgData name="Allison Mulshine" userId="S::allison.mulshine@collegiseducation.com::5f656d52-c555-4e5e-9a5b-18226766ffe3" providerId="AD" clId="Web-{2E185A2B-BC14-7B2A-6140-29E584E89074}" dt="2024-07-08T16:05:08.016" v="24" actId="1076"/>
        <pc:sldMkLst>
          <pc:docMk/>
          <pc:sldMk cId="3290649323" sldId="507"/>
        </pc:sldMkLst>
        <pc:spChg chg="del">
          <ac:chgData name="Allison Mulshine" userId="S::allison.mulshine@collegiseducation.com::5f656d52-c555-4e5e-9a5b-18226766ffe3" providerId="AD" clId="Web-{2E185A2B-BC14-7B2A-6140-29E584E89074}" dt="2024-07-08T16:04:37.062" v="16"/>
          <ac:spMkLst>
            <pc:docMk/>
            <pc:sldMk cId="3290649323" sldId="507"/>
            <ac:spMk id="57" creationId="{D7A18D01-F265-AD74-8A46-F1C5008D3130}"/>
          </ac:spMkLst>
        </pc:spChg>
        <pc:spChg chg="del">
          <ac:chgData name="Allison Mulshine" userId="S::allison.mulshine@collegiseducation.com::5f656d52-c555-4e5e-9a5b-18226766ffe3" providerId="AD" clId="Web-{2E185A2B-BC14-7B2A-6140-29E584E89074}" dt="2024-07-08T16:04:34.437" v="15"/>
          <ac:spMkLst>
            <pc:docMk/>
            <pc:sldMk cId="3290649323" sldId="507"/>
            <ac:spMk id="58" creationId="{65B61151-60AC-C1D4-675D-FF079F0B056A}"/>
          </ac:spMkLst>
        </pc:spChg>
        <pc:grpChg chg="del">
          <ac:chgData name="Allison Mulshine" userId="S::allison.mulshine@collegiseducation.com::5f656d52-c555-4e5e-9a5b-18226766ffe3" providerId="AD" clId="Web-{2E185A2B-BC14-7B2A-6140-29E584E89074}" dt="2024-07-08T16:04:37.062" v="17"/>
          <ac:grpSpMkLst>
            <pc:docMk/>
            <pc:sldMk cId="3290649323" sldId="507"/>
            <ac:grpSpMk id="3" creationId="{613D66C8-5681-0561-2350-99E18B59A4DC}"/>
          </ac:grpSpMkLst>
        </pc:grpChg>
        <pc:grpChg chg="del">
          <ac:chgData name="Allison Mulshine" userId="S::allison.mulshine@collegiseducation.com::5f656d52-c555-4e5e-9a5b-18226766ffe3" providerId="AD" clId="Web-{2E185A2B-BC14-7B2A-6140-29E584E89074}" dt="2024-07-08T16:04:32.562" v="14"/>
          <ac:grpSpMkLst>
            <pc:docMk/>
            <pc:sldMk cId="3290649323" sldId="507"/>
            <ac:grpSpMk id="4" creationId="{7A23A920-B033-7D0E-8F0C-8F462EF48E39}"/>
          </ac:grpSpMkLst>
        </pc:grpChg>
        <pc:picChg chg="add mod">
          <ac:chgData name="Allison Mulshine" userId="S::allison.mulshine@collegiseducation.com::5f656d52-c555-4e5e-9a5b-18226766ffe3" providerId="AD" clId="Web-{2E185A2B-BC14-7B2A-6140-29E584E89074}" dt="2024-07-08T16:04:47.187" v="21" actId="14100"/>
          <ac:picMkLst>
            <pc:docMk/>
            <pc:sldMk cId="3290649323" sldId="507"/>
            <ac:picMk id="5" creationId="{559FEB75-1DF3-DA7B-FFB8-4FC7E483EFD8}"/>
          </ac:picMkLst>
        </pc:picChg>
        <pc:picChg chg="add mod">
          <ac:chgData name="Allison Mulshine" userId="S::allison.mulshine@collegiseducation.com::5f656d52-c555-4e5e-9a5b-18226766ffe3" providerId="AD" clId="Web-{2E185A2B-BC14-7B2A-6140-29E584E89074}" dt="2024-07-08T16:05:08.016" v="24" actId="1076"/>
          <ac:picMkLst>
            <pc:docMk/>
            <pc:sldMk cId="3290649323" sldId="507"/>
            <ac:picMk id="7" creationId="{891F8C44-A0B9-9258-4418-DAD33DDA5702}"/>
          </ac:picMkLst>
        </pc:picChg>
        <pc:cxnChg chg="mod">
          <ac:chgData name="Allison Mulshine" userId="S::allison.mulshine@collegiseducation.com::5f656d52-c555-4e5e-9a5b-18226766ffe3" providerId="AD" clId="Web-{2E185A2B-BC14-7B2A-6140-29E584E89074}" dt="2024-07-08T16:04:37.062" v="17"/>
          <ac:cxnSpMkLst>
            <pc:docMk/>
            <pc:sldMk cId="3290649323" sldId="507"/>
            <ac:cxnSpMk id="20" creationId="{7F86E8C3-56E5-2528-37F5-6C457E42E502}"/>
          </ac:cxnSpMkLst>
        </pc:cxnChg>
        <pc:cxnChg chg="mod">
          <ac:chgData name="Allison Mulshine" userId="S::allison.mulshine@collegiseducation.com::5f656d52-c555-4e5e-9a5b-18226766ffe3" providerId="AD" clId="Web-{2E185A2B-BC14-7B2A-6140-29E584E89074}" dt="2024-07-08T16:04:37.062" v="17"/>
          <ac:cxnSpMkLst>
            <pc:docMk/>
            <pc:sldMk cId="3290649323" sldId="507"/>
            <ac:cxnSpMk id="22" creationId="{77456437-2DA5-7238-8A9D-70487AFEBFEE}"/>
          </ac:cxnSpMkLst>
        </pc:cxnChg>
        <pc:cxnChg chg="mod">
          <ac:chgData name="Allison Mulshine" userId="S::allison.mulshine@collegiseducation.com::5f656d52-c555-4e5e-9a5b-18226766ffe3" providerId="AD" clId="Web-{2E185A2B-BC14-7B2A-6140-29E584E89074}" dt="2024-07-08T16:04:37.062" v="17"/>
          <ac:cxnSpMkLst>
            <pc:docMk/>
            <pc:sldMk cId="3290649323" sldId="507"/>
            <ac:cxnSpMk id="24" creationId="{E1863D33-90AE-A11C-4A7F-50D8B0CCAE94}"/>
          </ac:cxnSpMkLst>
        </pc:cxnChg>
        <pc:cxnChg chg="mod">
          <ac:chgData name="Allison Mulshine" userId="S::allison.mulshine@collegiseducation.com::5f656d52-c555-4e5e-9a5b-18226766ffe3" providerId="AD" clId="Web-{2E185A2B-BC14-7B2A-6140-29E584E89074}" dt="2024-07-08T16:04:37.062" v="17"/>
          <ac:cxnSpMkLst>
            <pc:docMk/>
            <pc:sldMk cId="3290649323" sldId="507"/>
            <ac:cxnSpMk id="26" creationId="{4B9DACDE-EA97-10A5-E8BF-E3778E94326E}"/>
          </ac:cxnSpMkLst>
        </pc:cxnChg>
        <pc:cxnChg chg="mod">
          <ac:chgData name="Allison Mulshine" userId="S::allison.mulshine@collegiseducation.com::5f656d52-c555-4e5e-9a5b-18226766ffe3" providerId="AD" clId="Web-{2E185A2B-BC14-7B2A-6140-29E584E89074}" dt="2024-07-08T16:04:37.062" v="17"/>
          <ac:cxnSpMkLst>
            <pc:docMk/>
            <pc:sldMk cId="3290649323" sldId="507"/>
            <ac:cxnSpMk id="28" creationId="{A8C50FC6-F8CA-4D47-A2A2-E2FFA1C7727E}"/>
          </ac:cxnSpMkLst>
        </pc:cxnChg>
        <pc:cxnChg chg="mod">
          <ac:chgData name="Allison Mulshine" userId="S::allison.mulshine@collegiseducation.com::5f656d52-c555-4e5e-9a5b-18226766ffe3" providerId="AD" clId="Web-{2E185A2B-BC14-7B2A-6140-29E584E89074}" dt="2024-07-08T16:04:37.062" v="17"/>
          <ac:cxnSpMkLst>
            <pc:docMk/>
            <pc:sldMk cId="3290649323" sldId="507"/>
            <ac:cxnSpMk id="31" creationId="{B74D92D9-86EF-1C3C-B396-10DD1EAEA1CC}"/>
          </ac:cxnSpMkLst>
        </pc:cxnChg>
        <pc:cxnChg chg="mod">
          <ac:chgData name="Allison Mulshine" userId="S::allison.mulshine@collegiseducation.com::5f656d52-c555-4e5e-9a5b-18226766ffe3" providerId="AD" clId="Web-{2E185A2B-BC14-7B2A-6140-29E584E89074}" dt="2024-07-08T16:04:32.562" v="14"/>
          <ac:cxnSpMkLst>
            <pc:docMk/>
            <pc:sldMk cId="3290649323" sldId="507"/>
            <ac:cxnSpMk id="37" creationId="{71309370-8D26-F7AD-D756-F8ADE99A6D33}"/>
          </ac:cxnSpMkLst>
        </pc:cxnChg>
        <pc:cxnChg chg="mod">
          <ac:chgData name="Allison Mulshine" userId="S::allison.mulshine@collegiseducation.com::5f656d52-c555-4e5e-9a5b-18226766ffe3" providerId="AD" clId="Web-{2E185A2B-BC14-7B2A-6140-29E584E89074}" dt="2024-07-08T16:04:32.562" v="14"/>
          <ac:cxnSpMkLst>
            <pc:docMk/>
            <pc:sldMk cId="3290649323" sldId="507"/>
            <ac:cxnSpMk id="40" creationId="{4A5B72CE-77E5-9B3B-5CA6-6A9963A7D515}"/>
          </ac:cxnSpMkLst>
        </pc:cxnChg>
        <pc:cxnChg chg="mod">
          <ac:chgData name="Allison Mulshine" userId="S::allison.mulshine@collegiseducation.com::5f656d52-c555-4e5e-9a5b-18226766ffe3" providerId="AD" clId="Web-{2E185A2B-BC14-7B2A-6140-29E584E89074}" dt="2024-07-08T16:04:32.562" v="14"/>
          <ac:cxnSpMkLst>
            <pc:docMk/>
            <pc:sldMk cId="3290649323" sldId="507"/>
            <ac:cxnSpMk id="46" creationId="{BCA1BC78-F798-651D-7CA4-7CA59EB4B8FE}"/>
          </ac:cxnSpMkLst>
        </pc:cxnChg>
        <pc:cxnChg chg="mod">
          <ac:chgData name="Allison Mulshine" userId="S::allison.mulshine@collegiseducation.com::5f656d52-c555-4e5e-9a5b-18226766ffe3" providerId="AD" clId="Web-{2E185A2B-BC14-7B2A-6140-29E584E89074}" dt="2024-07-08T16:04:32.562" v="14"/>
          <ac:cxnSpMkLst>
            <pc:docMk/>
            <pc:sldMk cId="3290649323" sldId="507"/>
            <ac:cxnSpMk id="51" creationId="{92603C7F-A8A5-8CB0-3A55-BE8424509727}"/>
          </ac:cxnSpMkLst>
        </pc:cxnChg>
        <pc:cxnChg chg="mod">
          <ac:chgData name="Allison Mulshine" userId="S::allison.mulshine@collegiseducation.com::5f656d52-c555-4e5e-9a5b-18226766ffe3" providerId="AD" clId="Web-{2E185A2B-BC14-7B2A-6140-29E584E89074}" dt="2024-07-08T16:04:32.562" v="14"/>
          <ac:cxnSpMkLst>
            <pc:docMk/>
            <pc:sldMk cId="3290649323" sldId="507"/>
            <ac:cxnSpMk id="54" creationId="{5C7D3ABC-3001-E687-E70A-01F18BA65F42}"/>
          </ac:cxnSpMkLst>
        </pc:cxnChg>
      </pc:sldChg>
      <pc:sldChg chg="addSp delSp modSp">
        <pc:chgData name="Allison Mulshine" userId="S::allison.mulshine@collegiseducation.com::5f656d52-c555-4e5e-9a5b-18226766ffe3" providerId="AD" clId="Web-{2E185A2B-BC14-7B2A-6140-29E584E89074}" dt="2024-07-08T16:07:04.688" v="39" actId="1076"/>
        <pc:sldMkLst>
          <pc:docMk/>
          <pc:sldMk cId="3218892128" sldId="736"/>
        </pc:sldMkLst>
        <pc:grpChg chg="del">
          <ac:chgData name="Allison Mulshine" userId="S::allison.mulshine@collegiseducation.com::5f656d52-c555-4e5e-9a5b-18226766ffe3" providerId="AD" clId="Web-{2E185A2B-BC14-7B2A-6140-29E584E89074}" dt="2024-07-08T16:06:28.125" v="31"/>
          <ac:grpSpMkLst>
            <pc:docMk/>
            <pc:sldMk cId="3218892128" sldId="736"/>
            <ac:grpSpMk id="8" creationId="{C8D7018E-3E65-7A50-CCEF-4AD88C5781BC}"/>
          </ac:grpSpMkLst>
        </pc:grpChg>
        <pc:picChg chg="add mod">
          <ac:chgData name="Allison Mulshine" userId="S::allison.mulshine@collegiseducation.com::5f656d52-c555-4e5e-9a5b-18226766ffe3" providerId="AD" clId="Web-{2E185A2B-BC14-7B2A-6140-29E584E89074}" dt="2024-07-08T16:07:04.688" v="39" actId="1076"/>
          <ac:picMkLst>
            <pc:docMk/>
            <pc:sldMk cId="3218892128" sldId="736"/>
            <ac:picMk id="9" creationId="{1F775BCE-9CCE-BE63-9A89-A934106AC0C4}"/>
          </ac:picMkLst>
        </pc:picChg>
        <pc:cxnChg chg="mod">
          <ac:chgData name="Allison Mulshine" userId="S::allison.mulshine@collegiseducation.com::5f656d52-c555-4e5e-9a5b-18226766ffe3" providerId="AD" clId="Web-{2E185A2B-BC14-7B2A-6140-29E584E89074}" dt="2024-07-08T16:06:28.125" v="31"/>
          <ac:cxnSpMkLst>
            <pc:docMk/>
            <pc:sldMk cId="3218892128" sldId="736"/>
            <ac:cxnSpMk id="6" creationId="{3E1D0351-7A82-0402-C8F2-5109CE3EBAD5}"/>
          </ac:cxnSpMkLst>
        </pc:cxnChg>
        <pc:cxnChg chg="mod">
          <ac:chgData name="Allison Mulshine" userId="S::allison.mulshine@collegiseducation.com::5f656d52-c555-4e5e-9a5b-18226766ffe3" providerId="AD" clId="Web-{2E185A2B-BC14-7B2A-6140-29E584E89074}" dt="2024-07-08T16:06:28.125" v="31"/>
          <ac:cxnSpMkLst>
            <pc:docMk/>
            <pc:sldMk cId="3218892128" sldId="736"/>
            <ac:cxnSpMk id="7" creationId="{8BB36EBE-4109-85D3-B31E-290B3D8DB049}"/>
          </ac:cxnSpMkLst>
        </pc:cxnChg>
        <pc:cxnChg chg="mod">
          <ac:chgData name="Allison Mulshine" userId="S::allison.mulshine@collegiseducation.com::5f656d52-c555-4e5e-9a5b-18226766ffe3" providerId="AD" clId="Web-{2E185A2B-BC14-7B2A-6140-29E584E89074}" dt="2024-07-08T16:06:28.125" v="31"/>
          <ac:cxnSpMkLst>
            <pc:docMk/>
            <pc:sldMk cId="3218892128" sldId="736"/>
            <ac:cxnSpMk id="17" creationId="{374BD073-AD6D-5846-A151-386ACD5005A4}"/>
          </ac:cxnSpMkLst>
        </pc:cxnChg>
        <pc:cxnChg chg="mod">
          <ac:chgData name="Allison Mulshine" userId="S::allison.mulshine@collegiseducation.com::5f656d52-c555-4e5e-9a5b-18226766ffe3" providerId="AD" clId="Web-{2E185A2B-BC14-7B2A-6140-29E584E89074}" dt="2024-07-08T16:06:28.125" v="31"/>
          <ac:cxnSpMkLst>
            <pc:docMk/>
            <pc:sldMk cId="3218892128" sldId="736"/>
            <ac:cxnSpMk id="21" creationId="{E49DC974-951A-43D5-038E-5AC67D30213D}"/>
          </ac:cxnSpMkLst>
        </pc:cxnChg>
        <pc:cxnChg chg="mod">
          <ac:chgData name="Allison Mulshine" userId="S::allison.mulshine@collegiseducation.com::5f656d52-c555-4e5e-9a5b-18226766ffe3" providerId="AD" clId="Web-{2E185A2B-BC14-7B2A-6140-29E584E89074}" dt="2024-07-08T16:06:28.125" v="31"/>
          <ac:cxnSpMkLst>
            <pc:docMk/>
            <pc:sldMk cId="3218892128" sldId="736"/>
            <ac:cxnSpMk id="33" creationId="{4EC3FFC0-75AD-DE6F-60E0-386EDC767473}"/>
          </ac:cxnSpMkLst>
        </pc:cxnChg>
        <pc:cxnChg chg="mod">
          <ac:chgData name="Allison Mulshine" userId="S::allison.mulshine@collegiseducation.com::5f656d52-c555-4e5e-9a5b-18226766ffe3" providerId="AD" clId="Web-{2E185A2B-BC14-7B2A-6140-29E584E89074}" dt="2024-07-08T16:06:28.125" v="31"/>
          <ac:cxnSpMkLst>
            <pc:docMk/>
            <pc:sldMk cId="3218892128" sldId="736"/>
            <ac:cxnSpMk id="40" creationId="{E8C9F63D-748B-ED1B-0AFA-023A87A37CC1}"/>
          </ac:cxnSpMkLst>
        </pc:cxnChg>
        <pc:cxnChg chg="mod">
          <ac:chgData name="Allison Mulshine" userId="S::allison.mulshine@collegiseducation.com::5f656d52-c555-4e5e-9a5b-18226766ffe3" providerId="AD" clId="Web-{2E185A2B-BC14-7B2A-6140-29E584E89074}" dt="2024-07-08T16:06:28.125" v="31"/>
          <ac:cxnSpMkLst>
            <pc:docMk/>
            <pc:sldMk cId="3218892128" sldId="736"/>
            <ac:cxnSpMk id="43" creationId="{17515A78-C829-AF17-10BC-4D64C5072C10}"/>
          </ac:cxnSpMkLst>
        </pc:cxnChg>
        <pc:cxnChg chg="mod">
          <ac:chgData name="Allison Mulshine" userId="S::allison.mulshine@collegiseducation.com::5f656d52-c555-4e5e-9a5b-18226766ffe3" providerId="AD" clId="Web-{2E185A2B-BC14-7B2A-6140-29E584E89074}" dt="2024-07-08T16:06:28.125" v="31"/>
          <ac:cxnSpMkLst>
            <pc:docMk/>
            <pc:sldMk cId="3218892128" sldId="736"/>
            <ac:cxnSpMk id="49" creationId="{7DEDEC1B-D80D-BFED-EFCA-9EFDF3330E07}"/>
          </ac:cxnSpMkLst>
        </pc:cxnChg>
      </pc:sldChg>
      <pc:sldChg chg="addSp delSp modSp">
        <pc:chgData name="Allison Mulshine" userId="S::allison.mulshine@collegiseducation.com::5f656d52-c555-4e5e-9a5b-18226766ffe3" providerId="AD" clId="Web-{2E185A2B-BC14-7B2A-6140-29E584E89074}" dt="2024-07-08T16:07:15.141" v="41"/>
        <pc:sldMkLst>
          <pc:docMk/>
          <pc:sldMk cId="1770790586" sldId="737"/>
        </pc:sldMkLst>
        <pc:grpChg chg="del">
          <ac:chgData name="Allison Mulshine" userId="S::allison.mulshine@collegiseducation.com::5f656d52-c555-4e5e-9a5b-18226766ffe3" providerId="AD" clId="Web-{2E185A2B-BC14-7B2A-6140-29E584E89074}" dt="2024-07-08T16:07:14.251" v="40"/>
          <ac:grpSpMkLst>
            <pc:docMk/>
            <pc:sldMk cId="1770790586" sldId="737"/>
            <ac:grpSpMk id="8" creationId="{1DCF1D91-6522-1601-C016-A36C2F00FF63}"/>
          </ac:grpSpMkLst>
        </pc:grpChg>
        <pc:picChg chg="add">
          <ac:chgData name="Allison Mulshine" userId="S::allison.mulshine@collegiseducation.com::5f656d52-c555-4e5e-9a5b-18226766ffe3" providerId="AD" clId="Web-{2E185A2B-BC14-7B2A-6140-29E584E89074}" dt="2024-07-08T16:07:15.141" v="41"/>
          <ac:picMkLst>
            <pc:docMk/>
            <pc:sldMk cId="1770790586" sldId="737"/>
            <ac:picMk id="10" creationId="{8EF2935C-5B7A-0316-D5EE-BADDDD99CB05}"/>
          </ac:picMkLst>
        </pc:picChg>
        <pc:cxnChg chg="mod">
          <ac:chgData name="Allison Mulshine" userId="S::allison.mulshine@collegiseducation.com::5f656d52-c555-4e5e-9a5b-18226766ffe3" providerId="AD" clId="Web-{2E185A2B-BC14-7B2A-6140-29E584E89074}" dt="2024-07-08T16:07:14.251" v="40"/>
          <ac:cxnSpMkLst>
            <pc:docMk/>
            <pc:sldMk cId="1770790586" sldId="737"/>
            <ac:cxnSpMk id="6" creationId="{3E1D0351-7A82-0402-C8F2-5109CE3EBAD5}"/>
          </ac:cxnSpMkLst>
        </pc:cxnChg>
        <pc:cxnChg chg="mod">
          <ac:chgData name="Allison Mulshine" userId="S::allison.mulshine@collegiseducation.com::5f656d52-c555-4e5e-9a5b-18226766ffe3" providerId="AD" clId="Web-{2E185A2B-BC14-7B2A-6140-29E584E89074}" dt="2024-07-08T16:07:14.251" v="40"/>
          <ac:cxnSpMkLst>
            <pc:docMk/>
            <pc:sldMk cId="1770790586" sldId="737"/>
            <ac:cxnSpMk id="7" creationId="{8BB36EBE-4109-85D3-B31E-290B3D8DB049}"/>
          </ac:cxnSpMkLst>
        </pc:cxnChg>
        <pc:cxnChg chg="mod">
          <ac:chgData name="Allison Mulshine" userId="S::allison.mulshine@collegiseducation.com::5f656d52-c555-4e5e-9a5b-18226766ffe3" providerId="AD" clId="Web-{2E185A2B-BC14-7B2A-6140-29E584E89074}" dt="2024-07-08T16:07:14.251" v="40"/>
          <ac:cxnSpMkLst>
            <pc:docMk/>
            <pc:sldMk cId="1770790586" sldId="737"/>
            <ac:cxnSpMk id="17" creationId="{374BD073-AD6D-5846-A151-386ACD5005A4}"/>
          </ac:cxnSpMkLst>
        </pc:cxnChg>
        <pc:cxnChg chg="mod">
          <ac:chgData name="Allison Mulshine" userId="S::allison.mulshine@collegiseducation.com::5f656d52-c555-4e5e-9a5b-18226766ffe3" providerId="AD" clId="Web-{2E185A2B-BC14-7B2A-6140-29E584E89074}" dt="2024-07-08T16:07:14.251" v="40"/>
          <ac:cxnSpMkLst>
            <pc:docMk/>
            <pc:sldMk cId="1770790586" sldId="737"/>
            <ac:cxnSpMk id="21" creationId="{E49DC974-951A-43D5-038E-5AC67D30213D}"/>
          </ac:cxnSpMkLst>
        </pc:cxnChg>
        <pc:cxnChg chg="mod">
          <ac:chgData name="Allison Mulshine" userId="S::allison.mulshine@collegiseducation.com::5f656d52-c555-4e5e-9a5b-18226766ffe3" providerId="AD" clId="Web-{2E185A2B-BC14-7B2A-6140-29E584E89074}" dt="2024-07-08T16:07:14.251" v="40"/>
          <ac:cxnSpMkLst>
            <pc:docMk/>
            <pc:sldMk cId="1770790586" sldId="737"/>
            <ac:cxnSpMk id="33" creationId="{4EC3FFC0-75AD-DE6F-60E0-386EDC767473}"/>
          </ac:cxnSpMkLst>
        </pc:cxnChg>
        <pc:cxnChg chg="mod">
          <ac:chgData name="Allison Mulshine" userId="S::allison.mulshine@collegiseducation.com::5f656d52-c555-4e5e-9a5b-18226766ffe3" providerId="AD" clId="Web-{2E185A2B-BC14-7B2A-6140-29E584E89074}" dt="2024-07-08T16:07:14.251" v="40"/>
          <ac:cxnSpMkLst>
            <pc:docMk/>
            <pc:sldMk cId="1770790586" sldId="737"/>
            <ac:cxnSpMk id="40" creationId="{E8C9F63D-748B-ED1B-0AFA-023A87A37CC1}"/>
          </ac:cxnSpMkLst>
        </pc:cxnChg>
        <pc:cxnChg chg="mod">
          <ac:chgData name="Allison Mulshine" userId="S::allison.mulshine@collegiseducation.com::5f656d52-c555-4e5e-9a5b-18226766ffe3" providerId="AD" clId="Web-{2E185A2B-BC14-7B2A-6140-29E584E89074}" dt="2024-07-08T16:07:14.251" v="40"/>
          <ac:cxnSpMkLst>
            <pc:docMk/>
            <pc:sldMk cId="1770790586" sldId="737"/>
            <ac:cxnSpMk id="43" creationId="{17515A78-C829-AF17-10BC-4D64C5072C10}"/>
          </ac:cxnSpMkLst>
        </pc:cxnChg>
        <pc:cxnChg chg="mod">
          <ac:chgData name="Allison Mulshine" userId="S::allison.mulshine@collegiseducation.com::5f656d52-c555-4e5e-9a5b-18226766ffe3" providerId="AD" clId="Web-{2E185A2B-BC14-7B2A-6140-29E584E89074}" dt="2024-07-08T16:07:14.251" v="40"/>
          <ac:cxnSpMkLst>
            <pc:docMk/>
            <pc:sldMk cId="1770790586" sldId="737"/>
            <ac:cxnSpMk id="49" creationId="{7DEDEC1B-D80D-BFED-EFCA-9EFDF3330E07}"/>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443CCD-DED7-5040-BF6B-8A8C591E0F83}"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lang="en-US"/>
        </a:p>
      </dgm:t>
    </dgm:pt>
    <dgm:pt modelId="{B783D46E-80D9-F84E-8BDC-D8D6D4744ABB}">
      <dgm:prSet phldrT="[Text]" custT="1"/>
      <dgm:spPr/>
      <dgm:t>
        <a:bodyPr anchor="ctr"/>
        <a:lstStyle/>
        <a:p>
          <a:r>
            <a:rPr lang="en-US" sz="2800" dirty="0"/>
            <a:t>When you access a file system you must do so through a server or virtual machine running an operating system</a:t>
          </a:r>
        </a:p>
      </dgm:t>
    </dgm:pt>
    <dgm:pt modelId="{A90B0205-16B9-6F4E-889B-0CC8AD7045D3}" type="parTrans" cxnId="{D8818075-A074-404F-8531-3DEFA0615B7A}">
      <dgm:prSet/>
      <dgm:spPr/>
      <dgm:t>
        <a:bodyPr/>
        <a:lstStyle/>
        <a:p>
          <a:endParaRPr lang="en-US" sz="2800"/>
        </a:p>
      </dgm:t>
    </dgm:pt>
    <dgm:pt modelId="{9DB8041F-C1CB-FF4A-BED5-5D7988597D7A}" type="sibTrans" cxnId="{D8818075-A074-404F-8531-3DEFA0615B7A}">
      <dgm:prSet/>
      <dgm:spPr/>
      <dgm:t>
        <a:bodyPr/>
        <a:lstStyle/>
        <a:p>
          <a:endParaRPr lang="en-US" sz="2800"/>
        </a:p>
      </dgm:t>
    </dgm:pt>
    <dgm:pt modelId="{C94C6D33-2389-7847-86E3-DC6D4BE0A510}">
      <dgm:prSet custT="1"/>
      <dgm:spPr/>
      <dgm:t>
        <a:bodyPr anchor="ctr"/>
        <a:lstStyle/>
        <a:p>
          <a:r>
            <a:rPr lang="en-US" sz="2800" dirty="0"/>
            <a:t>So file storage, operating system and compute capability are all coupled together to some degree</a:t>
          </a:r>
        </a:p>
      </dgm:t>
    </dgm:pt>
    <dgm:pt modelId="{6B6D2160-F67B-2543-8A71-76C842BA946F}" type="parTrans" cxnId="{6C0BC869-B1B9-F542-99BA-DE5F3AE98643}">
      <dgm:prSet/>
      <dgm:spPr/>
      <dgm:t>
        <a:bodyPr/>
        <a:lstStyle/>
        <a:p>
          <a:endParaRPr lang="en-US" sz="2800"/>
        </a:p>
      </dgm:t>
    </dgm:pt>
    <dgm:pt modelId="{F6ED7CDB-E9DE-0C4B-87F7-2F5B2ADB72F4}" type="sibTrans" cxnId="{6C0BC869-B1B9-F542-99BA-DE5F3AE98643}">
      <dgm:prSet/>
      <dgm:spPr/>
      <dgm:t>
        <a:bodyPr/>
        <a:lstStyle/>
        <a:p>
          <a:endParaRPr lang="en-US" sz="2800"/>
        </a:p>
      </dgm:t>
    </dgm:pt>
    <dgm:pt modelId="{F4C93BC1-7BC8-A84B-BF04-1CDE8500506E}">
      <dgm:prSet custT="1"/>
      <dgm:spPr/>
      <dgm:t>
        <a:bodyPr anchor="ctr"/>
        <a:lstStyle/>
        <a:p>
          <a:r>
            <a:rPr lang="en-US" sz="2800" dirty="0"/>
            <a:t>For example, the Linux file system is organized differently to  that provided via MS Windows</a:t>
          </a:r>
        </a:p>
      </dgm:t>
    </dgm:pt>
    <dgm:pt modelId="{326318A7-33E7-944E-A7E9-71E4BAB775BD}" type="parTrans" cxnId="{F745D99C-E746-A147-8140-2F7CA0262087}">
      <dgm:prSet/>
      <dgm:spPr/>
      <dgm:t>
        <a:bodyPr/>
        <a:lstStyle/>
        <a:p>
          <a:endParaRPr lang="en-US" sz="2800"/>
        </a:p>
      </dgm:t>
    </dgm:pt>
    <dgm:pt modelId="{CC9AC704-483F-8843-937E-840B479B2D63}" type="sibTrans" cxnId="{F745D99C-E746-A147-8140-2F7CA0262087}">
      <dgm:prSet/>
      <dgm:spPr/>
      <dgm:t>
        <a:bodyPr/>
        <a:lstStyle/>
        <a:p>
          <a:endParaRPr lang="en-US" sz="2800"/>
        </a:p>
      </dgm:t>
    </dgm:pt>
    <dgm:pt modelId="{532293D0-D390-D840-ACB6-E97FACD915D0}">
      <dgm:prSet custT="1"/>
      <dgm:spPr/>
      <dgm:t>
        <a:bodyPr anchor="ctr"/>
        <a:lstStyle/>
        <a:p>
          <a:r>
            <a:rPr lang="en-US" sz="2800" dirty="0"/>
            <a:t>And that means that Windows files can only be read if you have an active Windows machine (or translation software)</a:t>
          </a:r>
        </a:p>
      </dgm:t>
    </dgm:pt>
    <dgm:pt modelId="{55C11DB6-4F1D-E145-ACD9-E801CAE763F4}" type="parTrans" cxnId="{6F30E8E9-4CB2-7D47-81CE-E2E24ED7067D}">
      <dgm:prSet/>
      <dgm:spPr/>
      <dgm:t>
        <a:bodyPr/>
        <a:lstStyle/>
        <a:p>
          <a:endParaRPr lang="en-US" sz="2800"/>
        </a:p>
      </dgm:t>
    </dgm:pt>
    <dgm:pt modelId="{3CFEBB4C-5C77-1A4A-BFDE-EBB2FDA1B049}" type="sibTrans" cxnId="{6F30E8E9-4CB2-7D47-81CE-E2E24ED7067D}">
      <dgm:prSet/>
      <dgm:spPr/>
      <dgm:t>
        <a:bodyPr/>
        <a:lstStyle/>
        <a:p>
          <a:endParaRPr lang="en-US" sz="2800"/>
        </a:p>
      </dgm:t>
    </dgm:pt>
    <dgm:pt modelId="{050523E0-A5BC-1848-BA55-1572196CDF4C}">
      <dgm:prSet custT="1"/>
      <dgm:spPr/>
      <dgm:t>
        <a:bodyPr anchor="ctr"/>
        <a:lstStyle/>
        <a:p>
          <a:r>
            <a:rPr lang="en-US" sz="2800" dirty="0"/>
            <a:t>The storage systems that file systems are built over CAN be expanded to files of almost and size</a:t>
          </a:r>
        </a:p>
      </dgm:t>
    </dgm:pt>
    <dgm:pt modelId="{18471209-E635-7A4E-AD52-2ABB78BD0685}" type="parTrans" cxnId="{FA16BF02-8EE6-3A45-832C-1DA9B32579EF}">
      <dgm:prSet/>
      <dgm:spPr/>
      <dgm:t>
        <a:bodyPr/>
        <a:lstStyle/>
        <a:p>
          <a:endParaRPr lang="en-US" sz="2800"/>
        </a:p>
      </dgm:t>
    </dgm:pt>
    <dgm:pt modelId="{1B773532-A616-9F4D-BD76-3D19A6A6D77B}" type="sibTrans" cxnId="{FA16BF02-8EE6-3A45-832C-1DA9B32579EF}">
      <dgm:prSet/>
      <dgm:spPr/>
      <dgm:t>
        <a:bodyPr/>
        <a:lstStyle/>
        <a:p>
          <a:endParaRPr lang="en-US" sz="2800"/>
        </a:p>
      </dgm:t>
    </dgm:pt>
    <dgm:pt modelId="{4F032384-6A1E-9148-9825-1111C5D153D7}">
      <dgm:prSet custT="1"/>
      <dgm:spPr/>
      <dgm:t>
        <a:bodyPr anchor="ctr"/>
        <a:lstStyle/>
        <a:p>
          <a:r>
            <a:rPr lang="en-US" sz="2800" dirty="0"/>
            <a:t>But this requires costly hardware along with operational maintenance, and capability for backup and restore </a:t>
          </a:r>
        </a:p>
      </dgm:t>
    </dgm:pt>
    <dgm:pt modelId="{73A2F792-ABA5-F642-9CBD-DE03EB0A1264}" type="parTrans" cxnId="{8DD9FB7A-4998-2343-A174-FD4043D954D0}">
      <dgm:prSet/>
      <dgm:spPr/>
      <dgm:t>
        <a:bodyPr/>
        <a:lstStyle/>
        <a:p>
          <a:endParaRPr lang="en-US" sz="2800"/>
        </a:p>
      </dgm:t>
    </dgm:pt>
    <dgm:pt modelId="{170FFCD7-678D-F34F-8C40-874ADAF30AED}" type="sibTrans" cxnId="{8DD9FB7A-4998-2343-A174-FD4043D954D0}">
      <dgm:prSet/>
      <dgm:spPr/>
      <dgm:t>
        <a:bodyPr/>
        <a:lstStyle/>
        <a:p>
          <a:endParaRPr lang="en-US" sz="2800"/>
        </a:p>
      </dgm:t>
    </dgm:pt>
    <dgm:pt modelId="{569C9500-CB66-AD40-8834-B099A41AD240}" type="pres">
      <dgm:prSet presAssocID="{CC443CCD-DED7-5040-BF6B-8A8C591E0F83}" presName="vert0" presStyleCnt="0">
        <dgm:presLayoutVars>
          <dgm:dir/>
          <dgm:animOne val="branch"/>
          <dgm:animLvl val="lvl"/>
        </dgm:presLayoutVars>
      </dgm:prSet>
      <dgm:spPr/>
    </dgm:pt>
    <dgm:pt modelId="{24294B0C-C5F3-C94A-BB28-85FD5D5ADF65}" type="pres">
      <dgm:prSet presAssocID="{B783D46E-80D9-F84E-8BDC-D8D6D4744ABB}" presName="thickLine" presStyleLbl="alignNode1" presStyleIdx="0" presStyleCnt="6" custLinFactNeighborY="-1360"/>
      <dgm:spPr/>
    </dgm:pt>
    <dgm:pt modelId="{21B77EDC-577A-0146-BADB-DA64DB73554E}" type="pres">
      <dgm:prSet presAssocID="{B783D46E-80D9-F84E-8BDC-D8D6D4744ABB}" presName="horz1" presStyleCnt="0"/>
      <dgm:spPr/>
    </dgm:pt>
    <dgm:pt modelId="{E96AFE53-25F9-D348-B47E-6BD03B07872D}" type="pres">
      <dgm:prSet presAssocID="{B783D46E-80D9-F84E-8BDC-D8D6D4744ABB}" presName="tx1" presStyleLbl="revTx" presStyleIdx="0" presStyleCnt="6"/>
      <dgm:spPr/>
    </dgm:pt>
    <dgm:pt modelId="{8CD71B58-7A86-4646-9D70-EF3FF683DA0E}" type="pres">
      <dgm:prSet presAssocID="{B783D46E-80D9-F84E-8BDC-D8D6D4744ABB}" presName="vert1" presStyleCnt="0"/>
      <dgm:spPr/>
    </dgm:pt>
    <dgm:pt modelId="{250E69B6-DD2F-134E-AA10-054F145A693C}" type="pres">
      <dgm:prSet presAssocID="{C94C6D33-2389-7847-86E3-DC6D4BE0A510}" presName="thickLine" presStyleLbl="alignNode1" presStyleIdx="1" presStyleCnt="6"/>
      <dgm:spPr/>
    </dgm:pt>
    <dgm:pt modelId="{9444A89A-5BFA-AD4D-9062-576E9A59E105}" type="pres">
      <dgm:prSet presAssocID="{C94C6D33-2389-7847-86E3-DC6D4BE0A510}" presName="horz1" presStyleCnt="0"/>
      <dgm:spPr/>
    </dgm:pt>
    <dgm:pt modelId="{6F7BEFCD-C1F1-7642-9DA8-001294747DFA}" type="pres">
      <dgm:prSet presAssocID="{C94C6D33-2389-7847-86E3-DC6D4BE0A510}" presName="tx1" presStyleLbl="revTx" presStyleIdx="1" presStyleCnt="6"/>
      <dgm:spPr/>
    </dgm:pt>
    <dgm:pt modelId="{9424BCEF-7656-D845-A2A1-9D8A077EED40}" type="pres">
      <dgm:prSet presAssocID="{C94C6D33-2389-7847-86E3-DC6D4BE0A510}" presName="vert1" presStyleCnt="0"/>
      <dgm:spPr/>
    </dgm:pt>
    <dgm:pt modelId="{BE91ABD2-BB14-464A-98F7-9A181DF3B91B}" type="pres">
      <dgm:prSet presAssocID="{F4C93BC1-7BC8-A84B-BF04-1CDE8500506E}" presName="thickLine" presStyleLbl="alignNode1" presStyleIdx="2" presStyleCnt="6"/>
      <dgm:spPr/>
    </dgm:pt>
    <dgm:pt modelId="{34D5F558-AF90-5F4E-9395-04515F54964F}" type="pres">
      <dgm:prSet presAssocID="{F4C93BC1-7BC8-A84B-BF04-1CDE8500506E}" presName="horz1" presStyleCnt="0"/>
      <dgm:spPr/>
    </dgm:pt>
    <dgm:pt modelId="{6FE41D7B-827B-6A49-ABFD-72DA18C20D9A}" type="pres">
      <dgm:prSet presAssocID="{F4C93BC1-7BC8-A84B-BF04-1CDE8500506E}" presName="tx1" presStyleLbl="revTx" presStyleIdx="2" presStyleCnt="6"/>
      <dgm:spPr/>
    </dgm:pt>
    <dgm:pt modelId="{85578015-948C-5042-A1E9-F064CED99E2E}" type="pres">
      <dgm:prSet presAssocID="{F4C93BC1-7BC8-A84B-BF04-1CDE8500506E}" presName="vert1" presStyleCnt="0"/>
      <dgm:spPr/>
    </dgm:pt>
    <dgm:pt modelId="{B55F6D26-7BA4-0042-9D6B-E4E514286E41}" type="pres">
      <dgm:prSet presAssocID="{532293D0-D390-D840-ACB6-E97FACD915D0}" presName="thickLine" presStyleLbl="alignNode1" presStyleIdx="3" presStyleCnt="6"/>
      <dgm:spPr/>
    </dgm:pt>
    <dgm:pt modelId="{E2B0E7DB-7C3A-2141-8569-C97076510F08}" type="pres">
      <dgm:prSet presAssocID="{532293D0-D390-D840-ACB6-E97FACD915D0}" presName="horz1" presStyleCnt="0"/>
      <dgm:spPr/>
    </dgm:pt>
    <dgm:pt modelId="{4720CF46-EDCD-504F-93BA-7A736FE1A1BA}" type="pres">
      <dgm:prSet presAssocID="{532293D0-D390-D840-ACB6-E97FACD915D0}" presName="tx1" presStyleLbl="revTx" presStyleIdx="3" presStyleCnt="6"/>
      <dgm:spPr/>
    </dgm:pt>
    <dgm:pt modelId="{DC8FBBE0-650A-E145-9956-FD1EE9F493EE}" type="pres">
      <dgm:prSet presAssocID="{532293D0-D390-D840-ACB6-E97FACD915D0}" presName="vert1" presStyleCnt="0"/>
      <dgm:spPr/>
    </dgm:pt>
    <dgm:pt modelId="{3350A7A9-837D-7145-9855-5D5D02399779}" type="pres">
      <dgm:prSet presAssocID="{050523E0-A5BC-1848-BA55-1572196CDF4C}" presName="thickLine" presStyleLbl="alignNode1" presStyleIdx="4" presStyleCnt="6"/>
      <dgm:spPr/>
    </dgm:pt>
    <dgm:pt modelId="{F25227DE-53B7-E046-ADA0-9FF2ECD3A316}" type="pres">
      <dgm:prSet presAssocID="{050523E0-A5BC-1848-BA55-1572196CDF4C}" presName="horz1" presStyleCnt="0"/>
      <dgm:spPr/>
    </dgm:pt>
    <dgm:pt modelId="{050227B8-E633-1848-AF56-40ECE45B850E}" type="pres">
      <dgm:prSet presAssocID="{050523E0-A5BC-1848-BA55-1572196CDF4C}" presName="tx1" presStyleLbl="revTx" presStyleIdx="4" presStyleCnt="6"/>
      <dgm:spPr/>
    </dgm:pt>
    <dgm:pt modelId="{089E1E3C-2E71-A24E-9BF5-4FA3C352A239}" type="pres">
      <dgm:prSet presAssocID="{050523E0-A5BC-1848-BA55-1572196CDF4C}" presName="vert1" presStyleCnt="0"/>
      <dgm:spPr/>
    </dgm:pt>
    <dgm:pt modelId="{346C68AA-923D-E648-9FF1-4C5F07142ED8}" type="pres">
      <dgm:prSet presAssocID="{4F032384-6A1E-9148-9825-1111C5D153D7}" presName="thickLine" presStyleLbl="alignNode1" presStyleIdx="5" presStyleCnt="6"/>
      <dgm:spPr/>
    </dgm:pt>
    <dgm:pt modelId="{AB5EEE55-9DAA-BD4E-822E-1EAF2119D478}" type="pres">
      <dgm:prSet presAssocID="{4F032384-6A1E-9148-9825-1111C5D153D7}" presName="horz1" presStyleCnt="0"/>
      <dgm:spPr/>
    </dgm:pt>
    <dgm:pt modelId="{E7986075-2452-E047-9372-44C1A4796A5F}" type="pres">
      <dgm:prSet presAssocID="{4F032384-6A1E-9148-9825-1111C5D153D7}" presName="tx1" presStyleLbl="revTx" presStyleIdx="5" presStyleCnt="6"/>
      <dgm:spPr/>
    </dgm:pt>
    <dgm:pt modelId="{4898BE4C-3837-544D-83A3-200A20D09B84}" type="pres">
      <dgm:prSet presAssocID="{4F032384-6A1E-9148-9825-1111C5D153D7}" presName="vert1" presStyleCnt="0"/>
      <dgm:spPr/>
    </dgm:pt>
  </dgm:ptLst>
  <dgm:cxnLst>
    <dgm:cxn modelId="{FA16BF02-8EE6-3A45-832C-1DA9B32579EF}" srcId="{CC443CCD-DED7-5040-BF6B-8A8C591E0F83}" destId="{050523E0-A5BC-1848-BA55-1572196CDF4C}" srcOrd="4" destOrd="0" parTransId="{18471209-E635-7A4E-AD52-2ABB78BD0685}" sibTransId="{1B773532-A616-9F4D-BD76-3D19A6A6D77B}"/>
    <dgm:cxn modelId="{1594ED33-BFA6-D546-A17F-E7DB04793860}" type="presOf" srcId="{C94C6D33-2389-7847-86E3-DC6D4BE0A510}" destId="{6F7BEFCD-C1F1-7642-9DA8-001294747DFA}" srcOrd="0" destOrd="0" presId="urn:microsoft.com/office/officeart/2008/layout/LinedList"/>
    <dgm:cxn modelId="{01FCA969-08B7-1E42-9D7A-EA8F1BF56347}" type="presOf" srcId="{CC443CCD-DED7-5040-BF6B-8A8C591E0F83}" destId="{569C9500-CB66-AD40-8834-B099A41AD240}" srcOrd="0" destOrd="0" presId="urn:microsoft.com/office/officeart/2008/layout/LinedList"/>
    <dgm:cxn modelId="{6C0BC869-B1B9-F542-99BA-DE5F3AE98643}" srcId="{CC443CCD-DED7-5040-BF6B-8A8C591E0F83}" destId="{C94C6D33-2389-7847-86E3-DC6D4BE0A510}" srcOrd="1" destOrd="0" parTransId="{6B6D2160-F67B-2543-8A71-76C842BA946F}" sibTransId="{F6ED7CDB-E9DE-0C4B-87F7-2F5B2ADB72F4}"/>
    <dgm:cxn modelId="{515ACE4C-7C63-B447-89B6-3C28EBA7046A}" type="presOf" srcId="{4F032384-6A1E-9148-9825-1111C5D153D7}" destId="{E7986075-2452-E047-9372-44C1A4796A5F}" srcOrd="0" destOrd="0" presId="urn:microsoft.com/office/officeart/2008/layout/LinedList"/>
    <dgm:cxn modelId="{87E0A24E-7990-304D-ABBE-C7F10B1AD778}" type="presOf" srcId="{B783D46E-80D9-F84E-8BDC-D8D6D4744ABB}" destId="{E96AFE53-25F9-D348-B47E-6BD03B07872D}" srcOrd="0" destOrd="0" presId="urn:microsoft.com/office/officeart/2008/layout/LinedList"/>
    <dgm:cxn modelId="{D8818075-A074-404F-8531-3DEFA0615B7A}" srcId="{CC443CCD-DED7-5040-BF6B-8A8C591E0F83}" destId="{B783D46E-80D9-F84E-8BDC-D8D6D4744ABB}" srcOrd="0" destOrd="0" parTransId="{A90B0205-16B9-6F4E-889B-0CC8AD7045D3}" sibTransId="{9DB8041F-C1CB-FF4A-BED5-5D7988597D7A}"/>
    <dgm:cxn modelId="{8DD9FB7A-4998-2343-A174-FD4043D954D0}" srcId="{CC443CCD-DED7-5040-BF6B-8A8C591E0F83}" destId="{4F032384-6A1E-9148-9825-1111C5D153D7}" srcOrd="5" destOrd="0" parTransId="{73A2F792-ABA5-F642-9CBD-DE03EB0A1264}" sibTransId="{170FFCD7-678D-F34F-8C40-874ADAF30AED}"/>
    <dgm:cxn modelId="{6FAFF497-26F0-354D-8451-1D53C4256D2F}" type="presOf" srcId="{050523E0-A5BC-1848-BA55-1572196CDF4C}" destId="{050227B8-E633-1848-AF56-40ECE45B850E}" srcOrd="0" destOrd="0" presId="urn:microsoft.com/office/officeart/2008/layout/LinedList"/>
    <dgm:cxn modelId="{F745D99C-E746-A147-8140-2F7CA0262087}" srcId="{CC443CCD-DED7-5040-BF6B-8A8C591E0F83}" destId="{F4C93BC1-7BC8-A84B-BF04-1CDE8500506E}" srcOrd="2" destOrd="0" parTransId="{326318A7-33E7-944E-A7E9-71E4BAB775BD}" sibTransId="{CC9AC704-483F-8843-937E-840B479B2D63}"/>
    <dgm:cxn modelId="{35426FD7-7BE2-2A4F-80BF-271569022EC7}" type="presOf" srcId="{F4C93BC1-7BC8-A84B-BF04-1CDE8500506E}" destId="{6FE41D7B-827B-6A49-ABFD-72DA18C20D9A}" srcOrd="0" destOrd="0" presId="urn:microsoft.com/office/officeart/2008/layout/LinedList"/>
    <dgm:cxn modelId="{6481C2D7-2BD2-DF44-958B-E339BA2C50E2}" type="presOf" srcId="{532293D0-D390-D840-ACB6-E97FACD915D0}" destId="{4720CF46-EDCD-504F-93BA-7A736FE1A1BA}" srcOrd="0" destOrd="0" presId="urn:microsoft.com/office/officeart/2008/layout/LinedList"/>
    <dgm:cxn modelId="{6F30E8E9-4CB2-7D47-81CE-E2E24ED7067D}" srcId="{CC443CCD-DED7-5040-BF6B-8A8C591E0F83}" destId="{532293D0-D390-D840-ACB6-E97FACD915D0}" srcOrd="3" destOrd="0" parTransId="{55C11DB6-4F1D-E145-ACD9-E801CAE763F4}" sibTransId="{3CFEBB4C-5C77-1A4A-BFDE-EBB2FDA1B049}"/>
    <dgm:cxn modelId="{3CFB55D4-CEA9-D44F-93EA-F1C201FA96CE}" type="presParOf" srcId="{569C9500-CB66-AD40-8834-B099A41AD240}" destId="{24294B0C-C5F3-C94A-BB28-85FD5D5ADF65}" srcOrd="0" destOrd="0" presId="urn:microsoft.com/office/officeart/2008/layout/LinedList"/>
    <dgm:cxn modelId="{8B987372-18B3-C148-82E9-A958FEF15BE2}" type="presParOf" srcId="{569C9500-CB66-AD40-8834-B099A41AD240}" destId="{21B77EDC-577A-0146-BADB-DA64DB73554E}" srcOrd="1" destOrd="0" presId="urn:microsoft.com/office/officeart/2008/layout/LinedList"/>
    <dgm:cxn modelId="{15BCD7C2-B302-C64C-ABB0-EC0F2CBEBAF9}" type="presParOf" srcId="{21B77EDC-577A-0146-BADB-DA64DB73554E}" destId="{E96AFE53-25F9-D348-B47E-6BD03B07872D}" srcOrd="0" destOrd="0" presId="urn:microsoft.com/office/officeart/2008/layout/LinedList"/>
    <dgm:cxn modelId="{A1E9D8BB-0CA6-484A-AE1E-D7D512886A7F}" type="presParOf" srcId="{21B77EDC-577A-0146-BADB-DA64DB73554E}" destId="{8CD71B58-7A86-4646-9D70-EF3FF683DA0E}" srcOrd="1" destOrd="0" presId="urn:microsoft.com/office/officeart/2008/layout/LinedList"/>
    <dgm:cxn modelId="{6DBE228C-AB3E-A943-A8BF-7E9B144BDA18}" type="presParOf" srcId="{569C9500-CB66-AD40-8834-B099A41AD240}" destId="{250E69B6-DD2F-134E-AA10-054F145A693C}" srcOrd="2" destOrd="0" presId="urn:microsoft.com/office/officeart/2008/layout/LinedList"/>
    <dgm:cxn modelId="{F414921F-C0BC-CA43-95C2-421AE212FD8B}" type="presParOf" srcId="{569C9500-CB66-AD40-8834-B099A41AD240}" destId="{9444A89A-5BFA-AD4D-9062-576E9A59E105}" srcOrd="3" destOrd="0" presId="urn:microsoft.com/office/officeart/2008/layout/LinedList"/>
    <dgm:cxn modelId="{2A21BAA0-F169-8945-AB4B-A9B24718CF9C}" type="presParOf" srcId="{9444A89A-5BFA-AD4D-9062-576E9A59E105}" destId="{6F7BEFCD-C1F1-7642-9DA8-001294747DFA}" srcOrd="0" destOrd="0" presId="urn:microsoft.com/office/officeart/2008/layout/LinedList"/>
    <dgm:cxn modelId="{E034B6F9-C841-EE4E-A1FE-0B611F45B747}" type="presParOf" srcId="{9444A89A-5BFA-AD4D-9062-576E9A59E105}" destId="{9424BCEF-7656-D845-A2A1-9D8A077EED40}" srcOrd="1" destOrd="0" presId="urn:microsoft.com/office/officeart/2008/layout/LinedList"/>
    <dgm:cxn modelId="{ECB31D7D-FFA0-FD4B-BACF-2FBCD552049F}" type="presParOf" srcId="{569C9500-CB66-AD40-8834-B099A41AD240}" destId="{BE91ABD2-BB14-464A-98F7-9A181DF3B91B}" srcOrd="4" destOrd="0" presId="urn:microsoft.com/office/officeart/2008/layout/LinedList"/>
    <dgm:cxn modelId="{2DDD4081-B0A2-8B4F-860C-CDF2AC4C82F3}" type="presParOf" srcId="{569C9500-CB66-AD40-8834-B099A41AD240}" destId="{34D5F558-AF90-5F4E-9395-04515F54964F}" srcOrd="5" destOrd="0" presId="urn:microsoft.com/office/officeart/2008/layout/LinedList"/>
    <dgm:cxn modelId="{141A7A71-ED2C-1445-83B7-20B3BB578E35}" type="presParOf" srcId="{34D5F558-AF90-5F4E-9395-04515F54964F}" destId="{6FE41D7B-827B-6A49-ABFD-72DA18C20D9A}" srcOrd="0" destOrd="0" presId="urn:microsoft.com/office/officeart/2008/layout/LinedList"/>
    <dgm:cxn modelId="{B7DC37A0-52C8-2245-86D1-5CDC582B4781}" type="presParOf" srcId="{34D5F558-AF90-5F4E-9395-04515F54964F}" destId="{85578015-948C-5042-A1E9-F064CED99E2E}" srcOrd="1" destOrd="0" presId="urn:microsoft.com/office/officeart/2008/layout/LinedList"/>
    <dgm:cxn modelId="{DE91BEE3-0B62-9647-9E94-D21493CE8EB4}" type="presParOf" srcId="{569C9500-CB66-AD40-8834-B099A41AD240}" destId="{B55F6D26-7BA4-0042-9D6B-E4E514286E41}" srcOrd="6" destOrd="0" presId="urn:microsoft.com/office/officeart/2008/layout/LinedList"/>
    <dgm:cxn modelId="{EE84544E-7340-2240-B1DC-BC5B471952D2}" type="presParOf" srcId="{569C9500-CB66-AD40-8834-B099A41AD240}" destId="{E2B0E7DB-7C3A-2141-8569-C97076510F08}" srcOrd="7" destOrd="0" presId="urn:microsoft.com/office/officeart/2008/layout/LinedList"/>
    <dgm:cxn modelId="{8B65E280-ED39-E047-BE17-2D1300523C74}" type="presParOf" srcId="{E2B0E7DB-7C3A-2141-8569-C97076510F08}" destId="{4720CF46-EDCD-504F-93BA-7A736FE1A1BA}" srcOrd="0" destOrd="0" presId="urn:microsoft.com/office/officeart/2008/layout/LinedList"/>
    <dgm:cxn modelId="{CAC8305A-E7EE-274B-8417-2EE54C8ED78A}" type="presParOf" srcId="{E2B0E7DB-7C3A-2141-8569-C97076510F08}" destId="{DC8FBBE0-650A-E145-9956-FD1EE9F493EE}" srcOrd="1" destOrd="0" presId="urn:microsoft.com/office/officeart/2008/layout/LinedList"/>
    <dgm:cxn modelId="{164B5BA6-88B1-0347-87F8-260FED1F4FEA}" type="presParOf" srcId="{569C9500-CB66-AD40-8834-B099A41AD240}" destId="{3350A7A9-837D-7145-9855-5D5D02399779}" srcOrd="8" destOrd="0" presId="urn:microsoft.com/office/officeart/2008/layout/LinedList"/>
    <dgm:cxn modelId="{A1EF8705-0A34-F045-B0F6-54D18818B0F4}" type="presParOf" srcId="{569C9500-CB66-AD40-8834-B099A41AD240}" destId="{F25227DE-53B7-E046-ADA0-9FF2ECD3A316}" srcOrd="9" destOrd="0" presId="urn:microsoft.com/office/officeart/2008/layout/LinedList"/>
    <dgm:cxn modelId="{4ACBD356-5DC9-F742-AAC9-3EA386371FE8}" type="presParOf" srcId="{F25227DE-53B7-E046-ADA0-9FF2ECD3A316}" destId="{050227B8-E633-1848-AF56-40ECE45B850E}" srcOrd="0" destOrd="0" presId="urn:microsoft.com/office/officeart/2008/layout/LinedList"/>
    <dgm:cxn modelId="{48D622A5-06A0-9A4B-8997-4A453277F0F2}" type="presParOf" srcId="{F25227DE-53B7-E046-ADA0-9FF2ECD3A316}" destId="{089E1E3C-2E71-A24E-9BF5-4FA3C352A239}" srcOrd="1" destOrd="0" presId="urn:microsoft.com/office/officeart/2008/layout/LinedList"/>
    <dgm:cxn modelId="{242C4F7B-36B1-5240-847E-1CB986834711}" type="presParOf" srcId="{569C9500-CB66-AD40-8834-B099A41AD240}" destId="{346C68AA-923D-E648-9FF1-4C5F07142ED8}" srcOrd="10" destOrd="0" presId="urn:microsoft.com/office/officeart/2008/layout/LinedList"/>
    <dgm:cxn modelId="{81363E75-80D4-7D4E-8005-E0B023CD413D}" type="presParOf" srcId="{569C9500-CB66-AD40-8834-B099A41AD240}" destId="{AB5EEE55-9DAA-BD4E-822E-1EAF2119D478}" srcOrd="11" destOrd="0" presId="urn:microsoft.com/office/officeart/2008/layout/LinedList"/>
    <dgm:cxn modelId="{1E974BCB-D915-504D-A194-A5EAB26654E8}" type="presParOf" srcId="{AB5EEE55-9DAA-BD4E-822E-1EAF2119D478}" destId="{E7986075-2452-E047-9372-44C1A4796A5F}" srcOrd="0" destOrd="0" presId="urn:microsoft.com/office/officeart/2008/layout/LinedList"/>
    <dgm:cxn modelId="{DB4FC3DA-A4A3-9F46-85EE-757AAD20D6F7}" type="presParOf" srcId="{AB5EEE55-9DAA-BD4E-822E-1EAF2119D478}" destId="{4898BE4C-3837-544D-83A3-200A20D09B8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94B0C-C5F3-C94A-BB28-85FD5D5ADF65}">
      <dsp:nvSpPr>
        <dsp:cNvPr id="0" name=""/>
        <dsp:cNvSpPr/>
      </dsp:nvSpPr>
      <dsp:spPr>
        <a:xfrm>
          <a:off x="0" y="0"/>
          <a:ext cx="10641297"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6AFE53-25F9-D348-B47E-6BD03B07872D}">
      <dsp:nvSpPr>
        <dsp:cNvPr id="0" name=""/>
        <dsp:cNvSpPr/>
      </dsp:nvSpPr>
      <dsp:spPr>
        <a:xfrm>
          <a:off x="0" y="3314"/>
          <a:ext cx="10641297" cy="1130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When you access a file system you must do so through a server or virtual machine running an operating system</a:t>
          </a:r>
        </a:p>
      </dsp:txBody>
      <dsp:txXfrm>
        <a:off x="0" y="3314"/>
        <a:ext cx="10641297" cy="1130165"/>
      </dsp:txXfrm>
    </dsp:sp>
    <dsp:sp modelId="{250E69B6-DD2F-134E-AA10-054F145A693C}">
      <dsp:nvSpPr>
        <dsp:cNvPr id="0" name=""/>
        <dsp:cNvSpPr/>
      </dsp:nvSpPr>
      <dsp:spPr>
        <a:xfrm>
          <a:off x="0" y="1133479"/>
          <a:ext cx="10641297"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7BEFCD-C1F1-7642-9DA8-001294747DFA}">
      <dsp:nvSpPr>
        <dsp:cNvPr id="0" name=""/>
        <dsp:cNvSpPr/>
      </dsp:nvSpPr>
      <dsp:spPr>
        <a:xfrm>
          <a:off x="0" y="1133479"/>
          <a:ext cx="10641297" cy="1130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So file storage, operating system and compute capability are all coupled together to some degree</a:t>
          </a:r>
        </a:p>
      </dsp:txBody>
      <dsp:txXfrm>
        <a:off x="0" y="1133479"/>
        <a:ext cx="10641297" cy="1130165"/>
      </dsp:txXfrm>
    </dsp:sp>
    <dsp:sp modelId="{BE91ABD2-BB14-464A-98F7-9A181DF3B91B}">
      <dsp:nvSpPr>
        <dsp:cNvPr id="0" name=""/>
        <dsp:cNvSpPr/>
      </dsp:nvSpPr>
      <dsp:spPr>
        <a:xfrm>
          <a:off x="0" y="2263645"/>
          <a:ext cx="10641297"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E41D7B-827B-6A49-ABFD-72DA18C20D9A}">
      <dsp:nvSpPr>
        <dsp:cNvPr id="0" name=""/>
        <dsp:cNvSpPr/>
      </dsp:nvSpPr>
      <dsp:spPr>
        <a:xfrm>
          <a:off x="0" y="2263645"/>
          <a:ext cx="10641297" cy="1130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For example, the Linux file system is organized differently to  that provided via MS Windows</a:t>
          </a:r>
        </a:p>
      </dsp:txBody>
      <dsp:txXfrm>
        <a:off x="0" y="2263645"/>
        <a:ext cx="10641297" cy="1130165"/>
      </dsp:txXfrm>
    </dsp:sp>
    <dsp:sp modelId="{B55F6D26-7BA4-0042-9D6B-E4E514286E41}">
      <dsp:nvSpPr>
        <dsp:cNvPr id="0" name=""/>
        <dsp:cNvSpPr/>
      </dsp:nvSpPr>
      <dsp:spPr>
        <a:xfrm>
          <a:off x="0" y="3393810"/>
          <a:ext cx="10641297"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20CF46-EDCD-504F-93BA-7A736FE1A1BA}">
      <dsp:nvSpPr>
        <dsp:cNvPr id="0" name=""/>
        <dsp:cNvSpPr/>
      </dsp:nvSpPr>
      <dsp:spPr>
        <a:xfrm>
          <a:off x="0" y="3393810"/>
          <a:ext cx="10641297" cy="1130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And that means that Windows files can only be read if you have an active Windows machine (or translation software)</a:t>
          </a:r>
        </a:p>
      </dsp:txBody>
      <dsp:txXfrm>
        <a:off x="0" y="3393810"/>
        <a:ext cx="10641297" cy="1130165"/>
      </dsp:txXfrm>
    </dsp:sp>
    <dsp:sp modelId="{3350A7A9-837D-7145-9855-5D5D02399779}">
      <dsp:nvSpPr>
        <dsp:cNvPr id="0" name=""/>
        <dsp:cNvSpPr/>
      </dsp:nvSpPr>
      <dsp:spPr>
        <a:xfrm>
          <a:off x="0" y="4523975"/>
          <a:ext cx="10641297"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0227B8-E633-1848-AF56-40ECE45B850E}">
      <dsp:nvSpPr>
        <dsp:cNvPr id="0" name=""/>
        <dsp:cNvSpPr/>
      </dsp:nvSpPr>
      <dsp:spPr>
        <a:xfrm>
          <a:off x="0" y="4523975"/>
          <a:ext cx="10641297" cy="1130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The storage systems that file systems are built over CAN be expanded to files of almost and size</a:t>
          </a:r>
        </a:p>
      </dsp:txBody>
      <dsp:txXfrm>
        <a:off x="0" y="4523975"/>
        <a:ext cx="10641297" cy="1130165"/>
      </dsp:txXfrm>
    </dsp:sp>
    <dsp:sp modelId="{346C68AA-923D-E648-9FF1-4C5F07142ED8}">
      <dsp:nvSpPr>
        <dsp:cNvPr id="0" name=""/>
        <dsp:cNvSpPr/>
      </dsp:nvSpPr>
      <dsp:spPr>
        <a:xfrm>
          <a:off x="0" y="5654141"/>
          <a:ext cx="10641297"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986075-2452-E047-9372-44C1A4796A5F}">
      <dsp:nvSpPr>
        <dsp:cNvPr id="0" name=""/>
        <dsp:cNvSpPr/>
      </dsp:nvSpPr>
      <dsp:spPr>
        <a:xfrm>
          <a:off x="0" y="5654141"/>
          <a:ext cx="10641297" cy="1130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But this requires costly hardware along with operational maintenance, and capability for backup and restore </a:t>
          </a:r>
        </a:p>
      </dsp:txBody>
      <dsp:txXfrm>
        <a:off x="0" y="5654141"/>
        <a:ext cx="10641297" cy="113016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A2261B69-B60C-4C28-9B4D-2FDE71D22B23}" type="slidenum">
              <a:rPr lang="en-US" smtClean="0"/>
              <a:t>23</a:t>
            </a:fld>
            <a:endParaRPr lang="en-US" dirty="0"/>
          </a:p>
        </p:txBody>
      </p:sp>
    </p:spTree>
    <p:extLst>
      <p:ext uri="{BB962C8B-B14F-4D97-AF65-F5344CB8AC3E}">
        <p14:creationId xmlns:p14="http://schemas.microsoft.com/office/powerpoint/2010/main" val="3836039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A2261B69-B60C-4C28-9B4D-2FDE71D22B23}" type="slidenum">
              <a:rPr lang="en-US" smtClean="0"/>
              <a:t>24</a:t>
            </a:fld>
            <a:endParaRPr lang="en-US" dirty="0"/>
          </a:p>
        </p:txBody>
      </p:sp>
    </p:spTree>
    <p:extLst>
      <p:ext uri="{BB962C8B-B14F-4D97-AF65-F5344CB8AC3E}">
        <p14:creationId xmlns:p14="http://schemas.microsoft.com/office/powerpoint/2010/main" val="2183012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A536A5-2511-45D9-8AD9-23F11C951D17}" type="datetime1">
              <a:rPr lang="en-US" smtClean="0"/>
              <a:t>7/8/2024</a:t>
            </a:fld>
            <a:endParaRPr lang="en-US" dirty="0"/>
          </a:p>
        </p:txBody>
      </p:sp>
      <p:sp>
        <p:nvSpPr>
          <p:cNvPr id="4" name="Footer Placeholder 3"/>
          <p:cNvSpPr>
            <a:spLocks noGrp="1"/>
          </p:cNvSpPr>
          <p:nvPr>
            <p:ph type="ftr" sz="quarter" idx="11"/>
          </p:nvPr>
        </p:nvSpPr>
        <p:spPr/>
        <p:txBody>
          <a:bodyPr/>
          <a:lstStyle/>
          <a:p>
            <a:r>
              <a:rPr lang="sk-SK" dirty="0"/>
              <a:t>CSP554</a:t>
            </a:r>
            <a:r>
              <a:rPr lang="en-US" dirty="0"/>
              <a:t> Module 02a</a:t>
            </a:r>
          </a:p>
        </p:txBody>
      </p:sp>
      <p:sp>
        <p:nvSpPr>
          <p:cNvPr id="5" name="Slide Number Placeholder 4"/>
          <p:cNvSpPr>
            <a:spLocks noGrp="1"/>
          </p:cNvSpPr>
          <p:nvPr>
            <p:ph type="sldNum" sz="quarter" idx="12"/>
          </p:nvPr>
        </p:nvSpPr>
        <p:spPr/>
        <p:txBody>
          <a:bodyPr/>
          <a:lstStyle/>
          <a:p>
            <a:fld id="{9AA7C465-8597-4488-B68C-958448427716}" type="slidenum">
              <a:rPr lang="en-US" smtClean="0"/>
              <a:t>‹#›</a:t>
            </a:fld>
            <a:endParaRPr lang="en-US" dirty="0"/>
          </a:p>
        </p:txBody>
      </p:sp>
    </p:spTree>
    <p:extLst>
      <p:ext uri="{BB962C8B-B14F-4D97-AF65-F5344CB8AC3E}">
        <p14:creationId xmlns:p14="http://schemas.microsoft.com/office/powerpoint/2010/main" val="1593139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bucket-name.s3.region-code.amazonaws.com/key-nam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p:txBody>
          <a:bodyPr/>
          <a:lstStyle/>
          <a:p>
            <a:r>
              <a:rPr lang="en-US" dirty="0"/>
              <a:t>Module 2: Lesson 4 </a:t>
            </a:r>
            <a:br>
              <a:rPr lang="en-US" dirty="0"/>
            </a:br>
            <a:r>
              <a:rPr lang="en-US" sz="5400" dirty="0"/>
              <a:t>Cloud Object Storage for Big Data </a:t>
            </a:r>
          </a:p>
        </p:txBody>
      </p:sp>
    </p:spTree>
    <p:custDataLst>
      <p:tags r:id="rId1"/>
    </p:custDataLst>
    <p:extLst>
      <p:ext uri="{BB962C8B-B14F-4D97-AF65-F5344CB8AC3E}">
        <p14:creationId xmlns:p14="http://schemas.microsoft.com/office/powerpoint/2010/main" val="3326979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4BC4E-6900-5541-BFB7-0A345377DE0D}"/>
              </a:ext>
            </a:extLst>
          </p:cNvPr>
          <p:cNvSpPr>
            <a:spLocks noGrp="1"/>
          </p:cNvSpPr>
          <p:nvPr>
            <p:ph type="title"/>
          </p:nvPr>
        </p:nvSpPr>
        <p:spPr/>
        <p:txBody>
          <a:bodyPr>
            <a:normAutofit/>
          </a:bodyPr>
          <a:lstStyle/>
          <a:p>
            <a:r>
              <a:rPr lang="en-US" dirty="0"/>
              <a:t>First Let’s Think of File Systems</a:t>
            </a:r>
          </a:p>
        </p:txBody>
      </p:sp>
      <p:graphicFrame>
        <p:nvGraphicFramePr>
          <p:cNvPr id="10" name="Diagram 9" descr="A set of statements about file systems and their dependencies:&#10;&#10;&quot;When you access a file system you must do so through a server or virtual machine running an operating system.&quot;&#10;&quot;So file storage, operating system, and compute capability are all coupled together to some degree.&quot;&#10;&quot;For example, the Linux file system is organized differently to that provided via MS Windows.&quot;&#10;&quot;And that means that Windows files can only be read if you have an active Windows machine (or translation software).&quot;&#10;&quot;The storage systems that file systems are built over CAN be expanded to files of almost any size.&quot;&#10;&quot;But this requires costly hardware along with operational maintenance, and capability for backup and restore.&quot;">
            <a:extLst>
              <a:ext uri="{FF2B5EF4-FFF2-40B4-BE49-F238E27FC236}">
                <a16:creationId xmlns:a16="http://schemas.microsoft.com/office/drawing/2014/main" id="{EC7DCD20-4AFF-4808-AC3F-FA5814B81914}"/>
              </a:ext>
            </a:extLst>
          </p:cNvPr>
          <p:cNvGraphicFramePr/>
          <p:nvPr>
            <p:extLst>
              <p:ext uri="{D42A27DB-BD31-4B8C-83A1-F6EECF244321}">
                <p14:modId xmlns:p14="http://schemas.microsoft.com/office/powerpoint/2010/main" val="3721252379"/>
              </p:ext>
            </p:extLst>
          </p:nvPr>
        </p:nvGraphicFramePr>
        <p:xfrm>
          <a:off x="1098550" y="2038879"/>
          <a:ext cx="10641297" cy="67876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5" name="Picture 54" descr="A vertical flowchart with red rectangles connected by downward-pointing arrows, depicting the hierarchical relationship of system components in managing storage:&#10;&#10;&quot;Application&quot;&#10;&quot;Programmatic Interface (Local or HDFS)&quot;&#10;&quot;Operating System&quot;&#10;&quot;File Manager&quot;&#10;&quot;Device Driver&quot;&#10;&quot;Storage System&quot;">
            <a:extLst>
              <a:ext uri="{FF2B5EF4-FFF2-40B4-BE49-F238E27FC236}">
                <a16:creationId xmlns:a16="http://schemas.microsoft.com/office/drawing/2014/main" id="{6F1A545A-3E5A-D824-E5F1-B3CAD4DC7C37}"/>
              </a:ext>
            </a:extLst>
          </p:cNvPr>
          <p:cNvPicPr>
            <a:picLocks noChangeAspect="1"/>
          </p:cNvPicPr>
          <p:nvPr/>
        </p:nvPicPr>
        <p:blipFill>
          <a:blip r:embed="rId7"/>
          <a:stretch>
            <a:fillRect/>
          </a:stretch>
        </p:blipFill>
        <p:spPr>
          <a:xfrm>
            <a:off x="13730288" y="1738746"/>
            <a:ext cx="2880879" cy="6830290"/>
          </a:xfrm>
          <a:prstGeom prst="rect">
            <a:avLst/>
          </a:prstGeom>
        </p:spPr>
      </p:pic>
    </p:spTree>
    <p:extLst>
      <p:ext uri="{BB962C8B-B14F-4D97-AF65-F5344CB8AC3E}">
        <p14:creationId xmlns:p14="http://schemas.microsoft.com/office/powerpoint/2010/main" val="3224630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Now Let’s Think About the Internet</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ffectLst/>
                <a:ea typeface="Calibri" panose="020F0502020204030204" pitchFamily="34" charset="0"/>
                <a:cs typeface="Times New Roman" panose="02020603050405020304" pitchFamily="18" charset="0"/>
              </a:rPr>
              <a:t>You can retrieve a pdf document, a music or video file, a web page, an image, </a:t>
            </a:r>
            <a:r>
              <a:rPr lang="en-US" sz="2800" dirty="0">
                <a:solidFill>
                  <a:schemeClr val="bg2"/>
                </a:solidFill>
                <a:ea typeface="Calibri" panose="020F0502020204030204" pitchFamily="34" charset="0"/>
                <a:cs typeface="Times New Roman" panose="02020603050405020304" pitchFamily="18" charset="0"/>
              </a:rPr>
              <a:t>and </a:t>
            </a:r>
            <a:r>
              <a:rPr lang="en-US" sz="2800" dirty="0">
                <a:solidFill>
                  <a:schemeClr val="bg2"/>
                </a:solidFill>
                <a:effectLst/>
                <a:ea typeface="Calibri" panose="020F0502020204030204" pitchFamily="34" charset="0"/>
                <a:cs typeface="Times New Roman" panose="02020603050405020304" pitchFamily="18" charset="0"/>
              </a:rPr>
              <a:t>so forth</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Consider the providers of this content as offering storage services holding content until you request it</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algn="ctr">
              <a:spcBef>
                <a:spcPts val="0"/>
              </a:spcBef>
              <a:spcAft>
                <a:spcPts val="0"/>
              </a:spcAft>
            </a:pPr>
            <a:r>
              <a:rPr lang="en-US" sz="2800" dirty="0">
                <a:solidFill>
                  <a:schemeClr val="tx1"/>
                </a:solidFill>
                <a:effectLst/>
                <a:ea typeface="Calibri" panose="020F0502020204030204" pitchFamily="34" charset="0"/>
                <a:cs typeface="Times New Roman" panose="02020603050405020304" pitchFamily="18" charset="0"/>
              </a:rPr>
              <a:t>And the interface to these services is the HTTP protocol: GET content, PUT content, etc.</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These services are file system interface and operating system independent and leave it to the requestor to interpret the stored content</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And the requestor does not care through what means or where the content was stored</a:t>
            </a:r>
          </a:p>
        </p:txBody>
      </p:sp>
      <p:sp>
        <p:nvSpPr>
          <p:cNvPr id="14" name="Rectangle 13">
            <a:extLst>
              <a:ext uri="{FF2B5EF4-FFF2-40B4-BE49-F238E27FC236}">
                <a16:creationId xmlns:a16="http://schemas.microsoft.com/office/drawing/2014/main" id="{F1AC3EB0-949C-4C3A-4E8D-AFEE364D835C}"/>
              </a:ext>
            </a:extLst>
          </p:cNvPr>
          <p:cNvSpPr/>
          <p:nvPr/>
        </p:nvSpPr>
        <p:spPr>
          <a:xfrm>
            <a:off x="30479" y="755713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2722938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Let’s Think More About the Internet</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6177339"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600" b="0" i="0" dirty="0">
                <a:solidFill>
                  <a:schemeClr val="bg2"/>
                </a:solidFill>
                <a:effectLst/>
              </a:rPr>
              <a:t>There is no notion of directories or subdirectories, just a host name and a path to the content of interest</a:t>
            </a:r>
          </a:p>
        </p:txBody>
      </p:sp>
      <p:sp>
        <p:nvSpPr>
          <p:cNvPr id="5" name="Rectangle 4">
            <a:extLst>
              <a:ext uri="{FF2B5EF4-FFF2-40B4-BE49-F238E27FC236}">
                <a16:creationId xmlns:a16="http://schemas.microsoft.com/office/drawing/2014/main" id="{3ED4DE36-52C0-CB95-BACC-337A00B1A90C}"/>
              </a:ext>
            </a:extLst>
          </p:cNvPr>
          <p:cNvSpPr/>
          <p:nvPr/>
        </p:nvSpPr>
        <p:spPr>
          <a:xfrm>
            <a:off x="1232454" y="3895725"/>
            <a:ext cx="617733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600" b="0" i="0" dirty="0">
                <a:solidFill>
                  <a:schemeClr val="tx1"/>
                </a:solidFill>
                <a:effectLst/>
              </a:rPr>
              <a:t>The host name is the name of a container for content</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6177339"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600" b="0" i="0" dirty="0">
                <a:solidFill>
                  <a:schemeClr val="tx1"/>
                </a:solidFill>
                <a:effectLst/>
              </a:rPr>
              <a:t>The path identifies (uniquely names) the specific content </a:t>
            </a:r>
            <a:r>
              <a:rPr lang="en-US" sz="2600" dirty="0">
                <a:solidFill>
                  <a:schemeClr val="tx1"/>
                </a:solidFill>
              </a:rPr>
              <a:t>item</a:t>
            </a:r>
            <a:endParaRPr lang="en-US" sz="2600" b="0" i="0" dirty="0">
              <a:solidFill>
                <a:schemeClr val="tx1"/>
              </a:solidFill>
              <a:effectLst/>
            </a:endParaRP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6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6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6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7038975"/>
            <a:ext cx="6177339"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600" b="0" i="0" dirty="0">
                <a:solidFill>
                  <a:schemeClr val="bg2"/>
                </a:solidFill>
                <a:effectLst/>
              </a:rPr>
              <a:t>And the interface to these services is via a standard Internet (HTTP) protocol </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600" dirty="0"/>
          </a:p>
        </p:txBody>
      </p:sp>
      <p:sp>
        <p:nvSpPr>
          <p:cNvPr id="14" name="TextBox 13">
            <a:extLst>
              <a:ext uri="{FF2B5EF4-FFF2-40B4-BE49-F238E27FC236}">
                <a16:creationId xmlns:a16="http://schemas.microsoft.com/office/drawing/2014/main" id="{4C3759A3-A878-AFEB-E6E4-B0F53FBC80EE}"/>
              </a:ext>
            </a:extLst>
          </p:cNvPr>
          <p:cNvSpPr txBox="1"/>
          <p:nvPr/>
        </p:nvSpPr>
        <p:spPr>
          <a:xfrm>
            <a:off x="8563417" y="2805244"/>
            <a:ext cx="9566927" cy="523220"/>
          </a:xfrm>
          <a:prstGeom prst="rect">
            <a:avLst/>
          </a:prstGeom>
          <a:noFill/>
        </p:spPr>
        <p:txBody>
          <a:bodyPr wrap="square">
            <a:spAutoFit/>
          </a:bodyPr>
          <a:lstStyle/>
          <a:p>
            <a:pPr marL="0" indent="0">
              <a:buNone/>
            </a:pPr>
            <a:r>
              <a:rPr lang="en-US" sz="2800" dirty="0"/>
              <a:t>http://www.somehostname.com/documents/grades.pdf</a:t>
            </a:r>
          </a:p>
        </p:txBody>
      </p:sp>
      <p:sp>
        <p:nvSpPr>
          <p:cNvPr id="15" name="TextBox 14">
            <a:extLst>
              <a:ext uri="{FF2B5EF4-FFF2-40B4-BE49-F238E27FC236}">
                <a16:creationId xmlns:a16="http://schemas.microsoft.com/office/drawing/2014/main" id="{5BCE0B66-B291-8D7E-C96D-B823BD3FB5EC}"/>
              </a:ext>
            </a:extLst>
          </p:cNvPr>
          <p:cNvSpPr txBox="1"/>
          <p:nvPr/>
        </p:nvSpPr>
        <p:spPr>
          <a:xfrm>
            <a:off x="8563417" y="4400139"/>
            <a:ext cx="9566927" cy="523220"/>
          </a:xfrm>
          <a:prstGeom prst="rect">
            <a:avLst/>
          </a:prstGeom>
          <a:noFill/>
        </p:spPr>
        <p:txBody>
          <a:bodyPr wrap="square">
            <a:spAutoFit/>
          </a:bodyPr>
          <a:lstStyle/>
          <a:p>
            <a:pPr marL="0" indent="0">
              <a:buNone/>
            </a:pPr>
            <a:r>
              <a:rPr lang="en-US" sz="2800" dirty="0"/>
              <a:t>/www.somehostname.com</a:t>
            </a:r>
          </a:p>
        </p:txBody>
      </p:sp>
      <p:sp>
        <p:nvSpPr>
          <p:cNvPr id="17" name="TextBox 16">
            <a:extLst>
              <a:ext uri="{FF2B5EF4-FFF2-40B4-BE49-F238E27FC236}">
                <a16:creationId xmlns:a16="http://schemas.microsoft.com/office/drawing/2014/main" id="{8DAFF5E1-29FE-8F99-A97E-7AA6B7258F66}"/>
              </a:ext>
            </a:extLst>
          </p:cNvPr>
          <p:cNvSpPr txBox="1"/>
          <p:nvPr/>
        </p:nvSpPr>
        <p:spPr>
          <a:xfrm>
            <a:off x="8563417" y="5900440"/>
            <a:ext cx="9566927" cy="523220"/>
          </a:xfrm>
          <a:prstGeom prst="rect">
            <a:avLst/>
          </a:prstGeom>
          <a:noFill/>
        </p:spPr>
        <p:txBody>
          <a:bodyPr wrap="square">
            <a:spAutoFit/>
          </a:bodyPr>
          <a:lstStyle/>
          <a:p>
            <a:pPr marL="0" indent="0">
              <a:buNone/>
            </a:pPr>
            <a:r>
              <a:rPr lang="en-US" sz="2800" dirty="0"/>
              <a:t>documents/grades.pdf</a:t>
            </a:r>
          </a:p>
        </p:txBody>
      </p:sp>
      <p:sp>
        <p:nvSpPr>
          <p:cNvPr id="18" name="Right Arrow 17">
            <a:extLst>
              <a:ext uri="{FF2B5EF4-FFF2-40B4-BE49-F238E27FC236}">
                <a16:creationId xmlns:a16="http://schemas.microsoft.com/office/drawing/2014/main" id="{A13CFD1E-EB0F-D330-D333-C500963F427A}"/>
              </a:ext>
              <a:ext uri="{C183D7F6-B498-43B3-948B-1728B52AA6E4}">
                <adec:decorative xmlns:adec="http://schemas.microsoft.com/office/drawing/2017/decorative" val="1"/>
              </a:ext>
            </a:extLst>
          </p:cNvPr>
          <p:cNvSpPr/>
          <p:nvPr/>
        </p:nvSpPr>
        <p:spPr>
          <a:xfrm>
            <a:off x="7598978" y="2767309"/>
            <a:ext cx="822960" cy="66215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Right Arrow 18">
            <a:extLst>
              <a:ext uri="{FF2B5EF4-FFF2-40B4-BE49-F238E27FC236}">
                <a16:creationId xmlns:a16="http://schemas.microsoft.com/office/drawing/2014/main" id="{8E0142B0-F438-5287-C96C-AA3F98AD31B1}"/>
              </a:ext>
              <a:ext uri="{C183D7F6-B498-43B3-948B-1728B52AA6E4}">
                <adec:decorative xmlns:adec="http://schemas.microsoft.com/office/drawing/2017/decorative" val="1"/>
              </a:ext>
            </a:extLst>
          </p:cNvPr>
          <p:cNvSpPr/>
          <p:nvPr/>
        </p:nvSpPr>
        <p:spPr>
          <a:xfrm>
            <a:off x="7593723" y="4370135"/>
            <a:ext cx="822960" cy="66215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ight Arrow 19">
            <a:extLst>
              <a:ext uri="{FF2B5EF4-FFF2-40B4-BE49-F238E27FC236}">
                <a16:creationId xmlns:a16="http://schemas.microsoft.com/office/drawing/2014/main" id="{0DAC4F42-2267-D46B-A112-711D3F0D2E28}"/>
              </a:ext>
              <a:ext uri="{C183D7F6-B498-43B3-948B-1728B52AA6E4}">
                <adec:decorative xmlns:adec="http://schemas.microsoft.com/office/drawing/2017/decorative" val="1"/>
              </a:ext>
            </a:extLst>
          </p:cNvPr>
          <p:cNvSpPr/>
          <p:nvPr/>
        </p:nvSpPr>
        <p:spPr>
          <a:xfrm>
            <a:off x="7593723" y="5856561"/>
            <a:ext cx="822960" cy="66215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22501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From the Internet to Cloud Object Stores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0055657"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ffectLst/>
                <a:ea typeface="Calibri" panose="020F0502020204030204" pitchFamily="34" charset="0"/>
                <a:cs typeface="Times New Roman" panose="02020603050405020304" pitchFamily="18" charset="0"/>
              </a:rPr>
              <a:t>What if we were able to provide storage of content</a:t>
            </a:r>
          </a:p>
          <a:p>
            <a:pPr marL="0" marR="0" algn="ctr">
              <a:spcBef>
                <a:spcPts val="0"/>
              </a:spcBef>
              <a:spcAft>
                <a:spcPts val="0"/>
              </a:spcAft>
            </a:pPr>
            <a:r>
              <a:rPr lang="en-US" sz="2800" dirty="0">
                <a:solidFill>
                  <a:schemeClr val="bg2"/>
                </a:solidFill>
                <a:effectLst/>
                <a:ea typeface="Calibri" panose="020F0502020204030204" pitchFamily="34" charset="0"/>
                <a:cs typeface="Times New Roman" panose="02020603050405020304" pitchFamily="18" charset="0"/>
              </a:rPr>
              <a:t>independent of servers, operating systems and file systems?</a:t>
            </a:r>
          </a:p>
        </p:txBody>
      </p:sp>
      <p:sp>
        <p:nvSpPr>
          <p:cNvPr id="5" name="Rectangle 4">
            <a:extLst>
              <a:ext uri="{FF2B5EF4-FFF2-40B4-BE49-F238E27FC236}">
                <a16:creationId xmlns:a16="http://schemas.microsoft.com/office/drawing/2014/main" id="{3ED4DE36-52C0-CB95-BACC-337A00B1A90C}"/>
              </a:ext>
            </a:extLst>
          </p:cNvPr>
          <p:cNvSpPr/>
          <p:nvPr/>
        </p:nvSpPr>
        <p:spPr>
          <a:xfrm>
            <a:off x="1232454" y="3743325"/>
            <a:ext cx="10055656"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What if we made this storage available as a service over the Internet?</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0055657"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algn="ctr">
              <a:spcBef>
                <a:spcPts val="0"/>
              </a:spcBef>
              <a:spcAft>
                <a:spcPts val="0"/>
              </a:spcAft>
            </a:pPr>
            <a:r>
              <a:rPr lang="en-US" sz="2800" dirty="0">
                <a:solidFill>
                  <a:schemeClr val="tx1"/>
                </a:solidFill>
                <a:effectLst/>
                <a:ea typeface="Calibri" panose="020F0502020204030204" pitchFamily="34" charset="0"/>
                <a:cs typeface="Times New Roman" panose="02020603050405020304" pitchFamily="18" charset="0"/>
              </a:rPr>
              <a:t>What is this service could store terabytes to petabytes of data?</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0055657"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What is this service was highly available, very durable, secure?</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0055657"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Oh, and what if it was cost effective, too?</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2" name="TextBox 11">
            <a:extLst>
              <a:ext uri="{FF2B5EF4-FFF2-40B4-BE49-F238E27FC236}">
                <a16:creationId xmlns:a16="http://schemas.microsoft.com/office/drawing/2014/main" id="{771495C6-387A-6B3B-925D-49F21A2AE227}"/>
              </a:ext>
            </a:extLst>
          </p:cNvPr>
          <p:cNvSpPr txBox="1"/>
          <p:nvPr/>
        </p:nvSpPr>
        <p:spPr>
          <a:xfrm>
            <a:off x="12155766" y="4920201"/>
            <a:ext cx="4994493" cy="1077218"/>
          </a:xfrm>
          <a:prstGeom prst="rect">
            <a:avLst/>
          </a:prstGeom>
          <a:noFill/>
        </p:spPr>
        <p:txBody>
          <a:bodyPr wrap="square">
            <a:spAutoFit/>
          </a:bodyPr>
          <a:lstStyle/>
          <a:p>
            <a:pPr algn="ctr"/>
            <a:r>
              <a:rPr lang="en-US" sz="3200" dirty="0"/>
              <a:t>Then we would have a</a:t>
            </a:r>
          </a:p>
          <a:p>
            <a:pPr algn="ctr"/>
            <a:r>
              <a:rPr lang="en-US" sz="3200" b="1" dirty="0"/>
              <a:t>Cloud Object Store</a:t>
            </a:r>
          </a:p>
        </p:txBody>
      </p:sp>
      <p:sp>
        <p:nvSpPr>
          <p:cNvPr id="16" name="Right Brace 15">
            <a:extLst>
              <a:ext uri="{FF2B5EF4-FFF2-40B4-BE49-F238E27FC236}">
                <a16:creationId xmlns:a16="http://schemas.microsoft.com/office/drawing/2014/main" id="{7D0B0D47-169A-8AD9-D9E4-EF5540AB6ED6}"/>
              </a:ext>
              <a:ext uri="{C183D7F6-B498-43B3-948B-1728B52AA6E4}">
                <adec:decorative xmlns:adec="http://schemas.microsoft.com/office/drawing/2017/decorative" val="1"/>
              </a:ext>
            </a:extLst>
          </p:cNvPr>
          <p:cNvSpPr/>
          <p:nvPr/>
        </p:nvSpPr>
        <p:spPr>
          <a:xfrm>
            <a:off x="11571890" y="2446020"/>
            <a:ext cx="756744" cy="6118860"/>
          </a:xfrm>
          <a:prstGeom prst="rightBrace">
            <a:avLst/>
          </a:pr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455494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6BEF-E704-D10E-D88B-9B13CF8924C5}"/>
              </a:ext>
            </a:extLst>
          </p:cNvPr>
          <p:cNvSpPr>
            <a:spLocks noGrp="1"/>
          </p:cNvSpPr>
          <p:nvPr>
            <p:ph type="title"/>
          </p:nvPr>
        </p:nvSpPr>
        <p:spPr/>
        <p:txBody>
          <a:bodyPr/>
          <a:lstStyle/>
          <a:p>
            <a:r>
              <a:rPr lang="en-US" dirty="0"/>
              <a:t>What is a Cloud Object Store</a:t>
            </a:r>
          </a:p>
        </p:txBody>
      </p:sp>
      <p:pic>
        <p:nvPicPr>
          <p:cNvPr id="19" name="Picture 18" descr="This image illustrates the process of a user interacting with an object store service in a public cloud. Here is a detailed description for accessibility purposes:&#10;&#10;1. **User:** A human figure icon representing the user.&#10;2. **Upload or Download Content:** An arrow pointing to the right, labeled &quot;Upload or download content,&quot; signifying that the user can upload or download data.&#10;3. **Internet:** A cloud icon representing the internet, connected to the user by a bidirectional arrow labeled &quot;http/https,&quot; indicating the use of these protocols for data transfer.&#10;4. **Object Store Service:** A red vertical rectangle labeled &quot;Object Store Service,&quot; located within the public cloud section.&#10;5. **Public Cloud:** A blue box labeled &quot;Public Cloud,&quot; containing the object store service.&#10;6. **Collection and Objects:** Inside the public cloud box, there are two gray boxes labeled &quot;Collection,&quot; each containing two smaller blue boxes labeled &quot;Object,&quot; signifying that the collections store multiple objects.&#10;&#10;Overall, the image depicts the user's ability to upload or download content to or from an object store service hosted in a public cloud via the internet.">
            <a:extLst>
              <a:ext uri="{FF2B5EF4-FFF2-40B4-BE49-F238E27FC236}">
                <a16:creationId xmlns:a16="http://schemas.microsoft.com/office/drawing/2014/main" id="{F3BC4BB1-3642-B92E-DCFF-E571561711D8}"/>
              </a:ext>
            </a:extLst>
          </p:cNvPr>
          <p:cNvPicPr>
            <a:picLocks noChangeAspect="1"/>
          </p:cNvPicPr>
          <p:nvPr/>
        </p:nvPicPr>
        <p:blipFill rotWithShape="1">
          <a:blip r:embed="rId2"/>
          <a:srcRect b="7866"/>
          <a:stretch/>
        </p:blipFill>
        <p:spPr>
          <a:xfrm>
            <a:off x="2334589" y="5801711"/>
            <a:ext cx="13659527" cy="3153104"/>
          </a:xfrm>
          <a:prstGeom prst="rect">
            <a:avLst/>
          </a:prstGeom>
        </p:spPr>
      </p:pic>
      <p:sp>
        <p:nvSpPr>
          <p:cNvPr id="24" name="Rectangle 23">
            <a:extLst>
              <a:ext uri="{FF2B5EF4-FFF2-40B4-BE49-F238E27FC236}">
                <a16:creationId xmlns:a16="http://schemas.microsoft.com/office/drawing/2014/main" id="{5027AF58-F287-656C-1E87-A1F64EFC1F7B}"/>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200" b="1" dirty="0">
                <a:solidFill>
                  <a:schemeClr val="bg2"/>
                </a:solidFill>
              </a:rPr>
              <a:t>Managed cloud data storage service accessible from the Internet</a:t>
            </a:r>
          </a:p>
        </p:txBody>
      </p:sp>
      <p:sp>
        <p:nvSpPr>
          <p:cNvPr id="25" name="Rectangle 24">
            <a:extLst>
              <a:ext uri="{FF2B5EF4-FFF2-40B4-BE49-F238E27FC236}">
                <a16:creationId xmlns:a16="http://schemas.microsoft.com/office/drawing/2014/main" id="{009F4B0D-49CA-CAB5-59CC-A0E2D6F0064C}"/>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ltLang="en-US" sz="2200" b="1" dirty="0">
                <a:solidFill>
                  <a:schemeClr val="tx1"/>
                </a:solidFill>
              </a:rPr>
              <a:t>An object is data (a sequence of bytes) tagged with a unique identifier  and associated with some metadata</a:t>
            </a:r>
          </a:p>
        </p:txBody>
      </p:sp>
      <p:sp>
        <p:nvSpPr>
          <p:cNvPr id="26" name="Rectangle 25">
            <a:extLst>
              <a:ext uri="{FF2B5EF4-FFF2-40B4-BE49-F238E27FC236}">
                <a16:creationId xmlns:a16="http://schemas.microsoft.com/office/drawing/2014/main" id="{4F88F61C-9984-1A1D-F1D6-7AC608D1CE69}"/>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b="1" dirty="0">
                <a:solidFill>
                  <a:schemeClr val="bg2"/>
                </a:solidFill>
              </a:rPr>
              <a:t>Objects can be grouped into collections, each having a unique</a:t>
            </a:r>
            <a:r>
              <a:rPr lang="en-US" sz="2200" b="1" i="0" dirty="0">
                <a:solidFill>
                  <a:schemeClr val="bg2"/>
                </a:solidFill>
                <a:effectLst/>
              </a:rPr>
              <a:t> name</a:t>
            </a:r>
          </a:p>
        </p:txBody>
      </p:sp>
      <p:sp>
        <p:nvSpPr>
          <p:cNvPr id="27" name="Rectangle 26">
            <a:extLst>
              <a:ext uri="{FF2B5EF4-FFF2-40B4-BE49-F238E27FC236}">
                <a16:creationId xmlns:a16="http://schemas.microsoft.com/office/drawing/2014/main" id="{59A4959D-2960-A829-B054-4FD21732E8B4}"/>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200" b="1" i="0" dirty="0">
                <a:solidFill>
                  <a:schemeClr val="tx1"/>
                </a:solidFill>
                <a:effectLst/>
              </a:rPr>
              <a:t>Collections hold objects only and not other nested collections  (think no sub-directories)</a:t>
            </a:r>
          </a:p>
        </p:txBody>
      </p:sp>
      <p:sp>
        <p:nvSpPr>
          <p:cNvPr id="3" name="TextBox 2">
            <a:extLst>
              <a:ext uri="{FF2B5EF4-FFF2-40B4-BE49-F238E27FC236}">
                <a16:creationId xmlns:a16="http://schemas.microsoft.com/office/drawing/2014/main" id="{828AC4B5-F52B-776B-1B39-69E4B25E466A}"/>
              </a:ext>
            </a:extLst>
          </p:cNvPr>
          <p:cNvSpPr txBox="1"/>
          <p:nvPr/>
        </p:nvSpPr>
        <p:spPr>
          <a:xfrm>
            <a:off x="5002306" y="8384871"/>
            <a:ext cx="1449436" cy="461665"/>
          </a:xfrm>
          <a:prstGeom prst="rect">
            <a:avLst/>
          </a:prstGeom>
          <a:noFill/>
        </p:spPr>
        <p:txBody>
          <a:bodyPr wrap="none" rtlCol="0">
            <a:spAutoFit/>
          </a:bodyPr>
          <a:lstStyle/>
          <a:p>
            <a:r>
              <a:rPr lang="en-US" sz="2400" dirty="0"/>
              <a:t>http/https</a:t>
            </a:r>
          </a:p>
        </p:txBody>
      </p:sp>
    </p:spTree>
    <p:extLst>
      <p:ext uri="{BB962C8B-B14F-4D97-AF65-F5344CB8AC3E}">
        <p14:creationId xmlns:p14="http://schemas.microsoft.com/office/powerpoint/2010/main" val="3824206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6BEF-E704-D10E-D88B-9B13CF8924C5}"/>
              </a:ext>
            </a:extLst>
          </p:cNvPr>
          <p:cNvSpPr>
            <a:spLocks noGrp="1"/>
          </p:cNvSpPr>
          <p:nvPr>
            <p:ph type="title"/>
          </p:nvPr>
        </p:nvSpPr>
        <p:spPr/>
        <p:txBody>
          <a:bodyPr/>
          <a:lstStyle/>
          <a:p>
            <a:r>
              <a:rPr lang="en-US" dirty="0"/>
              <a:t>What is a Cloud Object Store</a:t>
            </a:r>
          </a:p>
        </p:txBody>
      </p:sp>
      <p:pic>
        <p:nvPicPr>
          <p:cNvPr id="19" name="Picture 18" descr="This image illustrates the process of a user interacting with an object store service in a public cloud. Here is a detailed description for accessibility purposes:&#10;&#10;1. **User:** A human figure icon representing the user.&#10;2. **Upload or Download Content:** An arrow pointing to the right, labeled &quot;Upload or download content,&quot; signifying that the user can upload or download data.&#10;3. **Internet:** A cloud icon representing the internet, connected to the user by a bidirectional arrow labeled &quot;http/https,&quot; indicating the use of these protocols for data transfer.&#10;4. **Object Store Service:** A red vertical rectangle labeled &quot;Object Store Service,&quot; located within the public cloud section.&#10;5. **Public Cloud:** A blue box labeled &quot;Public Cloud,&quot; containing the object store service.&#10;6. **Collection and Objects:** Inside the public cloud box, there are two gray boxes labeled &quot;Collection,&quot; each containing two smaller blue boxes labeled &quot;Object,&quot; signifying that the collections store multiple objects.&#10;&#10;Overall, the image depicts the user's ability to upload or download content to or from an object store service hosted in a public cloud via the internet.">
            <a:extLst>
              <a:ext uri="{FF2B5EF4-FFF2-40B4-BE49-F238E27FC236}">
                <a16:creationId xmlns:a16="http://schemas.microsoft.com/office/drawing/2014/main" id="{F3BC4BB1-3642-B92E-DCFF-E571561711D8}"/>
              </a:ext>
            </a:extLst>
          </p:cNvPr>
          <p:cNvPicPr>
            <a:picLocks noChangeAspect="1"/>
          </p:cNvPicPr>
          <p:nvPr/>
        </p:nvPicPr>
        <p:blipFill rotWithShape="1">
          <a:blip r:embed="rId2"/>
          <a:srcRect b="7866"/>
          <a:stretch/>
        </p:blipFill>
        <p:spPr>
          <a:xfrm>
            <a:off x="2334589" y="5801711"/>
            <a:ext cx="13659527" cy="3153104"/>
          </a:xfrm>
          <a:prstGeom prst="rect">
            <a:avLst/>
          </a:prstGeom>
        </p:spPr>
      </p:pic>
      <p:sp>
        <p:nvSpPr>
          <p:cNvPr id="24" name="Rectangle 23">
            <a:extLst>
              <a:ext uri="{FF2B5EF4-FFF2-40B4-BE49-F238E27FC236}">
                <a16:creationId xmlns:a16="http://schemas.microsoft.com/office/drawing/2014/main" id="{5027AF58-F287-656C-1E87-A1F64EFC1F7B}"/>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i="0" dirty="0">
                <a:solidFill>
                  <a:schemeClr val="bg2"/>
                </a:solidFill>
                <a:effectLst/>
              </a:rPr>
              <a:t>Designed to handle massive volumes of data</a:t>
            </a:r>
            <a:endParaRPr lang="en-US" sz="2400" dirty="0">
              <a:solidFill>
                <a:schemeClr val="bg2"/>
              </a:solidFill>
            </a:endParaRPr>
          </a:p>
        </p:txBody>
      </p:sp>
      <p:sp>
        <p:nvSpPr>
          <p:cNvPr id="25" name="Rectangle 24">
            <a:extLst>
              <a:ext uri="{FF2B5EF4-FFF2-40B4-BE49-F238E27FC236}">
                <a16:creationId xmlns:a16="http://schemas.microsoft.com/office/drawing/2014/main" id="{009F4B0D-49CA-CAB5-59CC-A0E2D6F0064C}"/>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b="1" dirty="0">
                <a:solidFill>
                  <a:schemeClr val="tx1"/>
                </a:solidFill>
              </a:rPr>
              <a:t>Ideal for large datasets that don’t change very often or that have a lot of associated metadata</a:t>
            </a:r>
          </a:p>
        </p:txBody>
      </p:sp>
      <p:sp>
        <p:nvSpPr>
          <p:cNvPr id="26" name="Rectangle 25">
            <a:extLst>
              <a:ext uri="{FF2B5EF4-FFF2-40B4-BE49-F238E27FC236}">
                <a16:creationId xmlns:a16="http://schemas.microsoft.com/office/drawing/2014/main" id="{4F88F61C-9984-1A1D-F1D6-7AC608D1CE69}"/>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1" dirty="0">
                <a:solidFill>
                  <a:schemeClr val="bg2"/>
                </a:solidFill>
              </a:rPr>
              <a:t>Employs redundancy and replication mechanisms to safeguard data against hardware failures, network outages, and other disruptions</a:t>
            </a:r>
            <a:endParaRPr lang="en-US" sz="2400" dirty="0">
              <a:solidFill>
                <a:schemeClr val="bg2"/>
              </a:solidFill>
            </a:endParaRPr>
          </a:p>
        </p:txBody>
      </p:sp>
      <p:sp>
        <p:nvSpPr>
          <p:cNvPr id="27" name="Rectangle 26">
            <a:extLst>
              <a:ext uri="{FF2B5EF4-FFF2-40B4-BE49-F238E27FC236}">
                <a16:creationId xmlns:a16="http://schemas.microsoft.com/office/drawing/2014/main" id="{59A4959D-2960-A829-B054-4FD21732E8B4}"/>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b="1" dirty="0">
                <a:solidFill>
                  <a:schemeClr val="tx1"/>
                </a:solidFill>
              </a:rPr>
              <a:t>Offers a cost-effective solution, as organizations only pay for the storage they consume </a:t>
            </a:r>
            <a:endParaRPr lang="en-US" sz="2400" dirty="0">
              <a:solidFill>
                <a:schemeClr val="tx1"/>
              </a:solidFill>
            </a:endParaRPr>
          </a:p>
        </p:txBody>
      </p:sp>
    </p:spTree>
    <p:extLst>
      <p:ext uri="{BB962C8B-B14F-4D97-AF65-F5344CB8AC3E}">
        <p14:creationId xmlns:p14="http://schemas.microsoft.com/office/powerpoint/2010/main" val="3585833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540C0-E4BD-7D4E-7F6E-2E5FAC434C3B}"/>
              </a:ext>
            </a:extLst>
          </p:cNvPr>
          <p:cNvSpPr>
            <a:spLocks noGrp="1"/>
          </p:cNvSpPr>
          <p:nvPr>
            <p:ph type="title"/>
          </p:nvPr>
        </p:nvSpPr>
        <p:spPr/>
        <p:txBody>
          <a:bodyPr/>
          <a:lstStyle/>
          <a:p>
            <a:r>
              <a:rPr lang="en-US" dirty="0"/>
              <a:t>File System Versus Cloud Object Store</a:t>
            </a:r>
          </a:p>
        </p:txBody>
      </p:sp>
      <p:pic>
        <p:nvPicPr>
          <p:cNvPr id="5" name="Picture 4" descr="This image depicts a hierarchical file system structure. Here is a detailed description for accessibility purposes:&#10;&#10;1. **File System (hierarchical structure):** The text at the bottom indicates that the image represents a hierarchical file system.&#10;&#10;2. **Database Icon:** A stack of disks icon on the left, symbolizing a data storage system or database.&#10;&#10;3. **Folders:** Three folder icons arranged vertically in the middle, each connected to the database icon by red arrows, indicating that the folders are part of the hierarchical structure originating from the database.&#10;&#10;4. **Files:** Each folder icon is connected to a document icon by red arrows, representing files stored within the folders.&#10;&#10;Overall, the image illustrates a file system where a database organizes data into folders, and each folder contains individual files, emphasizing the hierarchical nature of the structure.">
            <a:extLst>
              <a:ext uri="{FF2B5EF4-FFF2-40B4-BE49-F238E27FC236}">
                <a16:creationId xmlns:a16="http://schemas.microsoft.com/office/drawing/2014/main" id="{559FEB75-1DF3-DA7B-FFB8-4FC7E483EFD8}"/>
              </a:ext>
            </a:extLst>
          </p:cNvPr>
          <p:cNvPicPr>
            <a:picLocks noChangeAspect="1"/>
          </p:cNvPicPr>
          <p:nvPr/>
        </p:nvPicPr>
        <p:blipFill>
          <a:blip r:embed="rId2"/>
          <a:stretch>
            <a:fillRect/>
          </a:stretch>
        </p:blipFill>
        <p:spPr>
          <a:xfrm>
            <a:off x="2222789" y="2577378"/>
            <a:ext cx="6381750" cy="6690879"/>
          </a:xfrm>
          <a:prstGeom prst="rect">
            <a:avLst/>
          </a:prstGeom>
        </p:spPr>
      </p:pic>
      <p:pic>
        <p:nvPicPr>
          <p:cNvPr id="7" name="Picture 6" descr="This image illustrates a cloud object store with a flat structure. Here is a detailed description for accessibility purposes:&#10;&#10;1. **Cloud Object Store (flat structure):** The text at the bottom indicates that the image represents a cloud object store with a flat structure.&#10;&#10;2. **Cloud Icon:** A cloud icon on the left, symbolizing cloud storage or services.&#10;&#10;3. **Buckets:** Two bucket icons arranged vertically in the middle, each connected to the cloud icon by red arrows, representing storage containers or buckets within the cloud object store.&#10;&#10;4. **Files:** Each bucket icon is connected to a document icon by red arrows, representing files stored within the buckets.&#10;&#10;Overall, the image depicts a cloud object store where the cloud service organizes data into buckets, and each bucket contains individual files, emphasizing the flat structure of the storage system.">
            <a:extLst>
              <a:ext uri="{FF2B5EF4-FFF2-40B4-BE49-F238E27FC236}">
                <a16:creationId xmlns:a16="http://schemas.microsoft.com/office/drawing/2014/main" id="{891F8C44-A0B9-9258-4418-DAD33DDA5702}"/>
              </a:ext>
            </a:extLst>
          </p:cNvPr>
          <p:cNvPicPr>
            <a:picLocks noChangeAspect="1"/>
          </p:cNvPicPr>
          <p:nvPr/>
        </p:nvPicPr>
        <p:blipFill>
          <a:blip r:embed="rId3"/>
          <a:stretch>
            <a:fillRect/>
          </a:stretch>
        </p:blipFill>
        <p:spPr>
          <a:xfrm>
            <a:off x="9374332" y="2761817"/>
            <a:ext cx="6334990" cy="6322002"/>
          </a:xfrm>
          <a:prstGeom prst="rect">
            <a:avLst/>
          </a:prstGeom>
        </p:spPr>
      </p:pic>
    </p:spTree>
    <p:extLst>
      <p:ext uri="{BB962C8B-B14F-4D97-AF65-F5344CB8AC3E}">
        <p14:creationId xmlns:p14="http://schemas.microsoft.com/office/powerpoint/2010/main" val="3290649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AE9FD-E083-3DC0-CAD4-0DB5C16EA685}"/>
              </a:ext>
            </a:extLst>
          </p:cNvPr>
          <p:cNvSpPr>
            <a:spLocks noGrp="1"/>
          </p:cNvSpPr>
          <p:nvPr>
            <p:ph type="title"/>
          </p:nvPr>
        </p:nvSpPr>
        <p:spPr/>
        <p:txBody>
          <a:bodyPr/>
          <a:lstStyle/>
          <a:p>
            <a:r>
              <a:rPr lang="en-US" dirty="0"/>
              <a:t>Cloud Object Storage Providers</a:t>
            </a:r>
          </a:p>
        </p:txBody>
      </p:sp>
      <p:grpSp>
        <p:nvGrpSpPr>
          <p:cNvPr id="11" name="Group 10">
            <a:extLst>
              <a:ext uri="{FF2B5EF4-FFF2-40B4-BE49-F238E27FC236}">
                <a16:creationId xmlns:a16="http://schemas.microsoft.com/office/drawing/2014/main" id="{DD91AAE2-19BE-FA40-E864-732E53E84B79}"/>
              </a:ext>
            </a:extLst>
          </p:cNvPr>
          <p:cNvGrpSpPr/>
          <p:nvPr/>
        </p:nvGrpSpPr>
        <p:grpSpPr>
          <a:xfrm>
            <a:off x="1098551" y="2914650"/>
            <a:ext cx="7625143" cy="4457700"/>
            <a:chOff x="4233154" y="2914650"/>
            <a:chExt cx="7625143" cy="4457700"/>
          </a:xfrm>
        </p:grpSpPr>
        <p:sp>
          <p:nvSpPr>
            <p:cNvPr id="4" name="Rectangle 3">
              <a:extLst>
                <a:ext uri="{FF2B5EF4-FFF2-40B4-BE49-F238E27FC236}">
                  <a16:creationId xmlns:a16="http://schemas.microsoft.com/office/drawing/2014/main" id="{C7BFEA76-527B-CB59-C89D-2453496A2C11}"/>
                </a:ext>
              </a:extLst>
            </p:cNvPr>
            <p:cNvSpPr/>
            <p:nvPr/>
          </p:nvSpPr>
          <p:spPr>
            <a:xfrm>
              <a:off x="5680957" y="2914650"/>
              <a:ext cx="6177339"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b="1" i="0" dirty="0">
                  <a:solidFill>
                    <a:schemeClr val="bg2"/>
                  </a:solidFill>
                  <a:effectLst/>
                </a:rPr>
                <a:t>Google Cloud Platform (GCP)</a:t>
              </a:r>
            </a:p>
            <a:p>
              <a:pPr marL="0" indent="0" algn="ctr">
                <a:buNone/>
              </a:pPr>
              <a:r>
                <a:rPr lang="en-US" sz="2800" dirty="0">
                  <a:solidFill>
                    <a:schemeClr val="bg2"/>
                  </a:solidFill>
                </a:rPr>
                <a:t>Google Cloud Storage</a:t>
              </a:r>
              <a:endParaRPr lang="en-US" sz="2800" b="0" i="0" dirty="0">
                <a:solidFill>
                  <a:schemeClr val="bg2"/>
                </a:solidFill>
                <a:effectLst/>
              </a:endParaRPr>
            </a:p>
          </p:txBody>
        </p:sp>
        <p:sp>
          <p:nvSpPr>
            <p:cNvPr id="5" name="Rectangle 4">
              <a:extLst>
                <a:ext uri="{FF2B5EF4-FFF2-40B4-BE49-F238E27FC236}">
                  <a16:creationId xmlns:a16="http://schemas.microsoft.com/office/drawing/2014/main" id="{4D7C3C00-4F0F-50C8-13CC-42A67991161A}"/>
                </a:ext>
              </a:extLst>
            </p:cNvPr>
            <p:cNvSpPr/>
            <p:nvPr/>
          </p:nvSpPr>
          <p:spPr>
            <a:xfrm>
              <a:off x="5680958" y="4486275"/>
              <a:ext cx="617733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b="1" i="0" dirty="0">
                  <a:solidFill>
                    <a:schemeClr val="tx1"/>
                  </a:solidFill>
                  <a:effectLst/>
                </a:rPr>
                <a:t>Microsoft Azure</a:t>
              </a:r>
            </a:p>
            <a:p>
              <a:pPr algn="ctr"/>
              <a:r>
                <a:rPr lang="en-US" sz="2800" dirty="0">
                  <a:solidFill>
                    <a:schemeClr val="tx1"/>
                  </a:solidFill>
                  <a:effectLst/>
                  <a:ea typeface="Calibri" panose="020F0502020204030204" pitchFamily="34" charset="0"/>
                  <a:cs typeface="Times New Roman" panose="02020603050405020304" pitchFamily="18" charset="0"/>
                </a:rPr>
                <a:t>Microsoft Azure Blob Storage</a:t>
              </a:r>
              <a:r>
                <a:rPr lang="en-US" sz="2800" dirty="0">
                  <a:solidFill>
                    <a:schemeClr val="tx1"/>
                  </a:solidFill>
                  <a:effectLst/>
                </a:rPr>
                <a:t> </a:t>
              </a:r>
              <a:endParaRPr lang="en-US" sz="2800" b="0" i="0" dirty="0">
                <a:solidFill>
                  <a:schemeClr val="tx1"/>
                </a:solidFill>
                <a:effectLst/>
              </a:endParaRPr>
            </a:p>
          </p:txBody>
        </p:sp>
        <p:sp>
          <p:nvSpPr>
            <p:cNvPr id="6" name="Rectangle 5">
              <a:extLst>
                <a:ext uri="{FF2B5EF4-FFF2-40B4-BE49-F238E27FC236}">
                  <a16:creationId xmlns:a16="http://schemas.microsoft.com/office/drawing/2014/main" id="{F38F284F-EEFA-F816-7F2F-27C13C43A6CB}"/>
                </a:ext>
              </a:extLst>
            </p:cNvPr>
            <p:cNvSpPr/>
            <p:nvPr/>
          </p:nvSpPr>
          <p:spPr>
            <a:xfrm>
              <a:off x="5680957" y="6057900"/>
              <a:ext cx="6177339"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b="1" i="0" dirty="0">
                  <a:solidFill>
                    <a:schemeClr val="tx1"/>
                  </a:solidFill>
                  <a:effectLst/>
                </a:rPr>
                <a:t>Amazon Web Service (AWS)</a:t>
              </a:r>
            </a:p>
            <a:p>
              <a:pPr algn="ctr"/>
              <a:r>
                <a:rPr lang="en-US" sz="2800" dirty="0">
                  <a:solidFill>
                    <a:schemeClr val="tx1"/>
                  </a:solidFill>
                </a:rPr>
                <a:t>Simple Storage Service (S3)</a:t>
              </a:r>
              <a:endParaRPr lang="en-US" sz="2800" b="0" i="0" dirty="0">
                <a:solidFill>
                  <a:schemeClr val="tx1"/>
                </a:solidFill>
                <a:effectLst/>
              </a:endParaRPr>
            </a:p>
          </p:txBody>
        </p:sp>
        <p:pic>
          <p:nvPicPr>
            <p:cNvPr id="3074" name="Picture 2">
              <a:extLst>
                <a:ext uri="{FF2B5EF4-FFF2-40B4-BE49-F238E27FC236}">
                  <a16:creationId xmlns:a16="http://schemas.microsoft.com/office/drawing/2014/main" id="{30A2BEAA-55D9-1362-1AD5-51BBA8140AED}"/>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4947" y="4476749"/>
              <a:ext cx="1314451" cy="131445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595F51B-0236-BCA3-6BE3-C96BC11EF398}"/>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154" y="3122600"/>
              <a:ext cx="1376244" cy="11065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A035BBDD-AEC6-5C2C-5985-4E2AD9DA1E95}"/>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5898" y="6038850"/>
              <a:ext cx="1333500" cy="1333500"/>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extBox 9">
            <a:extLst>
              <a:ext uri="{FF2B5EF4-FFF2-40B4-BE49-F238E27FC236}">
                <a16:creationId xmlns:a16="http://schemas.microsoft.com/office/drawing/2014/main" id="{DD58D596-44F6-26AE-7B21-0A2CEC4FAA79}"/>
              </a:ext>
            </a:extLst>
          </p:cNvPr>
          <p:cNvSpPr txBox="1"/>
          <p:nvPr/>
        </p:nvSpPr>
        <p:spPr>
          <a:xfrm>
            <a:off x="10426695" y="3396377"/>
            <a:ext cx="6700960" cy="1569660"/>
          </a:xfrm>
          <a:prstGeom prst="rect">
            <a:avLst/>
          </a:prstGeom>
          <a:solidFill>
            <a:schemeClr val="bg2">
              <a:lumMod val="90000"/>
            </a:schemeClr>
          </a:solidFill>
        </p:spPr>
        <p:txBody>
          <a:bodyPr wrap="square">
            <a:spAutoFit/>
          </a:bodyPr>
          <a:lstStyle/>
          <a:p>
            <a:pPr marL="0" indent="0" algn="ctr">
              <a:buNone/>
            </a:pPr>
            <a:r>
              <a:rPr lang="en-US" sz="2400" dirty="0">
                <a:solidFill>
                  <a:srgbClr val="15141A"/>
                </a:solidFill>
                <a:effectLst/>
                <a:latin typeface="Helvetica" pitchFamily="2" charset="0"/>
              </a:rPr>
              <a:t>All services offer a pay-as-you-go</a:t>
            </a:r>
            <a:r>
              <a:rPr lang="en-US" sz="2400" dirty="0">
                <a:solidFill>
                  <a:srgbClr val="15141A"/>
                </a:solidFill>
                <a:latin typeface="Helvetica" pitchFamily="2" charset="0"/>
              </a:rPr>
              <a:t> </a:t>
            </a:r>
            <a:r>
              <a:rPr lang="en-US" sz="2400" dirty="0">
                <a:solidFill>
                  <a:srgbClr val="15141A"/>
                </a:solidFill>
                <a:effectLst/>
                <a:latin typeface="Helvetica" pitchFamily="2" charset="0"/>
              </a:rPr>
              <a:t>models, support essentially unlimited amounts of storage, and provide various storage tiers  to suit different needs</a:t>
            </a:r>
          </a:p>
        </p:txBody>
      </p:sp>
      <p:sp>
        <p:nvSpPr>
          <p:cNvPr id="12" name="Right Brace 11">
            <a:extLst>
              <a:ext uri="{FF2B5EF4-FFF2-40B4-BE49-F238E27FC236}">
                <a16:creationId xmlns:a16="http://schemas.microsoft.com/office/drawing/2014/main" id="{0AE61B28-9FA9-5E3E-A18E-FE1213DB3CB1}"/>
              </a:ext>
              <a:ext uri="{C183D7F6-B498-43B3-948B-1728B52AA6E4}">
                <adec:decorative xmlns:adec="http://schemas.microsoft.com/office/drawing/2017/decorative" val="1"/>
              </a:ext>
            </a:extLst>
          </p:cNvPr>
          <p:cNvSpPr/>
          <p:nvPr/>
        </p:nvSpPr>
        <p:spPr>
          <a:xfrm>
            <a:off x="9140826" y="2914650"/>
            <a:ext cx="756744" cy="4457700"/>
          </a:xfrm>
          <a:prstGeom prst="rightBrace">
            <a:avLst/>
          </a:pr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dirty="0"/>
          </a:p>
        </p:txBody>
      </p:sp>
      <p:sp>
        <p:nvSpPr>
          <p:cNvPr id="14" name="TextBox 13">
            <a:extLst>
              <a:ext uri="{FF2B5EF4-FFF2-40B4-BE49-F238E27FC236}">
                <a16:creationId xmlns:a16="http://schemas.microsoft.com/office/drawing/2014/main" id="{67215CAC-3D0F-7B49-E8C4-7290A25F495C}"/>
              </a:ext>
            </a:extLst>
          </p:cNvPr>
          <p:cNvSpPr txBox="1"/>
          <p:nvPr/>
        </p:nvSpPr>
        <p:spPr>
          <a:xfrm>
            <a:off x="10426694" y="5238660"/>
            <a:ext cx="6700961" cy="1569660"/>
          </a:xfrm>
          <a:prstGeom prst="rect">
            <a:avLst/>
          </a:prstGeom>
          <a:solidFill>
            <a:schemeClr val="bg2">
              <a:lumMod val="90000"/>
            </a:schemeClr>
          </a:solidFill>
        </p:spPr>
        <p:txBody>
          <a:bodyPr wrap="square">
            <a:spAutoFit/>
          </a:bodyPr>
          <a:lstStyle/>
          <a:p>
            <a:pPr marL="0" indent="0" algn="ctr">
              <a:buNone/>
            </a:pPr>
            <a:r>
              <a:rPr lang="en-US" sz="2400" dirty="0">
                <a:solidFill>
                  <a:srgbClr val="15141A"/>
                </a:solidFill>
                <a:effectLst/>
                <a:latin typeface="Helvetica" pitchFamily="2" charset="0"/>
              </a:rPr>
              <a:t>All services offer flexible pricing, based on storage capacity, data transfer, and storage tier, enables businesses to optimize costs according to their specific requirements</a:t>
            </a:r>
          </a:p>
        </p:txBody>
      </p:sp>
    </p:spTree>
    <p:extLst>
      <p:ext uri="{BB962C8B-B14F-4D97-AF65-F5344CB8AC3E}">
        <p14:creationId xmlns:p14="http://schemas.microsoft.com/office/powerpoint/2010/main" val="4091606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084CC-2F8D-2D4E-9AE7-0FEF170341B4}"/>
              </a:ext>
            </a:extLst>
          </p:cNvPr>
          <p:cNvSpPr>
            <a:spLocks noGrp="1"/>
          </p:cNvSpPr>
          <p:nvPr>
            <p:ph type="title"/>
          </p:nvPr>
        </p:nvSpPr>
        <p:spPr/>
        <p:txBody>
          <a:bodyPr/>
          <a:lstStyle/>
          <a:p>
            <a:r>
              <a:rPr lang="en-US" dirty="0"/>
              <a:t>Amazon S3</a:t>
            </a:r>
            <a:br>
              <a:rPr lang="en-US" dirty="0"/>
            </a:br>
            <a:r>
              <a:rPr lang="en-US" sz="4800" dirty="0"/>
              <a:t>Summary</a:t>
            </a:r>
            <a:endParaRPr lang="en-US" dirty="0"/>
          </a:p>
        </p:txBody>
      </p:sp>
      <p:sp>
        <p:nvSpPr>
          <p:cNvPr id="3" name="Content Placeholder 2">
            <a:extLst>
              <a:ext uri="{FF2B5EF4-FFF2-40B4-BE49-F238E27FC236}">
                <a16:creationId xmlns:a16="http://schemas.microsoft.com/office/drawing/2014/main" id="{38439D06-2D9E-894D-9D35-F78B2E07D9C6}"/>
              </a:ext>
            </a:extLst>
          </p:cNvPr>
          <p:cNvSpPr>
            <a:spLocks noGrp="1"/>
          </p:cNvSpPr>
          <p:nvPr>
            <p:ph idx="1"/>
          </p:nvPr>
        </p:nvSpPr>
        <p:spPr/>
        <p:txBody>
          <a:bodyPr/>
          <a:lstStyle/>
          <a:p>
            <a:pPr marL="589599" marR="7620" indent="-571500">
              <a:lnSpc>
                <a:spcPct val="119500"/>
              </a:lnSpc>
              <a:spcBef>
                <a:spcPts val="150"/>
              </a:spcBef>
            </a:pPr>
            <a:r>
              <a:rPr lang="en-US" spc="-68" dirty="0">
                <a:cs typeface="Arial"/>
              </a:rPr>
              <a:t>Simple Storage Service</a:t>
            </a:r>
          </a:p>
          <a:p>
            <a:pPr marL="589599" marR="7620" indent="-571500">
              <a:lnSpc>
                <a:spcPct val="119500"/>
              </a:lnSpc>
              <a:spcBef>
                <a:spcPts val="150"/>
              </a:spcBef>
            </a:pPr>
            <a:r>
              <a:rPr lang="en-US" spc="-68" dirty="0">
                <a:cs typeface="Arial"/>
              </a:rPr>
              <a:t>Secure, </a:t>
            </a:r>
            <a:r>
              <a:rPr lang="en-US" spc="-45" dirty="0">
                <a:cs typeface="Arial"/>
              </a:rPr>
              <a:t>durable, </a:t>
            </a:r>
            <a:r>
              <a:rPr lang="en-US" spc="-60" dirty="0">
                <a:cs typeface="Arial"/>
              </a:rPr>
              <a:t>highly-scalable</a:t>
            </a:r>
            <a:r>
              <a:rPr lang="en-US" spc="127" dirty="0">
                <a:cs typeface="Arial"/>
              </a:rPr>
              <a:t> </a:t>
            </a:r>
            <a:r>
              <a:rPr lang="en-US" spc="-15" dirty="0">
                <a:cs typeface="Arial"/>
              </a:rPr>
              <a:t>object</a:t>
            </a:r>
            <a:r>
              <a:rPr lang="en-US" dirty="0">
                <a:cs typeface="Arial"/>
              </a:rPr>
              <a:t> </a:t>
            </a:r>
            <a:r>
              <a:rPr lang="en-US" spc="-45" dirty="0">
                <a:cs typeface="Arial"/>
              </a:rPr>
              <a:t>storage </a:t>
            </a:r>
            <a:r>
              <a:rPr lang="en-US" spc="-30" dirty="0">
                <a:cs typeface="Arial"/>
              </a:rPr>
              <a:t> </a:t>
            </a:r>
          </a:p>
          <a:p>
            <a:pPr marL="589599" marR="7620" indent="-571500">
              <a:lnSpc>
                <a:spcPct val="119500"/>
              </a:lnSpc>
              <a:spcBef>
                <a:spcPts val="150"/>
              </a:spcBef>
            </a:pPr>
            <a:r>
              <a:rPr lang="en-US" spc="-53" dirty="0">
                <a:cs typeface="Arial"/>
              </a:rPr>
              <a:t>Accessible </a:t>
            </a:r>
            <a:r>
              <a:rPr lang="en-US" spc="-113" dirty="0">
                <a:cs typeface="Arial"/>
              </a:rPr>
              <a:t>via a </a:t>
            </a:r>
            <a:r>
              <a:rPr lang="en-US" spc="-60" dirty="0">
                <a:cs typeface="Arial"/>
              </a:rPr>
              <a:t>simple </a:t>
            </a:r>
            <a:r>
              <a:rPr lang="en-US" spc="-8" dirty="0">
                <a:cs typeface="Arial"/>
              </a:rPr>
              <a:t>web</a:t>
            </a:r>
            <a:r>
              <a:rPr lang="en-US" spc="338" dirty="0">
                <a:cs typeface="Arial"/>
              </a:rPr>
              <a:t> </a:t>
            </a:r>
            <a:r>
              <a:rPr lang="en-US" spc="-75" dirty="0">
                <a:cs typeface="Arial"/>
              </a:rPr>
              <a:t>services</a:t>
            </a:r>
            <a:r>
              <a:rPr lang="en-US" dirty="0">
                <a:cs typeface="Arial"/>
              </a:rPr>
              <a:t> </a:t>
            </a:r>
            <a:r>
              <a:rPr lang="en-US" spc="-60" dirty="0">
                <a:cs typeface="Arial"/>
              </a:rPr>
              <a:t>interface </a:t>
            </a:r>
            <a:r>
              <a:rPr lang="en-US" spc="-38" dirty="0">
                <a:cs typeface="Arial"/>
              </a:rPr>
              <a:t> </a:t>
            </a:r>
          </a:p>
          <a:p>
            <a:pPr marL="589599" marR="7620" indent="-571500">
              <a:lnSpc>
                <a:spcPct val="119500"/>
              </a:lnSpc>
              <a:spcBef>
                <a:spcPts val="150"/>
              </a:spcBef>
            </a:pPr>
            <a:r>
              <a:rPr lang="en-US" spc="-60" dirty="0">
                <a:cs typeface="Arial"/>
              </a:rPr>
              <a:t>Store </a:t>
            </a:r>
            <a:r>
              <a:rPr lang="en-US" spc="-171" dirty="0">
                <a:cs typeface="Arial"/>
              </a:rPr>
              <a:t>and </a:t>
            </a:r>
            <a:r>
              <a:rPr lang="en-US" spc="-90" dirty="0">
                <a:cs typeface="Arial"/>
              </a:rPr>
              <a:t>retrieve </a:t>
            </a:r>
            <a:r>
              <a:rPr lang="en-US" spc="-98" dirty="0">
                <a:cs typeface="Arial"/>
              </a:rPr>
              <a:t>any </a:t>
            </a:r>
            <a:r>
              <a:rPr lang="en-US" spc="-30" dirty="0">
                <a:cs typeface="Arial"/>
              </a:rPr>
              <a:t>amount of</a:t>
            </a:r>
            <a:r>
              <a:rPr lang="en-US" spc="398" dirty="0">
                <a:cs typeface="Arial"/>
              </a:rPr>
              <a:t> </a:t>
            </a:r>
            <a:r>
              <a:rPr lang="en-US" spc="-30" dirty="0">
                <a:cs typeface="Arial"/>
              </a:rPr>
              <a:t>data</a:t>
            </a:r>
            <a:endParaRPr lang="en-US" dirty="0">
              <a:cs typeface="Arial"/>
            </a:endParaRPr>
          </a:p>
          <a:p>
            <a:pPr marL="589599" marR="7620" indent="-571500">
              <a:lnSpc>
                <a:spcPct val="119500"/>
              </a:lnSpc>
              <a:spcBef>
                <a:spcPts val="150"/>
              </a:spcBef>
            </a:pPr>
            <a:r>
              <a:rPr lang="en-US" spc="-98" dirty="0">
                <a:cs typeface="Arial"/>
              </a:rPr>
              <a:t>Use </a:t>
            </a:r>
            <a:r>
              <a:rPr lang="en-US" spc="-83" dirty="0">
                <a:cs typeface="Arial"/>
              </a:rPr>
              <a:t>alone </a:t>
            </a:r>
            <a:r>
              <a:rPr lang="en-US" spc="-30" dirty="0">
                <a:cs typeface="Arial"/>
              </a:rPr>
              <a:t>or together </a:t>
            </a:r>
            <a:r>
              <a:rPr lang="en-US" spc="-15" dirty="0">
                <a:cs typeface="Arial"/>
              </a:rPr>
              <a:t>with </a:t>
            </a:r>
            <a:r>
              <a:rPr lang="en-US" spc="-38" dirty="0">
                <a:cs typeface="Arial"/>
              </a:rPr>
              <a:t>other </a:t>
            </a:r>
            <a:r>
              <a:rPr lang="en-US" spc="-120" dirty="0">
                <a:cs typeface="Arial"/>
              </a:rPr>
              <a:t>AWS</a:t>
            </a:r>
            <a:r>
              <a:rPr lang="en-US" spc="270" dirty="0">
                <a:cs typeface="Arial"/>
              </a:rPr>
              <a:t> </a:t>
            </a:r>
            <a:r>
              <a:rPr lang="en-US" spc="-75" dirty="0">
                <a:cs typeface="Arial"/>
              </a:rPr>
              <a:t>services</a:t>
            </a:r>
          </a:p>
          <a:p>
            <a:pPr marL="1262699" marR="7620" lvl="1" indent="-571500">
              <a:lnSpc>
                <a:spcPct val="119500"/>
              </a:lnSpc>
              <a:spcBef>
                <a:spcPts val="150"/>
              </a:spcBef>
            </a:pPr>
            <a:r>
              <a:rPr lang="en-US" spc="-75" dirty="0">
                <a:cs typeface="Arial"/>
              </a:rPr>
              <a:t>Including AWS EMR (AWS’s Hadoop service)</a:t>
            </a:r>
          </a:p>
          <a:p>
            <a:pPr marL="174308" marR="7620" indent="-156209">
              <a:lnSpc>
                <a:spcPct val="119500"/>
              </a:lnSpc>
              <a:spcBef>
                <a:spcPts val="150"/>
              </a:spcBef>
            </a:pPr>
            <a:endParaRPr lang="en-US" dirty="0">
              <a:cs typeface="Arial"/>
            </a:endParaRPr>
          </a:p>
          <a:p>
            <a:endParaRPr lang="en-US" dirty="0"/>
          </a:p>
        </p:txBody>
      </p:sp>
      <p:sp>
        <p:nvSpPr>
          <p:cNvPr id="4" name="Footer Placeholder 3">
            <a:extLst>
              <a:ext uri="{FF2B5EF4-FFF2-40B4-BE49-F238E27FC236}">
                <a16:creationId xmlns:a16="http://schemas.microsoft.com/office/drawing/2014/main" id="{EEC0F547-820E-8D48-BBC6-FFB11B793478}"/>
              </a:ext>
            </a:extLst>
          </p:cNvPr>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Big Data Technologies - Module 01a</a:t>
            </a:r>
          </a:p>
        </p:txBody>
      </p:sp>
      <p:sp>
        <p:nvSpPr>
          <p:cNvPr id="5" name="Slide Number Placeholder 4">
            <a:extLst>
              <a:ext uri="{FF2B5EF4-FFF2-40B4-BE49-F238E27FC236}">
                <a16:creationId xmlns:a16="http://schemas.microsoft.com/office/drawing/2014/main" id="{6D484EEF-8E93-F648-8F67-5B7DCCDE2B54}"/>
              </a:ext>
            </a:extLst>
          </p:cNvPr>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89303E2-24A7-45FB-8F9B-C98A0FA0F4CA}" type="slidenum">
              <a:rPr lang="en-US" smtClean="0"/>
              <a:pPr/>
              <a:t>10</a:t>
            </a:fld>
            <a:endParaRPr lang="en-US" dirty="0"/>
          </a:p>
        </p:txBody>
      </p:sp>
    </p:spTree>
    <p:extLst>
      <p:ext uri="{BB962C8B-B14F-4D97-AF65-F5344CB8AC3E}">
        <p14:creationId xmlns:p14="http://schemas.microsoft.com/office/powerpoint/2010/main" val="2324429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Amazon Simple Storage Service (S3)</a:t>
            </a:r>
            <a:br>
              <a:rPr lang="en-US" dirty="0"/>
            </a:br>
            <a:r>
              <a:rPr lang="en-US" sz="4400" dirty="0"/>
              <a:t>Overview</a:t>
            </a:r>
            <a:endParaRPr lang="en-US" dirty="0"/>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3200" b="0" i="0" dirty="0">
                <a:solidFill>
                  <a:schemeClr val="bg2"/>
                </a:solidFill>
                <a:effectLst/>
              </a:rPr>
              <a:t>The development of S3 stemmed from Amazon’s internal need for a scalable and reliable cloud storage service</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sz="3200" dirty="0">
                <a:solidFill>
                  <a:schemeClr val="tx1"/>
                </a:solidFill>
              </a:rPr>
              <a:t>Launched in March 2006 and has undergone continuous development and enhancement</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3200" b="0" i="0" dirty="0">
                <a:solidFill>
                  <a:schemeClr val="tx1"/>
                </a:solidFill>
                <a:effectLst/>
              </a:rPr>
              <a:t>Designed for up to 99.999999999% durability</a:t>
            </a:r>
          </a:p>
          <a:p>
            <a:pPr algn="ctr"/>
            <a:r>
              <a:rPr lang="en-US" sz="2400" dirty="0">
                <a:solidFill>
                  <a:schemeClr val="tx1"/>
                </a:solidFill>
              </a:rPr>
              <a:t>If </a:t>
            </a:r>
            <a:r>
              <a:rPr lang="en-US" sz="2400" b="0" i="0" dirty="0">
                <a:solidFill>
                  <a:schemeClr val="tx1"/>
                </a:solidFill>
                <a:effectLst/>
              </a:rPr>
              <a:t>you store 1 million objects for 10 million years, you would expect to lose 1</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32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32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3200" b="0" i="0" dirty="0">
                <a:solidFill>
                  <a:schemeClr val="bg2"/>
                </a:solidFill>
                <a:effectLst/>
              </a:rPr>
              <a:t>Designed for up to 99.99% availability over a given year</a:t>
            </a:r>
          </a:p>
          <a:p>
            <a:pPr algn="ctr"/>
            <a:r>
              <a:rPr lang="en-US" sz="2400" b="0" i="0" dirty="0">
                <a:solidFill>
                  <a:schemeClr val="bg2"/>
                </a:solidFill>
                <a:effectLst/>
              </a:rPr>
              <a:t>52 minutes and 36 seconds of downtime per year</a:t>
            </a:r>
            <a:endParaRPr lang="en-US" sz="3200" b="0" i="0" dirty="0">
              <a:solidFill>
                <a:schemeClr val="bg2"/>
              </a:solidFill>
              <a:effectLst/>
            </a:endParaRP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3200" dirty="0"/>
          </a:p>
        </p:txBody>
      </p:sp>
    </p:spTree>
    <p:extLst>
      <p:ext uri="{BB962C8B-B14F-4D97-AF65-F5344CB8AC3E}">
        <p14:creationId xmlns:p14="http://schemas.microsoft.com/office/powerpoint/2010/main" val="3224798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0BABA-A8F0-9755-4583-6823FDDD2C36}"/>
              </a:ext>
            </a:extLst>
          </p:cNvPr>
          <p:cNvSpPr>
            <a:spLocks noGrp="1"/>
          </p:cNvSpPr>
          <p:nvPr>
            <p:ph type="title"/>
          </p:nvPr>
        </p:nvSpPr>
        <p:spPr/>
        <p:txBody>
          <a:bodyPr/>
          <a:lstStyle/>
          <a:p>
            <a:r>
              <a:rPr lang="en-US" dirty="0"/>
              <a:t>Amazon Simple Storage Service (S3)</a:t>
            </a:r>
            <a:br>
              <a:rPr lang="en-US" dirty="0"/>
            </a:br>
            <a:r>
              <a:rPr lang="en-US" sz="4400" dirty="0"/>
              <a:t>Overview</a:t>
            </a:r>
            <a:endParaRPr lang="en-US" dirty="0"/>
          </a:p>
        </p:txBody>
      </p:sp>
      <p:sp>
        <p:nvSpPr>
          <p:cNvPr id="3" name="Rectangle 2">
            <a:extLst>
              <a:ext uri="{FF2B5EF4-FFF2-40B4-BE49-F238E27FC236}">
                <a16:creationId xmlns:a16="http://schemas.microsoft.com/office/drawing/2014/main" id="{0137D167-B43B-8A0E-B5CF-6A12C9F037DD}"/>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ffectLst/>
                <a:ea typeface="Calibri" panose="020F0502020204030204" pitchFamily="34" charset="0"/>
                <a:cs typeface="Times New Roman" panose="02020603050405020304" pitchFamily="18" charset="0"/>
              </a:rPr>
              <a:t>Provides different levels of reliability and availability through storage tiers</a:t>
            </a:r>
          </a:p>
        </p:txBody>
      </p:sp>
      <p:sp>
        <p:nvSpPr>
          <p:cNvPr id="4" name="Rectangle 3">
            <a:extLst>
              <a:ext uri="{FF2B5EF4-FFF2-40B4-BE49-F238E27FC236}">
                <a16:creationId xmlns:a16="http://schemas.microsoft.com/office/drawing/2014/main" id="{3A86B732-39BC-4DE3-1691-1E83B3EFCF39}"/>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S3 Intelligent-Tiering is a storage class designed to optimize storage costs by automatically moving data to the most cost-effective access tier</a:t>
            </a:r>
          </a:p>
        </p:txBody>
      </p:sp>
      <p:sp>
        <p:nvSpPr>
          <p:cNvPr id="5" name="Rectangle 4">
            <a:extLst>
              <a:ext uri="{FF2B5EF4-FFF2-40B4-BE49-F238E27FC236}">
                <a16:creationId xmlns:a16="http://schemas.microsoft.com/office/drawing/2014/main" id="{638949BD-4533-4295-BC32-15BED01347EA}"/>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6" name="Rectangle 5">
            <a:extLst>
              <a:ext uri="{FF2B5EF4-FFF2-40B4-BE49-F238E27FC236}">
                <a16:creationId xmlns:a16="http://schemas.microsoft.com/office/drawing/2014/main" id="{46827D42-3C37-58A8-2C13-F3C7BD484223}"/>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pic>
        <p:nvPicPr>
          <p:cNvPr id="7" name="Picture 2" descr="The image depicts a graphical representation of various data storage options based on access frequency. Moving from left to right, we see different storage classes:&#10;&#10;Frequent Access:&#10;Amazon S3 Standard: A commonly used storage class for frequently accessed data.&#10;S3 Intelligent-Tiering: Automatically moves objects between access tiers based on usage patterns.&#10;S3 Standard-IA (Infrequent Access): Designed for less frequent access.&#10;Infrequent Access:&#10;S3 One Zone-IA: Stores data in a single availability zone.&#10;S3 Glacier Instant Retrieval: For archival data with faster retrieval times.&#10;S3 Glacier Deep Archive: Ideal for long-term storage with slower retrieval times.&#10;Each storage option is represented by a bucket icon, and additional symbols (like clocks or snowflakes) indicate retrieval times or storage costs. These options are relevant for understanding Amazon Web Services (AWS) storage classes based on data access frequency.">
            <a:extLst>
              <a:ext uri="{FF2B5EF4-FFF2-40B4-BE49-F238E27FC236}">
                <a16:creationId xmlns:a16="http://schemas.microsoft.com/office/drawing/2014/main" id="{19AAB1AC-3B23-A6F3-61AF-D0D3C3334469}"/>
              </a:ext>
            </a:extLst>
          </p:cNvPr>
          <p:cNvPicPr>
            <a:picLocks noChangeAspect="1" noChangeArrowheads="1"/>
          </p:cNvPicPr>
          <p:nvPr/>
        </p:nvPicPr>
        <p:blipFill>
          <a:blip r:embed="rId2">
            <a:alphaModFix amt="85000"/>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2590800" y="4971384"/>
            <a:ext cx="12281452" cy="39307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3904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6BEF-E704-D10E-D88B-9B13CF8924C5}"/>
              </a:ext>
            </a:extLst>
          </p:cNvPr>
          <p:cNvSpPr>
            <a:spLocks noGrp="1"/>
          </p:cNvSpPr>
          <p:nvPr>
            <p:ph type="title"/>
          </p:nvPr>
        </p:nvSpPr>
        <p:spPr/>
        <p:txBody>
          <a:bodyPr/>
          <a:lstStyle/>
          <a:p>
            <a:r>
              <a:rPr lang="en-US" dirty="0"/>
              <a:t>Amazon S3 Concepts</a:t>
            </a:r>
            <a:br>
              <a:rPr lang="en-US" dirty="0"/>
            </a:br>
            <a:r>
              <a:rPr lang="en-US" sz="4400" dirty="0"/>
              <a:t>Buckets</a:t>
            </a:r>
            <a:endParaRPr lang="en-US" dirty="0"/>
          </a:p>
        </p:txBody>
      </p:sp>
      <p:sp>
        <p:nvSpPr>
          <p:cNvPr id="24" name="Rectangle 23">
            <a:extLst>
              <a:ext uri="{FF2B5EF4-FFF2-40B4-BE49-F238E27FC236}">
                <a16:creationId xmlns:a16="http://schemas.microsoft.com/office/drawing/2014/main" id="{5027AF58-F287-656C-1E87-A1F64EFC1F7B}"/>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i="0" dirty="0">
                <a:solidFill>
                  <a:schemeClr val="bg2"/>
                </a:solidFill>
                <a:effectLst/>
              </a:rPr>
              <a:t>Containers for objects stored in S3</a:t>
            </a:r>
          </a:p>
        </p:txBody>
      </p:sp>
      <p:sp>
        <p:nvSpPr>
          <p:cNvPr id="25" name="Rectangle 24">
            <a:extLst>
              <a:ext uri="{FF2B5EF4-FFF2-40B4-BE49-F238E27FC236}">
                <a16:creationId xmlns:a16="http://schemas.microsoft.com/office/drawing/2014/main" id="{009F4B0D-49CA-CAB5-59CC-A0E2D6F0064C}"/>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b="1" dirty="0">
                <a:solidFill>
                  <a:schemeClr val="tx1"/>
                </a:solidFill>
              </a:rPr>
              <a:t>Has a name unique across all AWS accounts </a:t>
            </a:r>
          </a:p>
        </p:txBody>
      </p:sp>
      <p:sp>
        <p:nvSpPr>
          <p:cNvPr id="26" name="Rectangle 25">
            <a:extLst>
              <a:ext uri="{FF2B5EF4-FFF2-40B4-BE49-F238E27FC236}">
                <a16:creationId xmlns:a16="http://schemas.microsoft.com/office/drawing/2014/main" id="{4F88F61C-9984-1A1D-F1D6-7AC608D1CE69}"/>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Organizes the Amazon S3 namespace </a:t>
            </a:r>
          </a:p>
          <a:p>
            <a:pPr algn="ctr"/>
            <a:r>
              <a:rPr lang="en-US" sz="2400" dirty="0">
                <a:solidFill>
                  <a:schemeClr val="bg2"/>
                </a:solidFill>
              </a:rPr>
              <a:t>at the highest level</a:t>
            </a:r>
          </a:p>
        </p:txBody>
      </p:sp>
      <p:sp>
        <p:nvSpPr>
          <p:cNvPr id="27" name="Rectangle 26">
            <a:extLst>
              <a:ext uri="{FF2B5EF4-FFF2-40B4-BE49-F238E27FC236}">
                <a16:creationId xmlns:a16="http://schemas.microsoft.com/office/drawing/2014/main" id="{59A4959D-2960-A829-B054-4FD21732E8B4}"/>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Buckets hold objects only and not other buckets </a:t>
            </a:r>
          </a:p>
          <a:p>
            <a:pPr algn="ctr"/>
            <a:r>
              <a:rPr lang="en-US" sz="2400" dirty="0">
                <a:solidFill>
                  <a:schemeClr val="tx1"/>
                </a:solidFill>
              </a:rPr>
              <a:t>(flat namespace)</a:t>
            </a:r>
          </a:p>
        </p:txBody>
      </p:sp>
      <p:pic>
        <p:nvPicPr>
          <p:cNvPr id="9" name="Picture 8" descr="The image depicts a graphical representation of various data storage options based on access frequency. Moving from left to right, we see different storage classes:&#10;&#10;Frequent Access:&#10;Amazon S3 Standard: A commonly used storage class for frequently accessed data.&#10;S3 Intelligent-Tiering: Automatically moves objects between access tiers based on usage patterns.&#10;S3 Standard-IA (Infrequent Access): Designed for less frequent access.&#10;Infrequent Access:&#10;S3 One Zone-IA: Stores data in a single availability zone.&#10;S3 Glacier Instant Retrieval: For archival data with faster retrieval times.&#10;S3 Glacier Deep Archive: Ideal for long-term storage with slower retrieval times.&#10;Each storage option is represented by a bucket icon, and additional symbols (like clocks or snowflakes) indicate retrieval times or storage costs. These options are relevant for understanding Amazon Web Services (AWS) storage classes based on data access frequency.">
            <a:extLst>
              <a:ext uri="{FF2B5EF4-FFF2-40B4-BE49-F238E27FC236}">
                <a16:creationId xmlns:a16="http://schemas.microsoft.com/office/drawing/2014/main" id="{1F775BCE-9CCE-BE63-9A89-A934106AC0C4}"/>
              </a:ext>
            </a:extLst>
          </p:cNvPr>
          <p:cNvPicPr>
            <a:picLocks noChangeAspect="1"/>
          </p:cNvPicPr>
          <p:nvPr/>
        </p:nvPicPr>
        <p:blipFill>
          <a:blip r:embed="rId2"/>
          <a:stretch>
            <a:fillRect/>
          </a:stretch>
        </p:blipFill>
        <p:spPr>
          <a:xfrm>
            <a:off x="3222049" y="5582518"/>
            <a:ext cx="11843904" cy="3319895"/>
          </a:xfrm>
          <a:prstGeom prst="rect">
            <a:avLst/>
          </a:prstGeom>
        </p:spPr>
      </p:pic>
    </p:spTree>
    <p:extLst>
      <p:ext uri="{BB962C8B-B14F-4D97-AF65-F5344CB8AC3E}">
        <p14:creationId xmlns:p14="http://schemas.microsoft.com/office/powerpoint/2010/main" val="3218892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6BEF-E704-D10E-D88B-9B13CF8924C5}"/>
              </a:ext>
            </a:extLst>
          </p:cNvPr>
          <p:cNvSpPr>
            <a:spLocks noGrp="1"/>
          </p:cNvSpPr>
          <p:nvPr>
            <p:ph type="title"/>
          </p:nvPr>
        </p:nvSpPr>
        <p:spPr/>
        <p:txBody>
          <a:bodyPr/>
          <a:lstStyle/>
          <a:p>
            <a:r>
              <a:rPr lang="en-US" dirty="0"/>
              <a:t>Amazon S3 Concepts</a:t>
            </a:r>
            <a:br>
              <a:rPr lang="en-US" dirty="0"/>
            </a:br>
            <a:r>
              <a:rPr lang="en-US" sz="4400" dirty="0"/>
              <a:t>Object</a:t>
            </a:r>
            <a:endParaRPr lang="en-US" dirty="0"/>
          </a:p>
        </p:txBody>
      </p:sp>
      <p:sp>
        <p:nvSpPr>
          <p:cNvPr id="24" name="Rectangle 23">
            <a:extLst>
              <a:ext uri="{FF2B5EF4-FFF2-40B4-BE49-F238E27FC236}">
                <a16:creationId xmlns:a16="http://schemas.microsoft.com/office/drawing/2014/main" id="{5027AF58-F287-656C-1E87-A1F64EFC1F7B}"/>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a:solidFill>
                  <a:schemeClr val="bg2"/>
                </a:solidFill>
              </a:rPr>
              <a:t>T</a:t>
            </a:r>
            <a:r>
              <a:rPr lang="en-US" sz="2400" b="1" i="0" dirty="0">
                <a:solidFill>
                  <a:schemeClr val="bg2"/>
                </a:solidFill>
                <a:effectLst/>
              </a:rPr>
              <a:t>he fundamental entities stored in S3</a:t>
            </a:r>
          </a:p>
        </p:txBody>
      </p:sp>
      <p:sp>
        <p:nvSpPr>
          <p:cNvPr id="25" name="Rectangle 24">
            <a:extLst>
              <a:ext uri="{FF2B5EF4-FFF2-40B4-BE49-F238E27FC236}">
                <a16:creationId xmlns:a16="http://schemas.microsoft.com/office/drawing/2014/main" id="{009F4B0D-49CA-CAB5-59CC-A0E2D6F0064C}"/>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b="1" dirty="0">
                <a:solidFill>
                  <a:schemeClr val="tx1"/>
                </a:solidFill>
              </a:rPr>
              <a:t>Is uniquely identified within a bucket by a key (name) and a version ID (if S3 Versioning is enabled on the bucket)</a:t>
            </a:r>
          </a:p>
        </p:txBody>
      </p:sp>
      <p:sp>
        <p:nvSpPr>
          <p:cNvPr id="26" name="Rectangle 25">
            <a:extLst>
              <a:ext uri="{FF2B5EF4-FFF2-40B4-BE49-F238E27FC236}">
                <a16:creationId xmlns:a16="http://schemas.microsoft.com/office/drawing/2014/main" id="{4F88F61C-9984-1A1D-F1D6-7AC608D1CE69}"/>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Objects consist of object data and metadata. The metadata is a set of name-value pairs that describe the object</a:t>
            </a:r>
          </a:p>
        </p:txBody>
      </p:sp>
      <p:sp>
        <p:nvSpPr>
          <p:cNvPr id="27" name="Rectangle 26">
            <a:extLst>
              <a:ext uri="{FF2B5EF4-FFF2-40B4-BE49-F238E27FC236}">
                <a16:creationId xmlns:a16="http://schemas.microsoft.com/office/drawing/2014/main" id="{59A4959D-2960-A829-B054-4FD21732E8B4}"/>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An object may be no more than 5 TB in size and once written contents cannot be modified, deleted or even appended to</a:t>
            </a:r>
          </a:p>
        </p:txBody>
      </p:sp>
      <p:pic>
        <p:nvPicPr>
          <p:cNvPr id="10" name="Picture 9" descr="The image depicts a graphical representation of various data storage options based on access frequency. Moving from left to right, we see different storage classes:&#10;&#10;Frequent Access:&#10;Amazon S3 Standard: A commonly used storage class for frequently accessed data.&#10;S3 Intelligent-Tiering: Automatically moves objects between access tiers based on usage patterns.&#10;S3 Standard-IA (Infrequent Access): Designed for less frequent access.&#10;Infrequent Access:&#10;S3 One Zone-IA: Stores data in a single availability zone.&#10;S3 Glacier Instant Retrieval: For archival data with faster retrieval times.&#10;S3 Glacier Deep Archive: Ideal for long-term storage with slower retrieval times.&#10;Each storage option is represented by a bucket icon, and additional symbols (like clocks or snowflakes) indicate retrieval times or storage costs. These options are relevant for understanding Amazon Web Services (AWS) storage classes based on data access frequency.">
            <a:extLst>
              <a:ext uri="{FF2B5EF4-FFF2-40B4-BE49-F238E27FC236}">
                <a16:creationId xmlns:a16="http://schemas.microsoft.com/office/drawing/2014/main" id="{8EF2935C-5B7A-0316-D5EE-BADDDD99CB05}"/>
              </a:ext>
            </a:extLst>
          </p:cNvPr>
          <p:cNvPicPr>
            <a:picLocks noChangeAspect="1"/>
          </p:cNvPicPr>
          <p:nvPr/>
        </p:nvPicPr>
        <p:blipFill>
          <a:blip r:embed="rId2"/>
          <a:stretch>
            <a:fillRect/>
          </a:stretch>
        </p:blipFill>
        <p:spPr>
          <a:xfrm>
            <a:off x="3222049" y="5582518"/>
            <a:ext cx="11843904" cy="3319895"/>
          </a:xfrm>
          <a:prstGeom prst="rect">
            <a:avLst/>
          </a:prstGeom>
        </p:spPr>
      </p:pic>
    </p:spTree>
    <p:extLst>
      <p:ext uri="{BB962C8B-B14F-4D97-AF65-F5344CB8AC3E}">
        <p14:creationId xmlns:p14="http://schemas.microsoft.com/office/powerpoint/2010/main" val="1770790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Benefits of Cloud Object Storage</a:t>
            </a:r>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5" name="Rectangle 4">
            <a:extLst>
              <a:ext uri="{FF2B5EF4-FFF2-40B4-BE49-F238E27FC236}">
                <a16:creationId xmlns:a16="http://schemas.microsoft.com/office/drawing/2014/main" id="{AFC64A9E-92DC-E1F9-7988-22DCE18F2F50}"/>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7" name="Rectangle 6">
            <a:extLst>
              <a:ext uri="{FF2B5EF4-FFF2-40B4-BE49-F238E27FC236}">
                <a16:creationId xmlns:a16="http://schemas.microsoft.com/office/drawing/2014/main" id="{7AF0B397-3BE5-373B-E5A9-13A4106B7DBC}"/>
              </a:ext>
            </a:extLst>
          </p:cNvPr>
          <p:cNvSpPr/>
          <p:nvPr/>
        </p:nvSpPr>
        <p:spPr>
          <a:xfrm>
            <a:off x="0" y="59105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792480" y="23241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Hadoop Integration</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5455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Data Lifecycle Management</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7475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Enhanced Data Security</a:t>
            </a:r>
          </a:p>
        </p:txBody>
      </p:sp>
      <p:sp>
        <p:nvSpPr>
          <p:cNvPr id="10" name="Rectangle 9">
            <a:extLst>
              <a:ext uri="{FF2B5EF4-FFF2-40B4-BE49-F238E27FC236}">
                <a16:creationId xmlns:a16="http://schemas.microsoft.com/office/drawing/2014/main" id="{A54455CA-CC41-1AC9-3001-3C90090FCEEA}"/>
              </a:ext>
            </a:extLst>
          </p:cNvPr>
          <p:cNvSpPr/>
          <p:nvPr/>
        </p:nvSpPr>
        <p:spPr>
          <a:xfrm>
            <a:off x="792480" y="5910566"/>
            <a:ext cx="3657600"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Cost-Effective Data Storage</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8" y="23169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2"/>
                </a:solidFill>
              </a:rPr>
              <a:t>Accessible through implementations of the Java abstract class org.apache.hadoop.fs.FileSystem using schemes s3:// or s3a://</a:t>
            </a:r>
          </a:p>
        </p:txBody>
      </p:sp>
      <p:sp>
        <p:nvSpPr>
          <p:cNvPr id="12" name="Rectangle 11">
            <a:extLst>
              <a:ext uri="{FF2B5EF4-FFF2-40B4-BE49-F238E27FC236}">
                <a16:creationId xmlns:a16="http://schemas.microsoft.com/office/drawing/2014/main" id="{DA824491-39DA-2FEF-F31F-171731277535}"/>
              </a:ext>
            </a:extLst>
          </p:cNvPr>
          <p:cNvSpPr/>
          <p:nvPr/>
        </p:nvSpPr>
        <p:spPr>
          <a:xfrm>
            <a:off x="4541518" y="35455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Automated policies for archiving, backup, and deletion of data</a:t>
            </a:r>
          </a:p>
        </p:txBody>
      </p:sp>
      <p:sp>
        <p:nvSpPr>
          <p:cNvPr id="13" name="Rectangle 12">
            <a:extLst>
              <a:ext uri="{FF2B5EF4-FFF2-40B4-BE49-F238E27FC236}">
                <a16:creationId xmlns:a16="http://schemas.microsoft.com/office/drawing/2014/main" id="{3A9321C7-53EF-9CA7-F7BF-681BF48FC6F4}"/>
              </a:ext>
            </a:extLst>
          </p:cNvPr>
          <p:cNvSpPr/>
          <p:nvPr/>
        </p:nvSpPr>
        <p:spPr>
          <a:xfrm>
            <a:off x="4541518" y="47403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Robust access controls, encryption, and compliance features to protect sensitive dat.</a:t>
            </a:r>
          </a:p>
        </p:txBody>
      </p:sp>
      <p:sp>
        <p:nvSpPr>
          <p:cNvPr id="14" name="Rectangle 13">
            <a:extLst>
              <a:ext uri="{FF2B5EF4-FFF2-40B4-BE49-F238E27FC236}">
                <a16:creationId xmlns:a16="http://schemas.microsoft.com/office/drawing/2014/main" id="{FCD42696-6982-A473-0CE8-A0AB929641FB}"/>
              </a:ext>
            </a:extLst>
          </p:cNvPr>
          <p:cNvSpPr/>
          <p:nvPr/>
        </p:nvSpPr>
        <p:spPr>
          <a:xfrm>
            <a:off x="4541519" y="59105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0" i="0" dirty="0">
                <a:solidFill>
                  <a:schemeClr val="bg2"/>
                </a:solidFill>
                <a:effectLst/>
              </a:rPr>
              <a:t>Pay-as-you-go pricing models and tiered storage options to optimize costs</a:t>
            </a:r>
            <a:r>
              <a:rPr lang="en-US" sz="2400" dirty="0">
                <a:solidFill>
                  <a:schemeClr val="bg2"/>
                </a:solidFill>
              </a:rPr>
              <a:t> </a:t>
            </a:r>
          </a:p>
        </p:txBody>
      </p:sp>
      <p:sp>
        <p:nvSpPr>
          <p:cNvPr id="18" name="Rectangle 17">
            <a:extLst>
              <a:ext uri="{FF2B5EF4-FFF2-40B4-BE49-F238E27FC236}">
                <a16:creationId xmlns:a16="http://schemas.microsoft.com/office/drawing/2014/main" id="{5E141AAE-90DD-30A6-A9B4-8198A5CD83A0}"/>
              </a:ext>
            </a:extLst>
          </p:cNvPr>
          <p:cNvSpPr/>
          <p:nvPr/>
        </p:nvSpPr>
        <p:spPr>
          <a:xfrm>
            <a:off x="16214" y="70746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9" name="Rectangle 18">
            <a:extLst>
              <a:ext uri="{FF2B5EF4-FFF2-40B4-BE49-F238E27FC236}">
                <a16:creationId xmlns:a16="http://schemas.microsoft.com/office/drawing/2014/main" id="{FF06BA78-B778-C7B9-D84F-6119BD8CAFBC}"/>
              </a:ext>
            </a:extLst>
          </p:cNvPr>
          <p:cNvSpPr/>
          <p:nvPr/>
        </p:nvSpPr>
        <p:spPr>
          <a:xfrm>
            <a:off x="808694" y="7074641"/>
            <a:ext cx="3657600"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Enhanced Scalability</a:t>
            </a:r>
          </a:p>
        </p:txBody>
      </p:sp>
      <p:sp>
        <p:nvSpPr>
          <p:cNvPr id="20" name="Rectangle 19">
            <a:extLst>
              <a:ext uri="{FF2B5EF4-FFF2-40B4-BE49-F238E27FC236}">
                <a16:creationId xmlns:a16="http://schemas.microsoft.com/office/drawing/2014/main" id="{684E9B69-8B38-86C0-837F-B26D9C5DD71F}"/>
              </a:ext>
            </a:extLst>
          </p:cNvPr>
          <p:cNvSpPr/>
          <p:nvPr/>
        </p:nvSpPr>
        <p:spPr>
          <a:xfrm>
            <a:off x="4557733" y="70746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0" i="0" dirty="0">
                <a:solidFill>
                  <a:schemeClr val="bg2"/>
                </a:solidFill>
                <a:effectLst/>
              </a:rPr>
              <a:t>Allows users to store vast amounts of data without worrying about capacity limitations</a:t>
            </a:r>
            <a:endParaRPr lang="en-US" sz="2400" dirty="0">
              <a:solidFill>
                <a:schemeClr val="bg2"/>
              </a:solidFill>
            </a:endParaRPr>
          </a:p>
        </p:txBody>
      </p:sp>
    </p:spTree>
    <p:extLst>
      <p:ext uri="{BB962C8B-B14F-4D97-AF65-F5344CB8AC3E}">
        <p14:creationId xmlns:p14="http://schemas.microsoft.com/office/powerpoint/2010/main" val="536302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Benefits of Cloud Object Storage</a:t>
            </a:r>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5" name="Rectangle 4">
            <a:extLst>
              <a:ext uri="{FF2B5EF4-FFF2-40B4-BE49-F238E27FC236}">
                <a16:creationId xmlns:a16="http://schemas.microsoft.com/office/drawing/2014/main" id="{AFC64A9E-92DC-E1F9-7988-22DCE18F2F50}"/>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7" name="Rectangle 6">
            <a:extLst>
              <a:ext uri="{FF2B5EF4-FFF2-40B4-BE49-F238E27FC236}">
                <a16:creationId xmlns:a16="http://schemas.microsoft.com/office/drawing/2014/main" id="{7AF0B397-3BE5-373B-E5A9-13A4106B7DBC}"/>
              </a:ext>
            </a:extLst>
          </p:cNvPr>
          <p:cNvSpPr/>
          <p:nvPr/>
        </p:nvSpPr>
        <p:spPr>
          <a:xfrm>
            <a:off x="0" y="59105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792480" y="23241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Elevated Availability and Durability</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5455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Ease of Use</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7475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Simplified Data Management</a:t>
            </a:r>
          </a:p>
        </p:txBody>
      </p:sp>
      <p:sp>
        <p:nvSpPr>
          <p:cNvPr id="10" name="Rectangle 9">
            <a:extLst>
              <a:ext uri="{FF2B5EF4-FFF2-40B4-BE49-F238E27FC236}">
                <a16:creationId xmlns:a16="http://schemas.microsoft.com/office/drawing/2014/main" id="{A54455CA-CC41-1AC9-3001-3C90090FCEEA}"/>
              </a:ext>
            </a:extLst>
          </p:cNvPr>
          <p:cNvSpPr/>
          <p:nvPr/>
        </p:nvSpPr>
        <p:spPr>
          <a:xfrm>
            <a:off x="792480" y="5910566"/>
            <a:ext cx="3657600"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Enhanced Data Sharing</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8" y="23169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2"/>
                </a:solidFill>
              </a:rPr>
              <a:t>Replicates data across multiple data centers to ensure protection against hardware failures or natural disasters</a:t>
            </a:r>
          </a:p>
        </p:txBody>
      </p:sp>
      <p:sp>
        <p:nvSpPr>
          <p:cNvPr id="12" name="Rectangle 11">
            <a:extLst>
              <a:ext uri="{FF2B5EF4-FFF2-40B4-BE49-F238E27FC236}">
                <a16:creationId xmlns:a16="http://schemas.microsoft.com/office/drawing/2014/main" id="{DA824491-39DA-2FEF-F31F-171731277535}"/>
              </a:ext>
            </a:extLst>
          </p:cNvPr>
          <p:cNvSpPr/>
          <p:nvPr/>
        </p:nvSpPr>
        <p:spPr>
          <a:xfrm>
            <a:off x="4541518" y="35455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Simple APIs and intuitive interfaces simplify data management.</a:t>
            </a:r>
          </a:p>
        </p:txBody>
      </p:sp>
      <p:sp>
        <p:nvSpPr>
          <p:cNvPr id="13" name="Rectangle 12">
            <a:extLst>
              <a:ext uri="{FF2B5EF4-FFF2-40B4-BE49-F238E27FC236}">
                <a16:creationId xmlns:a16="http://schemas.microsoft.com/office/drawing/2014/main" id="{3A9321C7-53EF-9CA7-F7BF-681BF48FC6F4}"/>
              </a:ext>
            </a:extLst>
          </p:cNvPr>
          <p:cNvSpPr/>
          <p:nvPr/>
        </p:nvSpPr>
        <p:spPr>
          <a:xfrm>
            <a:off x="4541518" y="47403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Eliminates the need for users to manage storage infrastructure offering a service where storage </a:t>
            </a:r>
          </a:p>
          <a:p>
            <a:pPr algn="ctr"/>
            <a:r>
              <a:rPr lang="en-US" sz="2400" dirty="0">
                <a:solidFill>
                  <a:schemeClr val="tx1"/>
                </a:solidFill>
              </a:rPr>
              <a:t>concerns become the domain of the cloud provider</a:t>
            </a:r>
          </a:p>
        </p:txBody>
      </p:sp>
      <p:sp>
        <p:nvSpPr>
          <p:cNvPr id="14" name="Rectangle 13">
            <a:extLst>
              <a:ext uri="{FF2B5EF4-FFF2-40B4-BE49-F238E27FC236}">
                <a16:creationId xmlns:a16="http://schemas.microsoft.com/office/drawing/2014/main" id="{FCD42696-6982-A473-0CE8-A0AB929641FB}"/>
              </a:ext>
            </a:extLst>
          </p:cNvPr>
          <p:cNvSpPr/>
          <p:nvPr/>
        </p:nvSpPr>
        <p:spPr>
          <a:xfrm>
            <a:off x="4541519" y="59105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0" i="0" dirty="0">
                <a:solidFill>
                  <a:schemeClr val="bg2"/>
                </a:solidFill>
                <a:effectLst/>
              </a:rPr>
              <a:t>Users can easily access and share data from anywhere with an internet connection, promoting collaboration and efficiency</a:t>
            </a:r>
          </a:p>
        </p:txBody>
      </p:sp>
      <p:sp>
        <p:nvSpPr>
          <p:cNvPr id="18" name="Rectangle 17">
            <a:extLst>
              <a:ext uri="{FF2B5EF4-FFF2-40B4-BE49-F238E27FC236}">
                <a16:creationId xmlns:a16="http://schemas.microsoft.com/office/drawing/2014/main" id="{5E141AAE-90DD-30A6-A9B4-8198A5CD83A0}"/>
              </a:ext>
            </a:extLst>
          </p:cNvPr>
          <p:cNvSpPr/>
          <p:nvPr/>
        </p:nvSpPr>
        <p:spPr>
          <a:xfrm>
            <a:off x="16214" y="70746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9" name="Rectangle 18">
            <a:extLst>
              <a:ext uri="{FF2B5EF4-FFF2-40B4-BE49-F238E27FC236}">
                <a16:creationId xmlns:a16="http://schemas.microsoft.com/office/drawing/2014/main" id="{FF06BA78-B778-C7B9-D84F-6119BD8CAFBC}"/>
              </a:ext>
            </a:extLst>
          </p:cNvPr>
          <p:cNvSpPr/>
          <p:nvPr/>
        </p:nvSpPr>
        <p:spPr>
          <a:xfrm>
            <a:off x="808694" y="7074641"/>
            <a:ext cx="3657600"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Future-Proof Storage Solution</a:t>
            </a:r>
          </a:p>
        </p:txBody>
      </p:sp>
      <p:sp>
        <p:nvSpPr>
          <p:cNvPr id="20" name="Rectangle 19">
            <a:extLst>
              <a:ext uri="{FF2B5EF4-FFF2-40B4-BE49-F238E27FC236}">
                <a16:creationId xmlns:a16="http://schemas.microsoft.com/office/drawing/2014/main" id="{684E9B69-8B38-86C0-837F-B26D9C5DD71F}"/>
              </a:ext>
            </a:extLst>
          </p:cNvPr>
          <p:cNvSpPr/>
          <p:nvPr/>
        </p:nvSpPr>
        <p:spPr>
          <a:xfrm>
            <a:off x="4557733" y="70746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0" i="0" dirty="0">
                <a:solidFill>
                  <a:schemeClr val="bg2"/>
                </a:solidFill>
                <a:effectLst/>
              </a:rPr>
              <a:t>Cloud object storage is a constantly evolving technology, with regular updates and enhancements</a:t>
            </a:r>
            <a:endParaRPr lang="en-US" sz="2400" dirty="0">
              <a:solidFill>
                <a:schemeClr val="bg2"/>
              </a:solidFill>
            </a:endParaRPr>
          </a:p>
        </p:txBody>
      </p:sp>
    </p:spTree>
    <p:extLst>
      <p:ext uri="{BB962C8B-B14F-4D97-AF65-F5344CB8AC3E}">
        <p14:creationId xmlns:p14="http://schemas.microsoft.com/office/powerpoint/2010/main" val="3217530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Limitations of Cloud Object Storage</a:t>
            </a:r>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5" name="Rectangle 4">
            <a:extLst>
              <a:ext uri="{FF2B5EF4-FFF2-40B4-BE49-F238E27FC236}">
                <a16:creationId xmlns:a16="http://schemas.microsoft.com/office/drawing/2014/main" id="{AFC64A9E-92DC-E1F9-7988-22DCE18F2F50}"/>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7" name="Rectangle 6">
            <a:extLst>
              <a:ext uri="{FF2B5EF4-FFF2-40B4-BE49-F238E27FC236}">
                <a16:creationId xmlns:a16="http://schemas.microsoft.com/office/drawing/2014/main" id="{7AF0B397-3BE5-373B-E5A9-13A4106B7DBC}"/>
              </a:ext>
            </a:extLst>
          </p:cNvPr>
          <p:cNvSpPr/>
          <p:nvPr/>
        </p:nvSpPr>
        <p:spPr>
          <a:xfrm>
            <a:off x="0" y="59105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792480" y="23241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Write Once Semantics</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5455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Vendor Lock-in</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7475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Internet Connectivity</a:t>
            </a:r>
          </a:p>
        </p:txBody>
      </p:sp>
      <p:sp>
        <p:nvSpPr>
          <p:cNvPr id="10" name="Rectangle 9">
            <a:extLst>
              <a:ext uri="{FF2B5EF4-FFF2-40B4-BE49-F238E27FC236}">
                <a16:creationId xmlns:a16="http://schemas.microsoft.com/office/drawing/2014/main" id="{A54455CA-CC41-1AC9-3001-3C90090FCEEA}"/>
              </a:ext>
            </a:extLst>
          </p:cNvPr>
          <p:cNvSpPr/>
          <p:nvPr/>
        </p:nvSpPr>
        <p:spPr>
          <a:xfrm>
            <a:off x="792480" y="5910566"/>
            <a:ext cx="3657600"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Data Transfer Costs</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8" y="23169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solidFill>
                  <a:schemeClr val="bg2"/>
                </a:solidFill>
              </a:rPr>
              <a:t>Once written, object contents cannot be modified, deleted or even appended to, making this storage inappropriate for (transactional) applications with frequently changing data</a:t>
            </a:r>
          </a:p>
        </p:txBody>
      </p:sp>
      <p:sp>
        <p:nvSpPr>
          <p:cNvPr id="12" name="Rectangle 11">
            <a:extLst>
              <a:ext uri="{FF2B5EF4-FFF2-40B4-BE49-F238E27FC236}">
                <a16:creationId xmlns:a16="http://schemas.microsoft.com/office/drawing/2014/main" id="{DA824491-39DA-2FEF-F31F-171731277535}"/>
              </a:ext>
            </a:extLst>
          </p:cNvPr>
          <p:cNvSpPr/>
          <p:nvPr/>
        </p:nvSpPr>
        <p:spPr>
          <a:xfrm>
            <a:off x="4541518" y="35455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Choosing a cloud storage provider can lead to vendor lock-in, making it difficult or costly to switch to a different provider in the future. Proprietary data formats and APIs can make it challenging to migrate data to another platform</a:t>
            </a:r>
          </a:p>
        </p:txBody>
      </p:sp>
      <p:sp>
        <p:nvSpPr>
          <p:cNvPr id="13" name="Rectangle 12">
            <a:extLst>
              <a:ext uri="{FF2B5EF4-FFF2-40B4-BE49-F238E27FC236}">
                <a16:creationId xmlns:a16="http://schemas.microsoft.com/office/drawing/2014/main" id="{3A9321C7-53EF-9CA7-F7BF-681BF48FC6F4}"/>
              </a:ext>
            </a:extLst>
          </p:cNvPr>
          <p:cNvSpPr/>
          <p:nvPr/>
        </p:nvSpPr>
        <p:spPr>
          <a:xfrm>
            <a:off x="4541518" y="47403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dirty="0">
                <a:solidFill>
                  <a:schemeClr val="tx1"/>
                </a:solidFill>
              </a:rPr>
              <a:t>Cloud object storage requires a reliable internet connection to access and manage data. In situations with intermittent or unstable internet connectivity, accessing data stored in the cloud can be challenging or impossible</a:t>
            </a:r>
          </a:p>
        </p:txBody>
      </p:sp>
      <p:sp>
        <p:nvSpPr>
          <p:cNvPr id="14" name="Rectangle 13">
            <a:extLst>
              <a:ext uri="{FF2B5EF4-FFF2-40B4-BE49-F238E27FC236}">
                <a16:creationId xmlns:a16="http://schemas.microsoft.com/office/drawing/2014/main" id="{FCD42696-6982-A473-0CE8-A0AB929641FB}"/>
              </a:ext>
            </a:extLst>
          </p:cNvPr>
          <p:cNvSpPr/>
          <p:nvPr/>
        </p:nvSpPr>
        <p:spPr>
          <a:xfrm>
            <a:off x="4541519" y="59105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T</a:t>
            </a:r>
            <a:r>
              <a:rPr lang="en-US" sz="2000" b="0" i="0" dirty="0">
                <a:solidFill>
                  <a:schemeClr val="bg2"/>
                </a:solidFill>
                <a:effectLst/>
              </a:rPr>
              <a:t>ransferring large volumes of data in and out of the cloud can incur additional charges, potentially leading to increased operational costs</a:t>
            </a:r>
          </a:p>
        </p:txBody>
      </p:sp>
      <p:sp>
        <p:nvSpPr>
          <p:cNvPr id="18" name="Rectangle 17">
            <a:extLst>
              <a:ext uri="{FF2B5EF4-FFF2-40B4-BE49-F238E27FC236}">
                <a16:creationId xmlns:a16="http://schemas.microsoft.com/office/drawing/2014/main" id="{5E141AAE-90DD-30A6-A9B4-8198A5CD83A0}"/>
              </a:ext>
            </a:extLst>
          </p:cNvPr>
          <p:cNvSpPr/>
          <p:nvPr/>
        </p:nvSpPr>
        <p:spPr>
          <a:xfrm>
            <a:off x="16214" y="70746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9" name="Rectangle 18">
            <a:extLst>
              <a:ext uri="{FF2B5EF4-FFF2-40B4-BE49-F238E27FC236}">
                <a16:creationId xmlns:a16="http://schemas.microsoft.com/office/drawing/2014/main" id="{FF06BA78-B778-C7B9-D84F-6119BD8CAFBC}"/>
              </a:ext>
            </a:extLst>
          </p:cNvPr>
          <p:cNvSpPr/>
          <p:nvPr/>
        </p:nvSpPr>
        <p:spPr>
          <a:xfrm>
            <a:off x="808694" y="7074641"/>
            <a:ext cx="3657600"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Performance</a:t>
            </a:r>
          </a:p>
        </p:txBody>
      </p:sp>
      <p:sp>
        <p:nvSpPr>
          <p:cNvPr id="20" name="Rectangle 19">
            <a:extLst>
              <a:ext uri="{FF2B5EF4-FFF2-40B4-BE49-F238E27FC236}">
                <a16:creationId xmlns:a16="http://schemas.microsoft.com/office/drawing/2014/main" id="{684E9B69-8B38-86C0-837F-B26D9C5DD71F}"/>
              </a:ext>
            </a:extLst>
          </p:cNvPr>
          <p:cNvSpPr/>
          <p:nvPr/>
        </p:nvSpPr>
        <p:spPr>
          <a:xfrm>
            <a:off x="4557733" y="70746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dirty="0">
                <a:solidFill>
                  <a:schemeClr val="bg2"/>
                </a:solidFill>
                <a:effectLst/>
              </a:rPr>
              <a:t>Exhibits higher latency and lower throughput than accessing directly connected storage media due to the network transfer of data and other operational overhead </a:t>
            </a:r>
            <a:endParaRPr lang="en-US" sz="2000" dirty="0">
              <a:solidFill>
                <a:schemeClr val="bg2"/>
              </a:solidFill>
            </a:endParaRPr>
          </a:p>
        </p:txBody>
      </p:sp>
    </p:spTree>
    <p:extLst>
      <p:ext uri="{BB962C8B-B14F-4D97-AF65-F5344CB8AC3E}">
        <p14:creationId xmlns:p14="http://schemas.microsoft.com/office/powerpoint/2010/main" val="3202312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9D713-9BD0-E88E-4F6D-410BCE4BF8D5}"/>
              </a:ext>
            </a:extLst>
          </p:cNvPr>
          <p:cNvSpPr>
            <a:spLocks noGrp="1"/>
          </p:cNvSpPr>
          <p:nvPr>
            <p:ph type="title"/>
          </p:nvPr>
        </p:nvSpPr>
        <p:spPr/>
        <p:txBody>
          <a:bodyPr/>
          <a:lstStyle/>
          <a:p>
            <a:r>
              <a:rPr lang="en-US" dirty="0"/>
              <a:t>Bucket and Object References</a:t>
            </a:r>
          </a:p>
        </p:txBody>
      </p:sp>
      <p:sp>
        <p:nvSpPr>
          <p:cNvPr id="3" name="Content Placeholder 2">
            <a:extLst>
              <a:ext uri="{FF2B5EF4-FFF2-40B4-BE49-F238E27FC236}">
                <a16:creationId xmlns:a16="http://schemas.microsoft.com/office/drawing/2014/main" id="{AE595358-2890-7ADB-DB27-6FCA70DB5BFD}"/>
              </a:ext>
            </a:extLst>
          </p:cNvPr>
          <p:cNvSpPr>
            <a:spLocks noGrp="1"/>
          </p:cNvSpPr>
          <p:nvPr>
            <p:ph idx="1"/>
          </p:nvPr>
        </p:nvSpPr>
        <p:spPr/>
        <p:txBody>
          <a:bodyPr/>
          <a:lstStyle/>
          <a:p>
            <a:r>
              <a:rPr lang="en-US" dirty="0"/>
              <a:t>To access an object in bucket from Hadoop use the following</a:t>
            </a:r>
          </a:p>
          <a:p>
            <a:pPr lvl="1"/>
            <a:r>
              <a:rPr lang="en-US" dirty="0"/>
              <a:t>S3://bucketname/keyname</a:t>
            </a:r>
          </a:p>
          <a:p>
            <a:r>
              <a:rPr lang="en-US" dirty="0"/>
              <a:t>And to access an object in a bucket via the S3 Web Service API</a:t>
            </a:r>
          </a:p>
          <a:p>
            <a:pPr lvl="1"/>
            <a:r>
              <a:rPr lang="en-US" dirty="0">
                <a:hlinkClick r:id="rId2"/>
              </a:rPr>
              <a:t>https://bucket-name.s3.region-code.amazonaws.com/key-name</a:t>
            </a:r>
            <a:endParaRPr lang="en-US" dirty="0"/>
          </a:p>
          <a:p>
            <a:r>
              <a:rPr lang="en-US" dirty="0"/>
              <a:t>Note, if you are accessing the object from the same region where it was created you can write</a:t>
            </a:r>
          </a:p>
          <a:p>
            <a:pPr lvl="1"/>
            <a:r>
              <a:rPr lang="en-US" dirty="0"/>
              <a:t>https://bucket-name.s3.amazonaws.com/key-name</a:t>
            </a:r>
          </a:p>
        </p:txBody>
      </p:sp>
    </p:spTree>
    <p:extLst>
      <p:ext uri="{BB962C8B-B14F-4D97-AF65-F5344CB8AC3E}">
        <p14:creationId xmlns:p14="http://schemas.microsoft.com/office/powerpoint/2010/main" val="4207799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Some Bucket Operations</a:t>
            </a:r>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5" name="Rectangle 4">
            <a:extLst>
              <a:ext uri="{FF2B5EF4-FFF2-40B4-BE49-F238E27FC236}">
                <a16:creationId xmlns:a16="http://schemas.microsoft.com/office/drawing/2014/main" id="{AFC64A9E-92DC-E1F9-7988-22DCE18F2F50}"/>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792480" y="23241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Create Bucket</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5455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Delete Bucket</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7475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List Buckets</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8" y="23169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solidFill>
                  <a:schemeClr val="bg2"/>
                </a:solidFill>
              </a:rPr>
              <a:t>Create a new S3 bucket. The creator of the bucket becomes its owner</a:t>
            </a:r>
          </a:p>
        </p:txBody>
      </p:sp>
      <p:sp>
        <p:nvSpPr>
          <p:cNvPr id="12" name="Rectangle 11">
            <a:extLst>
              <a:ext uri="{FF2B5EF4-FFF2-40B4-BE49-F238E27FC236}">
                <a16:creationId xmlns:a16="http://schemas.microsoft.com/office/drawing/2014/main" id="{DA824491-39DA-2FEF-F31F-171731277535}"/>
              </a:ext>
            </a:extLst>
          </p:cNvPr>
          <p:cNvSpPr/>
          <p:nvPr/>
        </p:nvSpPr>
        <p:spPr>
          <a:xfrm>
            <a:off x="4541518" y="35455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Deletes the specified bucket. All objects (and all object versions, if versioning was ever enabled) in the bucket must be deleted before the bucket itself can be deleted. Only the owner of a bucket can delete it, regardless of the bucket's access control policy.</a:t>
            </a:r>
          </a:p>
        </p:txBody>
      </p:sp>
      <p:sp>
        <p:nvSpPr>
          <p:cNvPr id="13" name="Rectangle 12">
            <a:extLst>
              <a:ext uri="{FF2B5EF4-FFF2-40B4-BE49-F238E27FC236}">
                <a16:creationId xmlns:a16="http://schemas.microsoft.com/office/drawing/2014/main" id="{3A9321C7-53EF-9CA7-F7BF-681BF48FC6F4}"/>
              </a:ext>
            </a:extLst>
          </p:cNvPr>
          <p:cNvSpPr/>
          <p:nvPr/>
        </p:nvSpPr>
        <p:spPr>
          <a:xfrm>
            <a:off x="4541518" y="47403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dirty="0">
                <a:solidFill>
                  <a:schemeClr val="tx1"/>
                </a:solidFill>
              </a:rPr>
              <a:t>Returns a list of all buckets owned by whoever issues the operation</a:t>
            </a:r>
          </a:p>
        </p:txBody>
      </p:sp>
    </p:spTree>
    <p:extLst>
      <p:ext uri="{BB962C8B-B14F-4D97-AF65-F5344CB8AC3E}">
        <p14:creationId xmlns:p14="http://schemas.microsoft.com/office/powerpoint/2010/main" val="1541696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Some Object Operations</a:t>
            </a:r>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5" name="Rectangle 4">
            <a:extLst>
              <a:ext uri="{FF2B5EF4-FFF2-40B4-BE49-F238E27FC236}">
                <a16:creationId xmlns:a16="http://schemas.microsoft.com/office/drawing/2014/main" id="{AFC64A9E-92DC-E1F9-7988-22DCE18F2F50}"/>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7" name="Rectangle 6">
            <a:extLst>
              <a:ext uri="{FF2B5EF4-FFF2-40B4-BE49-F238E27FC236}">
                <a16:creationId xmlns:a16="http://schemas.microsoft.com/office/drawing/2014/main" id="{7AF0B397-3BE5-373B-E5A9-13A4106B7DBC}"/>
              </a:ext>
            </a:extLst>
          </p:cNvPr>
          <p:cNvSpPr/>
          <p:nvPr/>
        </p:nvSpPr>
        <p:spPr>
          <a:xfrm>
            <a:off x="0" y="59105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792480" y="23241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Put Object</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5455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Get Object</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7475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Delete Object</a:t>
            </a:r>
          </a:p>
        </p:txBody>
      </p:sp>
      <p:sp>
        <p:nvSpPr>
          <p:cNvPr id="10" name="Rectangle 9">
            <a:extLst>
              <a:ext uri="{FF2B5EF4-FFF2-40B4-BE49-F238E27FC236}">
                <a16:creationId xmlns:a16="http://schemas.microsoft.com/office/drawing/2014/main" id="{A54455CA-CC41-1AC9-3001-3C90090FCEEA}"/>
              </a:ext>
            </a:extLst>
          </p:cNvPr>
          <p:cNvSpPr/>
          <p:nvPr/>
        </p:nvSpPr>
        <p:spPr>
          <a:xfrm>
            <a:off x="792480" y="5910566"/>
            <a:ext cx="3657600"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Copy Object</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8" y="23169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solidFill>
                  <a:schemeClr val="bg2"/>
                </a:solidFill>
              </a:rPr>
              <a:t>Uploads a new object to the specified Amazon S3 bucket from a file or other input source</a:t>
            </a:r>
          </a:p>
        </p:txBody>
      </p:sp>
      <p:sp>
        <p:nvSpPr>
          <p:cNvPr id="12" name="Rectangle 11">
            <a:extLst>
              <a:ext uri="{FF2B5EF4-FFF2-40B4-BE49-F238E27FC236}">
                <a16:creationId xmlns:a16="http://schemas.microsoft.com/office/drawing/2014/main" id="{DA824491-39DA-2FEF-F31F-171731277535}"/>
              </a:ext>
            </a:extLst>
          </p:cNvPr>
          <p:cNvSpPr/>
          <p:nvPr/>
        </p:nvSpPr>
        <p:spPr>
          <a:xfrm>
            <a:off x="4541518" y="35455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Retrieves objects from Amazon S3 to a file or an input stream</a:t>
            </a:r>
          </a:p>
        </p:txBody>
      </p:sp>
      <p:sp>
        <p:nvSpPr>
          <p:cNvPr id="13" name="Rectangle 12">
            <a:extLst>
              <a:ext uri="{FF2B5EF4-FFF2-40B4-BE49-F238E27FC236}">
                <a16:creationId xmlns:a16="http://schemas.microsoft.com/office/drawing/2014/main" id="{3A9321C7-53EF-9CA7-F7BF-681BF48FC6F4}"/>
              </a:ext>
            </a:extLst>
          </p:cNvPr>
          <p:cNvSpPr/>
          <p:nvPr/>
        </p:nvSpPr>
        <p:spPr>
          <a:xfrm>
            <a:off x="4541518" y="47403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dirty="0">
                <a:solidFill>
                  <a:schemeClr val="tx1"/>
                </a:solidFill>
              </a:rPr>
              <a:t>Deletes the specified object in the specified bucket. Once deleted, the object can only be restored if versioning was enabled when the object was deleted</a:t>
            </a:r>
          </a:p>
        </p:txBody>
      </p:sp>
      <p:sp>
        <p:nvSpPr>
          <p:cNvPr id="14" name="Rectangle 13">
            <a:extLst>
              <a:ext uri="{FF2B5EF4-FFF2-40B4-BE49-F238E27FC236}">
                <a16:creationId xmlns:a16="http://schemas.microsoft.com/office/drawing/2014/main" id="{FCD42696-6982-A473-0CE8-A0AB929641FB}"/>
              </a:ext>
            </a:extLst>
          </p:cNvPr>
          <p:cNvSpPr/>
          <p:nvPr/>
        </p:nvSpPr>
        <p:spPr>
          <a:xfrm>
            <a:off x="4541519" y="59105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dirty="0">
                <a:solidFill>
                  <a:schemeClr val="bg2"/>
                </a:solidFill>
                <a:effectLst/>
              </a:rPr>
              <a:t>Copies a source object to a new destination object in Amazon S3</a:t>
            </a:r>
          </a:p>
        </p:txBody>
      </p:sp>
      <p:sp>
        <p:nvSpPr>
          <p:cNvPr id="18" name="Rectangle 17">
            <a:extLst>
              <a:ext uri="{FF2B5EF4-FFF2-40B4-BE49-F238E27FC236}">
                <a16:creationId xmlns:a16="http://schemas.microsoft.com/office/drawing/2014/main" id="{5E141AAE-90DD-30A6-A9B4-8198A5CD83A0}"/>
              </a:ext>
            </a:extLst>
          </p:cNvPr>
          <p:cNvSpPr/>
          <p:nvPr/>
        </p:nvSpPr>
        <p:spPr>
          <a:xfrm>
            <a:off x="16214" y="70746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9" name="Rectangle 18">
            <a:extLst>
              <a:ext uri="{FF2B5EF4-FFF2-40B4-BE49-F238E27FC236}">
                <a16:creationId xmlns:a16="http://schemas.microsoft.com/office/drawing/2014/main" id="{FF06BA78-B778-C7B9-D84F-6119BD8CAFBC}"/>
              </a:ext>
            </a:extLst>
          </p:cNvPr>
          <p:cNvSpPr/>
          <p:nvPr/>
        </p:nvSpPr>
        <p:spPr>
          <a:xfrm>
            <a:off x="808694" y="7074641"/>
            <a:ext cx="3657600"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List Objects</a:t>
            </a:r>
          </a:p>
        </p:txBody>
      </p:sp>
      <p:sp>
        <p:nvSpPr>
          <p:cNvPr id="20" name="Rectangle 19">
            <a:extLst>
              <a:ext uri="{FF2B5EF4-FFF2-40B4-BE49-F238E27FC236}">
                <a16:creationId xmlns:a16="http://schemas.microsoft.com/office/drawing/2014/main" id="{684E9B69-8B38-86C0-837F-B26D9C5DD71F}"/>
              </a:ext>
            </a:extLst>
          </p:cNvPr>
          <p:cNvSpPr/>
          <p:nvPr/>
        </p:nvSpPr>
        <p:spPr>
          <a:xfrm>
            <a:off x="4557733" y="70746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bg2"/>
                </a:solidFill>
              </a:rPr>
              <a:t>Returns a list of summary information about the objects in a specified bucket</a:t>
            </a:r>
          </a:p>
        </p:txBody>
      </p:sp>
    </p:spTree>
    <p:extLst>
      <p:ext uri="{BB962C8B-B14F-4D97-AF65-F5344CB8AC3E}">
        <p14:creationId xmlns:p14="http://schemas.microsoft.com/office/powerpoint/2010/main" val="3017204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3F70-DCE0-4142-900E-67EF19B670EC}"/>
              </a:ext>
            </a:extLst>
          </p:cNvPr>
          <p:cNvSpPr>
            <a:spLocks noGrp="1"/>
          </p:cNvSpPr>
          <p:nvPr>
            <p:ph type="title"/>
          </p:nvPr>
        </p:nvSpPr>
        <p:spPr/>
        <p:txBody>
          <a:bodyPr/>
          <a:lstStyle/>
          <a:p>
            <a:r>
              <a:rPr lang="en-US" dirty="0"/>
              <a:t>Amazon S3 ”Folders”</a:t>
            </a:r>
          </a:p>
        </p:txBody>
      </p:sp>
      <p:sp>
        <p:nvSpPr>
          <p:cNvPr id="5" name="object 2">
            <a:extLst>
              <a:ext uri="{FF2B5EF4-FFF2-40B4-BE49-F238E27FC236}">
                <a16:creationId xmlns:a16="http://schemas.microsoft.com/office/drawing/2014/main" id="{098B6DF3-94DF-084C-8BDC-0E09D8A98864}"/>
              </a:ext>
            </a:extLst>
          </p:cNvPr>
          <p:cNvSpPr txBox="1">
            <a:spLocks/>
          </p:cNvSpPr>
          <p:nvPr/>
        </p:nvSpPr>
        <p:spPr>
          <a:xfrm>
            <a:off x="7843968" y="3784561"/>
            <a:ext cx="2839403" cy="757900"/>
          </a:xfrm>
          <a:prstGeom prst="rect">
            <a:avLst/>
          </a:prstGeom>
        </p:spPr>
        <p:txBody>
          <a:bodyPr vert="horz" wrap="square" lIns="0" tIns="19050" rIns="0" bIns="0" rtlCol="0" anchor="ctr">
            <a:sp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marL="19050">
              <a:spcBef>
                <a:spcPts val="150"/>
              </a:spcBef>
            </a:pPr>
            <a:r>
              <a:rPr lang="en-US" sz="4800" spc="-45" dirty="0">
                <a:solidFill>
                  <a:schemeClr val="tx1"/>
                </a:solidFill>
              </a:rPr>
              <a:t>Object</a:t>
            </a:r>
            <a:r>
              <a:rPr lang="en-US" sz="4800" spc="-135" dirty="0">
                <a:solidFill>
                  <a:schemeClr val="tx1"/>
                </a:solidFill>
              </a:rPr>
              <a:t> </a:t>
            </a:r>
            <a:r>
              <a:rPr lang="en-US" sz="4800" spc="-120" dirty="0">
                <a:solidFill>
                  <a:schemeClr val="tx1"/>
                </a:solidFill>
              </a:rPr>
              <a:t>key</a:t>
            </a:r>
            <a:endParaRPr lang="en-US" sz="4800" dirty="0">
              <a:solidFill>
                <a:schemeClr val="tx1"/>
              </a:solidFill>
            </a:endParaRPr>
          </a:p>
        </p:txBody>
      </p:sp>
      <p:sp>
        <p:nvSpPr>
          <p:cNvPr id="7" name="object 4">
            <a:extLst>
              <a:ext uri="{FF2B5EF4-FFF2-40B4-BE49-F238E27FC236}">
                <a16:creationId xmlns:a16="http://schemas.microsoft.com/office/drawing/2014/main" id="{4CC6D254-F913-624E-8E94-E199B85F70AC}"/>
              </a:ext>
            </a:extLst>
          </p:cNvPr>
          <p:cNvSpPr/>
          <p:nvPr/>
        </p:nvSpPr>
        <p:spPr>
          <a:xfrm>
            <a:off x="8249920" y="4576032"/>
            <a:ext cx="0" cy="342900"/>
          </a:xfrm>
          <a:custGeom>
            <a:avLst/>
            <a:gdLst/>
            <a:ahLst/>
            <a:cxnLst/>
            <a:rect l="l" t="t" r="r" b="b"/>
            <a:pathLst>
              <a:path h="228600">
                <a:moveTo>
                  <a:pt x="0" y="0"/>
                </a:moveTo>
                <a:lnTo>
                  <a:pt x="0" y="228600"/>
                </a:lnTo>
              </a:path>
            </a:pathLst>
          </a:custGeom>
          <a:ln w="25400">
            <a:solidFill>
              <a:srgbClr val="FFFFFF"/>
            </a:solidFill>
          </a:ln>
        </p:spPr>
        <p:txBody>
          <a:bodyPr wrap="square" lIns="0" tIns="0" rIns="0" bIns="0" rtlCol="0"/>
          <a:lstStyle/>
          <a:p>
            <a:endParaRPr dirty="0"/>
          </a:p>
        </p:txBody>
      </p:sp>
      <p:sp>
        <p:nvSpPr>
          <p:cNvPr id="8" name="object 5">
            <a:extLst>
              <a:ext uri="{FF2B5EF4-FFF2-40B4-BE49-F238E27FC236}">
                <a16:creationId xmlns:a16="http://schemas.microsoft.com/office/drawing/2014/main" id="{44F710A3-9122-9C4C-9C96-84D4C051D5D1}"/>
              </a:ext>
            </a:extLst>
          </p:cNvPr>
          <p:cNvSpPr/>
          <p:nvPr/>
        </p:nvSpPr>
        <p:spPr>
          <a:xfrm>
            <a:off x="8648817" y="4576032"/>
            <a:ext cx="182880" cy="182880"/>
          </a:xfrm>
          <a:custGeom>
            <a:avLst/>
            <a:gdLst/>
            <a:ahLst/>
            <a:cxnLst/>
            <a:rect l="l" t="t" r="r" b="b"/>
            <a:pathLst>
              <a:path w="121920" h="121919">
                <a:moveTo>
                  <a:pt x="121920" y="0"/>
                </a:moveTo>
                <a:lnTo>
                  <a:pt x="0" y="0"/>
                </a:lnTo>
                <a:lnTo>
                  <a:pt x="60960" y="121919"/>
                </a:lnTo>
                <a:lnTo>
                  <a:pt x="121920" y="0"/>
                </a:lnTo>
                <a:close/>
              </a:path>
            </a:pathLst>
          </a:custGeom>
          <a:solidFill>
            <a:srgbClr val="FFFFFF"/>
          </a:solidFill>
        </p:spPr>
        <p:txBody>
          <a:bodyPr wrap="square" lIns="0" tIns="0" rIns="0" bIns="0" rtlCol="0"/>
          <a:lstStyle/>
          <a:p>
            <a:endParaRPr dirty="0"/>
          </a:p>
        </p:txBody>
      </p:sp>
      <p:sp>
        <p:nvSpPr>
          <p:cNvPr id="9" name="object 6">
            <a:extLst>
              <a:ext uri="{FF2B5EF4-FFF2-40B4-BE49-F238E27FC236}">
                <a16:creationId xmlns:a16="http://schemas.microsoft.com/office/drawing/2014/main" id="{5864921D-E566-954F-8380-49B071D8FEF2}"/>
              </a:ext>
            </a:extLst>
          </p:cNvPr>
          <p:cNvSpPr txBox="1"/>
          <p:nvPr/>
        </p:nvSpPr>
        <p:spPr>
          <a:xfrm>
            <a:off x="3684078" y="5132366"/>
            <a:ext cx="3438525" cy="434734"/>
          </a:xfrm>
          <a:prstGeom prst="rect">
            <a:avLst/>
          </a:prstGeom>
        </p:spPr>
        <p:txBody>
          <a:bodyPr vert="horz" wrap="square" lIns="0" tIns="19050" rIns="0" bIns="0" rtlCol="0">
            <a:spAutoFit/>
          </a:bodyPr>
          <a:lstStyle/>
          <a:p>
            <a:pPr marL="19050">
              <a:spcBef>
                <a:spcPts val="150"/>
              </a:spcBef>
            </a:pPr>
            <a:r>
              <a:rPr sz="2700" spc="-68" dirty="0">
                <a:latin typeface="Arial"/>
                <a:cs typeface="Arial"/>
              </a:rPr>
              <a:t>Max </a:t>
            </a:r>
            <a:r>
              <a:rPr sz="2700" spc="-8" dirty="0">
                <a:latin typeface="Arial"/>
                <a:cs typeface="Arial"/>
              </a:rPr>
              <a:t>1024 </a:t>
            </a:r>
            <a:r>
              <a:rPr sz="2700" spc="-38" dirty="0">
                <a:latin typeface="Arial"/>
                <a:cs typeface="Arial"/>
              </a:rPr>
              <a:t>bytes</a:t>
            </a:r>
            <a:r>
              <a:rPr sz="2700" spc="30" dirty="0">
                <a:latin typeface="Arial"/>
                <a:cs typeface="Arial"/>
              </a:rPr>
              <a:t> </a:t>
            </a:r>
            <a:r>
              <a:rPr sz="2700" spc="-75" dirty="0">
                <a:latin typeface="Arial"/>
                <a:cs typeface="Arial"/>
              </a:rPr>
              <a:t>UTF-8</a:t>
            </a:r>
            <a:endParaRPr sz="2700" dirty="0">
              <a:latin typeface="Arial"/>
              <a:cs typeface="Arial"/>
            </a:endParaRPr>
          </a:p>
        </p:txBody>
      </p:sp>
      <p:sp>
        <p:nvSpPr>
          <p:cNvPr id="10" name="object 7">
            <a:extLst>
              <a:ext uri="{FF2B5EF4-FFF2-40B4-BE49-F238E27FC236}">
                <a16:creationId xmlns:a16="http://schemas.microsoft.com/office/drawing/2014/main" id="{E1150C55-D8C2-1A4E-BC49-AA34E35C9774}"/>
              </a:ext>
            </a:extLst>
          </p:cNvPr>
          <p:cNvSpPr txBox="1"/>
          <p:nvPr/>
        </p:nvSpPr>
        <p:spPr>
          <a:xfrm>
            <a:off x="11364049" y="5132366"/>
            <a:ext cx="3537585" cy="434734"/>
          </a:xfrm>
          <a:prstGeom prst="rect">
            <a:avLst/>
          </a:prstGeom>
        </p:spPr>
        <p:txBody>
          <a:bodyPr vert="horz" wrap="square" lIns="0" tIns="19050" rIns="0" bIns="0" rtlCol="0">
            <a:spAutoFit/>
          </a:bodyPr>
          <a:lstStyle/>
          <a:p>
            <a:pPr marL="19050">
              <a:spcBef>
                <a:spcPts val="150"/>
              </a:spcBef>
            </a:pPr>
            <a:r>
              <a:rPr sz="2700" spc="-53" dirty="0">
                <a:latin typeface="Arial"/>
                <a:cs typeface="Arial"/>
              </a:rPr>
              <a:t>Including </a:t>
            </a:r>
            <a:r>
              <a:rPr sz="2700" spc="38" dirty="0">
                <a:latin typeface="Arial"/>
                <a:cs typeface="Arial"/>
              </a:rPr>
              <a:t>‘path’</a:t>
            </a:r>
            <a:r>
              <a:rPr sz="2700" spc="23" dirty="0">
                <a:latin typeface="Arial"/>
                <a:cs typeface="Arial"/>
              </a:rPr>
              <a:t> </a:t>
            </a:r>
            <a:r>
              <a:rPr sz="2700" spc="-68" dirty="0">
                <a:latin typeface="Arial"/>
                <a:cs typeface="Arial"/>
              </a:rPr>
              <a:t>prefixes</a:t>
            </a:r>
            <a:endParaRPr sz="2700" dirty="0">
              <a:latin typeface="Arial"/>
              <a:cs typeface="Arial"/>
            </a:endParaRPr>
          </a:p>
        </p:txBody>
      </p:sp>
      <p:sp>
        <p:nvSpPr>
          <p:cNvPr id="13" name="object 10">
            <a:extLst>
              <a:ext uri="{FF2B5EF4-FFF2-40B4-BE49-F238E27FC236}">
                <a16:creationId xmlns:a16="http://schemas.microsoft.com/office/drawing/2014/main" id="{187FF663-138B-7549-93DA-8E8F05DA6215}"/>
              </a:ext>
            </a:extLst>
          </p:cNvPr>
          <p:cNvSpPr/>
          <p:nvPr/>
        </p:nvSpPr>
        <p:spPr>
          <a:xfrm>
            <a:off x="7656714" y="4576032"/>
            <a:ext cx="194309" cy="194309"/>
          </a:xfrm>
          <a:custGeom>
            <a:avLst/>
            <a:gdLst/>
            <a:ahLst/>
            <a:cxnLst/>
            <a:rect l="l" t="t" r="r" b="b"/>
            <a:pathLst>
              <a:path w="129539" h="129539">
                <a:moveTo>
                  <a:pt x="43105" y="0"/>
                </a:moveTo>
                <a:lnTo>
                  <a:pt x="0" y="129316"/>
                </a:lnTo>
                <a:lnTo>
                  <a:pt x="129315" y="86211"/>
                </a:lnTo>
                <a:lnTo>
                  <a:pt x="43105" y="0"/>
                </a:lnTo>
                <a:close/>
              </a:path>
            </a:pathLst>
          </a:custGeom>
          <a:solidFill>
            <a:srgbClr val="FFFFFF"/>
          </a:solidFill>
        </p:spPr>
        <p:txBody>
          <a:bodyPr wrap="square" lIns="0" tIns="0" rIns="0" bIns="0" rtlCol="0"/>
          <a:lstStyle/>
          <a:p>
            <a:endParaRPr dirty="0"/>
          </a:p>
        </p:txBody>
      </p:sp>
      <p:sp>
        <p:nvSpPr>
          <p:cNvPr id="15" name="object 12">
            <a:extLst>
              <a:ext uri="{FF2B5EF4-FFF2-40B4-BE49-F238E27FC236}">
                <a16:creationId xmlns:a16="http://schemas.microsoft.com/office/drawing/2014/main" id="{FBAEF2B9-CCF2-1D48-9151-91083A71704B}"/>
              </a:ext>
            </a:extLst>
          </p:cNvPr>
          <p:cNvSpPr/>
          <p:nvPr/>
        </p:nvSpPr>
        <p:spPr>
          <a:xfrm>
            <a:off x="9844775" y="4576032"/>
            <a:ext cx="234315" cy="234315"/>
          </a:xfrm>
          <a:custGeom>
            <a:avLst/>
            <a:gdLst/>
            <a:ahLst/>
            <a:cxnLst/>
            <a:rect l="l" t="t" r="r" b="b"/>
            <a:pathLst>
              <a:path w="156210" h="156210">
                <a:moveTo>
                  <a:pt x="0" y="0"/>
                </a:moveTo>
                <a:lnTo>
                  <a:pt x="147008" y="147008"/>
                </a:lnTo>
                <a:lnTo>
                  <a:pt x="155989" y="155989"/>
                </a:lnTo>
              </a:path>
            </a:pathLst>
          </a:custGeom>
          <a:ln w="25400">
            <a:solidFill>
              <a:srgbClr val="FFFFFF"/>
            </a:solidFill>
          </a:ln>
        </p:spPr>
        <p:txBody>
          <a:bodyPr wrap="square" lIns="0" tIns="0" rIns="0" bIns="0" rtlCol="0"/>
          <a:lstStyle/>
          <a:p>
            <a:endParaRPr dirty="0"/>
          </a:p>
        </p:txBody>
      </p:sp>
      <p:sp>
        <p:nvSpPr>
          <p:cNvPr id="16" name="object 13">
            <a:extLst>
              <a:ext uri="{FF2B5EF4-FFF2-40B4-BE49-F238E27FC236}">
                <a16:creationId xmlns:a16="http://schemas.microsoft.com/office/drawing/2014/main" id="{E14EB347-034B-5543-9A66-7BA7BC191DCF}"/>
              </a:ext>
            </a:extLst>
          </p:cNvPr>
          <p:cNvSpPr/>
          <p:nvPr/>
        </p:nvSpPr>
        <p:spPr>
          <a:xfrm>
            <a:off x="10477987" y="4576032"/>
            <a:ext cx="194309" cy="194309"/>
          </a:xfrm>
          <a:custGeom>
            <a:avLst/>
            <a:gdLst/>
            <a:ahLst/>
            <a:cxnLst/>
            <a:rect l="l" t="t" r="r" b="b"/>
            <a:pathLst>
              <a:path w="129539" h="129539">
                <a:moveTo>
                  <a:pt x="86211" y="0"/>
                </a:moveTo>
                <a:lnTo>
                  <a:pt x="0" y="86211"/>
                </a:lnTo>
                <a:lnTo>
                  <a:pt x="129316" y="129316"/>
                </a:lnTo>
                <a:lnTo>
                  <a:pt x="86211" y="0"/>
                </a:lnTo>
                <a:close/>
              </a:path>
            </a:pathLst>
          </a:custGeom>
          <a:solidFill>
            <a:srgbClr val="FFFFFF"/>
          </a:solidFill>
        </p:spPr>
        <p:txBody>
          <a:bodyPr wrap="square" lIns="0" tIns="0" rIns="0" bIns="0" rtlCol="0"/>
          <a:lstStyle/>
          <a:p>
            <a:endParaRPr dirty="0"/>
          </a:p>
        </p:txBody>
      </p:sp>
      <p:sp>
        <p:nvSpPr>
          <p:cNvPr id="17" name="object 14">
            <a:extLst>
              <a:ext uri="{FF2B5EF4-FFF2-40B4-BE49-F238E27FC236}">
                <a16:creationId xmlns:a16="http://schemas.microsoft.com/office/drawing/2014/main" id="{259CD9C2-4C29-4346-8E6C-654E46E69994}"/>
              </a:ext>
            </a:extLst>
          </p:cNvPr>
          <p:cNvSpPr/>
          <p:nvPr/>
        </p:nvSpPr>
        <p:spPr>
          <a:xfrm rot="10800000">
            <a:off x="5852160" y="7014009"/>
            <a:ext cx="6400800" cy="287655"/>
          </a:xfrm>
          <a:custGeom>
            <a:avLst/>
            <a:gdLst/>
            <a:ahLst/>
            <a:cxnLst/>
            <a:rect l="l" t="t" r="r" b="b"/>
            <a:pathLst>
              <a:path w="4764405" h="191770">
                <a:moveTo>
                  <a:pt x="4763840" y="5"/>
                </a:moveTo>
                <a:lnTo>
                  <a:pt x="4757700" y="37227"/>
                </a:lnTo>
                <a:lnTo>
                  <a:pt x="4740957" y="67623"/>
                </a:lnTo>
                <a:lnTo>
                  <a:pt x="4716124" y="88116"/>
                </a:lnTo>
                <a:lnTo>
                  <a:pt x="4685714" y="95631"/>
                </a:lnTo>
                <a:lnTo>
                  <a:pt x="2460046" y="95626"/>
                </a:lnTo>
                <a:lnTo>
                  <a:pt x="2429636" y="103140"/>
                </a:lnTo>
                <a:lnTo>
                  <a:pt x="2404802" y="123634"/>
                </a:lnTo>
                <a:lnTo>
                  <a:pt x="2388059" y="154030"/>
                </a:lnTo>
                <a:lnTo>
                  <a:pt x="2381920" y="191252"/>
                </a:lnTo>
                <a:lnTo>
                  <a:pt x="2375780" y="154030"/>
                </a:lnTo>
                <a:lnTo>
                  <a:pt x="2359037" y="123634"/>
                </a:lnTo>
                <a:lnTo>
                  <a:pt x="2334204" y="103140"/>
                </a:lnTo>
                <a:lnTo>
                  <a:pt x="2303794" y="95626"/>
                </a:lnTo>
                <a:lnTo>
                  <a:pt x="78126" y="95626"/>
                </a:lnTo>
                <a:lnTo>
                  <a:pt x="47715" y="88111"/>
                </a:lnTo>
                <a:lnTo>
                  <a:pt x="22882" y="67617"/>
                </a:lnTo>
                <a:lnTo>
                  <a:pt x="6139" y="37221"/>
                </a:lnTo>
                <a:lnTo>
                  <a:pt x="0" y="0"/>
                </a:lnTo>
              </a:path>
            </a:pathLst>
          </a:custGeom>
          <a:ln w="24059">
            <a:solidFill>
              <a:srgbClr val="4F81BD"/>
            </a:solidFill>
          </a:ln>
        </p:spPr>
        <p:txBody>
          <a:bodyPr wrap="square" lIns="0" tIns="0" rIns="0" bIns="0" rtlCol="0"/>
          <a:lstStyle/>
          <a:p>
            <a:endParaRPr dirty="0"/>
          </a:p>
        </p:txBody>
      </p:sp>
      <p:sp>
        <p:nvSpPr>
          <p:cNvPr id="18" name="object 15">
            <a:extLst>
              <a:ext uri="{FF2B5EF4-FFF2-40B4-BE49-F238E27FC236}">
                <a16:creationId xmlns:a16="http://schemas.microsoft.com/office/drawing/2014/main" id="{46F968B9-514E-8541-BDCA-59CB0E053379}"/>
              </a:ext>
            </a:extLst>
          </p:cNvPr>
          <p:cNvSpPr txBox="1"/>
          <p:nvPr/>
        </p:nvSpPr>
        <p:spPr>
          <a:xfrm>
            <a:off x="5641879" y="5532343"/>
            <a:ext cx="7005638" cy="434734"/>
          </a:xfrm>
          <a:prstGeom prst="rect">
            <a:avLst/>
          </a:prstGeom>
        </p:spPr>
        <p:txBody>
          <a:bodyPr vert="horz" wrap="square" lIns="0" tIns="19050" rIns="0" bIns="0" rtlCol="0">
            <a:spAutoFit/>
          </a:bodyPr>
          <a:lstStyle/>
          <a:p>
            <a:pPr marL="1917383">
              <a:spcBef>
                <a:spcPts val="150"/>
              </a:spcBef>
            </a:pPr>
            <a:r>
              <a:rPr sz="2700" spc="-60" dirty="0">
                <a:latin typeface="Arial"/>
                <a:cs typeface="Arial"/>
              </a:rPr>
              <a:t>Unique </a:t>
            </a:r>
            <a:r>
              <a:rPr sz="2700" spc="-38" dirty="0">
                <a:latin typeface="Arial"/>
                <a:cs typeface="Arial"/>
              </a:rPr>
              <a:t>within </a:t>
            </a:r>
            <a:r>
              <a:rPr sz="2700" spc="-105" dirty="0">
                <a:latin typeface="Arial"/>
                <a:cs typeface="Arial"/>
              </a:rPr>
              <a:t>a</a:t>
            </a:r>
            <a:r>
              <a:rPr sz="2700" spc="83" dirty="0">
                <a:latin typeface="Arial"/>
                <a:cs typeface="Arial"/>
              </a:rPr>
              <a:t> </a:t>
            </a:r>
            <a:r>
              <a:rPr sz="2700" spc="-8" dirty="0">
                <a:latin typeface="Arial"/>
                <a:cs typeface="Arial"/>
              </a:rPr>
              <a:t>bucket</a:t>
            </a:r>
            <a:endParaRPr sz="2700" dirty="0">
              <a:latin typeface="Arial"/>
              <a:cs typeface="Arial"/>
            </a:endParaRPr>
          </a:p>
        </p:txBody>
      </p:sp>
      <p:sp>
        <p:nvSpPr>
          <p:cNvPr id="19" name="object 14">
            <a:extLst>
              <a:ext uri="{FF2B5EF4-FFF2-40B4-BE49-F238E27FC236}">
                <a16:creationId xmlns:a16="http://schemas.microsoft.com/office/drawing/2014/main" id="{6F70330B-E7AC-05F6-15A7-8FEC8A14A605}"/>
              </a:ext>
            </a:extLst>
          </p:cNvPr>
          <p:cNvSpPr/>
          <p:nvPr/>
        </p:nvSpPr>
        <p:spPr>
          <a:xfrm>
            <a:off x="5864258" y="8155116"/>
            <a:ext cx="4480560" cy="287655"/>
          </a:xfrm>
          <a:custGeom>
            <a:avLst/>
            <a:gdLst/>
            <a:ahLst/>
            <a:cxnLst/>
            <a:rect l="l" t="t" r="r" b="b"/>
            <a:pathLst>
              <a:path w="4764405" h="191770">
                <a:moveTo>
                  <a:pt x="4763840" y="5"/>
                </a:moveTo>
                <a:lnTo>
                  <a:pt x="4757700" y="37227"/>
                </a:lnTo>
                <a:lnTo>
                  <a:pt x="4740957" y="67623"/>
                </a:lnTo>
                <a:lnTo>
                  <a:pt x="4716124" y="88116"/>
                </a:lnTo>
                <a:lnTo>
                  <a:pt x="4685714" y="95631"/>
                </a:lnTo>
                <a:lnTo>
                  <a:pt x="2460046" y="95626"/>
                </a:lnTo>
                <a:lnTo>
                  <a:pt x="2429636" y="103140"/>
                </a:lnTo>
                <a:lnTo>
                  <a:pt x="2404802" y="123634"/>
                </a:lnTo>
                <a:lnTo>
                  <a:pt x="2388059" y="154030"/>
                </a:lnTo>
                <a:lnTo>
                  <a:pt x="2381920" y="191252"/>
                </a:lnTo>
                <a:lnTo>
                  <a:pt x="2375780" y="154030"/>
                </a:lnTo>
                <a:lnTo>
                  <a:pt x="2359037" y="123634"/>
                </a:lnTo>
                <a:lnTo>
                  <a:pt x="2334204" y="103140"/>
                </a:lnTo>
                <a:lnTo>
                  <a:pt x="2303794" y="95626"/>
                </a:lnTo>
                <a:lnTo>
                  <a:pt x="78126" y="95626"/>
                </a:lnTo>
                <a:lnTo>
                  <a:pt x="47715" y="88111"/>
                </a:lnTo>
                <a:lnTo>
                  <a:pt x="22882" y="67617"/>
                </a:lnTo>
                <a:lnTo>
                  <a:pt x="6139" y="37221"/>
                </a:lnTo>
                <a:lnTo>
                  <a:pt x="0" y="0"/>
                </a:lnTo>
              </a:path>
            </a:pathLst>
          </a:custGeom>
          <a:ln w="24059">
            <a:solidFill>
              <a:srgbClr val="4F81BD"/>
            </a:solidFill>
          </a:ln>
        </p:spPr>
        <p:txBody>
          <a:bodyPr wrap="square" lIns="0" tIns="0" rIns="0" bIns="0" rtlCol="0"/>
          <a:lstStyle/>
          <a:p>
            <a:endParaRPr dirty="0"/>
          </a:p>
        </p:txBody>
      </p:sp>
      <p:sp>
        <p:nvSpPr>
          <p:cNvPr id="21" name="object 14">
            <a:extLst>
              <a:ext uri="{FF2B5EF4-FFF2-40B4-BE49-F238E27FC236}">
                <a16:creationId xmlns:a16="http://schemas.microsoft.com/office/drawing/2014/main" id="{4217AA9A-4636-1A0A-62C6-6E8BCFB8A788}"/>
              </a:ext>
            </a:extLst>
          </p:cNvPr>
          <p:cNvSpPr/>
          <p:nvPr/>
        </p:nvSpPr>
        <p:spPr>
          <a:xfrm>
            <a:off x="10424160" y="8178913"/>
            <a:ext cx="1828800" cy="287655"/>
          </a:xfrm>
          <a:custGeom>
            <a:avLst/>
            <a:gdLst/>
            <a:ahLst/>
            <a:cxnLst/>
            <a:rect l="l" t="t" r="r" b="b"/>
            <a:pathLst>
              <a:path w="4764405" h="191770">
                <a:moveTo>
                  <a:pt x="4763840" y="5"/>
                </a:moveTo>
                <a:lnTo>
                  <a:pt x="4757700" y="37227"/>
                </a:lnTo>
                <a:lnTo>
                  <a:pt x="4740957" y="67623"/>
                </a:lnTo>
                <a:lnTo>
                  <a:pt x="4716124" y="88116"/>
                </a:lnTo>
                <a:lnTo>
                  <a:pt x="4685714" y="95631"/>
                </a:lnTo>
                <a:lnTo>
                  <a:pt x="2460046" y="95626"/>
                </a:lnTo>
                <a:lnTo>
                  <a:pt x="2429636" y="103140"/>
                </a:lnTo>
                <a:lnTo>
                  <a:pt x="2404802" y="123634"/>
                </a:lnTo>
                <a:lnTo>
                  <a:pt x="2388059" y="154030"/>
                </a:lnTo>
                <a:lnTo>
                  <a:pt x="2381920" y="191252"/>
                </a:lnTo>
                <a:lnTo>
                  <a:pt x="2375780" y="154030"/>
                </a:lnTo>
                <a:lnTo>
                  <a:pt x="2359037" y="123634"/>
                </a:lnTo>
                <a:lnTo>
                  <a:pt x="2334204" y="103140"/>
                </a:lnTo>
                <a:lnTo>
                  <a:pt x="2303794" y="95626"/>
                </a:lnTo>
                <a:lnTo>
                  <a:pt x="78126" y="95626"/>
                </a:lnTo>
                <a:lnTo>
                  <a:pt x="47715" y="88111"/>
                </a:lnTo>
                <a:lnTo>
                  <a:pt x="22882" y="67617"/>
                </a:lnTo>
                <a:lnTo>
                  <a:pt x="6139" y="37221"/>
                </a:lnTo>
                <a:lnTo>
                  <a:pt x="0" y="0"/>
                </a:lnTo>
              </a:path>
            </a:pathLst>
          </a:custGeom>
          <a:ln w="24059">
            <a:solidFill>
              <a:srgbClr val="4F81BD"/>
            </a:solidFill>
          </a:ln>
        </p:spPr>
        <p:txBody>
          <a:bodyPr wrap="square" lIns="0" tIns="0" rIns="0" bIns="0" rtlCol="0"/>
          <a:lstStyle/>
          <a:p>
            <a:endParaRPr dirty="0"/>
          </a:p>
        </p:txBody>
      </p:sp>
      <p:sp>
        <p:nvSpPr>
          <p:cNvPr id="25" name="TextBox 24">
            <a:extLst>
              <a:ext uri="{FF2B5EF4-FFF2-40B4-BE49-F238E27FC236}">
                <a16:creationId xmlns:a16="http://schemas.microsoft.com/office/drawing/2014/main" id="{9234C526-1C3E-2BA8-F16C-A6CF65869FCB}"/>
              </a:ext>
            </a:extLst>
          </p:cNvPr>
          <p:cNvSpPr txBox="1"/>
          <p:nvPr/>
        </p:nvSpPr>
        <p:spPr>
          <a:xfrm>
            <a:off x="3943847" y="7396241"/>
            <a:ext cx="10217426" cy="584775"/>
          </a:xfrm>
          <a:prstGeom prst="rect">
            <a:avLst/>
          </a:prstGeom>
          <a:noFill/>
        </p:spPr>
        <p:txBody>
          <a:bodyPr wrap="square">
            <a:spAutoFit/>
          </a:bodyPr>
          <a:lstStyle/>
          <a:p>
            <a:pPr algn="ctr"/>
            <a:r>
              <a:rPr lang="en-US" sz="3200" b="1" dirty="0">
                <a:solidFill>
                  <a:schemeClr val="bg1"/>
                </a:solidFill>
                <a:latin typeface="+mn-lt"/>
                <a:cs typeface="Consolas"/>
              </a:rPr>
              <a:t>assets/js/jquery/plugins/</a:t>
            </a:r>
            <a:r>
              <a:rPr lang="en-US" sz="3200" b="1" dirty="0">
                <a:latin typeface="+mn-lt"/>
                <a:cs typeface="Consolas"/>
              </a:rPr>
              <a:t>jtables.js</a:t>
            </a:r>
            <a:endParaRPr lang="en-US" sz="3200" b="1" dirty="0">
              <a:latin typeface="+mn-lt"/>
            </a:endParaRPr>
          </a:p>
        </p:txBody>
      </p:sp>
      <p:sp>
        <p:nvSpPr>
          <p:cNvPr id="26" name="object 15">
            <a:extLst>
              <a:ext uri="{FF2B5EF4-FFF2-40B4-BE49-F238E27FC236}">
                <a16:creationId xmlns:a16="http://schemas.microsoft.com/office/drawing/2014/main" id="{C6080F0F-B936-6C36-C764-D561E53485A7}"/>
              </a:ext>
            </a:extLst>
          </p:cNvPr>
          <p:cNvSpPr txBox="1"/>
          <p:nvPr/>
        </p:nvSpPr>
        <p:spPr>
          <a:xfrm>
            <a:off x="5575617" y="6499752"/>
            <a:ext cx="7005638" cy="434734"/>
          </a:xfrm>
          <a:prstGeom prst="rect">
            <a:avLst/>
          </a:prstGeom>
        </p:spPr>
        <p:txBody>
          <a:bodyPr vert="horz" wrap="square" lIns="0" tIns="19050" rIns="0" bIns="0" rtlCol="0">
            <a:spAutoFit/>
          </a:bodyPr>
          <a:lstStyle/>
          <a:p>
            <a:pPr marL="1917383">
              <a:spcBef>
                <a:spcPts val="150"/>
              </a:spcBef>
            </a:pPr>
            <a:r>
              <a:rPr lang="en-US" sz="2700" spc="-60" dirty="0">
                <a:latin typeface="Arial"/>
                <a:cs typeface="Arial"/>
              </a:rPr>
              <a:t>An example object key</a:t>
            </a:r>
            <a:endParaRPr sz="2700" dirty="0">
              <a:latin typeface="Arial"/>
              <a:cs typeface="Arial"/>
            </a:endParaRPr>
          </a:p>
        </p:txBody>
      </p:sp>
      <p:sp>
        <p:nvSpPr>
          <p:cNvPr id="29" name="TextBox 28">
            <a:extLst>
              <a:ext uri="{FF2B5EF4-FFF2-40B4-BE49-F238E27FC236}">
                <a16:creationId xmlns:a16="http://schemas.microsoft.com/office/drawing/2014/main" id="{DE4F00D3-614F-DA7C-48D0-A9E8174B0DB8}"/>
              </a:ext>
            </a:extLst>
          </p:cNvPr>
          <p:cNvSpPr txBox="1"/>
          <p:nvPr/>
        </p:nvSpPr>
        <p:spPr>
          <a:xfrm>
            <a:off x="7328734" y="8583243"/>
            <a:ext cx="1563248" cy="707886"/>
          </a:xfrm>
          <a:prstGeom prst="rect">
            <a:avLst/>
          </a:prstGeom>
          <a:noFill/>
        </p:spPr>
        <p:txBody>
          <a:bodyPr wrap="none" rtlCol="0">
            <a:spAutoFit/>
          </a:bodyPr>
          <a:lstStyle/>
          <a:p>
            <a:pPr algn="ctr"/>
            <a:r>
              <a:rPr lang="en-US" sz="2000" dirty="0"/>
              <a:t>Object key</a:t>
            </a:r>
          </a:p>
          <a:p>
            <a:pPr algn="ctr"/>
            <a:r>
              <a:rPr lang="en-US" sz="2000" dirty="0"/>
              <a:t>(prefix part) </a:t>
            </a:r>
          </a:p>
        </p:txBody>
      </p:sp>
      <p:sp>
        <p:nvSpPr>
          <p:cNvPr id="30" name="TextBox 29">
            <a:extLst>
              <a:ext uri="{FF2B5EF4-FFF2-40B4-BE49-F238E27FC236}">
                <a16:creationId xmlns:a16="http://schemas.microsoft.com/office/drawing/2014/main" id="{1487EE4C-1477-C1DA-BF25-359B52844A0A}"/>
              </a:ext>
            </a:extLst>
          </p:cNvPr>
          <p:cNvSpPr txBox="1"/>
          <p:nvPr/>
        </p:nvSpPr>
        <p:spPr>
          <a:xfrm>
            <a:off x="10510906" y="8573328"/>
            <a:ext cx="1577676" cy="707886"/>
          </a:xfrm>
          <a:prstGeom prst="rect">
            <a:avLst/>
          </a:prstGeom>
          <a:noFill/>
        </p:spPr>
        <p:txBody>
          <a:bodyPr wrap="none" rtlCol="0">
            <a:spAutoFit/>
          </a:bodyPr>
          <a:lstStyle/>
          <a:p>
            <a:pPr algn="ctr"/>
            <a:r>
              <a:rPr lang="en-US" sz="2000" dirty="0"/>
              <a:t>Object key</a:t>
            </a:r>
          </a:p>
          <a:p>
            <a:pPr algn="ctr"/>
            <a:r>
              <a:rPr lang="en-US" sz="2000" dirty="0"/>
              <a:t>(name part) </a:t>
            </a:r>
          </a:p>
        </p:txBody>
      </p:sp>
      <p:sp>
        <p:nvSpPr>
          <p:cNvPr id="31" name="Rectangle 30">
            <a:extLst>
              <a:ext uri="{FF2B5EF4-FFF2-40B4-BE49-F238E27FC236}">
                <a16:creationId xmlns:a16="http://schemas.microsoft.com/office/drawing/2014/main" id="{6446F87E-8A37-992D-8227-3857CDC2A35D}"/>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200" dirty="0">
                <a:solidFill>
                  <a:schemeClr val="bg2"/>
                </a:solidFill>
                <a:ea typeface="Calibri" panose="020F0502020204030204" pitchFamily="34" charset="0"/>
                <a:cs typeface="Times New Roman" panose="02020603050405020304" pitchFamily="18" charset="0"/>
              </a:rPr>
              <a:t>Object key naming conventions can be used to simulate hierarchical directory structure to help organize bucket content. A key “prefix” can represent a directory hierarchy and a key “name” the actual object</a:t>
            </a:r>
            <a:endParaRPr lang="en-US" sz="2200" dirty="0">
              <a:solidFill>
                <a:schemeClr val="bg2"/>
              </a:solidFill>
              <a:effectLst/>
              <a:ea typeface="Calibri" panose="020F0502020204030204" pitchFamily="34" charset="0"/>
              <a:cs typeface="Times New Roman" panose="02020603050405020304" pitchFamily="18" charset="0"/>
            </a:endParaRPr>
          </a:p>
        </p:txBody>
      </p:sp>
      <p:sp>
        <p:nvSpPr>
          <p:cNvPr id="32" name="Rectangle 31">
            <a:extLst>
              <a:ext uri="{FF2B5EF4-FFF2-40B4-BE49-F238E27FC236}">
                <a16:creationId xmlns:a16="http://schemas.microsoft.com/office/drawing/2014/main" id="{6C46C660-6698-E19F-CC00-691EAE3B59AB}"/>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33" name="Right Arrow 32">
            <a:extLst>
              <a:ext uri="{FF2B5EF4-FFF2-40B4-BE49-F238E27FC236}">
                <a16:creationId xmlns:a16="http://schemas.microsoft.com/office/drawing/2014/main" id="{9885411D-2F6B-80A8-6492-4913CD6E60FC}"/>
              </a:ext>
              <a:ext uri="{C183D7F6-B498-43B3-948B-1728B52AA6E4}">
                <adec:decorative xmlns:adec="http://schemas.microsoft.com/office/drawing/2017/decorative" val="1"/>
              </a:ext>
            </a:extLst>
          </p:cNvPr>
          <p:cNvSpPr/>
          <p:nvPr/>
        </p:nvSpPr>
        <p:spPr>
          <a:xfrm rot="7603176" flipV="1">
            <a:off x="6846037" y="4776537"/>
            <a:ext cx="608275" cy="21528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Right Arrow 33">
            <a:extLst>
              <a:ext uri="{FF2B5EF4-FFF2-40B4-BE49-F238E27FC236}">
                <a16:creationId xmlns:a16="http://schemas.microsoft.com/office/drawing/2014/main" id="{9C2041CC-FADE-C3A3-C681-C65A1A25366C}"/>
              </a:ext>
              <a:ext uri="{C183D7F6-B498-43B3-948B-1728B52AA6E4}">
                <adec:decorative xmlns:adec="http://schemas.microsoft.com/office/drawing/2017/decorative" val="1"/>
              </a:ext>
            </a:extLst>
          </p:cNvPr>
          <p:cNvSpPr/>
          <p:nvPr/>
        </p:nvSpPr>
        <p:spPr>
          <a:xfrm rot="13996824" flipH="1" flipV="1">
            <a:off x="10874700" y="4776537"/>
            <a:ext cx="608275" cy="21528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 name="Right Arrow 34">
            <a:extLst>
              <a:ext uri="{FF2B5EF4-FFF2-40B4-BE49-F238E27FC236}">
                <a16:creationId xmlns:a16="http://schemas.microsoft.com/office/drawing/2014/main" id="{BB373051-7FE3-B10E-5C92-4803DAA010A7}"/>
              </a:ext>
              <a:ext uri="{C183D7F6-B498-43B3-948B-1728B52AA6E4}">
                <adec:decorative xmlns:adec="http://schemas.microsoft.com/office/drawing/2017/decorative" val="1"/>
              </a:ext>
            </a:extLst>
          </p:cNvPr>
          <p:cNvSpPr/>
          <p:nvPr/>
        </p:nvSpPr>
        <p:spPr>
          <a:xfrm rot="5400000" flipV="1">
            <a:off x="9034098" y="5030942"/>
            <a:ext cx="608275" cy="21528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05673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B2D05-F309-67EE-AEB2-D462CB45AAF1}"/>
              </a:ext>
            </a:extLst>
          </p:cNvPr>
          <p:cNvSpPr>
            <a:spLocks noGrp="1"/>
          </p:cNvSpPr>
          <p:nvPr>
            <p:ph type="title"/>
          </p:nvPr>
        </p:nvSpPr>
        <p:spPr/>
        <p:txBody>
          <a:bodyPr/>
          <a:lstStyle/>
          <a:p>
            <a:r>
              <a:rPr lang="en-US" dirty="0"/>
              <a:t>HDFS Versus AWS S3</a:t>
            </a:r>
          </a:p>
        </p:txBody>
      </p:sp>
      <p:sp>
        <p:nvSpPr>
          <p:cNvPr id="3" name="Content Placeholder 2">
            <a:extLst>
              <a:ext uri="{FF2B5EF4-FFF2-40B4-BE49-F238E27FC236}">
                <a16:creationId xmlns:a16="http://schemas.microsoft.com/office/drawing/2014/main" id="{3E1C6EC2-C04A-8535-9FC5-E5FD65AAFC38}"/>
              </a:ext>
            </a:extLst>
          </p:cNvPr>
          <p:cNvSpPr>
            <a:spLocks noGrp="1"/>
          </p:cNvSpPr>
          <p:nvPr>
            <p:ph idx="1"/>
          </p:nvPr>
        </p:nvSpPr>
        <p:spPr/>
        <p:txBody>
          <a:bodyPr/>
          <a:lstStyle/>
          <a:p>
            <a:r>
              <a:rPr lang="en-US" dirty="0"/>
              <a:t>HDFS requires user activity to scale such as adding larger drives or more servers or virtual machines </a:t>
            </a:r>
          </a:p>
          <a:p>
            <a:r>
              <a:rPr lang="en-US" dirty="0"/>
              <a:t>HDFS storage and compute are usually coupled through adding servers or virtual machines with associated storage</a:t>
            </a:r>
          </a:p>
          <a:p>
            <a:r>
              <a:rPr lang="en-US" dirty="0"/>
              <a:t>Must arrange for HDFS system backups outside of Hadoop</a:t>
            </a:r>
          </a:p>
          <a:p>
            <a:r>
              <a:rPr lang="en-US" dirty="0"/>
              <a:t>HDFS is highly available and fault tolerant but usually does not support disaster recovery (as when a cluster is destroyed)</a:t>
            </a:r>
          </a:p>
          <a:p>
            <a:endParaRPr lang="en-US" dirty="0"/>
          </a:p>
        </p:txBody>
      </p:sp>
    </p:spTree>
    <p:extLst>
      <p:ext uri="{BB962C8B-B14F-4D97-AF65-F5344CB8AC3E}">
        <p14:creationId xmlns:p14="http://schemas.microsoft.com/office/powerpoint/2010/main" val="637332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0E666-2898-2147-B274-C7CA17E491E1}"/>
              </a:ext>
            </a:extLst>
          </p:cNvPr>
          <p:cNvSpPr>
            <a:spLocks noGrp="1"/>
          </p:cNvSpPr>
          <p:nvPr>
            <p:ph type="title"/>
          </p:nvPr>
        </p:nvSpPr>
        <p:spPr/>
        <p:txBody>
          <a:bodyPr/>
          <a:lstStyle/>
          <a:p>
            <a:r>
              <a:rPr lang="en-US" dirty="0"/>
              <a:t>More About S3 and HDFS</a:t>
            </a:r>
          </a:p>
        </p:txBody>
      </p:sp>
      <p:graphicFrame>
        <p:nvGraphicFramePr>
          <p:cNvPr id="6" name="Table 6">
            <a:extLst>
              <a:ext uri="{FF2B5EF4-FFF2-40B4-BE49-F238E27FC236}">
                <a16:creationId xmlns:a16="http://schemas.microsoft.com/office/drawing/2014/main" id="{734B96E1-7C53-E640-84D9-66330A0E227B}"/>
              </a:ext>
            </a:extLst>
          </p:cNvPr>
          <p:cNvGraphicFramePr>
            <a:graphicFrameLocks noGrp="1"/>
          </p:cNvGraphicFramePr>
          <p:nvPr>
            <p:ph idx="1"/>
            <p:extLst>
              <p:ext uri="{D42A27DB-BD31-4B8C-83A1-F6EECF244321}">
                <p14:modId xmlns:p14="http://schemas.microsoft.com/office/powerpoint/2010/main" val="1418171106"/>
              </p:ext>
            </p:extLst>
          </p:nvPr>
        </p:nvGraphicFramePr>
        <p:xfrm>
          <a:off x="1098550" y="1855876"/>
          <a:ext cx="16084551" cy="7094220"/>
        </p:xfrm>
        <a:graphic>
          <a:graphicData uri="http://schemas.openxmlformats.org/drawingml/2006/table">
            <a:tbl>
              <a:tblPr firstRow="1" bandRow="1">
                <a:tableStyleId>{5C22544A-7EE6-4342-B048-85BDC9FD1C3A}</a:tableStyleId>
              </a:tblPr>
              <a:tblGrid>
                <a:gridCol w="4884121">
                  <a:extLst>
                    <a:ext uri="{9D8B030D-6E8A-4147-A177-3AD203B41FA5}">
                      <a16:colId xmlns:a16="http://schemas.microsoft.com/office/drawing/2014/main" val="3950459377"/>
                    </a:ext>
                  </a:extLst>
                </a:gridCol>
                <a:gridCol w="5704264">
                  <a:extLst>
                    <a:ext uri="{9D8B030D-6E8A-4147-A177-3AD203B41FA5}">
                      <a16:colId xmlns:a16="http://schemas.microsoft.com/office/drawing/2014/main" val="2765896536"/>
                    </a:ext>
                  </a:extLst>
                </a:gridCol>
                <a:gridCol w="5496166">
                  <a:extLst>
                    <a:ext uri="{9D8B030D-6E8A-4147-A177-3AD203B41FA5}">
                      <a16:colId xmlns:a16="http://schemas.microsoft.com/office/drawing/2014/main" val="1002943172"/>
                    </a:ext>
                  </a:extLst>
                </a:gridCol>
              </a:tblGrid>
              <a:tr h="556260">
                <a:tc>
                  <a:txBody>
                    <a:bodyPr/>
                    <a:lstStyle/>
                    <a:p>
                      <a:endParaRPr lang="en-US" sz="3200" dirty="0">
                        <a:solidFill>
                          <a:schemeClr val="bg2"/>
                        </a:solidFill>
                      </a:endParaRPr>
                    </a:p>
                  </a:txBody>
                  <a:tcPr marL="137160" marR="137160" marT="68580" marB="68580"/>
                </a:tc>
                <a:tc>
                  <a:txBody>
                    <a:bodyPr/>
                    <a:lstStyle/>
                    <a:p>
                      <a:r>
                        <a:rPr lang="en-US" sz="3200" dirty="0">
                          <a:solidFill>
                            <a:schemeClr val="bg2"/>
                          </a:solidFill>
                        </a:rPr>
                        <a:t>S3</a:t>
                      </a:r>
                    </a:p>
                  </a:txBody>
                  <a:tcPr marL="137160" marR="137160" marT="68580" marB="68580"/>
                </a:tc>
                <a:tc>
                  <a:txBody>
                    <a:bodyPr/>
                    <a:lstStyle/>
                    <a:p>
                      <a:r>
                        <a:rPr lang="en-US" sz="3200" dirty="0">
                          <a:solidFill>
                            <a:schemeClr val="bg2"/>
                          </a:solidFill>
                        </a:rPr>
                        <a:t>HDFS</a:t>
                      </a:r>
                    </a:p>
                  </a:txBody>
                  <a:tcPr marL="137160" marR="137160" marT="68580" marB="68580"/>
                </a:tc>
                <a:extLst>
                  <a:ext uri="{0D108BD9-81ED-4DB2-BD59-A6C34878D82A}">
                    <a16:rowId xmlns:a16="http://schemas.microsoft.com/office/drawing/2014/main" val="3508505111"/>
                  </a:ext>
                </a:extLst>
              </a:tr>
              <a:tr h="1234440">
                <a:tc>
                  <a:txBody>
                    <a:bodyPr/>
                    <a:lstStyle/>
                    <a:p>
                      <a:r>
                        <a:rPr lang="en-US" sz="2000" dirty="0"/>
                        <a:t>Data organization</a:t>
                      </a:r>
                    </a:p>
                  </a:txBody>
                  <a:tcPr marL="137160" marR="137160" marT="68580" marB="68580" anchor="ctr"/>
                </a:tc>
                <a:tc>
                  <a:txBody>
                    <a:bodyPr/>
                    <a:lstStyle/>
                    <a:p>
                      <a:pPr marL="0" indent="0">
                        <a:buFont typeface="Arial" panose="020B0604020202020204" pitchFamily="34" charset="0"/>
                        <a:buNone/>
                      </a:pPr>
                      <a:r>
                        <a:rPr lang="en-US" sz="2000" dirty="0"/>
                        <a:t>Object Store</a:t>
                      </a:r>
                    </a:p>
                    <a:p>
                      <a:pPr marL="285750" indent="-285750">
                        <a:buFont typeface="Arial" panose="020B0604020202020204" pitchFamily="34" charset="0"/>
                        <a:buChar char="•"/>
                      </a:pPr>
                      <a:r>
                        <a:rPr lang="en-US" sz="2000" dirty="0"/>
                        <a:t>Buckets</a:t>
                      </a:r>
                    </a:p>
                    <a:p>
                      <a:pPr marL="285750" indent="-285750">
                        <a:buFont typeface="Arial" panose="020B0604020202020204" pitchFamily="34" charset="0"/>
                        <a:buChar char="•"/>
                      </a:pPr>
                      <a:r>
                        <a:rPr lang="en-US" sz="2000" dirty="0"/>
                        <a:t>Objects</a:t>
                      </a:r>
                    </a:p>
                  </a:txBody>
                  <a:tcPr marL="137160" marR="137160" marT="68580" marB="68580"/>
                </a:tc>
                <a:tc>
                  <a:txBody>
                    <a:bodyPr/>
                    <a:lstStyle/>
                    <a:p>
                      <a:pPr marL="0" indent="0">
                        <a:buFont typeface="Arial" panose="020B0604020202020204" pitchFamily="34" charset="0"/>
                        <a:buNone/>
                      </a:pPr>
                      <a:r>
                        <a:rPr lang="en-US" sz="2000" dirty="0"/>
                        <a:t>File System</a:t>
                      </a:r>
                    </a:p>
                    <a:p>
                      <a:pPr marL="285750" indent="-285750">
                        <a:buFont typeface="Arial" panose="020B0604020202020204" pitchFamily="34" charset="0"/>
                        <a:buChar char="•"/>
                      </a:pPr>
                      <a:r>
                        <a:rPr lang="en-US" sz="2000" dirty="0"/>
                        <a:t>Directories</a:t>
                      </a:r>
                    </a:p>
                    <a:p>
                      <a:pPr marL="285750" indent="-285750">
                        <a:buFont typeface="Arial" panose="020B0604020202020204" pitchFamily="34" charset="0"/>
                        <a:buChar char="•"/>
                      </a:pPr>
                      <a:r>
                        <a:rPr lang="en-US" sz="2000" dirty="0"/>
                        <a:t>Nested Directories </a:t>
                      </a:r>
                    </a:p>
                    <a:p>
                      <a:pPr marL="285750" indent="-285750">
                        <a:buFont typeface="Arial" panose="020B0604020202020204" pitchFamily="34" charset="0"/>
                        <a:buChar char="•"/>
                      </a:pPr>
                      <a:r>
                        <a:rPr lang="en-US" sz="2000" dirty="0"/>
                        <a:t>Files</a:t>
                      </a:r>
                    </a:p>
                  </a:txBody>
                  <a:tcPr marL="137160" marR="137160" marT="68580" marB="68580"/>
                </a:tc>
                <a:extLst>
                  <a:ext uri="{0D108BD9-81ED-4DB2-BD59-A6C34878D82A}">
                    <a16:rowId xmlns:a16="http://schemas.microsoft.com/office/drawing/2014/main" val="2528851871"/>
                  </a:ext>
                </a:extLst>
              </a:tr>
              <a:tr h="1508760">
                <a:tc>
                  <a:txBody>
                    <a:bodyPr/>
                    <a:lstStyle/>
                    <a:p>
                      <a:r>
                        <a:rPr lang="en-US" sz="2000" dirty="0"/>
                        <a:t>Naming</a:t>
                      </a:r>
                    </a:p>
                  </a:txBody>
                  <a:tcPr marL="137160" marR="137160" marT="68580" marB="68580" anchor="ctr"/>
                </a:tc>
                <a:tc>
                  <a:txBody>
                    <a:bodyPr/>
                    <a:lstStyle/>
                    <a:p>
                      <a:r>
                        <a:rPr lang="en-US" sz="2000" dirty="0"/>
                        <a:t>Bucket Name</a:t>
                      </a:r>
                    </a:p>
                    <a:p>
                      <a:pPr marL="285750" indent="-285750">
                        <a:buFont typeface="Arial" panose="020B0604020202020204" pitchFamily="34" charset="0"/>
                        <a:buChar char="•"/>
                      </a:pPr>
                      <a:r>
                        <a:rPr lang="en-US" sz="2000" dirty="0"/>
                        <a:t>must be unique across all of AWS</a:t>
                      </a:r>
                    </a:p>
                    <a:p>
                      <a:pPr marL="285750" indent="-285750">
                        <a:buFont typeface="Arial" panose="020B0604020202020204" pitchFamily="34" charset="0"/>
                        <a:buChar char="•"/>
                      </a:pPr>
                      <a:endParaRPr lang="en-US" sz="2000" dirty="0"/>
                    </a:p>
                    <a:p>
                      <a:r>
                        <a:rPr lang="en-US" sz="2000" dirty="0"/>
                        <a:t>Object Key</a:t>
                      </a:r>
                    </a:p>
                    <a:p>
                      <a:pPr marL="285750" indent="-285750">
                        <a:buFont typeface="Arial" panose="020B0604020202020204" pitchFamily="34" charset="0"/>
                        <a:buChar char="•"/>
                      </a:pPr>
                      <a:r>
                        <a:rPr lang="en-US" sz="2000" dirty="0"/>
                        <a:t>Unique within the scope of a bucket</a:t>
                      </a:r>
                    </a:p>
                  </a:txBody>
                  <a:tcPr marL="137160" marR="137160" marT="68580" marB="68580"/>
                </a:tc>
                <a:tc>
                  <a:txBody>
                    <a:bodyPr/>
                    <a:lstStyle/>
                    <a:p>
                      <a:r>
                        <a:rPr lang="en-US" sz="2000" dirty="0"/>
                        <a:t>Directory Name</a:t>
                      </a:r>
                    </a:p>
                    <a:p>
                      <a:pPr marL="285750" indent="-285750">
                        <a:buFont typeface="Arial" panose="020B0604020202020204" pitchFamily="34" charset="0"/>
                        <a:buChar char="•"/>
                      </a:pPr>
                      <a:r>
                        <a:rPr lang="en-US" sz="2000" dirty="0"/>
                        <a:t>Unique within a directory</a:t>
                      </a:r>
                    </a:p>
                    <a:p>
                      <a:endParaRPr lang="en-US" sz="2000" dirty="0"/>
                    </a:p>
                    <a:p>
                      <a:r>
                        <a:rPr lang="en-US" sz="2000" dirty="0"/>
                        <a:t>File Names</a:t>
                      </a:r>
                    </a:p>
                    <a:p>
                      <a:pPr marL="285750" indent="-285750">
                        <a:buFont typeface="Arial" panose="020B0604020202020204" pitchFamily="34" charset="0"/>
                        <a:buChar char="•"/>
                      </a:pPr>
                      <a:r>
                        <a:rPr lang="en-US" sz="2000" dirty="0"/>
                        <a:t>Unique within a directory</a:t>
                      </a:r>
                    </a:p>
                  </a:txBody>
                  <a:tcPr marL="137160" marR="137160" marT="68580" marB="68580"/>
                </a:tc>
                <a:extLst>
                  <a:ext uri="{0D108BD9-81ED-4DB2-BD59-A6C34878D82A}">
                    <a16:rowId xmlns:a16="http://schemas.microsoft.com/office/drawing/2014/main" val="1299360525"/>
                  </a:ext>
                </a:extLst>
              </a:tr>
              <a:tr h="1783080">
                <a:tc>
                  <a:txBody>
                    <a:bodyPr/>
                    <a:lstStyle/>
                    <a:p>
                      <a:r>
                        <a:rPr lang="en-US" sz="2000" dirty="0"/>
                        <a:t>Size</a:t>
                      </a:r>
                    </a:p>
                  </a:txBody>
                  <a:tcPr marL="137160" marR="137160" marT="68580" marB="68580" anchor="ctr"/>
                </a:tc>
                <a:tc>
                  <a:txBody>
                    <a:bodyPr/>
                    <a:lstStyle/>
                    <a:p>
                      <a:r>
                        <a:rPr lang="en-US" sz="2000" dirty="0"/>
                        <a:t>Up to 5TB per object</a:t>
                      </a:r>
                    </a:p>
                    <a:p>
                      <a:pPr marL="285750" indent="-285750">
                        <a:buFont typeface="Arial" panose="020B0604020202020204" pitchFamily="34" charset="0"/>
                        <a:buChar char="•"/>
                      </a:pPr>
                      <a:r>
                        <a:rPr lang="en-US" sz="2000" dirty="0"/>
                        <a:t>Use multiple objects in a bucket for data larger than 5TBs</a:t>
                      </a:r>
                    </a:p>
                    <a:p>
                      <a:pPr marL="285750" indent="-285750">
                        <a:buFont typeface="Arial" panose="020B0604020202020204" pitchFamily="34" charset="0"/>
                        <a:buChar char="•"/>
                      </a:pPr>
                      <a:r>
                        <a:rPr lang="en-US" sz="2000" dirty="0"/>
                        <a:t>Partition data into its most natural groupings such as one object per State or Sensor, etc.</a:t>
                      </a:r>
                    </a:p>
                  </a:txBody>
                  <a:tcPr marL="137160" marR="137160" marT="68580" marB="68580"/>
                </a:tc>
                <a:tc>
                  <a:txBody>
                    <a:bodyPr/>
                    <a:lstStyle/>
                    <a:p>
                      <a:r>
                        <a:rPr lang="en-US" sz="2000" dirty="0"/>
                        <a:t>Essentially unlimited file size</a:t>
                      </a:r>
                    </a:p>
                    <a:p>
                      <a:pPr marL="285750" indent="-285750">
                        <a:buFont typeface="Arial" panose="020B0604020202020204" pitchFamily="34" charset="0"/>
                        <a:buChar char="•"/>
                      </a:pPr>
                      <a:r>
                        <a:rPr lang="en-US" sz="2000" dirty="0"/>
                        <a:t>Partitioning into multiple files used to improve query performance</a:t>
                      </a:r>
                    </a:p>
                  </a:txBody>
                  <a:tcPr marL="137160" marR="137160" marT="68580" marB="68580"/>
                </a:tc>
                <a:extLst>
                  <a:ext uri="{0D108BD9-81ED-4DB2-BD59-A6C34878D82A}">
                    <a16:rowId xmlns:a16="http://schemas.microsoft.com/office/drawing/2014/main" val="3124604737"/>
                  </a:ext>
                </a:extLst>
              </a:tr>
              <a:tr h="556260">
                <a:tc>
                  <a:txBody>
                    <a:bodyPr/>
                    <a:lstStyle/>
                    <a:p>
                      <a:r>
                        <a:rPr lang="en-US" sz="2000" dirty="0"/>
                        <a:t>Elasticity (Up-Sizing Storage)</a:t>
                      </a:r>
                    </a:p>
                  </a:txBody>
                  <a:tcPr marL="137160" marR="137160" marT="68580" marB="68580" anchor="ctr"/>
                </a:tc>
                <a:tc>
                  <a:txBody>
                    <a:bodyPr/>
                    <a:lstStyle/>
                    <a:p>
                      <a:r>
                        <a:rPr lang="en-US" sz="2000" dirty="0"/>
                        <a:t>Essentially unlimited</a:t>
                      </a:r>
                    </a:p>
                  </a:txBody>
                  <a:tcPr marL="137160" marR="137160" marT="68580" marB="68580"/>
                </a:tc>
                <a:tc>
                  <a:txBody>
                    <a:bodyPr/>
                    <a:lstStyle/>
                    <a:p>
                      <a:r>
                        <a:rPr lang="en-US" sz="2000" dirty="0"/>
                        <a:t>Limited by cluster configuration</a:t>
                      </a:r>
                    </a:p>
                  </a:txBody>
                  <a:tcPr marL="137160" marR="137160" marT="68580" marB="68580"/>
                </a:tc>
                <a:extLst>
                  <a:ext uri="{0D108BD9-81ED-4DB2-BD59-A6C34878D82A}">
                    <a16:rowId xmlns:a16="http://schemas.microsoft.com/office/drawing/2014/main" val="648814768"/>
                  </a:ext>
                </a:extLst>
              </a:tr>
              <a:tr h="556260">
                <a:tc>
                  <a:txBody>
                    <a:bodyPr/>
                    <a:lstStyle/>
                    <a:p>
                      <a:r>
                        <a:rPr lang="en-US" sz="2000" dirty="0"/>
                        <a:t>Append data once written?</a:t>
                      </a:r>
                    </a:p>
                  </a:txBody>
                  <a:tcPr marL="137160" marR="137160" marT="68580" marB="68580" anchor="ctr"/>
                </a:tc>
                <a:tc>
                  <a:txBody>
                    <a:bodyPr/>
                    <a:lstStyle/>
                    <a:p>
                      <a:r>
                        <a:rPr lang="en-US" sz="2000" dirty="0"/>
                        <a:t>No</a:t>
                      </a:r>
                    </a:p>
                  </a:txBody>
                  <a:tcPr marL="137160" marR="137160" marT="68580" marB="68580"/>
                </a:tc>
                <a:tc>
                  <a:txBody>
                    <a:bodyPr/>
                    <a:lstStyle/>
                    <a:p>
                      <a:r>
                        <a:rPr lang="en-US" sz="2000" dirty="0"/>
                        <a:t>Yes</a:t>
                      </a:r>
                    </a:p>
                  </a:txBody>
                  <a:tcPr marL="137160" marR="137160" marT="68580" marB="68580"/>
                </a:tc>
                <a:extLst>
                  <a:ext uri="{0D108BD9-81ED-4DB2-BD59-A6C34878D82A}">
                    <a16:rowId xmlns:a16="http://schemas.microsoft.com/office/drawing/2014/main" val="2922337804"/>
                  </a:ext>
                </a:extLst>
              </a:tr>
              <a:tr h="556260">
                <a:tc>
                  <a:txBody>
                    <a:bodyPr/>
                    <a:lstStyle/>
                    <a:p>
                      <a:r>
                        <a:rPr lang="en-US" sz="2000" dirty="0"/>
                        <a:t>Update data once written?</a:t>
                      </a:r>
                    </a:p>
                  </a:txBody>
                  <a:tcPr marL="137160" marR="137160" marT="68580" marB="68580" anchor="ctr"/>
                </a:tc>
                <a:tc>
                  <a:txBody>
                    <a:bodyPr/>
                    <a:lstStyle/>
                    <a:p>
                      <a:r>
                        <a:rPr lang="en-US" sz="2000" dirty="0"/>
                        <a:t>No</a:t>
                      </a:r>
                    </a:p>
                  </a:txBody>
                  <a:tcPr marL="137160" marR="137160" marT="68580" marB="68580"/>
                </a:tc>
                <a:tc>
                  <a:txBody>
                    <a:bodyPr/>
                    <a:lstStyle/>
                    <a:p>
                      <a:r>
                        <a:rPr lang="en-US" sz="2000" dirty="0"/>
                        <a:t>No</a:t>
                      </a:r>
                    </a:p>
                  </a:txBody>
                  <a:tcPr marL="137160" marR="137160" marT="68580" marB="68580"/>
                </a:tc>
                <a:extLst>
                  <a:ext uri="{0D108BD9-81ED-4DB2-BD59-A6C34878D82A}">
                    <a16:rowId xmlns:a16="http://schemas.microsoft.com/office/drawing/2014/main" val="373848391"/>
                  </a:ext>
                </a:extLst>
              </a:tr>
            </a:tbl>
          </a:graphicData>
        </a:graphic>
      </p:graphicFrame>
      <p:sp>
        <p:nvSpPr>
          <p:cNvPr id="4" name="Footer Placeholder 3">
            <a:extLst>
              <a:ext uri="{FF2B5EF4-FFF2-40B4-BE49-F238E27FC236}">
                <a16:creationId xmlns:a16="http://schemas.microsoft.com/office/drawing/2014/main" id="{4ACEBDA0-6F1A-2046-A65E-36DCF269E854}"/>
              </a:ext>
            </a:extLst>
          </p:cNvPr>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03b</a:t>
            </a:r>
          </a:p>
        </p:txBody>
      </p:sp>
      <p:sp>
        <p:nvSpPr>
          <p:cNvPr id="5" name="Slide Number Placeholder 4">
            <a:extLst>
              <a:ext uri="{FF2B5EF4-FFF2-40B4-BE49-F238E27FC236}">
                <a16:creationId xmlns:a16="http://schemas.microsoft.com/office/drawing/2014/main" id="{42D70624-2F71-F247-9F32-2C8685FA8517}"/>
              </a:ext>
            </a:extLst>
          </p:cNvPr>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23</a:t>
            </a:fld>
            <a:endParaRPr lang="en-US" dirty="0"/>
          </a:p>
        </p:txBody>
      </p:sp>
    </p:spTree>
    <p:extLst>
      <p:ext uri="{BB962C8B-B14F-4D97-AF65-F5344CB8AC3E}">
        <p14:creationId xmlns:p14="http://schemas.microsoft.com/office/powerpoint/2010/main" val="77956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0E666-2898-2147-B274-C7CA17E491E1}"/>
              </a:ext>
            </a:extLst>
          </p:cNvPr>
          <p:cNvSpPr>
            <a:spLocks noGrp="1"/>
          </p:cNvSpPr>
          <p:nvPr>
            <p:ph type="title"/>
          </p:nvPr>
        </p:nvSpPr>
        <p:spPr/>
        <p:txBody>
          <a:bodyPr/>
          <a:lstStyle/>
          <a:p>
            <a:r>
              <a:rPr lang="en-US" dirty="0"/>
              <a:t>More About S3 and HDFS</a:t>
            </a:r>
          </a:p>
        </p:txBody>
      </p:sp>
      <p:graphicFrame>
        <p:nvGraphicFramePr>
          <p:cNvPr id="6" name="Table 6">
            <a:extLst>
              <a:ext uri="{FF2B5EF4-FFF2-40B4-BE49-F238E27FC236}">
                <a16:creationId xmlns:a16="http://schemas.microsoft.com/office/drawing/2014/main" id="{734B96E1-7C53-E640-84D9-66330A0E227B}"/>
              </a:ext>
            </a:extLst>
          </p:cNvPr>
          <p:cNvGraphicFramePr>
            <a:graphicFrameLocks noGrp="1"/>
          </p:cNvGraphicFramePr>
          <p:nvPr>
            <p:ph idx="1"/>
            <p:extLst>
              <p:ext uri="{D42A27DB-BD31-4B8C-83A1-F6EECF244321}">
                <p14:modId xmlns:p14="http://schemas.microsoft.com/office/powerpoint/2010/main" val="445793953"/>
              </p:ext>
            </p:extLst>
          </p:nvPr>
        </p:nvGraphicFramePr>
        <p:xfrm>
          <a:off x="1098550" y="2400300"/>
          <a:ext cx="16084552" cy="5631180"/>
        </p:xfrm>
        <a:graphic>
          <a:graphicData uri="http://schemas.openxmlformats.org/drawingml/2006/table">
            <a:tbl>
              <a:tblPr firstRow="1" bandRow="1">
                <a:tableStyleId>{5C22544A-7EE6-4342-B048-85BDC9FD1C3A}</a:tableStyleId>
              </a:tblPr>
              <a:tblGrid>
                <a:gridCol w="4884121">
                  <a:extLst>
                    <a:ext uri="{9D8B030D-6E8A-4147-A177-3AD203B41FA5}">
                      <a16:colId xmlns:a16="http://schemas.microsoft.com/office/drawing/2014/main" val="3950459377"/>
                    </a:ext>
                  </a:extLst>
                </a:gridCol>
                <a:gridCol w="5704264">
                  <a:extLst>
                    <a:ext uri="{9D8B030D-6E8A-4147-A177-3AD203B41FA5}">
                      <a16:colId xmlns:a16="http://schemas.microsoft.com/office/drawing/2014/main" val="2765896536"/>
                    </a:ext>
                  </a:extLst>
                </a:gridCol>
                <a:gridCol w="5496167">
                  <a:extLst>
                    <a:ext uri="{9D8B030D-6E8A-4147-A177-3AD203B41FA5}">
                      <a16:colId xmlns:a16="http://schemas.microsoft.com/office/drawing/2014/main" val="1002943172"/>
                    </a:ext>
                  </a:extLst>
                </a:gridCol>
              </a:tblGrid>
              <a:tr h="556260">
                <a:tc>
                  <a:txBody>
                    <a:bodyPr/>
                    <a:lstStyle/>
                    <a:p>
                      <a:endParaRPr lang="en-US" sz="3200" dirty="0">
                        <a:solidFill>
                          <a:schemeClr val="bg2"/>
                        </a:solidFill>
                      </a:endParaRPr>
                    </a:p>
                  </a:txBody>
                  <a:tcPr marL="137160" marR="137160" marT="68580" marB="68580"/>
                </a:tc>
                <a:tc>
                  <a:txBody>
                    <a:bodyPr/>
                    <a:lstStyle/>
                    <a:p>
                      <a:r>
                        <a:rPr lang="en-US" sz="3200" dirty="0">
                          <a:solidFill>
                            <a:schemeClr val="bg2"/>
                          </a:solidFill>
                        </a:rPr>
                        <a:t>S3</a:t>
                      </a:r>
                    </a:p>
                  </a:txBody>
                  <a:tcPr marL="137160" marR="137160" marT="68580" marB="68580"/>
                </a:tc>
                <a:tc>
                  <a:txBody>
                    <a:bodyPr/>
                    <a:lstStyle/>
                    <a:p>
                      <a:r>
                        <a:rPr lang="en-US" sz="3200" dirty="0">
                          <a:solidFill>
                            <a:schemeClr val="bg2"/>
                          </a:solidFill>
                        </a:rPr>
                        <a:t>HDFS</a:t>
                      </a:r>
                    </a:p>
                  </a:txBody>
                  <a:tcPr marL="137160" marR="137160" marT="68580" marB="68580"/>
                </a:tc>
                <a:extLst>
                  <a:ext uri="{0D108BD9-81ED-4DB2-BD59-A6C34878D82A}">
                    <a16:rowId xmlns:a16="http://schemas.microsoft.com/office/drawing/2014/main" val="3508505111"/>
                  </a:ext>
                </a:extLst>
              </a:tr>
              <a:tr h="556260">
                <a:tc>
                  <a:txBody>
                    <a:bodyPr/>
                    <a:lstStyle/>
                    <a:p>
                      <a:pPr algn="l"/>
                      <a:r>
                        <a:rPr lang="en-US" sz="2400" b="0" dirty="0">
                          <a:effectLst/>
                        </a:rPr>
                        <a:t>Availability</a:t>
                      </a:r>
                    </a:p>
                  </a:txBody>
                  <a:tcPr marL="137160" marR="137160" marT="68580" marB="68580" anchor="ctr"/>
                </a:tc>
                <a:tc>
                  <a:txBody>
                    <a:bodyPr/>
                    <a:lstStyle/>
                    <a:p>
                      <a:r>
                        <a:rPr lang="en-US" sz="2400" b="0" dirty="0">
                          <a:effectLst/>
                        </a:rPr>
                        <a:t>99.99%</a:t>
                      </a:r>
                    </a:p>
                  </a:txBody>
                  <a:tcPr marL="137160" marR="137160" marT="68580" marB="68580" anchor="ctr"/>
                </a:tc>
                <a:tc>
                  <a:txBody>
                    <a:bodyPr/>
                    <a:lstStyle/>
                    <a:p>
                      <a:r>
                        <a:rPr lang="en-US" sz="2400" b="0" dirty="0">
                          <a:effectLst/>
                        </a:rPr>
                        <a:t>99.9% (estimated)</a:t>
                      </a:r>
                    </a:p>
                  </a:txBody>
                  <a:tcPr marL="137160" marR="137160" marT="68580" marB="68580" anchor="ctr"/>
                </a:tc>
                <a:extLst>
                  <a:ext uri="{0D108BD9-81ED-4DB2-BD59-A6C34878D82A}">
                    <a16:rowId xmlns:a16="http://schemas.microsoft.com/office/drawing/2014/main" val="2528851871"/>
                  </a:ext>
                </a:extLst>
              </a:tr>
              <a:tr h="556260">
                <a:tc>
                  <a:txBody>
                    <a:bodyPr/>
                    <a:lstStyle/>
                    <a:p>
                      <a:pPr algn="l"/>
                      <a:r>
                        <a:rPr lang="en-US" sz="2400" b="0" dirty="0">
                          <a:effectLst/>
                        </a:rPr>
                        <a:t>Durability</a:t>
                      </a:r>
                    </a:p>
                  </a:txBody>
                  <a:tcPr marL="137160" marR="137160" marT="68580" marB="68580" anchor="ctr"/>
                </a:tc>
                <a:tc>
                  <a:txBody>
                    <a:bodyPr/>
                    <a:lstStyle/>
                    <a:p>
                      <a:r>
                        <a:rPr lang="en-US" sz="2400" b="0" dirty="0">
                          <a:effectLst/>
                        </a:rPr>
                        <a:t>99.999999999%</a:t>
                      </a:r>
                    </a:p>
                  </a:txBody>
                  <a:tcPr marL="137160" marR="137160" marT="68580" marB="68580" anchor="ctr"/>
                </a:tc>
                <a:tc>
                  <a:txBody>
                    <a:bodyPr/>
                    <a:lstStyle/>
                    <a:p>
                      <a:r>
                        <a:rPr lang="en-US" sz="2400" b="0" dirty="0">
                          <a:effectLst/>
                        </a:rPr>
                        <a:t>99.9999% (estimated)</a:t>
                      </a:r>
                    </a:p>
                  </a:txBody>
                  <a:tcPr marL="137160" marR="137160" marT="68580" marB="68580" anchor="ctr"/>
                </a:tc>
                <a:extLst>
                  <a:ext uri="{0D108BD9-81ED-4DB2-BD59-A6C34878D82A}">
                    <a16:rowId xmlns:a16="http://schemas.microsoft.com/office/drawing/2014/main" val="1299360525"/>
                  </a:ext>
                </a:extLst>
              </a:tr>
              <a:tr h="556260">
                <a:tc>
                  <a:txBody>
                    <a:bodyPr/>
                    <a:lstStyle/>
                    <a:p>
                      <a:r>
                        <a:rPr lang="en-US" sz="2400" dirty="0"/>
                        <a:t>Storage Cost Per TB (AWS)</a:t>
                      </a:r>
                    </a:p>
                  </a:txBody>
                  <a:tcPr marL="137160" marR="137160" marT="68580" marB="68580" anchor="ctr"/>
                </a:tc>
                <a:tc>
                  <a:txBody>
                    <a:bodyPr/>
                    <a:lstStyle/>
                    <a:p>
                      <a:r>
                        <a:rPr lang="en-US" sz="2400" dirty="0"/>
                        <a:t>$23/month</a:t>
                      </a:r>
                    </a:p>
                  </a:txBody>
                  <a:tcPr marL="137160" marR="137160" marT="68580" marB="68580"/>
                </a:tc>
                <a:tc>
                  <a:txBody>
                    <a:bodyPr/>
                    <a:lstStyle/>
                    <a:p>
                      <a:r>
                        <a:rPr lang="en-US" sz="2400" dirty="0"/>
                        <a:t>$200/month</a:t>
                      </a:r>
                    </a:p>
                  </a:txBody>
                  <a:tcPr marL="137160" marR="137160" marT="68580" marB="68580"/>
                </a:tc>
                <a:extLst>
                  <a:ext uri="{0D108BD9-81ED-4DB2-BD59-A6C34878D82A}">
                    <a16:rowId xmlns:a16="http://schemas.microsoft.com/office/drawing/2014/main" val="648814768"/>
                  </a:ext>
                </a:extLst>
              </a:tr>
              <a:tr h="685800">
                <a:tc>
                  <a:txBody>
                    <a:bodyPr/>
                    <a:lstStyle/>
                    <a:p>
                      <a:r>
                        <a:rPr lang="en-US" sz="2400" dirty="0"/>
                        <a:t>Persistent On AWS EMR (Hadoop) Cluster Termination</a:t>
                      </a:r>
                    </a:p>
                  </a:txBody>
                  <a:tcPr marL="137160" marR="137160" marT="68580" marB="68580" anchor="ctr"/>
                </a:tc>
                <a:tc>
                  <a:txBody>
                    <a:bodyPr/>
                    <a:lstStyle/>
                    <a:p>
                      <a:r>
                        <a:rPr lang="en-US" sz="2400" dirty="0"/>
                        <a:t>Yes</a:t>
                      </a:r>
                    </a:p>
                  </a:txBody>
                  <a:tcPr marL="137160" marR="137160" marT="68580" marB="68580"/>
                </a:tc>
                <a:tc>
                  <a:txBody>
                    <a:bodyPr/>
                    <a:lstStyle/>
                    <a:p>
                      <a:r>
                        <a:rPr lang="en-US" sz="2400" dirty="0"/>
                        <a:t>No</a:t>
                      </a:r>
                    </a:p>
                  </a:txBody>
                  <a:tcPr marL="137160" marR="137160" marT="68580" marB="68580"/>
                </a:tc>
                <a:extLst>
                  <a:ext uri="{0D108BD9-81ED-4DB2-BD59-A6C34878D82A}">
                    <a16:rowId xmlns:a16="http://schemas.microsoft.com/office/drawing/2014/main" val="2922337804"/>
                  </a:ext>
                </a:extLst>
              </a:tr>
              <a:tr h="685800">
                <a:tc>
                  <a:txBody>
                    <a:bodyPr/>
                    <a:lstStyle/>
                    <a:p>
                      <a:r>
                        <a:rPr lang="en-US" sz="2400" dirty="0"/>
                        <a:t>Performance for Parallel Processing (Hadoop/Spark)</a:t>
                      </a:r>
                    </a:p>
                  </a:txBody>
                  <a:tcPr marL="137160" marR="137160" marT="68580" marB="68580" anchor="ctr"/>
                </a:tc>
                <a:tc>
                  <a:txBody>
                    <a:bodyPr/>
                    <a:lstStyle/>
                    <a:p>
                      <a:pPr marL="171450" indent="-171450">
                        <a:buFont typeface="Arial" panose="020B0604020202020204" pitchFamily="34" charset="0"/>
                        <a:buChar char="•"/>
                      </a:pPr>
                      <a:r>
                        <a:rPr lang="en-US" sz="2400" dirty="0"/>
                        <a:t>Much better performance versus its storage cost</a:t>
                      </a:r>
                    </a:p>
                  </a:txBody>
                  <a:tcPr marL="137160" marR="137160" marT="68580" marB="68580"/>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2-5x faster for parallel processing than S3</a:t>
                      </a:r>
                    </a:p>
                  </a:txBody>
                  <a:tcPr marL="137160" marR="137160" marT="68580" marB="68580"/>
                </a:tc>
                <a:extLst>
                  <a:ext uri="{0D108BD9-81ED-4DB2-BD59-A6C34878D82A}">
                    <a16:rowId xmlns:a16="http://schemas.microsoft.com/office/drawing/2014/main" val="3063215626"/>
                  </a:ext>
                </a:extLst>
              </a:tr>
              <a:tr h="1234440">
                <a:tc>
                  <a:txBody>
                    <a:bodyPr/>
                    <a:lstStyle/>
                    <a:p>
                      <a:r>
                        <a:rPr lang="en-US" sz="2400" dirty="0"/>
                        <a:t>Best Used For</a:t>
                      </a:r>
                    </a:p>
                  </a:txBody>
                  <a:tcPr marL="137160" marR="137160" marT="68580" marB="68580" anchor="ctr"/>
                </a:tc>
                <a:tc>
                  <a:txBody>
                    <a:bodyPr/>
                    <a:lstStyle/>
                    <a:p>
                      <a:pPr marL="171450" indent="-171450">
                        <a:buFont typeface="Arial" panose="020B0604020202020204" pitchFamily="34" charset="0"/>
                        <a:buChar char="•"/>
                      </a:pPr>
                      <a:r>
                        <a:rPr lang="en-US" sz="2400" dirty="0"/>
                        <a:t>Persisting large volumes of data being kept long term</a:t>
                      </a:r>
                    </a:p>
                    <a:p>
                      <a:pPr marL="171450" indent="-171450">
                        <a:buFont typeface="Arial" panose="020B0604020202020204" pitchFamily="34" charset="0"/>
                        <a:buChar char="•"/>
                      </a:pPr>
                      <a:r>
                        <a:rPr lang="en-US" sz="2400" dirty="0"/>
                        <a:t>Useful in support of the data lake patten (to be discussed later)</a:t>
                      </a:r>
                    </a:p>
                  </a:txBody>
                  <a:tcPr marL="137160" marR="137160" marT="68580" marB="68580"/>
                </a:tc>
                <a:tc>
                  <a:txBody>
                    <a:bodyPr/>
                    <a:lstStyle/>
                    <a:p>
                      <a:pPr marL="171450" indent="-171450">
                        <a:buFont typeface="Arial" panose="020B0604020202020204" pitchFamily="34" charset="0"/>
                        <a:buChar char="•"/>
                      </a:pPr>
                      <a:r>
                        <a:rPr lang="en-US" sz="2400" dirty="0"/>
                        <a:t>When maximum performance is required</a:t>
                      </a:r>
                    </a:p>
                    <a:p>
                      <a:pPr marL="171450" indent="-171450">
                        <a:buFont typeface="Arial" panose="020B0604020202020204" pitchFamily="34" charset="0"/>
                        <a:buChar char="•"/>
                      </a:pPr>
                      <a:r>
                        <a:rPr lang="en-US" sz="2400" dirty="0"/>
                        <a:t>When data is frequently accessed</a:t>
                      </a:r>
                    </a:p>
                    <a:p>
                      <a:pPr marL="171450" indent="-171450">
                        <a:buFont typeface="Arial" panose="020B0604020202020204" pitchFamily="34" charset="0"/>
                        <a:buChar char="•"/>
                      </a:pPr>
                      <a:r>
                        <a:rPr lang="en-US" sz="2400" dirty="0"/>
                        <a:t>For transient intermediate results</a:t>
                      </a:r>
                    </a:p>
                  </a:txBody>
                  <a:tcPr marL="137160" marR="137160" marT="68580" marB="68580"/>
                </a:tc>
                <a:extLst>
                  <a:ext uri="{0D108BD9-81ED-4DB2-BD59-A6C34878D82A}">
                    <a16:rowId xmlns:a16="http://schemas.microsoft.com/office/drawing/2014/main" val="3911968726"/>
                  </a:ext>
                </a:extLst>
              </a:tr>
            </a:tbl>
          </a:graphicData>
        </a:graphic>
      </p:graphicFrame>
      <p:sp>
        <p:nvSpPr>
          <p:cNvPr id="4" name="Footer Placeholder 3">
            <a:extLst>
              <a:ext uri="{FF2B5EF4-FFF2-40B4-BE49-F238E27FC236}">
                <a16:creationId xmlns:a16="http://schemas.microsoft.com/office/drawing/2014/main" id="{4ACEBDA0-6F1A-2046-A65E-36DCF269E854}"/>
              </a:ext>
            </a:extLst>
          </p:cNvPr>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03b</a:t>
            </a:r>
          </a:p>
        </p:txBody>
      </p:sp>
      <p:sp>
        <p:nvSpPr>
          <p:cNvPr id="5" name="Slide Number Placeholder 4">
            <a:extLst>
              <a:ext uri="{FF2B5EF4-FFF2-40B4-BE49-F238E27FC236}">
                <a16:creationId xmlns:a16="http://schemas.microsoft.com/office/drawing/2014/main" id="{42D70624-2F71-F247-9F32-2C8685FA8517}"/>
              </a:ext>
            </a:extLst>
          </p:cNvPr>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24</a:t>
            </a:fld>
            <a:endParaRPr lang="en-US" dirty="0"/>
          </a:p>
        </p:txBody>
      </p:sp>
    </p:spTree>
    <p:custDataLst>
      <p:tags r:id="rId1"/>
    </p:custDataLst>
    <p:extLst>
      <p:ext uri="{BB962C8B-B14F-4D97-AF65-F5344CB8AC3E}">
        <p14:creationId xmlns:p14="http://schemas.microsoft.com/office/powerpoint/2010/main" val="18314446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C08CFA87-72B1-4CC4-A3D4-B87337EF8C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72420</TotalTime>
  <Words>1981</Words>
  <Application>Microsoft Office PowerPoint</Application>
  <PresentationFormat>Custom</PresentationFormat>
  <Paragraphs>261</Paragraphs>
  <Slides>24</Slides>
  <Notes>2</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Breeze</vt:lpstr>
      <vt:lpstr>Module 2: Lesson 4  Cloud Object Storage for Big Data </vt:lpstr>
      <vt:lpstr>First Let’s Think of File Systems</vt:lpstr>
      <vt:lpstr>Now Let’s Think About the Internet</vt:lpstr>
      <vt:lpstr>Let’s Think More About the Internet</vt:lpstr>
      <vt:lpstr>From the Internet to Cloud Object Stores</vt:lpstr>
      <vt:lpstr>What is a Cloud Object Store</vt:lpstr>
      <vt:lpstr>What is a Cloud Object Store</vt:lpstr>
      <vt:lpstr>File System Versus Cloud Object Store</vt:lpstr>
      <vt:lpstr>Cloud Object Storage Providers</vt:lpstr>
      <vt:lpstr>Amazon S3 Summary</vt:lpstr>
      <vt:lpstr>Amazon Simple Storage Service (S3) Overview</vt:lpstr>
      <vt:lpstr>Amazon Simple Storage Service (S3) Overview</vt:lpstr>
      <vt:lpstr>Amazon S3 Concepts Buckets</vt:lpstr>
      <vt:lpstr>Amazon S3 Concepts Object</vt:lpstr>
      <vt:lpstr>Benefits of Cloud Object Storage</vt:lpstr>
      <vt:lpstr>Benefits of Cloud Object Storage</vt:lpstr>
      <vt:lpstr>Limitations of Cloud Object Storage</vt:lpstr>
      <vt:lpstr>Bucket and Object References</vt:lpstr>
      <vt:lpstr>Some Bucket Operations</vt:lpstr>
      <vt:lpstr>Some Object Operations</vt:lpstr>
      <vt:lpstr>Amazon S3 ”Folders”</vt:lpstr>
      <vt:lpstr>HDFS Versus AWS S3</vt:lpstr>
      <vt:lpstr>More About S3 and HDFS</vt:lpstr>
      <vt:lpstr>More About S3 and HDFS</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Judy Tseng</cp:lastModifiedBy>
  <cp:revision>250</cp:revision>
  <cp:lastPrinted>2023-11-27T20:09:56Z</cp:lastPrinted>
  <dcterms:created xsi:type="dcterms:W3CDTF">2019-02-13T16:04:21Z</dcterms:created>
  <dcterms:modified xsi:type="dcterms:W3CDTF">2024-07-08T16:07:21Z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CC889EDD-3206-46BC-AB6F-A7C30AF45266</vt:lpwstr>
  </property>
  <property fmtid="{D5CDD505-2E9C-101B-9397-08002B2CF9AE}" pid="4" name="ArticulatePath">
    <vt:lpwstr>Module 2 11302023</vt:lpwstr>
  </property>
  <property fmtid="{D5CDD505-2E9C-101B-9397-08002B2CF9AE}" pid="5" name="MediaServiceImageTags">
    <vt:lpwstr/>
  </property>
</Properties>
</file>