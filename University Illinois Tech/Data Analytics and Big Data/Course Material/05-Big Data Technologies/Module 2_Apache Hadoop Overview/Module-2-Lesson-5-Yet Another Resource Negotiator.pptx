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28"/>
  </p:notesMasterIdLst>
  <p:sldIdLst>
    <p:sldId id="748" r:id="rId5"/>
    <p:sldId id="782" r:id="rId6"/>
    <p:sldId id="783" r:id="rId7"/>
    <p:sldId id="749" r:id="rId8"/>
    <p:sldId id="786" r:id="rId9"/>
    <p:sldId id="787" r:id="rId10"/>
    <p:sldId id="751" r:id="rId11"/>
    <p:sldId id="367" r:id="rId12"/>
    <p:sldId id="371" r:id="rId13"/>
    <p:sldId id="788" r:id="rId14"/>
    <p:sldId id="789" r:id="rId15"/>
    <p:sldId id="343" r:id="rId16"/>
    <p:sldId id="361" r:id="rId17"/>
    <p:sldId id="790" r:id="rId18"/>
    <p:sldId id="345" r:id="rId19"/>
    <p:sldId id="362" r:id="rId20"/>
    <p:sldId id="369" r:id="rId21"/>
    <p:sldId id="752" r:id="rId22"/>
    <p:sldId id="791" r:id="rId23"/>
    <p:sldId id="792" r:id="rId24"/>
    <p:sldId id="359" r:id="rId25"/>
    <p:sldId id="366" r:id="rId26"/>
    <p:sldId id="365" r:id="rId27"/>
  </p:sldIdLst>
  <p:sldSz cx="18288000" cy="10287000"/>
  <p:notesSz cx="6858000" cy="9144000"/>
  <p:custDataLst>
    <p:tags r:id="rId29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7C7C"/>
    <a:srgbClr val="DFDFDF"/>
    <a:srgbClr val="FFA858"/>
    <a:srgbClr val="3F4F6C"/>
    <a:srgbClr val="C50724"/>
    <a:srgbClr val="0070C0"/>
    <a:srgbClr val="BD051B"/>
    <a:srgbClr val="969696"/>
    <a:srgbClr val="E98D0A"/>
    <a:srgbClr val="17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565E90-3C86-2CD1-9125-B6C45E1AC8A4}" v="67" dt="2024-07-08T16:14:52.9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86"/>
    <p:restoredTop sz="91693"/>
  </p:normalViewPr>
  <p:slideViewPr>
    <p:cSldViewPr snapToGrid="0" snapToObjects="1">
      <p:cViewPr varScale="1">
        <p:scale>
          <a:sx n="40" d="100"/>
          <a:sy n="40" d="100"/>
        </p:scale>
        <p:origin x="29" y="374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lison Mulshine" userId="S::allison.mulshine@collegiseducation.com::5f656d52-c555-4e5e-9a5b-18226766ffe3" providerId="AD" clId="Web-{8B565E90-3C86-2CD1-9125-B6C45E1AC8A4}"/>
    <pc:docChg chg="modSld">
      <pc:chgData name="Allison Mulshine" userId="S::allison.mulshine@collegiseducation.com::5f656d52-c555-4e5e-9a5b-18226766ffe3" providerId="AD" clId="Web-{8B565E90-3C86-2CD1-9125-B6C45E1AC8A4}" dt="2024-07-08T16:14:52.931" v="64" actId="1076"/>
      <pc:docMkLst>
        <pc:docMk/>
      </pc:docMkLst>
      <pc:sldChg chg="addSp delSp modSp">
        <pc:chgData name="Allison Mulshine" userId="S::allison.mulshine@collegiseducation.com::5f656d52-c555-4e5e-9a5b-18226766ffe3" providerId="AD" clId="Web-{8B565E90-3C86-2CD1-9125-B6C45E1AC8A4}" dt="2024-07-08T16:11:57.710" v="53" actId="1076"/>
        <pc:sldMkLst>
          <pc:docMk/>
          <pc:sldMk cId="3664813652" sldId="359"/>
        </pc:sldMkLst>
        <pc:grpChg chg="del">
          <ac:chgData name="Allison Mulshine" userId="S::allison.mulshine@collegiseducation.com::5f656d52-c555-4e5e-9a5b-18226766ffe3" providerId="AD" clId="Web-{8B565E90-3C86-2CD1-9125-B6C45E1AC8A4}" dt="2024-07-08T16:11:49.194" v="50"/>
          <ac:grpSpMkLst>
            <pc:docMk/>
            <pc:sldMk cId="3664813652" sldId="359"/>
            <ac:grpSpMk id="3" creationId="{3B3FB227-3259-E977-A8D3-5728A9AC842D}"/>
          </ac:grpSpMkLst>
        </pc:grpChg>
        <pc:picChg chg="add mod">
          <ac:chgData name="Allison Mulshine" userId="S::allison.mulshine@collegiseducation.com::5f656d52-c555-4e5e-9a5b-18226766ffe3" providerId="AD" clId="Web-{8B565E90-3C86-2CD1-9125-B6C45E1AC8A4}" dt="2024-07-08T16:11:57.710" v="53" actId="1076"/>
          <ac:picMkLst>
            <pc:docMk/>
            <pc:sldMk cId="3664813652" sldId="359"/>
            <ac:picMk id="4" creationId="{3BF77BF7-D7B9-3883-07C5-821853CFE91D}"/>
          </ac:picMkLst>
        </pc:picChg>
        <pc:cxnChg chg="mod">
          <ac:chgData name="Allison Mulshine" userId="S::allison.mulshine@collegiseducation.com::5f656d52-c555-4e5e-9a5b-18226766ffe3" providerId="AD" clId="Web-{8B565E90-3C86-2CD1-9125-B6C45E1AC8A4}" dt="2024-07-08T16:11:49.194" v="50"/>
          <ac:cxnSpMkLst>
            <pc:docMk/>
            <pc:sldMk cId="3664813652" sldId="359"/>
            <ac:cxnSpMk id="25" creationId="{00000000-0000-0000-0000-000000000000}"/>
          </ac:cxnSpMkLst>
        </pc:cxnChg>
        <pc:cxnChg chg="mod">
          <ac:chgData name="Allison Mulshine" userId="S::allison.mulshine@collegiseducation.com::5f656d52-c555-4e5e-9a5b-18226766ffe3" providerId="AD" clId="Web-{8B565E90-3C86-2CD1-9125-B6C45E1AC8A4}" dt="2024-07-08T16:11:49.194" v="50"/>
          <ac:cxnSpMkLst>
            <pc:docMk/>
            <pc:sldMk cId="3664813652" sldId="359"/>
            <ac:cxnSpMk id="27" creationId="{00000000-0000-0000-0000-000000000000}"/>
          </ac:cxnSpMkLst>
        </pc:cxnChg>
        <pc:cxnChg chg="mod">
          <ac:chgData name="Allison Mulshine" userId="S::allison.mulshine@collegiseducation.com::5f656d52-c555-4e5e-9a5b-18226766ffe3" providerId="AD" clId="Web-{8B565E90-3C86-2CD1-9125-B6C45E1AC8A4}" dt="2024-07-08T16:11:49.194" v="50"/>
          <ac:cxnSpMkLst>
            <pc:docMk/>
            <pc:sldMk cId="3664813652" sldId="359"/>
            <ac:cxnSpMk id="34" creationId="{00000000-0000-0000-0000-000000000000}"/>
          </ac:cxnSpMkLst>
        </pc:cxnChg>
        <pc:cxnChg chg="mod">
          <ac:chgData name="Allison Mulshine" userId="S::allison.mulshine@collegiseducation.com::5f656d52-c555-4e5e-9a5b-18226766ffe3" providerId="AD" clId="Web-{8B565E90-3C86-2CD1-9125-B6C45E1AC8A4}" dt="2024-07-08T16:11:49.194" v="50"/>
          <ac:cxnSpMkLst>
            <pc:docMk/>
            <pc:sldMk cId="3664813652" sldId="359"/>
            <ac:cxnSpMk id="35" creationId="{00000000-0000-0000-0000-000000000000}"/>
          </ac:cxnSpMkLst>
        </pc:cxnChg>
        <pc:cxnChg chg="mod">
          <ac:chgData name="Allison Mulshine" userId="S::allison.mulshine@collegiseducation.com::5f656d52-c555-4e5e-9a5b-18226766ffe3" providerId="AD" clId="Web-{8B565E90-3C86-2CD1-9125-B6C45E1AC8A4}" dt="2024-07-08T16:11:49.194" v="50"/>
          <ac:cxnSpMkLst>
            <pc:docMk/>
            <pc:sldMk cId="3664813652" sldId="359"/>
            <ac:cxnSpMk id="38" creationId="{00000000-0000-0000-0000-000000000000}"/>
          </ac:cxnSpMkLst>
        </pc:cxnChg>
      </pc:sldChg>
      <pc:sldChg chg="addSp delSp modSp">
        <pc:chgData name="Allison Mulshine" userId="S::allison.mulshine@collegiseducation.com::5f656d52-c555-4e5e-9a5b-18226766ffe3" providerId="AD" clId="Web-{8B565E90-3C86-2CD1-9125-B6C45E1AC8A4}" dt="2024-07-08T16:14:52.931" v="64" actId="1076"/>
        <pc:sldMkLst>
          <pc:docMk/>
          <pc:sldMk cId="2049104070" sldId="365"/>
        </pc:sldMkLst>
        <pc:spChg chg="mod">
          <ac:chgData name="Allison Mulshine" userId="S::allison.mulshine@collegiseducation.com::5f656d52-c555-4e5e-9a5b-18226766ffe3" providerId="AD" clId="Web-{8B565E90-3C86-2CD1-9125-B6C45E1AC8A4}" dt="2024-07-08T16:13:23.102" v="54" actId="1076"/>
          <ac:spMkLst>
            <pc:docMk/>
            <pc:sldMk cId="2049104070" sldId="365"/>
            <ac:spMk id="2" creationId="{00000000-0000-0000-0000-000000000000}"/>
          </ac:spMkLst>
        </pc:spChg>
        <pc:grpChg chg="del mod">
          <ac:chgData name="Allison Mulshine" userId="S::allison.mulshine@collegiseducation.com::5f656d52-c555-4e5e-9a5b-18226766ffe3" providerId="AD" clId="Web-{8B565E90-3C86-2CD1-9125-B6C45E1AC8A4}" dt="2024-07-08T16:14:30.759" v="59"/>
          <ac:grpSpMkLst>
            <pc:docMk/>
            <pc:sldMk cId="2049104070" sldId="365"/>
            <ac:grpSpMk id="3" creationId="{EE05A71F-C585-142A-0F16-C46876972F1E}"/>
          </ac:grpSpMkLst>
        </pc:grpChg>
        <pc:picChg chg="add mod">
          <ac:chgData name="Allison Mulshine" userId="S::allison.mulshine@collegiseducation.com::5f656d52-c555-4e5e-9a5b-18226766ffe3" providerId="AD" clId="Web-{8B565E90-3C86-2CD1-9125-B6C45E1AC8A4}" dt="2024-07-08T16:14:52.931" v="64" actId="1076"/>
          <ac:picMkLst>
            <pc:docMk/>
            <pc:sldMk cId="2049104070" sldId="365"/>
            <ac:picMk id="4" creationId="{4FB2F6F3-51BB-73DA-5667-19014FBA9446}"/>
          </ac:picMkLst>
        </pc:picChg>
        <pc:cxnChg chg="mod">
          <ac:chgData name="Allison Mulshine" userId="S::allison.mulshine@collegiseducation.com::5f656d52-c555-4e5e-9a5b-18226766ffe3" providerId="AD" clId="Web-{8B565E90-3C86-2CD1-9125-B6C45E1AC8A4}" dt="2024-07-08T16:14:30.759" v="59"/>
          <ac:cxnSpMkLst>
            <pc:docMk/>
            <pc:sldMk cId="2049104070" sldId="365"/>
            <ac:cxnSpMk id="23" creationId="{00000000-0000-0000-0000-000000000000}"/>
          </ac:cxnSpMkLst>
        </pc:cxnChg>
        <pc:cxnChg chg="mod">
          <ac:chgData name="Allison Mulshine" userId="S::allison.mulshine@collegiseducation.com::5f656d52-c555-4e5e-9a5b-18226766ffe3" providerId="AD" clId="Web-{8B565E90-3C86-2CD1-9125-B6C45E1AC8A4}" dt="2024-07-08T16:14:30.759" v="59"/>
          <ac:cxnSpMkLst>
            <pc:docMk/>
            <pc:sldMk cId="2049104070" sldId="365"/>
            <ac:cxnSpMk id="29" creationId="{00000000-0000-0000-0000-000000000000}"/>
          </ac:cxnSpMkLst>
        </pc:cxnChg>
        <pc:cxnChg chg="mod">
          <ac:chgData name="Allison Mulshine" userId="S::allison.mulshine@collegiseducation.com::5f656d52-c555-4e5e-9a5b-18226766ffe3" providerId="AD" clId="Web-{8B565E90-3C86-2CD1-9125-B6C45E1AC8A4}" dt="2024-07-08T16:14:30.759" v="59"/>
          <ac:cxnSpMkLst>
            <pc:docMk/>
            <pc:sldMk cId="2049104070" sldId="365"/>
            <ac:cxnSpMk id="33" creationId="{00000000-0000-0000-0000-000000000000}"/>
          </ac:cxnSpMkLst>
        </pc:cxnChg>
      </pc:sldChg>
      <pc:sldChg chg="addSp delSp modSp">
        <pc:chgData name="Allison Mulshine" userId="S::allison.mulshine@collegiseducation.com::5f656d52-c555-4e5e-9a5b-18226766ffe3" providerId="AD" clId="Web-{8B565E90-3C86-2CD1-9125-B6C45E1AC8A4}" dt="2024-07-08T16:09:24.097" v="7" actId="1076"/>
        <pc:sldMkLst>
          <pc:docMk/>
          <pc:sldMk cId="3674068970" sldId="786"/>
        </pc:sldMkLst>
        <pc:grpChg chg="del">
          <ac:chgData name="Allison Mulshine" userId="S::allison.mulshine@collegiseducation.com::5f656d52-c555-4e5e-9a5b-18226766ffe3" providerId="AD" clId="Web-{8B565E90-3C86-2CD1-9125-B6C45E1AC8A4}" dt="2024-07-08T16:09:14.738" v="4"/>
          <ac:grpSpMkLst>
            <pc:docMk/>
            <pc:sldMk cId="3674068970" sldId="786"/>
            <ac:grpSpMk id="5" creationId="{4E5B7AF2-AF2D-5724-FA67-8AEC4A6D389A}"/>
          </ac:grpSpMkLst>
        </pc:grpChg>
        <pc:picChg chg="add mod">
          <ac:chgData name="Allison Mulshine" userId="S::allison.mulshine@collegiseducation.com::5f656d52-c555-4e5e-9a5b-18226766ffe3" providerId="AD" clId="Web-{8B565E90-3C86-2CD1-9125-B6C45E1AC8A4}" dt="2024-07-08T16:09:24.097" v="7" actId="1076"/>
          <ac:picMkLst>
            <pc:docMk/>
            <pc:sldMk cId="3674068970" sldId="786"/>
            <ac:picMk id="6" creationId="{EB1A9485-348C-6C6B-2673-2FFBAD24F6C1}"/>
          </ac:picMkLst>
        </pc:picChg>
        <pc:cxnChg chg="mod">
          <ac:chgData name="Allison Mulshine" userId="S::allison.mulshine@collegiseducation.com::5f656d52-c555-4e5e-9a5b-18226766ffe3" providerId="AD" clId="Web-{8B565E90-3C86-2CD1-9125-B6C45E1AC8A4}" dt="2024-07-08T16:09:14.738" v="4"/>
          <ac:cxnSpMkLst>
            <pc:docMk/>
            <pc:sldMk cId="3674068970" sldId="786"/>
            <ac:cxnSpMk id="26" creationId="{23F0D270-2A1D-CE2E-8A79-F3A1F5B3F6FC}"/>
          </ac:cxnSpMkLst>
        </pc:cxnChg>
        <pc:cxnChg chg="mod">
          <ac:chgData name="Allison Mulshine" userId="S::allison.mulshine@collegiseducation.com::5f656d52-c555-4e5e-9a5b-18226766ffe3" providerId="AD" clId="Web-{8B565E90-3C86-2CD1-9125-B6C45E1AC8A4}" dt="2024-07-08T16:09:14.738" v="4"/>
          <ac:cxnSpMkLst>
            <pc:docMk/>
            <pc:sldMk cId="3674068970" sldId="786"/>
            <ac:cxnSpMk id="35" creationId="{DB229206-89F6-904F-FAFF-46481629AFDF}"/>
          </ac:cxnSpMkLst>
        </pc:cxnChg>
        <pc:cxnChg chg="mod">
          <ac:chgData name="Allison Mulshine" userId="S::allison.mulshine@collegiseducation.com::5f656d52-c555-4e5e-9a5b-18226766ffe3" providerId="AD" clId="Web-{8B565E90-3C86-2CD1-9125-B6C45E1AC8A4}" dt="2024-07-08T16:09:14.738" v="4"/>
          <ac:cxnSpMkLst>
            <pc:docMk/>
            <pc:sldMk cId="3674068970" sldId="786"/>
            <ac:cxnSpMk id="37" creationId="{3DA89EBB-742B-ACDA-C4D9-9851E7B029AC}"/>
          </ac:cxnSpMkLst>
        </pc:cxnChg>
        <pc:cxnChg chg="mod">
          <ac:chgData name="Allison Mulshine" userId="S::allison.mulshine@collegiseducation.com::5f656d52-c555-4e5e-9a5b-18226766ffe3" providerId="AD" clId="Web-{8B565E90-3C86-2CD1-9125-B6C45E1AC8A4}" dt="2024-07-08T16:09:14.738" v="4"/>
          <ac:cxnSpMkLst>
            <pc:docMk/>
            <pc:sldMk cId="3674068970" sldId="786"/>
            <ac:cxnSpMk id="38" creationId="{9AA2C2F8-DF14-A60A-F731-45FB93D1A8E8}"/>
          </ac:cxnSpMkLst>
        </pc:cxnChg>
        <pc:cxnChg chg="mod">
          <ac:chgData name="Allison Mulshine" userId="S::allison.mulshine@collegiseducation.com::5f656d52-c555-4e5e-9a5b-18226766ffe3" providerId="AD" clId="Web-{8B565E90-3C86-2CD1-9125-B6C45E1AC8A4}" dt="2024-07-08T16:09:14.738" v="4"/>
          <ac:cxnSpMkLst>
            <pc:docMk/>
            <pc:sldMk cId="3674068970" sldId="786"/>
            <ac:cxnSpMk id="42" creationId="{3E220029-328A-E9F2-B227-02AA7D23EF53}"/>
          </ac:cxnSpMkLst>
        </pc:cxnChg>
      </pc:sldChg>
      <pc:sldChg chg="addSp delSp modSp">
        <pc:chgData name="Allison Mulshine" userId="S::allison.mulshine@collegiseducation.com::5f656d52-c555-4e5e-9a5b-18226766ffe3" providerId="AD" clId="Web-{8B565E90-3C86-2CD1-9125-B6C45E1AC8A4}" dt="2024-07-08T16:09:48.145" v="10"/>
        <pc:sldMkLst>
          <pc:docMk/>
          <pc:sldMk cId="292828058" sldId="787"/>
        </pc:sldMkLst>
        <pc:spChg chg="del">
          <ac:chgData name="Allison Mulshine" userId="S::allison.mulshine@collegiseducation.com::5f656d52-c555-4e5e-9a5b-18226766ffe3" providerId="AD" clId="Web-{8B565E90-3C86-2CD1-9125-B6C45E1AC8A4}" dt="2024-07-08T16:09:43.707" v="8"/>
          <ac:spMkLst>
            <pc:docMk/>
            <pc:sldMk cId="292828058" sldId="787"/>
            <ac:spMk id="19" creationId="{E14648FF-7766-7D70-7D75-1E8139D10B99}"/>
          </ac:spMkLst>
        </pc:spChg>
        <pc:grpChg chg="del">
          <ac:chgData name="Allison Mulshine" userId="S::allison.mulshine@collegiseducation.com::5f656d52-c555-4e5e-9a5b-18226766ffe3" providerId="AD" clId="Web-{8B565E90-3C86-2CD1-9125-B6C45E1AC8A4}" dt="2024-07-08T16:09:47.192" v="9"/>
          <ac:grpSpMkLst>
            <pc:docMk/>
            <pc:sldMk cId="292828058" sldId="787"/>
            <ac:grpSpMk id="4" creationId="{46DCB32E-3D02-D966-47D4-0A1D5BDBA478}"/>
          </ac:grpSpMkLst>
        </pc:grpChg>
        <pc:picChg chg="add">
          <ac:chgData name="Allison Mulshine" userId="S::allison.mulshine@collegiseducation.com::5f656d52-c555-4e5e-9a5b-18226766ffe3" providerId="AD" clId="Web-{8B565E90-3C86-2CD1-9125-B6C45E1AC8A4}" dt="2024-07-08T16:09:48.145" v="10"/>
          <ac:picMkLst>
            <pc:docMk/>
            <pc:sldMk cId="292828058" sldId="787"/>
            <ac:picMk id="12" creationId="{9A8260FE-FEAD-8004-364E-A2F7ACCC962D}"/>
          </ac:picMkLst>
        </pc:picChg>
        <pc:cxnChg chg="mod">
          <ac:chgData name="Allison Mulshine" userId="S::allison.mulshine@collegiseducation.com::5f656d52-c555-4e5e-9a5b-18226766ffe3" providerId="AD" clId="Web-{8B565E90-3C86-2CD1-9125-B6C45E1AC8A4}" dt="2024-07-08T16:09:47.192" v="9"/>
          <ac:cxnSpMkLst>
            <pc:docMk/>
            <pc:sldMk cId="292828058" sldId="787"/>
            <ac:cxnSpMk id="26" creationId="{23F0D270-2A1D-CE2E-8A79-F3A1F5B3F6FC}"/>
          </ac:cxnSpMkLst>
        </pc:cxnChg>
        <pc:cxnChg chg="mod">
          <ac:chgData name="Allison Mulshine" userId="S::allison.mulshine@collegiseducation.com::5f656d52-c555-4e5e-9a5b-18226766ffe3" providerId="AD" clId="Web-{8B565E90-3C86-2CD1-9125-B6C45E1AC8A4}" dt="2024-07-08T16:09:47.192" v="9"/>
          <ac:cxnSpMkLst>
            <pc:docMk/>
            <pc:sldMk cId="292828058" sldId="787"/>
            <ac:cxnSpMk id="35" creationId="{DB229206-89F6-904F-FAFF-46481629AFDF}"/>
          </ac:cxnSpMkLst>
        </pc:cxnChg>
        <pc:cxnChg chg="mod">
          <ac:chgData name="Allison Mulshine" userId="S::allison.mulshine@collegiseducation.com::5f656d52-c555-4e5e-9a5b-18226766ffe3" providerId="AD" clId="Web-{8B565E90-3C86-2CD1-9125-B6C45E1AC8A4}" dt="2024-07-08T16:09:47.192" v="9"/>
          <ac:cxnSpMkLst>
            <pc:docMk/>
            <pc:sldMk cId="292828058" sldId="787"/>
            <ac:cxnSpMk id="37" creationId="{3DA89EBB-742B-ACDA-C4D9-9851E7B029AC}"/>
          </ac:cxnSpMkLst>
        </pc:cxnChg>
        <pc:cxnChg chg="mod">
          <ac:chgData name="Allison Mulshine" userId="S::allison.mulshine@collegiseducation.com::5f656d52-c555-4e5e-9a5b-18226766ffe3" providerId="AD" clId="Web-{8B565E90-3C86-2CD1-9125-B6C45E1AC8A4}" dt="2024-07-08T16:09:47.192" v="9"/>
          <ac:cxnSpMkLst>
            <pc:docMk/>
            <pc:sldMk cId="292828058" sldId="787"/>
            <ac:cxnSpMk id="38" creationId="{9AA2C2F8-DF14-A60A-F731-45FB93D1A8E8}"/>
          </ac:cxnSpMkLst>
        </pc:cxnChg>
        <pc:cxnChg chg="mod">
          <ac:chgData name="Allison Mulshine" userId="S::allison.mulshine@collegiseducation.com::5f656d52-c555-4e5e-9a5b-18226766ffe3" providerId="AD" clId="Web-{8B565E90-3C86-2CD1-9125-B6C45E1AC8A4}" dt="2024-07-08T16:09:47.192" v="9"/>
          <ac:cxnSpMkLst>
            <pc:docMk/>
            <pc:sldMk cId="292828058" sldId="787"/>
            <ac:cxnSpMk id="42" creationId="{3E220029-328A-E9F2-B227-02AA7D23EF53}"/>
          </ac:cxnSpMkLst>
        </pc:cxnChg>
      </pc:sldChg>
      <pc:sldChg chg="addSp delSp modSp">
        <pc:chgData name="Allison Mulshine" userId="S::allison.mulshine@collegiseducation.com::5f656d52-c555-4e5e-9a5b-18226766ffe3" providerId="AD" clId="Web-{8B565E90-3C86-2CD1-9125-B6C45E1AC8A4}" dt="2024-07-08T16:10:15.770" v="14" actId="1076"/>
        <pc:sldMkLst>
          <pc:docMk/>
          <pc:sldMk cId="1545599906" sldId="788"/>
        </pc:sldMkLst>
        <pc:grpChg chg="del">
          <ac:chgData name="Allison Mulshine" userId="S::allison.mulshine@collegiseducation.com::5f656d52-c555-4e5e-9a5b-18226766ffe3" providerId="AD" clId="Web-{8B565E90-3C86-2CD1-9125-B6C45E1AC8A4}" dt="2024-07-08T16:10:11.333" v="13"/>
          <ac:grpSpMkLst>
            <pc:docMk/>
            <pc:sldMk cId="1545599906" sldId="788"/>
            <ac:grpSpMk id="4" creationId="{474D3F03-3016-EB18-512B-C2ABA845F013}"/>
          </ac:grpSpMkLst>
        </pc:grpChg>
        <pc:picChg chg="add mod">
          <ac:chgData name="Allison Mulshine" userId="S::allison.mulshine@collegiseducation.com::5f656d52-c555-4e5e-9a5b-18226766ffe3" providerId="AD" clId="Web-{8B565E90-3C86-2CD1-9125-B6C45E1AC8A4}" dt="2024-07-08T16:10:15.770" v="14" actId="1076"/>
          <ac:picMkLst>
            <pc:docMk/>
            <pc:sldMk cId="1545599906" sldId="788"/>
            <ac:picMk id="12" creationId="{D53B9AC0-0B89-2428-4994-65A368D86968}"/>
          </ac:picMkLst>
        </pc:picChg>
        <pc:cxnChg chg="mod">
          <ac:chgData name="Allison Mulshine" userId="S::allison.mulshine@collegiseducation.com::5f656d52-c555-4e5e-9a5b-18226766ffe3" providerId="AD" clId="Web-{8B565E90-3C86-2CD1-9125-B6C45E1AC8A4}" dt="2024-07-08T16:10:11.333" v="13"/>
          <ac:cxnSpMkLst>
            <pc:docMk/>
            <pc:sldMk cId="1545599906" sldId="788"/>
            <ac:cxnSpMk id="26" creationId="{23F0D270-2A1D-CE2E-8A79-F3A1F5B3F6FC}"/>
          </ac:cxnSpMkLst>
        </pc:cxnChg>
        <pc:cxnChg chg="mod">
          <ac:chgData name="Allison Mulshine" userId="S::allison.mulshine@collegiseducation.com::5f656d52-c555-4e5e-9a5b-18226766ffe3" providerId="AD" clId="Web-{8B565E90-3C86-2CD1-9125-B6C45E1AC8A4}" dt="2024-07-08T16:10:11.333" v="13"/>
          <ac:cxnSpMkLst>
            <pc:docMk/>
            <pc:sldMk cId="1545599906" sldId="788"/>
            <ac:cxnSpMk id="35" creationId="{DB229206-89F6-904F-FAFF-46481629AFDF}"/>
          </ac:cxnSpMkLst>
        </pc:cxnChg>
        <pc:cxnChg chg="mod">
          <ac:chgData name="Allison Mulshine" userId="S::allison.mulshine@collegiseducation.com::5f656d52-c555-4e5e-9a5b-18226766ffe3" providerId="AD" clId="Web-{8B565E90-3C86-2CD1-9125-B6C45E1AC8A4}" dt="2024-07-08T16:10:11.333" v="13"/>
          <ac:cxnSpMkLst>
            <pc:docMk/>
            <pc:sldMk cId="1545599906" sldId="788"/>
            <ac:cxnSpMk id="37" creationId="{3DA89EBB-742B-ACDA-C4D9-9851E7B029AC}"/>
          </ac:cxnSpMkLst>
        </pc:cxnChg>
        <pc:cxnChg chg="mod">
          <ac:chgData name="Allison Mulshine" userId="S::allison.mulshine@collegiseducation.com::5f656d52-c555-4e5e-9a5b-18226766ffe3" providerId="AD" clId="Web-{8B565E90-3C86-2CD1-9125-B6C45E1AC8A4}" dt="2024-07-08T16:10:11.333" v="13"/>
          <ac:cxnSpMkLst>
            <pc:docMk/>
            <pc:sldMk cId="1545599906" sldId="788"/>
            <ac:cxnSpMk id="38" creationId="{9AA2C2F8-DF14-A60A-F731-45FB93D1A8E8}"/>
          </ac:cxnSpMkLst>
        </pc:cxnChg>
        <pc:cxnChg chg="mod">
          <ac:chgData name="Allison Mulshine" userId="S::allison.mulshine@collegiseducation.com::5f656d52-c555-4e5e-9a5b-18226766ffe3" providerId="AD" clId="Web-{8B565E90-3C86-2CD1-9125-B6C45E1AC8A4}" dt="2024-07-08T16:10:11.333" v="13"/>
          <ac:cxnSpMkLst>
            <pc:docMk/>
            <pc:sldMk cId="1545599906" sldId="788"/>
            <ac:cxnSpMk id="42" creationId="{3E220029-328A-E9F2-B227-02AA7D23EF53}"/>
          </ac:cxnSpMkLst>
        </pc:cxnChg>
      </pc:sldChg>
      <pc:sldChg chg="addSp delSp modSp">
        <pc:chgData name="Allison Mulshine" userId="S::allison.mulshine@collegiseducation.com::5f656d52-c555-4e5e-9a5b-18226766ffe3" providerId="AD" clId="Web-{8B565E90-3C86-2CD1-9125-B6C45E1AC8A4}" dt="2024-07-08T16:10:30.255" v="41"/>
        <pc:sldMkLst>
          <pc:docMk/>
          <pc:sldMk cId="1871292882" sldId="789"/>
        </pc:sldMkLst>
        <pc:spChg chg="del">
          <ac:chgData name="Allison Mulshine" userId="S::allison.mulshine@collegiseducation.com::5f656d52-c555-4e5e-9a5b-18226766ffe3" providerId="AD" clId="Web-{8B565E90-3C86-2CD1-9125-B6C45E1AC8A4}" dt="2024-07-08T16:10:29.411" v="38"/>
          <ac:spMkLst>
            <pc:docMk/>
            <pc:sldMk cId="1871292882" sldId="789"/>
            <ac:spMk id="3" creationId="{FC71C894-4676-4258-F2E3-7197F8A3E9B7}"/>
          </ac:spMkLst>
        </pc:spChg>
        <pc:spChg chg="del">
          <ac:chgData name="Allison Mulshine" userId="S::allison.mulshine@collegiseducation.com::5f656d52-c555-4e5e-9a5b-18226766ffe3" providerId="AD" clId="Web-{8B565E90-3C86-2CD1-9125-B6C45E1AC8A4}" dt="2024-07-08T16:10:29.411" v="37"/>
          <ac:spMkLst>
            <pc:docMk/>
            <pc:sldMk cId="1871292882" sldId="789"/>
            <ac:spMk id="15" creationId="{625859DD-3204-B166-7F50-541EE196B0BF}"/>
          </ac:spMkLst>
        </pc:spChg>
        <pc:spChg chg="del">
          <ac:chgData name="Allison Mulshine" userId="S::allison.mulshine@collegiseducation.com::5f656d52-c555-4e5e-9a5b-18226766ffe3" providerId="AD" clId="Web-{8B565E90-3C86-2CD1-9125-B6C45E1AC8A4}" dt="2024-07-08T16:10:29.411" v="36"/>
          <ac:spMkLst>
            <pc:docMk/>
            <pc:sldMk cId="1871292882" sldId="789"/>
            <ac:spMk id="16" creationId="{133D4F1C-AD57-9CCF-323C-FBCBB04EBD9A}"/>
          </ac:spMkLst>
        </pc:spChg>
        <pc:spChg chg="del">
          <ac:chgData name="Allison Mulshine" userId="S::allison.mulshine@collegiseducation.com::5f656d52-c555-4e5e-9a5b-18226766ffe3" providerId="AD" clId="Web-{8B565E90-3C86-2CD1-9125-B6C45E1AC8A4}" dt="2024-07-08T16:10:29.411" v="35"/>
          <ac:spMkLst>
            <pc:docMk/>
            <pc:sldMk cId="1871292882" sldId="789"/>
            <ac:spMk id="17" creationId="{56F041F6-ADB9-4AE7-3F6D-27A9718633CD}"/>
          </ac:spMkLst>
        </pc:spChg>
        <pc:spChg chg="del">
          <ac:chgData name="Allison Mulshine" userId="S::allison.mulshine@collegiseducation.com::5f656d52-c555-4e5e-9a5b-18226766ffe3" providerId="AD" clId="Web-{8B565E90-3C86-2CD1-9125-B6C45E1AC8A4}" dt="2024-07-08T16:10:29.411" v="34"/>
          <ac:spMkLst>
            <pc:docMk/>
            <pc:sldMk cId="1871292882" sldId="789"/>
            <ac:spMk id="18" creationId="{4113F9E6-58E6-6321-3489-83C47E8F9F9D}"/>
          </ac:spMkLst>
        </pc:spChg>
        <pc:spChg chg="del">
          <ac:chgData name="Allison Mulshine" userId="S::allison.mulshine@collegiseducation.com::5f656d52-c555-4e5e-9a5b-18226766ffe3" providerId="AD" clId="Web-{8B565E90-3C86-2CD1-9125-B6C45E1AC8A4}" dt="2024-07-08T16:10:29.411" v="33"/>
          <ac:spMkLst>
            <pc:docMk/>
            <pc:sldMk cId="1871292882" sldId="789"/>
            <ac:spMk id="19" creationId="{E14648FF-7766-7D70-7D75-1E8139D10B99}"/>
          </ac:spMkLst>
        </pc:spChg>
        <pc:spChg chg="del">
          <ac:chgData name="Allison Mulshine" userId="S::allison.mulshine@collegiseducation.com::5f656d52-c555-4e5e-9a5b-18226766ffe3" providerId="AD" clId="Web-{8B565E90-3C86-2CD1-9125-B6C45E1AC8A4}" dt="2024-07-08T16:10:29.411" v="32"/>
          <ac:spMkLst>
            <pc:docMk/>
            <pc:sldMk cId="1871292882" sldId="789"/>
            <ac:spMk id="20" creationId="{A92402CC-FC66-F296-2604-24DD47353D88}"/>
          </ac:spMkLst>
        </pc:spChg>
        <pc:spChg chg="del">
          <ac:chgData name="Allison Mulshine" userId="S::allison.mulshine@collegiseducation.com::5f656d52-c555-4e5e-9a5b-18226766ffe3" providerId="AD" clId="Web-{8B565E90-3C86-2CD1-9125-B6C45E1AC8A4}" dt="2024-07-08T16:10:29.411" v="31"/>
          <ac:spMkLst>
            <pc:docMk/>
            <pc:sldMk cId="1871292882" sldId="789"/>
            <ac:spMk id="21" creationId="{A79CD53F-1F0E-0A3F-8874-C191C53FF3CA}"/>
          </ac:spMkLst>
        </pc:spChg>
        <pc:spChg chg="del">
          <ac:chgData name="Allison Mulshine" userId="S::allison.mulshine@collegiseducation.com::5f656d52-c555-4e5e-9a5b-18226766ffe3" providerId="AD" clId="Web-{8B565E90-3C86-2CD1-9125-B6C45E1AC8A4}" dt="2024-07-08T16:10:29.411" v="30"/>
          <ac:spMkLst>
            <pc:docMk/>
            <pc:sldMk cId="1871292882" sldId="789"/>
            <ac:spMk id="22" creationId="{7AB0292B-E28E-C5E7-3B08-4CFC21BFCC33}"/>
          </ac:spMkLst>
        </pc:spChg>
        <pc:spChg chg="del">
          <ac:chgData name="Allison Mulshine" userId="S::allison.mulshine@collegiseducation.com::5f656d52-c555-4e5e-9a5b-18226766ffe3" providerId="AD" clId="Web-{8B565E90-3C86-2CD1-9125-B6C45E1AC8A4}" dt="2024-07-08T16:10:29.411" v="29"/>
          <ac:spMkLst>
            <pc:docMk/>
            <pc:sldMk cId="1871292882" sldId="789"/>
            <ac:spMk id="23" creationId="{595B0F37-3A0F-5558-B8CA-D3476EF50ADA}"/>
          </ac:spMkLst>
        </pc:spChg>
        <pc:spChg chg="del">
          <ac:chgData name="Allison Mulshine" userId="S::allison.mulshine@collegiseducation.com::5f656d52-c555-4e5e-9a5b-18226766ffe3" providerId="AD" clId="Web-{8B565E90-3C86-2CD1-9125-B6C45E1AC8A4}" dt="2024-07-08T16:10:29.411" v="28"/>
          <ac:spMkLst>
            <pc:docMk/>
            <pc:sldMk cId="1871292882" sldId="789"/>
            <ac:spMk id="24" creationId="{370816FE-7A68-53C7-0B80-2253478C3598}"/>
          </ac:spMkLst>
        </pc:spChg>
        <pc:spChg chg="del">
          <ac:chgData name="Allison Mulshine" userId="S::allison.mulshine@collegiseducation.com::5f656d52-c555-4e5e-9a5b-18226766ffe3" providerId="AD" clId="Web-{8B565E90-3C86-2CD1-9125-B6C45E1AC8A4}" dt="2024-07-08T16:10:29.411" v="27"/>
          <ac:spMkLst>
            <pc:docMk/>
            <pc:sldMk cId="1871292882" sldId="789"/>
            <ac:spMk id="25" creationId="{3CA173BD-3D61-E7E6-71B8-C3839777CC59}"/>
          </ac:spMkLst>
        </pc:spChg>
        <pc:spChg chg="del">
          <ac:chgData name="Allison Mulshine" userId="S::allison.mulshine@collegiseducation.com::5f656d52-c555-4e5e-9a5b-18226766ffe3" providerId="AD" clId="Web-{8B565E90-3C86-2CD1-9125-B6C45E1AC8A4}" dt="2024-07-08T16:10:29.411" v="25"/>
          <ac:spMkLst>
            <pc:docMk/>
            <pc:sldMk cId="1871292882" sldId="789"/>
            <ac:spMk id="29" creationId="{7F92148F-87BA-C83A-816C-4561550051BC}"/>
          </ac:spMkLst>
        </pc:spChg>
        <pc:spChg chg="del">
          <ac:chgData name="Allison Mulshine" userId="S::allison.mulshine@collegiseducation.com::5f656d52-c555-4e5e-9a5b-18226766ffe3" providerId="AD" clId="Web-{8B565E90-3C86-2CD1-9125-B6C45E1AC8A4}" dt="2024-07-08T16:10:29.411" v="24"/>
          <ac:spMkLst>
            <pc:docMk/>
            <pc:sldMk cId="1871292882" sldId="789"/>
            <ac:spMk id="30" creationId="{67017134-291C-443B-7E8A-01D1C3D796D5}"/>
          </ac:spMkLst>
        </pc:spChg>
        <pc:spChg chg="del">
          <ac:chgData name="Allison Mulshine" userId="S::allison.mulshine@collegiseducation.com::5f656d52-c555-4e5e-9a5b-18226766ffe3" providerId="AD" clId="Web-{8B565E90-3C86-2CD1-9125-B6C45E1AC8A4}" dt="2024-07-08T16:10:29.411" v="23"/>
          <ac:spMkLst>
            <pc:docMk/>
            <pc:sldMk cId="1871292882" sldId="789"/>
            <ac:spMk id="31" creationId="{FB51A579-04D1-F891-8D37-05E5D12450E9}"/>
          </ac:spMkLst>
        </pc:spChg>
        <pc:spChg chg="del">
          <ac:chgData name="Allison Mulshine" userId="S::allison.mulshine@collegiseducation.com::5f656d52-c555-4e5e-9a5b-18226766ffe3" providerId="AD" clId="Web-{8B565E90-3C86-2CD1-9125-B6C45E1AC8A4}" dt="2024-07-08T16:10:29.411" v="22"/>
          <ac:spMkLst>
            <pc:docMk/>
            <pc:sldMk cId="1871292882" sldId="789"/>
            <ac:spMk id="32" creationId="{6A4479BA-88A9-DA36-A0E2-CEA17655B52A}"/>
          </ac:spMkLst>
        </pc:spChg>
        <pc:spChg chg="del">
          <ac:chgData name="Allison Mulshine" userId="S::allison.mulshine@collegiseducation.com::5f656d52-c555-4e5e-9a5b-18226766ffe3" providerId="AD" clId="Web-{8B565E90-3C86-2CD1-9125-B6C45E1AC8A4}" dt="2024-07-08T16:10:29.411" v="21"/>
          <ac:spMkLst>
            <pc:docMk/>
            <pc:sldMk cId="1871292882" sldId="789"/>
            <ac:spMk id="33" creationId="{8CA6C604-B802-A30D-CF42-553EBDCC25C4}"/>
          </ac:spMkLst>
        </pc:spChg>
        <pc:spChg chg="del">
          <ac:chgData name="Allison Mulshine" userId="S::allison.mulshine@collegiseducation.com::5f656d52-c555-4e5e-9a5b-18226766ffe3" providerId="AD" clId="Web-{8B565E90-3C86-2CD1-9125-B6C45E1AC8A4}" dt="2024-07-08T16:10:29.411" v="20"/>
          <ac:spMkLst>
            <pc:docMk/>
            <pc:sldMk cId="1871292882" sldId="789"/>
            <ac:spMk id="34" creationId="{75C86C17-A314-D266-EDC0-743211C881FC}"/>
          </ac:spMkLst>
        </pc:spChg>
        <pc:spChg chg="del">
          <ac:chgData name="Allison Mulshine" userId="S::allison.mulshine@collegiseducation.com::5f656d52-c555-4e5e-9a5b-18226766ffe3" providerId="AD" clId="Web-{8B565E90-3C86-2CD1-9125-B6C45E1AC8A4}" dt="2024-07-08T16:10:29.411" v="39"/>
          <ac:spMkLst>
            <pc:docMk/>
            <pc:sldMk cId="1871292882" sldId="789"/>
            <ac:spMk id="52" creationId="{34E78944-8200-19CD-58CA-E3B285D917D8}"/>
          </ac:spMkLst>
        </pc:spChg>
        <pc:spChg chg="del">
          <ac:chgData name="Allison Mulshine" userId="S::allison.mulshine@collegiseducation.com::5f656d52-c555-4e5e-9a5b-18226766ffe3" providerId="AD" clId="Web-{8B565E90-3C86-2CD1-9125-B6C45E1AC8A4}" dt="2024-07-08T16:10:29.411" v="40"/>
          <ac:spMkLst>
            <pc:docMk/>
            <pc:sldMk cId="1871292882" sldId="789"/>
            <ac:spMk id="53" creationId="{35BD1DA4-0529-3E99-71AD-ED47D2081868}"/>
          </ac:spMkLst>
        </pc:spChg>
        <pc:spChg chg="del">
          <ac:chgData name="Allison Mulshine" userId="S::allison.mulshine@collegiseducation.com::5f656d52-c555-4e5e-9a5b-18226766ffe3" providerId="AD" clId="Web-{8B565E90-3C86-2CD1-9125-B6C45E1AC8A4}" dt="2024-07-08T16:10:29.395" v="15"/>
          <ac:spMkLst>
            <pc:docMk/>
            <pc:sldMk cId="1871292882" sldId="789"/>
            <ac:spMk id="57" creationId="{921266C0-B939-78FB-384D-F1AF8A3FE876}"/>
          </ac:spMkLst>
        </pc:spChg>
        <pc:picChg chg="add">
          <ac:chgData name="Allison Mulshine" userId="S::allison.mulshine@collegiseducation.com::5f656d52-c555-4e5e-9a5b-18226766ffe3" providerId="AD" clId="Web-{8B565E90-3C86-2CD1-9125-B6C45E1AC8A4}" dt="2024-07-08T16:10:30.255" v="41"/>
          <ac:picMkLst>
            <pc:docMk/>
            <pc:sldMk cId="1871292882" sldId="789"/>
            <ac:picMk id="11" creationId="{F0A251E4-AA0E-9D27-9B15-7E68EE5F60A4}"/>
          </ac:picMkLst>
        </pc:picChg>
        <pc:cxnChg chg="del mod">
          <ac:chgData name="Allison Mulshine" userId="S::allison.mulshine@collegiseducation.com::5f656d52-c555-4e5e-9a5b-18226766ffe3" providerId="AD" clId="Web-{8B565E90-3C86-2CD1-9125-B6C45E1AC8A4}" dt="2024-07-08T16:10:29.411" v="26"/>
          <ac:cxnSpMkLst>
            <pc:docMk/>
            <pc:sldMk cId="1871292882" sldId="789"/>
            <ac:cxnSpMk id="26" creationId="{23F0D270-2A1D-CE2E-8A79-F3A1F5B3F6FC}"/>
          </ac:cxnSpMkLst>
        </pc:cxnChg>
        <pc:cxnChg chg="del mod">
          <ac:chgData name="Allison Mulshine" userId="S::allison.mulshine@collegiseducation.com::5f656d52-c555-4e5e-9a5b-18226766ffe3" providerId="AD" clId="Web-{8B565E90-3C86-2CD1-9125-B6C45E1AC8A4}" dt="2024-07-08T16:10:29.395" v="19"/>
          <ac:cxnSpMkLst>
            <pc:docMk/>
            <pc:sldMk cId="1871292882" sldId="789"/>
            <ac:cxnSpMk id="35" creationId="{DB229206-89F6-904F-FAFF-46481629AFDF}"/>
          </ac:cxnSpMkLst>
        </pc:cxnChg>
        <pc:cxnChg chg="del mod">
          <ac:chgData name="Allison Mulshine" userId="S::allison.mulshine@collegiseducation.com::5f656d52-c555-4e5e-9a5b-18226766ffe3" providerId="AD" clId="Web-{8B565E90-3C86-2CD1-9125-B6C45E1AC8A4}" dt="2024-07-08T16:10:29.395" v="18"/>
          <ac:cxnSpMkLst>
            <pc:docMk/>
            <pc:sldMk cId="1871292882" sldId="789"/>
            <ac:cxnSpMk id="37" creationId="{3DA89EBB-742B-ACDA-C4D9-9851E7B029AC}"/>
          </ac:cxnSpMkLst>
        </pc:cxnChg>
        <pc:cxnChg chg="del mod">
          <ac:chgData name="Allison Mulshine" userId="S::allison.mulshine@collegiseducation.com::5f656d52-c555-4e5e-9a5b-18226766ffe3" providerId="AD" clId="Web-{8B565E90-3C86-2CD1-9125-B6C45E1AC8A4}" dt="2024-07-08T16:10:29.395" v="17"/>
          <ac:cxnSpMkLst>
            <pc:docMk/>
            <pc:sldMk cId="1871292882" sldId="789"/>
            <ac:cxnSpMk id="38" creationId="{9AA2C2F8-DF14-A60A-F731-45FB93D1A8E8}"/>
          </ac:cxnSpMkLst>
        </pc:cxnChg>
        <pc:cxnChg chg="del mod">
          <ac:chgData name="Allison Mulshine" userId="S::allison.mulshine@collegiseducation.com::5f656d52-c555-4e5e-9a5b-18226766ffe3" providerId="AD" clId="Web-{8B565E90-3C86-2CD1-9125-B6C45E1AC8A4}" dt="2024-07-08T16:10:29.395" v="16"/>
          <ac:cxnSpMkLst>
            <pc:docMk/>
            <pc:sldMk cId="1871292882" sldId="789"/>
            <ac:cxnSpMk id="42" creationId="{3E220029-328A-E9F2-B227-02AA7D23EF53}"/>
          </ac:cxnSpMkLst>
        </pc:cxnChg>
      </pc:sldChg>
      <pc:sldChg chg="addSp delSp modSp">
        <pc:chgData name="Allison Mulshine" userId="S::allison.mulshine@collegiseducation.com::5f656d52-c555-4e5e-9a5b-18226766ffe3" providerId="AD" clId="Web-{8B565E90-3C86-2CD1-9125-B6C45E1AC8A4}" dt="2024-07-08T16:10:58.021" v="45" actId="1076"/>
        <pc:sldMkLst>
          <pc:docMk/>
          <pc:sldMk cId="3243268485" sldId="790"/>
        </pc:sldMkLst>
        <pc:grpChg chg="del">
          <ac:chgData name="Allison Mulshine" userId="S::allison.mulshine@collegiseducation.com::5f656d52-c555-4e5e-9a5b-18226766ffe3" providerId="AD" clId="Web-{8B565E90-3C86-2CD1-9125-B6C45E1AC8A4}" dt="2024-07-08T16:10:53.958" v="44"/>
          <ac:grpSpMkLst>
            <pc:docMk/>
            <pc:sldMk cId="3243268485" sldId="790"/>
            <ac:grpSpMk id="4" creationId="{970BAAFC-647A-A9B7-1A55-87E75D4B82FB}"/>
          </ac:grpSpMkLst>
        </pc:grpChg>
        <pc:picChg chg="add mod">
          <ac:chgData name="Allison Mulshine" userId="S::allison.mulshine@collegiseducation.com::5f656d52-c555-4e5e-9a5b-18226766ffe3" providerId="AD" clId="Web-{8B565E90-3C86-2CD1-9125-B6C45E1AC8A4}" dt="2024-07-08T16:10:58.021" v="45" actId="1076"/>
          <ac:picMkLst>
            <pc:docMk/>
            <pc:sldMk cId="3243268485" sldId="790"/>
            <ac:picMk id="12" creationId="{AF117A77-5279-FF02-0FDC-16D1DB32FB8B}"/>
          </ac:picMkLst>
        </pc:picChg>
        <pc:cxnChg chg="mod">
          <ac:chgData name="Allison Mulshine" userId="S::allison.mulshine@collegiseducation.com::5f656d52-c555-4e5e-9a5b-18226766ffe3" providerId="AD" clId="Web-{8B565E90-3C86-2CD1-9125-B6C45E1AC8A4}" dt="2024-07-08T16:10:53.958" v="44"/>
          <ac:cxnSpMkLst>
            <pc:docMk/>
            <pc:sldMk cId="3243268485" sldId="790"/>
            <ac:cxnSpMk id="26" creationId="{23F0D270-2A1D-CE2E-8A79-F3A1F5B3F6FC}"/>
          </ac:cxnSpMkLst>
        </pc:cxnChg>
        <pc:cxnChg chg="mod">
          <ac:chgData name="Allison Mulshine" userId="S::allison.mulshine@collegiseducation.com::5f656d52-c555-4e5e-9a5b-18226766ffe3" providerId="AD" clId="Web-{8B565E90-3C86-2CD1-9125-B6C45E1AC8A4}" dt="2024-07-08T16:10:53.958" v="44"/>
          <ac:cxnSpMkLst>
            <pc:docMk/>
            <pc:sldMk cId="3243268485" sldId="790"/>
            <ac:cxnSpMk id="35" creationId="{DB229206-89F6-904F-FAFF-46481629AFDF}"/>
          </ac:cxnSpMkLst>
        </pc:cxnChg>
        <pc:cxnChg chg="mod">
          <ac:chgData name="Allison Mulshine" userId="S::allison.mulshine@collegiseducation.com::5f656d52-c555-4e5e-9a5b-18226766ffe3" providerId="AD" clId="Web-{8B565E90-3C86-2CD1-9125-B6C45E1AC8A4}" dt="2024-07-08T16:10:53.958" v="44"/>
          <ac:cxnSpMkLst>
            <pc:docMk/>
            <pc:sldMk cId="3243268485" sldId="790"/>
            <ac:cxnSpMk id="37" creationId="{3DA89EBB-742B-ACDA-C4D9-9851E7B029AC}"/>
          </ac:cxnSpMkLst>
        </pc:cxnChg>
        <pc:cxnChg chg="mod">
          <ac:chgData name="Allison Mulshine" userId="S::allison.mulshine@collegiseducation.com::5f656d52-c555-4e5e-9a5b-18226766ffe3" providerId="AD" clId="Web-{8B565E90-3C86-2CD1-9125-B6C45E1AC8A4}" dt="2024-07-08T16:10:53.958" v="44"/>
          <ac:cxnSpMkLst>
            <pc:docMk/>
            <pc:sldMk cId="3243268485" sldId="790"/>
            <ac:cxnSpMk id="38" creationId="{9AA2C2F8-DF14-A60A-F731-45FB93D1A8E8}"/>
          </ac:cxnSpMkLst>
        </pc:cxnChg>
        <pc:cxnChg chg="mod">
          <ac:chgData name="Allison Mulshine" userId="S::allison.mulshine@collegiseducation.com::5f656d52-c555-4e5e-9a5b-18226766ffe3" providerId="AD" clId="Web-{8B565E90-3C86-2CD1-9125-B6C45E1AC8A4}" dt="2024-07-08T16:10:53.958" v="44"/>
          <ac:cxnSpMkLst>
            <pc:docMk/>
            <pc:sldMk cId="3243268485" sldId="790"/>
            <ac:cxnSpMk id="42" creationId="{3E220029-328A-E9F2-B227-02AA7D23EF53}"/>
          </ac:cxnSpMkLst>
        </pc:cxnChg>
      </pc:sldChg>
    </pc:docChg>
  </pc:docChgLst>
  <pc:docChgLst>
    <pc:chgData name="Allison Mulshine" userId="S::allison.mulshine@collegiseducation.com::5f656d52-c555-4e5e-9a5b-18226766ffe3" providerId="AD" clId="Web-{2196F185-B0F4-A7B7-5EF3-97C510693E38}"/>
    <pc:docChg chg="modSld">
      <pc:chgData name="Allison Mulshine" userId="S::allison.mulshine@collegiseducation.com::5f656d52-c555-4e5e-9a5b-18226766ffe3" providerId="AD" clId="Web-{2196F185-B0F4-A7B7-5EF3-97C510693E38}" dt="2024-06-20T18:14:30.060" v="2"/>
      <pc:docMkLst>
        <pc:docMk/>
      </pc:docMkLst>
      <pc:sldChg chg="modSp">
        <pc:chgData name="Allison Mulshine" userId="S::allison.mulshine@collegiseducation.com::5f656d52-c555-4e5e-9a5b-18226766ffe3" providerId="AD" clId="Web-{2196F185-B0F4-A7B7-5EF3-97C510693E38}" dt="2024-06-20T18:14:30.060" v="2"/>
        <pc:sldMkLst>
          <pc:docMk/>
          <pc:sldMk cId="3664813652" sldId="359"/>
        </pc:sldMkLst>
        <pc:grpChg chg="mod">
          <ac:chgData name="Allison Mulshine" userId="S::allison.mulshine@collegiseducation.com::5f656d52-c555-4e5e-9a5b-18226766ffe3" providerId="AD" clId="Web-{2196F185-B0F4-A7B7-5EF3-97C510693E38}" dt="2024-06-20T18:14:30.060" v="2"/>
          <ac:grpSpMkLst>
            <pc:docMk/>
            <pc:sldMk cId="3664813652" sldId="359"/>
            <ac:grpSpMk id="3" creationId="{3B3FB227-3259-E977-A8D3-5728A9AC842D}"/>
          </ac:grpSpMkLst>
        </pc:grpChg>
      </pc:sldChg>
    </pc:docChg>
  </pc:docChgLst>
  <pc:docChgLst>
    <pc:chgData name="Judy Tseng" userId="b031a71b-ea40-479f-9c0f-e713aa008bfa" providerId="ADAL" clId="{2C5774E1-1E70-4763-B731-36363D542A88}"/>
    <pc:docChg chg="modSld">
      <pc:chgData name="Judy Tseng" userId="b031a71b-ea40-479f-9c0f-e713aa008bfa" providerId="ADAL" clId="{2C5774E1-1E70-4763-B731-36363D542A88}" dt="2024-03-27T19:15:40.020" v="55" actId="207"/>
      <pc:docMkLst>
        <pc:docMk/>
      </pc:docMkLst>
      <pc:sldChg chg="modSp mod">
        <pc:chgData name="Judy Tseng" userId="b031a71b-ea40-479f-9c0f-e713aa008bfa" providerId="ADAL" clId="{2C5774E1-1E70-4763-B731-36363D542A88}" dt="2024-03-27T19:15:40.020" v="55" actId="207"/>
        <pc:sldMkLst>
          <pc:docMk/>
          <pc:sldMk cId="3664813652" sldId="359"/>
        </pc:sldMkLst>
        <pc:spChg chg="mod">
          <ac:chgData name="Judy Tseng" userId="b031a71b-ea40-479f-9c0f-e713aa008bfa" providerId="ADAL" clId="{2C5774E1-1E70-4763-B731-36363D542A88}" dt="2024-03-27T19:15:30.158" v="53" actId="207"/>
          <ac:spMkLst>
            <pc:docMk/>
            <pc:sldMk cId="3664813652" sldId="359"/>
            <ac:spMk id="7" creationId="{00000000-0000-0000-0000-000000000000}"/>
          </ac:spMkLst>
        </pc:spChg>
        <pc:spChg chg="mod">
          <ac:chgData name="Judy Tseng" userId="b031a71b-ea40-479f-9c0f-e713aa008bfa" providerId="ADAL" clId="{2C5774E1-1E70-4763-B731-36363D542A88}" dt="2024-03-27T19:15:35.513" v="54" actId="207"/>
          <ac:spMkLst>
            <pc:docMk/>
            <pc:sldMk cId="3664813652" sldId="359"/>
            <ac:spMk id="12" creationId="{00000000-0000-0000-0000-000000000000}"/>
          </ac:spMkLst>
        </pc:spChg>
        <pc:spChg chg="mod">
          <ac:chgData name="Judy Tseng" userId="b031a71b-ea40-479f-9c0f-e713aa008bfa" providerId="ADAL" clId="{2C5774E1-1E70-4763-B731-36363D542A88}" dt="2024-03-27T19:15:40.020" v="55" actId="207"/>
          <ac:spMkLst>
            <pc:docMk/>
            <pc:sldMk cId="3664813652" sldId="359"/>
            <ac:spMk id="17" creationId="{00000000-0000-0000-0000-000000000000}"/>
          </ac:spMkLst>
        </pc:spChg>
      </pc:sldChg>
      <pc:sldChg chg="modSp mod">
        <pc:chgData name="Judy Tseng" userId="b031a71b-ea40-479f-9c0f-e713aa008bfa" providerId="ADAL" clId="{2C5774E1-1E70-4763-B731-36363D542A88}" dt="2024-03-27T19:13:43.708" v="19" actId="962"/>
        <pc:sldMkLst>
          <pc:docMk/>
          <pc:sldMk cId="1050889348" sldId="782"/>
        </pc:sldMkLst>
        <pc:spChg chg="mod">
          <ac:chgData name="Judy Tseng" userId="b031a71b-ea40-479f-9c0f-e713aa008bfa" providerId="ADAL" clId="{2C5774E1-1E70-4763-B731-36363D542A88}" dt="2024-03-27T19:13:42.554" v="18" actId="962"/>
          <ac:spMkLst>
            <pc:docMk/>
            <pc:sldMk cId="1050889348" sldId="782"/>
            <ac:spMk id="3" creationId="{F0198E06-907F-EDB8-3165-65181847C7FE}"/>
          </ac:spMkLst>
        </pc:spChg>
        <pc:spChg chg="mod">
          <ac:chgData name="Judy Tseng" userId="b031a71b-ea40-479f-9c0f-e713aa008bfa" providerId="ADAL" clId="{2C5774E1-1E70-4763-B731-36363D542A88}" dt="2024-03-27T19:12:36.944" v="0" actId="207"/>
          <ac:spMkLst>
            <pc:docMk/>
            <pc:sldMk cId="1050889348" sldId="782"/>
            <ac:spMk id="5" creationId="{3ED4DE36-52C0-CB95-BACC-337A00B1A90C}"/>
          </ac:spMkLst>
        </pc:spChg>
        <pc:spChg chg="mod">
          <ac:chgData name="Judy Tseng" userId="b031a71b-ea40-479f-9c0f-e713aa008bfa" providerId="ADAL" clId="{2C5774E1-1E70-4763-B731-36363D542A88}" dt="2024-03-27T19:12:39.066" v="1" actId="207"/>
          <ac:spMkLst>
            <pc:docMk/>
            <pc:sldMk cId="1050889348" sldId="782"/>
            <ac:spMk id="6" creationId="{D7AAFCEC-8CFD-2586-37E2-FB68E05134D6}"/>
          </ac:spMkLst>
        </pc:spChg>
        <pc:spChg chg="mod">
          <ac:chgData name="Judy Tseng" userId="b031a71b-ea40-479f-9c0f-e713aa008bfa" providerId="ADAL" clId="{2C5774E1-1E70-4763-B731-36363D542A88}" dt="2024-03-27T19:13:39.983" v="16" actId="962"/>
          <ac:spMkLst>
            <pc:docMk/>
            <pc:sldMk cId="1050889348" sldId="782"/>
            <ac:spMk id="8" creationId="{AE65C159-5C92-BCA3-41C6-866AA4775CF5}"/>
          </ac:spMkLst>
        </pc:spChg>
        <pc:spChg chg="mod">
          <ac:chgData name="Judy Tseng" userId="b031a71b-ea40-479f-9c0f-e713aa008bfa" providerId="ADAL" clId="{2C5774E1-1E70-4763-B731-36363D542A88}" dt="2024-03-27T19:13:41.435" v="17" actId="962"/>
          <ac:spMkLst>
            <pc:docMk/>
            <pc:sldMk cId="1050889348" sldId="782"/>
            <ac:spMk id="9" creationId="{E4BC379E-337C-E555-73C1-C466E42489C1}"/>
          </ac:spMkLst>
        </pc:spChg>
        <pc:spChg chg="mod">
          <ac:chgData name="Judy Tseng" userId="b031a71b-ea40-479f-9c0f-e713aa008bfa" providerId="ADAL" clId="{2C5774E1-1E70-4763-B731-36363D542A88}" dt="2024-03-27T19:13:43.708" v="19" actId="962"/>
          <ac:spMkLst>
            <pc:docMk/>
            <pc:sldMk cId="1050889348" sldId="782"/>
            <ac:spMk id="11" creationId="{77145B75-5BEF-663B-2CA4-F20ABD4D9041}"/>
          </ac:spMkLst>
        </pc:spChg>
      </pc:sldChg>
      <pc:sldChg chg="modSp mod">
        <pc:chgData name="Judy Tseng" userId="b031a71b-ea40-479f-9c0f-e713aa008bfa" providerId="ADAL" clId="{2C5774E1-1E70-4763-B731-36363D542A88}" dt="2024-03-27T19:13:48.606" v="23" actId="962"/>
        <pc:sldMkLst>
          <pc:docMk/>
          <pc:sldMk cId="744578288" sldId="783"/>
        </pc:sldMkLst>
        <pc:spChg chg="mod">
          <ac:chgData name="Judy Tseng" userId="b031a71b-ea40-479f-9c0f-e713aa008bfa" providerId="ADAL" clId="{2C5774E1-1E70-4763-B731-36363D542A88}" dt="2024-03-27T19:13:47.597" v="22" actId="962"/>
          <ac:spMkLst>
            <pc:docMk/>
            <pc:sldMk cId="744578288" sldId="783"/>
            <ac:spMk id="3" creationId="{F0198E06-907F-EDB8-3165-65181847C7FE}"/>
          </ac:spMkLst>
        </pc:spChg>
        <pc:spChg chg="mod">
          <ac:chgData name="Judy Tseng" userId="b031a71b-ea40-479f-9c0f-e713aa008bfa" providerId="ADAL" clId="{2C5774E1-1E70-4763-B731-36363D542A88}" dt="2024-03-27T19:12:41.889" v="2" actId="207"/>
          <ac:spMkLst>
            <pc:docMk/>
            <pc:sldMk cId="744578288" sldId="783"/>
            <ac:spMk id="5" creationId="{3ED4DE36-52C0-CB95-BACC-337A00B1A90C}"/>
          </ac:spMkLst>
        </pc:spChg>
        <pc:spChg chg="mod">
          <ac:chgData name="Judy Tseng" userId="b031a71b-ea40-479f-9c0f-e713aa008bfa" providerId="ADAL" clId="{2C5774E1-1E70-4763-B731-36363D542A88}" dt="2024-03-27T19:12:43.723" v="3" actId="207"/>
          <ac:spMkLst>
            <pc:docMk/>
            <pc:sldMk cId="744578288" sldId="783"/>
            <ac:spMk id="6" creationId="{D7AAFCEC-8CFD-2586-37E2-FB68E05134D6}"/>
          </ac:spMkLst>
        </pc:spChg>
        <pc:spChg chg="mod">
          <ac:chgData name="Judy Tseng" userId="b031a71b-ea40-479f-9c0f-e713aa008bfa" providerId="ADAL" clId="{2C5774E1-1E70-4763-B731-36363D542A88}" dt="2024-03-27T19:13:45.514" v="20" actId="962"/>
          <ac:spMkLst>
            <pc:docMk/>
            <pc:sldMk cId="744578288" sldId="783"/>
            <ac:spMk id="8" creationId="{AE65C159-5C92-BCA3-41C6-866AA4775CF5}"/>
          </ac:spMkLst>
        </pc:spChg>
        <pc:spChg chg="mod">
          <ac:chgData name="Judy Tseng" userId="b031a71b-ea40-479f-9c0f-e713aa008bfa" providerId="ADAL" clId="{2C5774E1-1E70-4763-B731-36363D542A88}" dt="2024-03-27T19:13:46.628" v="21" actId="962"/>
          <ac:spMkLst>
            <pc:docMk/>
            <pc:sldMk cId="744578288" sldId="783"/>
            <ac:spMk id="9" creationId="{E4BC379E-337C-E555-73C1-C466E42489C1}"/>
          </ac:spMkLst>
        </pc:spChg>
        <pc:spChg chg="mod">
          <ac:chgData name="Judy Tseng" userId="b031a71b-ea40-479f-9c0f-e713aa008bfa" providerId="ADAL" clId="{2C5774E1-1E70-4763-B731-36363D542A88}" dt="2024-03-27T19:13:48.606" v="23" actId="962"/>
          <ac:spMkLst>
            <pc:docMk/>
            <pc:sldMk cId="744578288" sldId="783"/>
            <ac:spMk id="11" creationId="{77145B75-5BEF-663B-2CA4-F20ABD4D9041}"/>
          </ac:spMkLst>
        </pc:spChg>
      </pc:sldChg>
      <pc:sldChg chg="modSp mod">
        <pc:chgData name="Judy Tseng" userId="b031a71b-ea40-479f-9c0f-e713aa008bfa" providerId="ADAL" clId="{2C5774E1-1E70-4763-B731-36363D542A88}" dt="2024-03-27T19:14:08.333" v="27" actId="962"/>
        <pc:sldMkLst>
          <pc:docMk/>
          <pc:sldMk cId="3674068970" sldId="786"/>
        </pc:sldMkLst>
        <pc:spChg chg="mod">
          <ac:chgData name="Judy Tseng" userId="b031a71b-ea40-479f-9c0f-e713aa008bfa" providerId="ADAL" clId="{2C5774E1-1E70-4763-B731-36363D542A88}" dt="2024-03-27T19:12:47.362" v="4" actId="207"/>
          <ac:spMkLst>
            <pc:docMk/>
            <pc:sldMk cId="3674068970" sldId="786"/>
            <ac:spMk id="11" creationId="{83B94E04-006B-612E-6263-50EC5EA353AD}"/>
          </ac:spMkLst>
        </pc:spChg>
        <pc:spChg chg="mod">
          <ac:chgData name="Judy Tseng" userId="b031a71b-ea40-479f-9c0f-e713aa008bfa" providerId="ADAL" clId="{2C5774E1-1E70-4763-B731-36363D542A88}" dt="2024-03-27T19:12:49.725" v="5" actId="207"/>
          <ac:spMkLst>
            <pc:docMk/>
            <pc:sldMk cId="3674068970" sldId="786"/>
            <ac:spMk id="12" creationId="{338FFD98-0259-3AA4-8602-7A631F8F17CB}"/>
          </ac:spMkLst>
        </pc:spChg>
        <pc:spChg chg="mod">
          <ac:chgData name="Judy Tseng" userId="b031a71b-ea40-479f-9c0f-e713aa008bfa" providerId="ADAL" clId="{2C5774E1-1E70-4763-B731-36363D542A88}" dt="2024-03-27T19:14:05.205" v="24" actId="962"/>
          <ac:spMkLst>
            <pc:docMk/>
            <pc:sldMk cId="3674068970" sldId="786"/>
            <ac:spMk id="13" creationId="{E39DCF2A-D090-6F81-EB5C-6246FA489B3A}"/>
          </ac:spMkLst>
        </pc:spChg>
        <pc:spChg chg="mod">
          <ac:chgData name="Judy Tseng" userId="b031a71b-ea40-479f-9c0f-e713aa008bfa" providerId="ADAL" clId="{2C5774E1-1E70-4763-B731-36363D542A88}" dt="2024-03-27T19:14:06.642" v="25" actId="962"/>
          <ac:spMkLst>
            <pc:docMk/>
            <pc:sldMk cId="3674068970" sldId="786"/>
            <ac:spMk id="14" creationId="{12AC7583-A94E-8B3B-0F68-90D20807E59B}"/>
          </ac:spMkLst>
        </pc:spChg>
        <pc:spChg chg="mod">
          <ac:chgData name="Judy Tseng" userId="b031a71b-ea40-479f-9c0f-e713aa008bfa" providerId="ADAL" clId="{2C5774E1-1E70-4763-B731-36363D542A88}" dt="2024-03-27T19:14:07.533" v="26" actId="962"/>
          <ac:spMkLst>
            <pc:docMk/>
            <pc:sldMk cId="3674068970" sldId="786"/>
            <ac:spMk id="27" creationId="{D001CD67-32F7-1694-80C3-78181F59390C}"/>
          </ac:spMkLst>
        </pc:spChg>
        <pc:spChg chg="mod">
          <ac:chgData name="Judy Tseng" userId="b031a71b-ea40-479f-9c0f-e713aa008bfa" providerId="ADAL" clId="{2C5774E1-1E70-4763-B731-36363D542A88}" dt="2024-03-27T19:14:08.333" v="27" actId="962"/>
          <ac:spMkLst>
            <pc:docMk/>
            <pc:sldMk cId="3674068970" sldId="786"/>
            <ac:spMk id="36" creationId="{0D1A3EC7-6464-C352-7B17-363494311D77}"/>
          </ac:spMkLst>
        </pc:spChg>
      </pc:sldChg>
      <pc:sldChg chg="modSp mod">
        <pc:chgData name="Judy Tseng" userId="b031a71b-ea40-479f-9c0f-e713aa008bfa" providerId="ADAL" clId="{2C5774E1-1E70-4763-B731-36363D542A88}" dt="2024-03-27T19:14:23.561" v="32" actId="962"/>
        <pc:sldMkLst>
          <pc:docMk/>
          <pc:sldMk cId="292828058" sldId="787"/>
        </pc:sldMkLst>
        <pc:spChg chg="mod">
          <ac:chgData name="Judy Tseng" userId="b031a71b-ea40-479f-9c0f-e713aa008bfa" providerId="ADAL" clId="{2C5774E1-1E70-4763-B731-36363D542A88}" dt="2024-03-27T19:12:55.404" v="6" actId="207"/>
          <ac:spMkLst>
            <pc:docMk/>
            <pc:sldMk cId="292828058" sldId="787"/>
            <ac:spMk id="6" creationId="{AD32DABA-5066-D830-A8E5-DD8D2BDA1004}"/>
          </ac:spMkLst>
        </pc:spChg>
        <pc:spChg chg="mod">
          <ac:chgData name="Judy Tseng" userId="b031a71b-ea40-479f-9c0f-e713aa008bfa" providerId="ADAL" clId="{2C5774E1-1E70-4763-B731-36363D542A88}" dt="2024-03-27T19:12:57.488" v="7" actId="207"/>
          <ac:spMkLst>
            <pc:docMk/>
            <pc:sldMk cId="292828058" sldId="787"/>
            <ac:spMk id="7" creationId="{62689CA1-2A07-542D-8971-8EE4876079EC}"/>
          </ac:spMkLst>
        </pc:spChg>
        <pc:spChg chg="mod">
          <ac:chgData name="Judy Tseng" userId="b031a71b-ea40-479f-9c0f-e713aa008bfa" providerId="ADAL" clId="{2C5774E1-1E70-4763-B731-36363D542A88}" dt="2024-03-27T19:14:17.665" v="28" actId="962"/>
          <ac:spMkLst>
            <pc:docMk/>
            <pc:sldMk cId="292828058" sldId="787"/>
            <ac:spMk id="8" creationId="{8FD217E0-F9B9-51F6-1277-EE8BA68527CC}"/>
          </ac:spMkLst>
        </pc:spChg>
        <pc:spChg chg="mod">
          <ac:chgData name="Judy Tseng" userId="b031a71b-ea40-479f-9c0f-e713aa008bfa" providerId="ADAL" clId="{2C5774E1-1E70-4763-B731-36363D542A88}" dt="2024-03-27T19:14:18.823" v="29" actId="962"/>
          <ac:spMkLst>
            <pc:docMk/>
            <pc:sldMk cId="292828058" sldId="787"/>
            <ac:spMk id="9" creationId="{F264CFED-D827-C15D-2D36-5B2B1F4D983E}"/>
          </ac:spMkLst>
        </pc:spChg>
        <pc:spChg chg="mod">
          <ac:chgData name="Judy Tseng" userId="b031a71b-ea40-479f-9c0f-e713aa008bfa" providerId="ADAL" clId="{2C5774E1-1E70-4763-B731-36363D542A88}" dt="2024-03-27T19:14:19.826" v="30" actId="962"/>
          <ac:spMkLst>
            <pc:docMk/>
            <pc:sldMk cId="292828058" sldId="787"/>
            <ac:spMk id="10" creationId="{FEED19CC-7A61-81B3-7D8C-49B3C51E69FF}"/>
          </ac:spMkLst>
        </pc:spChg>
        <pc:spChg chg="mod">
          <ac:chgData name="Judy Tseng" userId="b031a71b-ea40-479f-9c0f-e713aa008bfa" providerId="ADAL" clId="{2C5774E1-1E70-4763-B731-36363D542A88}" dt="2024-03-27T19:14:20.786" v="31" actId="962"/>
          <ac:spMkLst>
            <pc:docMk/>
            <pc:sldMk cId="292828058" sldId="787"/>
            <ac:spMk id="40" creationId="{DE726312-91A8-7DB7-D5E3-4A92F7E54FEC}"/>
          </ac:spMkLst>
        </pc:spChg>
        <pc:spChg chg="mod">
          <ac:chgData name="Judy Tseng" userId="b031a71b-ea40-479f-9c0f-e713aa008bfa" providerId="ADAL" clId="{2C5774E1-1E70-4763-B731-36363D542A88}" dt="2024-03-27T19:14:23.561" v="32" actId="962"/>
          <ac:spMkLst>
            <pc:docMk/>
            <pc:sldMk cId="292828058" sldId="787"/>
            <ac:spMk id="43" creationId="{4B91506A-224E-5DC2-9A9D-DCDE8F656EB3}"/>
          </ac:spMkLst>
        </pc:spChg>
      </pc:sldChg>
      <pc:sldChg chg="modSp mod">
        <pc:chgData name="Judy Tseng" userId="b031a71b-ea40-479f-9c0f-e713aa008bfa" providerId="ADAL" clId="{2C5774E1-1E70-4763-B731-36363D542A88}" dt="2024-03-27T19:14:33.546" v="37" actId="962"/>
        <pc:sldMkLst>
          <pc:docMk/>
          <pc:sldMk cId="1545599906" sldId="788"/>
        </pc:sldMkLst>
        <pc:spChg chg="mod">
          <ac:chgData name="Judy Tseng" userId="b031a71b-ea40-479f-9c0f-e713aa008bfa" providerId="ADAL" clId="{2C5774E1-1E70-4763-B731-36363D542A88}" dt="2024-03-27T19:13:03.067" v="8" actId="207"/>
          <ac:spMkLst>
            <pc:docMk/>
            <pc:sldMk cId="1545599906" sldId="788"/>
            <ac:spMk id="6" creationId="{AD32DABA-5066-D830-A8E5-DD8D2BDA1004}"/>
          </ac:spMkLst>
        </pc:spChg>
        <pc:spChg chg="mod">
          <ac:chgData name="Judy Tseng" userId="b031a71b-ea40-479f-9c0f-e713aa008bfa" providerId="ADAL" clId="{2C5774E1-1E70-4763-B731-36363D542A88}" dt="2024-03-27T19:13:05.234" v="9" actId="207"/>
          <ac:spMkLst>
            <pc:docMk/>
            <pc:sldMk cId="1545599906" sldId="788"/>
            <ac:spMk id="7" creationId="{62689CA1-2A07-542D-8971-8EE4876079EC}"/>
          </ac:spMkLst>
        </pc:spChg>
        <pc:spChg chg="mod">
          <ac:chgData name="Judy Tseng" userId="b031a71b-ea40-479f-9c0f-e713aa008bfa" providerId="ADAL" clId="{2C5774E1-1E70-4763-B731-36363D542A88}" dt="2024-03-27T19:14:28.765" v="33" actId="962"/>
          <ac:spMkLst>
            <pc:docMk/>
            <pc:sldMk cId="1545599906" sldId="788"/>
            <ac:spMk id="8" creationId="{8FD217E0-F9B9-51F6-1277-EE8BA68527CC}"/>
          </ac:spMkLst>
        </pc:spChg>
        <pc:spChg chg="mod">
          <ac:chgData name="Judy Tseng" userId="b031a71b-ea40-479f-9c0f-e713aa008bfa" providerId="ADAL" clId="{2C5774E1-1E70-4763-B731-36363D542A88}" dt="2024-03-27T19:14:30.024" v="34" actId="962"/>
          <ac:spMkLst>
            <pc:docMk/>
            <pc:sldMk cId="1545599906" sldId="788"/>
            <ac:spMk id="9" creationId="{F264CFED-D827-C15D-2D36-5B2B1F4D983E}"/>
          </ac:spMkLst>
        </pc:spChg>
        <pc:spChg chg="mod">
          <ac:chgData name="Judy Tseng" userId="b031a71b-ea40-479f-9c0f-e713aa008bfa" providerId="ADAL" clId="{2C5774E1-1E70-4763-B731-36363D542A88}" dt="2024-03-27T19:14:30.878" v="35" actId="962"/>
          <ac:spMkLst>
            <pc:docMk/>
            <pc:sldMk cId="1545599906" sldId="788"/>
            <ac:spMk id="10" creationId="{FEED19CC-7A61-81B3-7D8C-49B3C51E69FF}"/>
          </ac:spMkLst>
        </pc:spChg>
        <pc:spChg chg="mod">
          <ac:chgData name="Judy Tseng" userId="b031a71b-ea40-479f-9c0f-e713aa008bfa" providerId="ADAL" clId="{2C5774E1-1E70-4763-B731-36363D542A88}" dt="2024-03-27T19:14:31.981" v="36" actId="962"/>
          <ac:spMkLst>
            <pc:docMk/>
            <pc:sldMk cId="1545599906" sldId="788"/>
            <ac:spMk id="40" creationId="{DE726312-91A8-7DB7-D5E3-4A92F7E54FEC}"/>
          </ac:spMkLst>
        </pc:spChg>
        <pc:spChg chg="mod">
          <ac:chgData name="Judy Tseng" userId="b031a71b-ea40-479f-9c0f-e713aa008bfa" providerId="ADAL" clId="{2C5774E1-1E70-4763-B731-36363D542A88}" dt="2024-03-27T19:14:33.546" v="37" actId="962"/>
          <ac:spMkLst>
            <pc:docMk/>
            <pc:sldMk cId="1545599906" sldId="788"/>
            <ac:spMk id="43" creationId="{4B91506A-224E-5DC2-9A9D-DCDE8F656EB3}"/>
          </ac:spMkLst>
        </pc:spChg>
      </pc:sldChg>
      <pc:sldChg chg="modSp mod">
        <pc:chgData name="Judy Tseng" userId="b031a71b-ea40-479f-9c0f-e713aa008bfa" providerId="ADAL" clId="{2C5774E1-1E70-4763-B731-36363D542A88}" dt="2024-03-27T19:14:45.035" v="42" actId="962"/>
        <pc:sldMkLst>
          <pc:docMk/>
          <pc:sldMk cId="1871292882" sldId="789"/>
        </pc:sldMkLst>
        <pc:spChg chg="mod">
          <ac:chgData name="Judy Tseng" userId="b031a71b-ea40-479f-9c0f-e713aa008bfa" providerId="ADAL" clId="{2C5774E1-1E70-4763-B731-36363D542A88}" dt="2024-03-27T19:13:09.329" v="10" actId="207"/>
          <ac:spMkLst>
            <pc:docMk/>
            <pc:sldMk cId="1871292882" sldId="789"/>
            <ac:spMk id="6" creationId="{AD32DABA-5066-D830-A8E5-DD8D2BDA1004}"/>
          </ac:spMkLst>
        </pc:spChg>
        <pc:spChg chg="mod">
          <ac:chgData name="Judy Tseng" userId="b031a71b-ea40-479f-9c0f-e713aa008bfa" providerId="ADAL" clId="{2C5774E1-1E70-4763-B731-36363D542A88}" dt="2024-03-27T19:13:11.274" v="11" actId="207"/>
          <ac:spMkLst>
            <pc:docMk/>
            <pc:sldMk cId="1871292882" sldId="789"/>
            <ac:spMk id="7" creationId="{62689CA1-2A07-542D-8971-8EE4876079EC}"/>
          </ac:spMkLst>
        </pc:spChg>
        <pc:spChg chg="mod">
          <ac:chgData name="Judy Tseng" userId="b031a71b-ea40-479f-9c0f-e713aa008bfa" providerId="ADAL" clId="{2C5774E1-1E70-4763-B731-36363D542A88}" dt="2024-03-27T19:14:41.148" v="38" actId="962"/>
          <ac:spMkLst>
            <pc:docMk/>
            <pc:sldMk cId="1871292882" sldId="789"/>
            <ac:spMk id="8" creationId="{8FD217E0-F9B9-51F6-1277-EE8BA68527CC}"/>
          </ac:spMkLst>
        </pc:spChg>
        <pc:spChg chg="mod">
          <ac:chgData name="Judy Tseng" userId="b031a71b-ea40-479f-9c0f-e713aa008bfa" providerId="ADAL" clId="{2C5774E1-1E70-4763-B731-36363D542A88}" dt="2024-03-27T19:14:42.290" v="39" actId="962"/>
          <ac:spMkLst>
            <pc:docMk/>
            <pc:sldMk cId="1871292882" sldId="789"/>
            <ac:spMk id="9" creationId="{F264CFED-D827-C15D-2D36-5B2B1F4D983E}"/>
          </ac:spMkLst>
        </pc:spChg>
        <pc:spChg chg="mod">
          <ac:chgData name="Judy Tseng" userId="b031a71b-ea40-479f-9c0f-e713aa008bfa" providerId="ADAL" clId="{2C5774E1-1E70-4763-B731-36363D542A88}" dt="2024-03-27T19:14:43.194" v="40" actId="962"/>
          <ac:spMkLst>
            <pc:docMk/>
            <pc:sldMk cId="1871292882" sldId="789"/>
            <ac:spMk id="10" creationId="{FEED19CC-7A61-81B3-7D8C-49B3C51E69FF}"/>
          </ac:spMkLst>
        </pc:spChg>
        <pc:spChg chg="mod">
          <ac:chgData name="Judy Tseng" userId="b031a71b-ea40-479f-9c0f-e713aa008bfa" providerId="ADAL" clId="{2C5774E1-1E70-4763-B731-36363D542A88}" dt="2024-03-27T19:14:44.121" v="41" actId="962"/>
          <ac:spMkLst>
            <pc:docMk/>
            <pc:sldMk cId="1871292882" sldId="789"/>
            <ac:spMk id="40" creationId="{DE726312-91A8-7DB7-D5E3-4A92F7E54FEC}"/>
          </ac:spMkLst>
        </pc:spChg>
        <pc:spChg chg="mod">
          <ac:chgData name="Judy Tseng" userId="b031a71b-ea40-479f-9c0f-e713aa008bfa" providerId="ADAL" clId="{2C5774E1-1E70-4763-B731-36363D542A88}" dt="2024-03-27T19:14:45.035" v="42" actId="962"/>
          <ac:spMkLst>
            <pc:docMk/>
            <pc:sldMk cId="1871292882" sldId="789"/>
            <ac:spMk id="43" creationId="{4B91506A-224E-5DC2-9A9D-DCDE8F656EB3}"/>
          </ac:spMkLst>
        </pc:spChg>
      </pc:sldChg>
      <pc:sldChg chg="modSp mod">
        <pc:chgData name="Judy Tseng" userId="b031a71b-ea40-479f-9c0f-e713aa008bfa" providerId="ADAL" clId="{2C5774E1-1E70-4763-B731-36363D542A88}" dt="2024-03-27T19:14:55.633" v="47" actId="962"/>
        <pc:sldMkLst>
          <pc:docMk/>
          <pc:sldMk cId="3243268485" sldId="790"/>
        </pc:sldMkLst>
        <pc:spChg chg="mod">
          <ac:chgData name="Judy Tseng" userId="b031a71b-ea40-479f-9c0f-e713aa008bfa" providerId="ADAL" clId="{2C5774E1-1E70-4763-B731-36363D542A88}" dt="2024-03-27T19:13:16.650" v="12" actId="207"/>
          <ac:spMkLst>
            <pc:docMk/>
            <pc:sldMk cId="3243268485" sldId="790"/>
            <ac:spMk id="6" creationId="{AD32DABA-5066-D830-A8E5-DD8D2BDA1004}"/>
          </ac:spMkLst>
        </pc:spChg>
        <pc:spChg chg="mod">
          <ac:chgData name="Judy Tseng" userId="b031a71b-ea40-479f-9c0f-e713aa008bfa" providerId="ADAL" clId="{2C5774E1-1E70-4763-B731-36363D542A88}" dt="2024-03-27T19:13:18.711" v="13" actId="207"/>
          <ac:spMkLst>
            <pc:docMk/>
            <pc:sldMk cId="3243268485" sldId="790"/>
            <ac:spMk id="7" creationId="{62689CA1-2A07-542D-8971-8EE4876079EC}"/>
          </ac:spMkLst>
        </pc:spChg>
        <pc:spChg chg="mod">
          <ac:chgData name="Judy Tseng" userId="b031a71b-ea40-479f-9c0f-e713aa008bfa" providerId="ADAL" clId="{2C5774E1-1E70-4763-B731-36363D542A88}" dt="2024-03-27T19:14:51.608" v="43" actId="962"/>
          <ac:spMkLst>
            <pc:docMk/>
            <pc:sldMk cId="3243268485" sldId="790"/>
            <ac:spMk id="8" creationId="{8FD217E0-F9B9-51F6-1277-EE8BA68527CC}"/>
          </ac:spMkLst>
        </pc:spChg>
        <pc:spChg chg="mod">
          <ac:chgData name="Judy Tseng" userId="b031a71b-ea40-479f-9c0f-e713aa008bfa" providerId="ADAL" clId="{2C5774E1-1E70-4763-B731-36363D542A88}" dt="2024-03-27T19:14:52.733" v="44" actId="962"/>
          <ac:spMkLst>
            <pc:docMk/>
            <pc:sldMk cId="3243268485" sldId="790"/>
            <ac:spMk id="9" creationId="{F264CFED-D827-C15D-2D36-5B2B1F4D983E}"/>
          </ac:spMkLst>
        </pc:spChg>
        <pc:spChg chg="mod">
          <ac:chgData name="Judy Tseng" userId="b031a71b-ea40-479f-9c0f-e713aa008bfa" providerId="ADAL" clId="{2C5774E1-1E70-4763-B731-36363D542A88}" dt="2024-03-27T19:14:53.555" v="45" actId="962"/>
          <ac:spMkLst>
            <pc:docMk/>
            <pc:sldMk cId="3243268485" sldId="790"/>
            <ac:spMk id="10" creationId="{FEED19CC-7A61-81B3-7D8C-49B3C51E69FF}"/>
          </ac:spMkLst>
        </pc:spChg>
        <pc:spChg chg="mod">
          <ac:chgData name="Judy Tseng" userId="b031a71b-ea40-479f-9c0f-e713aa008bfa" providerId="ADAL" clId="{2C5774E1-1E70-4763-B731-36363D542A88}" dt="2024-03-27T19:14:54.483" v="46" actId="962"/>
          <ac:spMkLst>
            <pc:docMk/>
            <pc:sldMk cId="3243268485" sldId="790"/>
            <ac:spMk id="40" creationId="{DE726312-91A8-7DB7-D5E3-4A92F7E54FEC}"/>
          </ac:spMkLst>
        </pc:spChg>
        <pc:spChg chg="mod">
          <ac:chgData name="Judy Tseng" userId="b031a71b-ea40-479f-9c0f-e713aa008bfa" providerId="ADAL" clId="{2C5774E1-1E70-4763-B731-36363D542A88}" dt="2024-03-27T19:14:55.633" v="47" actId="962"/>
          <ac:spMkLst>
            <pc:docMk/>
            <pc:sldMk cId="3243268485" sldId="790"/>
            <ac:spMk id="43" creationId="{4B91506A-224E-5DC2-9A9D-DCDE8F656EB3}"/>
          </ac:spMkLst>
        </pc:spChg>
      </pc:sldChg>
      <pc:sldChg chg="modSp mod">
        <pc:chgData name="Judy Tseng" userId="b031a71b-ea40-479f-9c0f-e713aa008bfa" providerId="ADAL" clId="{2C5774E1-1E70-4763-B731-36363D542A88}" dt="2024-03-27T19:15:04.085" v="52" actId="962"/>
        <pc:sldMkLst>
          <pc:docMk/>
          <pc:sldMk cId="1007666964" sldId="791"/>
        </pc:sldMkLst>
        <pc:spChg chg="mod">
          <ac:chgData name="Judy Tseng" userId="b031a71b-ea40-479f-9c0f-e713aa008bfa" providerId="ADAL" clId="{2C5774E1-1E70-4763-B731-36363D542A88}" dt="2024-03-27T19:13:22.628" v="14" actId="207"/>
          <ac:spMkLst>
            <pc:docMk/>
            <pc:sldMk cId="1007666964" sldId="791"/>
            <ac:spMk id="19" creationId="{3FD59843-17B7-F0F4-F931-BF4319716ED6}"/>
          </ac:spMkLst>
        </pc:spChg>
        <pc:spChg chg="mod">
          <ac:chgData name="Judy Tseng" userId="b031a71b-ea40-479f-9c0f-e713aa008bfa" providerId="ADAL" clId="{2C5774E1-1E70-4763-B731-36363D542A88}" dt="2024-03-27T19:13:24.478" v="15" actId="207"/>
          <ac:spMkLst>
            <pc:docMk/>
            <pc:sldMk cId="1007666964" sldId="791"/>
            <ac:spMk id="20" creationId="{A99E4A6E-3801-3763-DA17-7725FF8AFF40}"/>
          </ac:spMkLst>
        </pc:spChg>
        <pc:spChg chg="mod">
          <ac:chgData name="Judy Tseng" userId="b031a71b-ea40-479f-9c0f-e713aa008bfa" providerId="ADAL" clId="{2C5774E1-1E70-4763-B731-36363D542A88}" dt="2024-03-27T19:15:00.289" v="48" actId="962"/>
          <ac:spMkLst>
            <pc:docMk/>
            <pc:sldMk cId="1007666964" sldId="791"/>
            <ac:spMk id="21" creationId="{43791C09-CADD-AF5C-51EB-172343C728AC}"/>
          </ac:spMkLst>
        </pc:spChg>
        <pc:spChg chg="mod">
          <ac:chgData name="Judy Tseng" userId="b031a71b-ea40-479f-9c0f-e713aa008bfa" providerId="ADAL" clId="{2C5774E1-1E70-4763-B731-36363D542A88}" dt="2024-03-27T19:15:01.142" v="49" actId="962"/>
          <ac:spMkLst>
            <pc:docMk/>
            <pc:sldMk cId="1007666964" sldId="791"/>
            <ac:spMk id="22" creationId="{7952C7D8-660D-0AC4-070F-1648E3634C1F}"/>
          </ac:spMkLst>
        </pc:spChg>
        <pc:spChg chg="mod">
          <ac:chgData name="Judy Tseng" userId="b031a71b-ea40-479f-9c0f-e713aa008bfa" providerId="ADAL" clId="{2C5774E1-1E70-4763-B731-36363D542A88}" dt="2024-03-27T19:15:02.106" v="50" actId="962"/>
          <ac:spMkLst>
            <pc:docMk/>
            <pc:sldMk cId="1007666964" sldId="791"/>
            <ac:spMk id="23" creationId="{84DC18BF-D2FC-7310-8F52-FBB4FFD89B82}"/>
          </ac:spMkLst>
        </pc:spChg>
        <pc:spChg chg="mod">
          <ac:chgData name="Judy Tseng" userId="b031a71b-ea40-479f-9c0f-e713aa008bfa" providerId="ADAL" clId="{2C5774E1-1E70-4763-B731-36363D542A88}" dt="2024-03-27T19:15:03.102" v="51" actId="962"/>
          <ac:spMkLst>
            <pc:docMk/>
            <pc:sldMk cId="1007666964" sldId="791"/>
            <ac:spMk id="25" creationId="{53EAA424-1A81-AE84-7E48-34E8C4E39B18}"/>
          </ac:spMkLst>
        </pc:spChg>
        <pc:spChg chg="mod">
          <ac:chgData name="Judy Tseng" userId="b031a71b-ea40-479f-9c0f-e713aa008bfa" providerId="ADAL" clId="{2C5774E1-1E70-4763-B731-36363D542A88}" dt="2024-03-27T19:15:04.085" v="52" actId="962"/>
          <ac:spMkLst>
            <pc:docMk/>
            <pc:sldMk cId="1007666964" sldId="791"/>
            <ac:spMk id="30" creationId="{83B2CE4A-82EF-F97A-4429-3E4D2FAE3BFC}"/>
          </ac:spMkLst>
        </pc:spChg>
      </pc:sldChg>
    </pc:docChg>
  </pc:docChgLst>
  <pc:docChgLst>
    <pc:chgData name="Allison Mulshine" userId="S::allison.mulshine@collegiseducation.com::5f656d52-c555-4e5e-9a5b-18226766ffe3" providerId="AD" clId="Web-{C46DE9D4-7916-A109-EA7F-1A8F7B8BACA4}"/>
    <pc:docChg chg="modSld">
      <pc:chgData name="Allison Mulshine" userId="S::allison.mulshine@collegiseducation.com::5f656d52-c555-4e5e-9a5b-18226766ffe3" providerId="AD" clId="Web-{C46DE9D4-7916-A109-EA7F-1A8F7B8BACA4}" dt="2024-06-20T18:03:01.843" v="92"/>
      <pc:docMkLst>
        <pc:docMk/>
      </pc:docMkLst>
      <pc:sldChg chg="addSp modSp">
        <pc:chgData name="Allison Mulshine" userId="S::allison.mulshine@collegiseducation.com::5f656d52-c555-4e5e-9a5b-18226766ffe3" providerId="AD" clId="Web-{C46DE9D4-7916-A109-EA7F-1A8F7B8BACA4}" dt="2024-06-20T18:01:31.996" v="90"/>
        <pc:sldMkLst>
          <pc:docMk/>
          <pc:sldMk cId="3664813652" sldId="359"/>
        </pc:sldMkLst>
        <pc:grpChg chg="add mod">
          <ac:chgData name="Allison Mulshine" userId="S::allison.mulshine@collegiseducation.com::5f656d52-c555-4e5e-9a5b-18226766ffe3" providerId="AD" clId="Web-{C46DE9D4-7916-A109-EA7F-1A8F7B8BACA4}" dt="2024-06-20T18:01:31.996" v="90"/>
          <ac:grpSpMkLst>
            <pc:docMk/>
            <pc:sldMk cId="3664813652" sldId="359"/>
            <ac:grpSpMk id="3" creationId="{3B3FB227-3259-E977-A8D3-5728A9AC842D}"/>
          </ac:grpSpMkLst>
        </pc:grpChg>
      </pc:sldChg>
      <pc:sldChg chg="addSp modSp">
        <pc:chgData name="Allison Mulshine" userId="S::allison.mulshine@collegiseducation.com::5f656d52-c555-4e5e-9a5b-18226766ffe3" providerId="AD" clId="Web-{C46DE9D4-7916-A109-EA7F-1A8F7B8BACA4}" dt="2024-06-20T18:03:01.843" v="92"/>
        <pc:sldMkLst>
          <pc:docMk/>
          <pc:sldMk cId="2049104070" sldId="365"/>
        </pc:sldMkLst>
        <pc:grpChg chg="add mod">
          <ac:chgData name="Allison Mulshine" userId="S::allison.mulshine@collegiseducation.com::5f656d52-c555-4e5e-9a5b-18226766ffe3" providerId="AD" clId="Web-{C46DE9D4-7916-A109-EA7F-1A8F7B8BACA4}" dt="2024-06-20T18:03:01.843" v="92"/>
          <ac:grpSpMkLst>
            <pc:docMk/>
            <pc:sldMk cId="2049104070" sldId="365"/>
            <ac:grpSpMk id="3" creationId="{EE05A71F-C585-142A-0F16-C46876972F1E}"/>
          </ac:grpSpMkLst>
        </pc:grpChg>
      </pc:sldChg>
      <pc:sldChg chg="modSp">
        <pc:chgData name="Allison Mulshine" userId="S::allison.mulshine@collegiseducation.com::5f656d52-c555-4e5e-9a5b-18226766ffe3" providerId="AD" clId="Web-{C46DE9D4-7916-A109-EA7F-1A8F7B8BACA4}" dt="2024-06-20T17:55:13.856" v="0"/>
        <pc:sldMkLst>
          <pc:docMk/>
          <pc:sldMk cId="2331026047" sldId="749"/>
        </pc:sldMkLst>
        <pc:graphicFrameChg chg="mod">
          <ac:chgData name="Allison Mulshine" userId="S::allison.mulshine@collegiseducation.com::5f656d52-c555-4e5e-9a5b-18226766ffe3" providerId="AD" clId="Web-{C46DE9D4-7916-A109-EA7F-1A8F7B8BACA4}" dt="2024-06-20T17:55:13.856" v="0"/>
          <ac:graphicFrameMkLst>
            <pc:docMk/>
            <pc:sldMk cId="2331026047" sldId="749"/>
            <ac:graphicFrameMk id="16" creationId="{618E5F47-9438-9B29-F507-C8B333BB838C}"/>
          </ac:graphicFrameMkLst>
        </pc:graphicFrameChg>
      </pc:sldChg>
      <pc:sldChg chg="addSp modSp">
        <pc:chgData name="Allison Mulshine" userId="S::allison.mulshine@collegiseducation.com::5f656d52-c555-4e5e-9a5b-18226766ffe3" providerId="AD" clId="Web-{C46DE9D4-7916-A109-EA7F-1A8F7B8BACA4}" dt="2024-06-20T17:56:43.062" v="2"/>
        <pc:sldMkLst>
          <pc:docMk/>
          <pc:sldMk cId="3674068970" sldId="786"/>
        </pc:sldMkLst>
        <pc:grpChg chg="add mod">
          <ac:chgData name="Allison Mulshine" userId="S::allison.mulshine@collegiseducation.com::5f656d52-c555-4e5e-9a5b-18226766ffe3" providerId="AD" clId="Web-{C46DE9D4-7916-A109-EA7F-1A8F7B8BACA4}" dt="2024-06-20T17:56:43.062" v="2"/>
          <ac:grpSpMkLst>
            <pc:docMk/>
            <pc:sldMk cId="3674068970" sldId="786"/>
            <ac:grpSpMk id="5" creationId="{4E5B7AF2-AF2D-5724-FA67-8AEC4A6D389A}"/>
          </ac:grpSpMkLst>
        </pc:grpChg>
      </pc:sldChg>
      <pc:sldChg chg="addSp modSp">
        <pc:chgData name="Allison Mulshine" userId="S::allison.mulshine@collegiseducation.com::5f656d52-c555-4e5e-9a5b-18226766ffe3" providerId="AD" clId="Web-{C46DE9D4-7916-A109-EA7F-1A8F7B8BACA4}" dt="2024-06-20T17:56:54.360" v="4"/>
        <pc:sldMkLst>
          <pc:docMk/>
          <pc:sldMk cId="292828058" sldId="787"/>
        </pc:sldMkLst>
        <pc:grpChg chg="add mod">
          <ac:chgData name="Allison Mulshine" userId="S::allison.mulshine@collegiseducation.com::5f656d52-c555-4e5e-9a5b-18226766ffe3" providerId="AD" clId="Web-{C46DE9D4-7916-A109-EA7F-1A8F7B8BACA4}" dt="2024-06-20T17:56:54.360" v="4"/>
          <ac:grpSpMkLst>
            <pc:docMk/>
            <pc:sldMk cId="292828058" sldId="787"/>
            <ac:grpSpMk id="4" creationId="{46DCB32E-3D02-D966-47D4-0A1D5BDBA478}"/>
          </ac:grpSpMkLst>
        </pc:grpChg>
      </pc:sldChg>
      <pc:sldChg chg="addSp modSp">
        <pc:chgData name="Allison Mulshine" userId="S::allison.mulshine@collegiseducation.com::5f656d52-c555-4e5e-9a5b-18226766ffe3" providerId="AD" clId="Web-{C46DE9D4-7916-A109-EA7F-1A8F7B8BACA4}" dt="2024-06-20T17:57:33.893" v="6"/>
        <pc:sldMkLst>
          <pc:docMk/>
          <pc:sldMk cId="1545599906" sldId="788"/>
        </pc:sldMkLst>
        <pc:grpChg chg="add mod">
          <ac:chgData name="Allison Mulshine" userId="S::allison.mulshine@collegiseducation.com::5f656d52-c555-4e5e-9a5b-18226766ffe3" providerId="AD" clId="Web-{C46DE9D4-7916-A109-EA7F-1A8F7B8BACA4}" dt="2024-06-20T17:57:33.893" v="6"/>
          <ac:grpSpMkLst>
            <pc:docMk/>
            <pc:sldMk cId="1545599906" sldId="788"/>
            <ac:grpSpMk id="4" creationId="{474D3F03-3016-EB18-512B-C2ABA845F013}"/>
          </ac:grpSpMkLst>
        </pc:grpChg>
      </pc:sldChg>
      <pc:sldChg chg="modSp">
        <pc:chgData name="Allison Mulshine" userId="S::allison.mulshine@collegiseducation.com::5f656d52-c555-4e5e-9a5b-18226766ffe3" providerId="AD" clId="Web-{C46DE9D4-7916-A109-EA7F-1A8F7B8BACA4}" dt="2024-06-20T17:57:44.893" v="84"/>
        <pc:sldMkLst>
          <pc:docMk/>
          <pc:sldMk cId="1871292882" sldId="789"/>
        </pc:sldMkLst>
        <pc:spChg chg="mod">
          <ac:chgData name="Allison Mulshine" userId="S::allison.mulshine@collegiseducation.com::5f656d52-c555-4e5e-9a5b-18226766ffe3" providerId="AD" clId="Web-{C46DE9D4-7916-A109-EA7F-1A8F7B8BACA4}" dt="2024-06-20T17:57:44.096" v="61"/>
          <ac:spMkLst>
            <pc:docMk/>
            <pc:sldMk cId="1871292882" sldId="789"/>
            <ac:spMk id="3" creationId="{FC71C894-4676-4258-F2E3-7197F8A3E9B7}"/>
          </ac:spMkLst>
        </pc:spChg>
        <pc:spChg chg="mod">
          <ac:chgData name="Allison Mulshine" userId="S::allison.mulshine@collegiseducation.com::5f656d52-c555-4e5e-9a5b-18226766ffe3" providerId="AD" clId="Web-{C46DE9D4-7916-A109-EA7F-1A8F7B8BACA4}" dt="2024-06-20T17:57:44.174" v="63"/>
          <ac:spMkLst>
            <pc:docMk/>
            <pc:sldMk cId="1871292882" sldId="789"/>
            <ac:spMk id="15" creationId="{625859DD-3204-B166-7F50-541EE196B0BF}"/>
          </ac:spMkLst>
        </pc:spChg>
        <pc:spChg chg="mod">
          <ac:chgData name="Allison Mulshine" userId="S::allison.mulshine@collegiseducation.com::5f656d52-c555-4e5e-9a5b-18226766ffe3" providerId="AD" clId="Web-{C46DE9D4-7916-A109-EA7F-1A8F7B8BACA4}" dt="2024-06-20T17:57:44.190" v="64"/>
          <ac:spMkLst>
            <pc:docMk/>
            <pc:sldMk cId="1871292882" sldId="789"/>
            <ac:spMk id="16" creationId="{133D4F1C-AD57-9CCF-323C-FBCBB04EBD9A}"/>
          </ac:spMkLst>
        </pc:spChg>
        <pc:spChg chg="mod">
          <ac:chgData name="Allison Mulshine" userId="S::allison.mulshine@collegiseducation.com::5f656d52-c555-4e5e-9a5b-18226766ffe3" providerId="AD" clId="Web-{C46DE9D4-7916-A109-EA7F-1A8F7B8BACA4}" dt="2024-06-20T17:57:44.205" v="65"/>
          <ac:spMkLst>
            <pc:docMk/>
            <pc:sldMk cId="1871292882" sldId="789"/>
            <ac:spMk id="17" creationId="{56F041F6-ADB9-4AE7-3F6D-27A9718633CD}"/>
          </ac:spMkLst>
        </pc:spChg>
        <pc:spChg chg="mod">
          <ac:chgData name="Allison Mulshine" userId="S::allison.mulshine@collegiseducation.com::5f656d52-c555-4e5e-9a5b-18226766ffe3" providerId="AD" clId="Web-{C46DE9D4-7916-A109-EA7F-1A8F7B8BACA4}" dt="2024-06-20T17:57:44.252" v="66"/>
          <ac:spMkLst>
            <pc:docMk/>
            <pc:sldMk cId="1871292882" sldId="789"/>
            <ac:spMk id="18" creationId="{4113F9E6-58E6-6321-3489-83C47E8F9F9D}"/>
          </ac:spMkLst>
        </pc:spChg>
        <pc:spChg chg="mod">
          <ac:chgData name="Allison Mulshine" userId="S::allison.mulshine@collegiseducation.com::5f656d52-c555-4e5e-9a5b-18226766ffe3" providerId="AD" clId="Web-{C46DE9D4-7916-A109-EA7F-1A8F7B8BACA4}" dt="2024-06-20T17:57:44.330" v="68"/>
          <ac:spMkLst>
            <pc:docMk/>
            <pc:sldMk cId="1871292882" sldId="789"/>
            <ac:spMk id="19" creationId="{E14648FF-7766-7D70-7D75-1E8139D10B99}"/>
          </ac:spMkLst>
        </pc:spChg>
        <pc:spChg chg="mod">
          <ac:chgData name="Allison Mulshine" userId="S::allison.mulshine@collegiseducation.com::5f656d52-c555-4e5e-9a5b-18226766ffe3" providerId="AD" clId="Web-{C46DE9D4-7916-A109-EA7F-1A8F7B8BACA4}" dt="2024-06-20T17:57:44.362" v="69"/>
          <ac:spMkLst>
            <pc:docMk/>
            <pc:sldMk cId="1871292882" sldId="789"/>
            <ac:spMk id="20" creationId="{A92402CC-FC66-F296-2604-24DD47353D88}"/>
          </ac:spMkLst>
        </pc:spChg>
        <pc:spChg chg="mod">
          <ac:chgData name="Allison Mulshine" userId="S::allison.mulshine@collegiseducation.com::5f656d52-c555-4e5e-9a5b-18226766ffe3" providerId="AD" clId="Web-{C46DE9D4-7916-A109-EA7F-1A8F7B8BACA4}" dt="2024-06-20T17:57:44.393" v="70"/>
          <ac:spMkLst>
            <pc:docMk/>
            <pc:sldMk cId="1871292882" sldId="789"/>
            <ac:spMk id="21" creationId="{A79CD53F-1F0E-0A3F-8874-C191C53FF3CA}"/>
          </ac:spMkLst>
        </pc:spChg>
        <pc:spChg chg="mod">
          <ac:chgData name="Allison Mulshine" userId="S::allison.mulshine@collegiseducation.com::5f656d52-c555-4e5e-9a5b-18226766ffe3" providerId="AD" clId="Web-{C46DE9D4-7916-A109-EA7F-1A8F7B8BACA4}" dt="2024-06-20T17:57:44.409" v="71"/>
          <ac:spMkLst>
            <pc:docMk/>
            <pc:sldMk cId="1871292882" sldId="789"/>
            <ac:spMk id="22" creationId="{7AB0292B-E28E-C5E7-3B08-4CFC21BFCC33}"/>
          </ac:spMkLst>
        </pc:spChg>
        <pc:spChg chg="mod">
          <ac:chgData name="Allison Mulshine" userId="S::allison.mulshine@collegiseducation.com::5f656d52-c555-4e5e-9a5b-18226766ffe3" providerId="AD" clId="Web-{C46DE9D4-7916-A109-EA7F-1A8F7B8BACA4}" dt="2024-06-20T17:57:44.471" v="72"/>
          <ac:spMkLst>
            <pc:docMk/>
            <pc:sldMk cId="1871292882" sldId="789"/>
            <ac:spMk id="23" creationId="{595B0F37-3A0F-5558-B8CA-D3476EF50ADA}"/>
          </ac:spMkLst>
        </pc:spChg>
        <pc:spChg chg="mod">
          <ac:chgData name="Allison Mulshine" userId="S::allison.mulshine@collegiseducation.com::5f656d52-c555-4e5e-9a5b-18226766ffe3" providerId="AD" clId="Web-{C46DE9D4-7916-A109-EA7F-1A8F7B8BACA4}" dt="2024-06-20T17:57:44.534" v="74"/>
          <ac:spMkLst>
            <pc:docMk/>
            <pc:sldMk cId="1871292882" sldId="789"/>
            <ac:spMk id="24" creationId="{370816FE-7A68-53C7-0B80-2253478C3598}"/>
          </ac:spMkLst>
        </pc:spChg>
        <pc:spChg chg="mod">
          <ac:chgData name="Allison Mulshine" userId="S::allison.mulshine@collegiseducation.com::5f656d52-c555-4e5e-9a5b-18226766ffe3" providerId="AD" clId="Web-{C46DE9D4-7916-A109-EA7F-1A8F7B8BACA4}" dt="2024-06-20T17:57:44.581" v="75"/>
          <ac:spMkLst>
            <pc:docMk/>
            <pc:sldMk cId="1871292882" sldId="789"/>
            <ac:spMk id="25" creationId="{3CA173BD-3D61-E7E6-71B8-C3839777CC59}"/>
          </ac:spMkLst>
        </pc:spChg>
        <pc:spChg chg="mod">
          <ac:chgData name="Allison Mulshine" userId="S::allison.mulshine@collegiseducation.com::5f656d52-c555-4e5e-9a5b-18226766ffe3" providerId="AD" clId="Web-{C46DE9D4-7916-A109-EA7F-1A8F7B8BACA4}" dt="2024-06-20T17:57:44.659" v="77"/>
          <ac:spMkLst>
            <pc:docMk/>
            <pc:sldMk cId="1871292882" sldId="789"/>
            <ac:spMk id="29" creationId="{7F92148F-87BA-C83A-816C-4561550051BC}"/>
          </ac:spMkLst>
        </pc:spChg>
        <pc:spChg chg="mod">
          <ac:chgData name="Allison Mulshine" userId="S::allison.mulshine@collegiseducation.com::5f656d52-c555-4e5e-9a5b-18226766ffe3" providerId="AD" clId="Web-{C46DE9D4-7916-A109-EA7F-1A8F7B8BACA4}" dt="2024-06-20T17:57:44.674" v="78"/>
          <ac:spMkLst>
            <pc:docMk/>
            <pc:sldMk cId="1871292882" sldId="789"/>
            <ac:spMk id="30" creationId="{67017134-291C-443B-7E8A-01D1C3D796D5}"/>
          </ac:spMkLst>
        </pc:spChg>
        <pc:spChg chg="mod">
          <ac:chgData name="Allison Mulshine" userId="S::allison.mulshine@collegiseducation.com::5f656d52-c555-4e5e-9a5b-18226766ffe3" providerId="AD" clId="Web-{C46DE9D4-7916-A109-EA7F-1A8F7B8BACA4}" dt="2024-06-20T17:57:44.690" v="79"/>
          <ac:spMkLst>
            <pc:docMk/>
            <pc:sldMk cId="1871292882" sldId="789"/>
            <ac:spMk id="31" creationId="{FB51A579-04D1-F891-8D37-05E5D12450E9}"/>
          </ac:spMkLst>
        </pc:spChg>
        <pc:spChg chg="mod">
          <ac:chgData name="Allison Mulshine" userId="S::allison.mulshine@collegiseducation.com::5f656d52-c555-4e5e-9a5b-18226766ffe3" providerId="AD" clId="Web-{C46DE9D4-7916-A109-EA7F-1A8F7B8BACA4}" dt="2024-06-20T17:57:44.721" v="80"/>
          <ac:spMkLst>
            <pc:docMk/>
            <pc:sldMk cId="1871292882" sldId="789"/>
            <ac:spMk id="32" creationId="{6A4479BA-88A9-DA36-A0E2-CEA17655B52A}"/>
          </ac:spMkLst>
        </pc:spChg>
        <pc:spChg chg="mod">
          <ac:chgData name="Allison Mulshine" userId="S::allison.mulshine@collegiseducation.com::5f656d52-c555-4e5e-9a5b-18226766ffe3" providerId="AD" clId="Web-{C46DE9D4-7916-A109-EA7F-1A8F7B8BACA4}" dt="2024-06-20T17:57:44.815" v="82"/>
          <ac:spMkLst>
            <pc:docMk/>
            <pc:sldMk cId="1871292882" sldId="789"/>
            <ac:spMk id="33" creationId="{8CA6C604-B802-A30D-CF42-553EBDCC25C4}"/>
          </ac:spMkLst>
        </pc:spChg>
        <pc:spChg chg="mod">
          <ac:chgData name="Allison Mulshine" userId="S::allison.mulshine@collegiseducation.com::5f656d52-c555-4e5e-9a5b-18226766ffe3" providerId="AD" clId="Web-{C46DE9D4-7916-A109-EA7F-1A8F7B8BACA4}" dt="2024-06-20T17:57:44.862" v="83"/>
          <ac:spMkLst>
            <pc:docMk/>
            <pc:sldMk cId="1871292882" sldId="789"/>
            <ac:spMk id="34" creationId="{75C86C17-A314-D266-EDC0-743211C881FC}"/>
          </ac:spMkLst>
        </pc:spChg>
        <pc:spChg chg="mod">
          <ac:chgData name="Allison Mulshine" userId="S::allison.mulshine@collegiseducation.com::5f656d52-c555-4e5e-9a5b-18226766ffe3" providerId="AD" clId="Web-{C46DE9D4-7916-A109-EA7F-1A8F7B8BACA4}" dt="2024-06-20T17:57:44.049" v="60"/>
          <ac:spMkLst>
            <pc:docMk/>
            <pc:sldMk cId="1871292882" sldId="789"/>
            <ac:spMk id="52" creationId="{34E78944-8200-19CD-58CA-E3B285D917D8}"/>
          </ac:spMkLst>
        </pc:spChg>
        <pc:spChg chg="mod">
          <ac:chgData name="Allison Mulshine" userId="S::allison.mulshine@collegiseducation.com::5f656d52-c555-4e5e-9a5b-18226766ffe3" providerId="AD" clId="Web-{C46DE9D4-7916-A109-EA7F-1A8F7B8BACA4}" dt="2024-06-20T17:57:44.018" v="59"/>
          <ac:spMkLst>
            <pc:docMk/>
            <pc:sldMk cId="1871292882" sldId="789"/>
            <ac:spMk id="53" creationId="{35BD1DA4-0529-3E99-71AD-ED47D2081868}"/>
          </ac:spMkLst>
        </pc:spChg>
        <pc:spChg chg="mod">
          <ac:chgData name="Allison Mulshine" userId="S::allison.mulshine@collegiseducation.com::5f656d52-c555-4e5e-9a5b-18226766ffe3" providerId="AD" clId="Web-{C46DE9D4-7916-A109-EA7F-1A8F7B8BACA4}" dt="2024-06-20T17:57:44.893" v="84"/>
          <ac:spMkLst>
            <pc:docMk/>
            <pc:sldMk cId="1871292882" sldId="789"/>
            <ac:spMk id="57" creationId="{921266C0-B939-78FB-384D-F1AF8A3FE876}"/>
          </ac:spMkLst>
        </pc:spChg>
        <pc:cxnChg chg="mod">
          <ac:chgData name="Allison Mulshine" userId="S::allison.mulshine@collegiseducation.com::5f656d52-c555-4e5e-9a5b-18226766ffe3" providerId="AD" clId="Web-{C46DE9D4-7916-A109-EA7F-1A8F7B8BACA4}" dt="2024-06-20T17:57:44.518" v="73"/>
          <ac:cxnSpMkLst>
            <pc:docMk/>
            <pc:sldMk cId="1871292882" sldId="789"/>
            <ac:cxnSpMk id="26" creationId="{23F0D270-2A1D-CE2E-8A79-F3A1F5B3F6FC}"/>
          </ac:cxnSpMkLst>
        </pc:cxnChg>
        <pc:cxnChg chg="mod">
          <ac:chgData name="Allison Mulshine" userId="S::allison.mulshine@collegiseducation.com::5f656d52-c555-4e5e-9a5b-18226766ffe3" providerId="AD" clId="Web-{C46DE9D4-7916-A109-EA7F-1A8F7B8BACA4}" dt="2024-06-20T17:57:44.784" v="81"/>
          <ac:cxnSpMkLst>
            <pc:docMk/>
            <pc:sldMk cId="1871292882" sldId="789"/>
            <ac:cxnSpMk id="35" creationId="{DB229206-89F6-904F-FAFF-46481629AFDF}"/>
          </ac:cxnSpMkLst>
        </pc:cxnChg>
        <pc:cxnChg chg="mod">
          <ac:chgData name="Allison Mulshine" userId="S::allison.mulshine@collegiseducation.com::5f656d52-c555-4e5e-9a5b-18226766ffe3" providerId="AD" clId="Web-{C46DE9D4-7916-A109-EA7F-1A8F7B8BACA4}" dt="2024-06-20T17:57:44.143" v="62"/>
          <ac:cxnSpMkLst>
            <pc:docMk/>
            <pc:sldMk cId="1871292882" sldId="789"/>
            <ac:cxnSpMk id="37" creationId="{3DA89EBB-742B-ACDA-C4D9-9851E7B029AC}"/>
          </ac:cxnSpMkLst>
        </pc:cxnChg>
        <pc:cxnChg chg="mod">
          <ac:chgData name="Allison Mulshine" userId="S::allison.mulshine@collegiseducation.com::5f656d52-c555-4e5e-9a5b-18226766ffe3" providerId="AD" clId="Web-{C46DE9D4-7916-A109-EA7F-1A8F7B8BACA4}" dt="2024-06-20T17:57:44.299" v="67"/>
          <ac:cxnSpMkLst>
            <pc:docMk/>
            <pc:sldMk cId="1871292882" sldId="789"/>
            <ac:cxnSpMk id="38" creationId="{9AA2C2F8-DF14-A60A-F731-45FB93D1A8E8}"/>
          </ac:cxnSpMkLst>
        </pc:cxnChg>
        <pc:cxnChg chg="mod">
          <ac:chgData name="Allison Mulshine" userId="S::allison.mulshine@collegiseducation.com::5f656d52-c555-4e5e-9a5b-18226766ffe3" providerId="AD" clId="Web-{C46DE9D4-7916-A109-EA7F-1A8F7B8BACA4}" dt="2024-06-20T17:57:44.627" v="76"/>
          <ac:cxnSpMkLst>
            <pc:docMk/>
            <pc:sldMk cId="1871292882" sldId="789"/>
            <ac:cxnSpMk id="42" creationId="{3E220029-328A-E9F2-B227-02AA7D23EF53}"/>
          </ac:cxnSpMkLst>
        </pc:cxnChg>
      </pc:sldChg>
      <pc:sldChg chg="addSp modSp">
        <pc:chgData name="Allison Mulshine" userId="S::allison.mulshine@collegiseducation.com::5f656d52-c555-4e5e-9a5b-18226766ffe3" providerId="AD" clId="Web-{C46DE9D4-7916-A109-EA7F-1A8F7B8BACA4}" dt="2024-06-20T17:58:00.284" v="86"/>
        <pc:sldMkLst>
          <pc:docMk/>
          <pc:sldMk cId="3243268485" sldId="790"/>
        </pc:sldMkLst>
        <pc:grpChg chg="add mod">
          <ac:chgData name="Allison Mulshine" userId="S::allison.mulshine@collegiseducation.com::5f656d52-c555-4e5e-9a5b-18226766ffe3" providerId="AD" clId="Web-{C46DE9D4-7916-A109-EA7F-1A8F7B8BACA4}" dt="2024-06-20T17:58:00.284" v="86"/>
          <ac:grpSpMkLst>
            <pc:docMk/>
            <pc:sldMk cId="3243268485" sldId="790"/>
            <ac:grpSpMk id="4" creationId="{970BAAFC-647A-A9B7-1A55-87E75D4B82FB}"/>
          </ac:grpSpMkLst>
        </pc:grpChg>
      </pc:sldChg>
      <pc:sldChg chg="modSp">
        <pc:chgData name="Allison Mulshine" userId="S::allison.mulshine@collegiseducation.com::5f656d52-c555-4e5e-9a5b-18226766ffe3" providerId="AD" clId="Web-{C46DE9D4-7916-A109-EA7F-1A8F7B8BACA4}" dt="2024-06-20T17:59:10.990" v="87"/>
        <pc:sldMkLst>
          <pc:docMk/>
          <pc:sldMk cId="1007666964" sldId="791"/>
        </pc:sldMkLst>
        <pc:picChg chg="mod">
          <ac:chgData name="Allison Mulshine" userId="S::allison.mulshine@collegiseducation.com::5f656d52-c555-4e5e-9a5b-18226766ffe3" providerId="AD" clId="Web-{C46DE9D4-7916-A109-EA7F-1A8F7B8BACA4}" dt="2024-06-20T17:59:10.990" v="87"/>
          <ac:picMkLst>
            <pc:docMk/>
            <pc:sldMk cId="1007666964" sldId="791"/>
            <ac:picMk id="31" creationId="{1FB8903D-CFFC-D2FD-3B3F-414EB1F0A0C1}"/>
          </ac:picMkLst>
        </pc:picChg>
      </pc:sldChg>
      <pc:sldChg chg="modSp">
        <pc:chgData name="Allison Mulshine" userId="S::allison.mulshine@collegiseducation.com::5f656d52-c555-4e5e-9a5b-18226766ffe3" providerId="AD" clId="Web-{C46DE9D4-7916-A109-EA7F-1A8F7B8BACA4}" dt="2024-06-20T18:00:01.070" v="88"/>
        <pc:sldMkLst>
          <pc:docMk/>
          <pc:sldMk cId="2988739954" sldId="792"/>
        </pc:sldMkLst>
        <pc:picChg chg="mod">
          <ac:chgData name="Allison Mulshine" userId="S::allison.mulshine@collegiseducation.com::5f656d52-c555-4e5e-9a5b-18226766ffe3" providerId="AD" clId="Web-{C46DE9D4-7916-A109-EA7F-1A8F7B8BACA4}" dt="2024-06-20T18:00:01.070" v="88"/>
          <ac:picMkLst>
            <pc:docMk/>
            <pc:sldMk cId="2988739954" sldId="792"/>
            <ac:picMk id="3" creationId="{630508CD-6B22-07B2-39F5-9BC616C567DC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0D0BB63-F3DB-7A4D-9E9E-D3BCBD2E7EB3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38895C2-01F9-6245-91B5-24143C38A9C7}">
      <dgm:prSet phldrT="[Text]"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2800" dirty="0">
              <a:solidFill>
                <a:schemeClr val="tx1"/>
              </a:solidFill>
              <a:cs typeface="Arial"/>
            </a:rPr>
            <a:t>Resource Management</a:t>
          </a:r>
        </a:p>
        <a:p>
          <a:pPr>
            <a:lnSpc>
              <a:spcPct val="100000"/>
            </a:lnSpc>
            <a:defRPr b="1"/>
          </a:pPr>
          <a:endParaRPr lang="en-US" sz="2800" dirty="0"/>
        </a:p>
      </dgm:t>
    </dgm:pt>
    <dgm:pt modelId="{4E7FF56D-46AD-054E-9A98-96B3BA155886}" type="parTrans" cxnId="{D3B5A944-F001-C443-B5F2-2B9F33291B32}">
      <dgm:prSet/>
      <dgm:spPr/>
      <dgm:t>
        <a:bodyPr/>
        <a:lstStyle/>
        <a:p>
          <a:endParaRPr lang="en-US" sz="3600"/>
        </a:p>
      </dgm:t>
    </dgm:pt>
    <dgm:pt modelId="{705E8EE7-BF08-CB4D-BD5C-3C2188954C5C}" type="sibTrans" cxnId="{D3B5A944-F001-C443-B5F2-2B9F33291B32}">
      <dgm:prSet/>
      <dgm:spPr/>
      <dgm:t>
        <a:bodyPr/>
        <a:lstStyle/>
        <a:p>
          <a:endParaRPr lang="en-US" sz="3600"/>
        </a:p>
      </dgm:t>
    </dgm:pt>
    <dgm:pt modelId="{442D5A58-C0BA-F144-900D-CD068CAEACC5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>
              <a:solidFill>
                <a:srgbClr val="374151"/>
              </a:solidFill>
              <a:ea typeface="+mn-lt"/>
              <a:cs typeface="+mn-lt"/>
            </a:rPr>
            <a:t>YARN provides a centralized framework for managing resources, such as CPU and memory, across the Hadoop cluster. </a:t>
          </a:r>
        </a:p>
        <a:p>
          <a:pPr>
            <a:lnSpc>
              <a:spcPct val="100000"/>
            </a:lnSpc>
          </a:pPr>
          <a:r>
            <a:rPr lang="en-US" sz="2400" dirty="0">
              <a:solidFill>
                <a:srgbClr val="374151"/>
              </a:solidFill>
              <a:ea typeface="+mn-lt"/>
              <a:cs typeface="+mn-lt"/>
            </a:rPr>
            <a:t>It allocates resources to applications based on their needs and priorities, ensuring that all apps have the resources they need to run efficiently.</a:t>
          </a:r>
          <a:endParaRPr lang="en-US" sz="2400" dirty="0"/>
        </a:p>
      </dgm:t>
    </dgm:pt>
    <dgm:pt modelId="{CF020809-46CC-9A4C-A8EB-3476998DDE96}" type="sibTrans" cxnId="{1DE38344-B831-4744-90C2-4EADFF394BD8}">
      <dgm:prSet/>
      <dgm:spPr/>
      <dgm:t>
        <a:bodyPr/>
        <a:lstStyle/>
        <a:p>
          <a:endParaRPr lang="en-US" sz="3600"/>
        </a:p>
      </dgm:t>
    </dgm:pt>
    <dgm:pt modelId="{6D408390-93DB-2146-8370-A33797121294}" type="parTrans" cxnId="{1DE38344-B831-4744-90C2-4EADFF394BD8}">
      <dgm:prSet/>
      <dgm:spPr/>
      <dgm:t>
        <a:bodyPr/>
        <a:lstStyle/>
        <a:p>
          <a:endParaRPr lang="en-US" sz="3600"/>
        </a:p>
      </dgm:t>
    </dgm:pt>
    <dgm:pt modelId="{115F7D96-A3EF-2846-B835-63F34DBB95AF}">
      <dgm:prSet phldrT="[Text]"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2800" dirty="0">
              <a:solidFill>
                <a:schemeClr val="tx1"/>
              </a:solidFill>
              <a:cs typeface="Arial"/>
            </a:rPr>
            <a:t>Application Scheduling</a:t>
          </a:r>
          <a:endParaRPr lang="en-US" sz="2800" dirty="0"/>
        </a:p>
      </dgm:t>
    </dgm:pt>
    <dgm:pt modelId="{8904A24B-91D6-D046-A910-7C149A2C7BA8}" type="sibTrans" cxnId="{62DFFD0E-98E5-A249-88B6-3BDEDDF5AB56}">
      <dgm:prSet/>
      <dgm:spPr/>
      <dgm:t>
        <a:bodyPr/>
        <a:lstStyle/>
        <a:p>
          <a:endParaRPr lang="en-US" sz="3600"/>
        </a:p>
      </dgm:t>
    </dgm:pt>
    <dgm:pt modelId="{C4C03E97-7C04-A340-9B66-1F3D898C4382}" type="parTrans" cxnId="{62DFFD0E-98E5-A249-88B6-3BDEDDF5AB56}">
      <dgm:prSet/>
      <dgm:spPr/>
      <dgm:t>
        <a:bodyPr/>
        <a:lstStyle/>
        <a:p>
          <a:endParaRPr lang="en-US" sz="3600"/>
        </a:p>
      </dgm:t>
    </dgm:pt>
    <dgm:pt modelId="{68AFE436-68E0-F348-BCF1-93CA71CE5BFF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>
              <a:solidFill>
                <a:srgbClr val="292934"/>
              </a:solidFill>
              <a:cs typeface="Arial"/>
            </a:rPr>
            <a:t>YARN schedules tasks across the cluster, taking into account resource availability, data locality, and application priorities</a:t>
          </a:r>
        </a:p>
        <a:p>
          <a:pPr>
            <a:lnSpc>
              <a:spcPct val="100000"/>
            </a:lnSpc>
          </a:pPr>
          <a:r>
            <a:rPr lang="en-US" sz="2400" dirty="0">
              <a:solidFill>
                <a:srgbClr val="292934"/>
              </a:solidFill>
              <a:cs typeface="Arial"/>
            </a:rPr>
            <a:t>It ensures that tasks are scheduled to run on nodes that have the resources they need and that data is located close to the nodes that process it, reducing network overhead.</a:t>
          </a:r>
          <a:endParaRPr lang="en-US" sz="2400" dirty="0"/>
        </a:p>
      </dgm:t>
    </dgm:pt>
    <dgm:pt modelId="{A3608276-B38D-FE45-BCEB-29DE35B13234}" type="sibTrans" cxnId="{B37041DA-4BB1-984B-9041-AAD983B43E70}">
      <dgm:prSet/>
      <dgm:spPr/>
      <dgm:t>
        <a:bodyPr/>
        <a:lstStyle/>
        <a:p>
          <a:endParaRPr lang="en-US" sz="3600"/>
        </a:p>
      </dgm:t>
    </dgm:pt>
    <dgm:pt modelId="{1FBEFBA1-4192-DF42-B6EB-A3997C4E28B0}" type="parTrans" cxnId="{B37041DA-4BB1-984B-9041-AAD983B43E70}">
      <dgm:prSet/>
      <dgm:spPr/>
      <dgm:t>
        <a:bodyPr/>
        <a:lstStyle/>
        <a:p>
          <a:endParaRPr lang="en-US" sz="3600"/>
        </a:p>
      </dgm:t>
    </dgm:pt>
    <dgm:pt modelId="{2AD1ABFC-E0F5-BC4D-BE1B-386FF830E336}">
      <dgm:prSet phldrT="[Text]"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2800" dirty="0">
              <a:solidFill>
                <a:schemeClr val="tx1"/>
              </a:solidFill>
              <a:cs typeface="Arial"/>
            </a:rPr>
            <a:t>Monitoring</a:t>
          </a:r>
          <a:endParaRPr lang="en-US" sz="2800" dirty="0"/>
        </a:p>
      </dgm:t>
    </dgm:pt>
    <dgm:pt modelId="{753B4962-FB12-1244-A406-B9DB3DBF1F65}" type="sibTrans" cxnId="{9AE2F9BD-BA4F-AB4A-89EC-5A072847CB47}">
      <dgm:prSet/>
      <dgm:spPr/>
      <dgm:t>
        <a:bodyPr/>
        <a:lstStyle/>
        <a:p>
          <a:endParaRPr lang="en-US" sz="3600"/>
        </a:p>
      </dgm:t>
    </dgm:pt>
    <dgm:pt modelId="{0CDCC5C5-6C70-3440-BC3B-B1F9BFCF9347}" type="parTrans" cxnId="{9AE2F9BD-BA4F-AB4A-89EC-5A072847CB47}">
      <dgm:prSet/>
      <dgm:spPr/>
      <dgm:t>
        <a:bodyPr/>
        <a:lstStyle/>
        <a:p>
          <a:endParaRPr lang="en-US" sz="3600"/>
        </a:p>
      </dgm:t>
    </dgm:pt>
    <dgm:pt modelId="{C614FF16-69A4-7345-A585-D3CE9FD2E064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>
              <a:solidFill>
                <a:srgbClr val="333333"/>
              </a:solidFill>
              <a:ea typeface="+mn-lt"/>
              <a:cs typeface="+mn-lt"/>
            </a:rPr>
            <a:t>YARN monitors the health and performance of the cluster and provides insights into resource utilization and application performance. </a:t>
          </a:r>
        </a:p>
        <a:p>
          <a:pPr>
            <a:lnSpc>
              <a:spcPct val="100000"/>
            </a:lnSpc>
          </a:pPr>
          <a:r>
            <a:rPr lang="en-US" sz="2400" dirty="0">
              <a:solidFill>
                <a:srgbClr val="333333"/>
              </a:solidFill>
              <a:ea typeface="+mn-lt"/>
              <a:cs typeface="+mn-lt"/>
            </a:rPr>
            <a:t>This information can be used to identify and resolve problems, optimize resource allocation, and improve overall cluster performance</a:t>
          </a:r>
          <a:endParaRPr lang="en-US" sz="2400" dirty="0"/>
        </a:p>
      </dgm:t>
    </dgm:pt>
    <dgm:pt modelId="{E8E4B79C-9EBC-1A4C-9577-3E1ECA8240C5}" type="sibTrans" cxnId="{DDA11D67-8E0F-3847-9D66-7768417B9B5A}">
      <dgm:prSet/>
      <dgm:spPr/>
      <dgm:t>
        <a:bodyPr/>
        <a:lstStyle/>
        <a:p>
          <a:endParaRPr lang="en-US" sz="3600"/>
        </a:p>
      </dgm:t>
    </dgm:pt>
    <dgm:pt modelId="{964883DC-E71D-CF49-AEE7-10D75BD9F5CD}" type="parTrans" cxnId="{DDA11D67-8E0F-3847-9D66-7768417B9B5A}">
      <dgm:prSet/>
      <dgm:spPr/>
      <dgm:t>
        <a:bodyPr/>
        <a:lstStyle/>
        <a:p>
          <a:endParaRPr lang="en-US" sz="3600"/>
        </a:p>
      </dgm:t>
    </dgm:pt>
    <dgm:pt modelId="{3A70008D-18A7-0F44-835A-997B55BDC352}">
      <dgm:prSet custT="1"/>
      <dgm:spPr/>
      <dgm:t>
        <a:bodyPr/>
        <a:lstStyle/>
        <a:p>
          <a:pPr>
            <a:lnSpc>
              <a:spcPct val="100000"/>
            </a:lnSpc>
          </a:pPr>
          <a:endParaRPr lang="en-US" sz="2800" dirty="0">
            <a:solidFill>
              <a:srgbClr val="292934"/>
            </a:solidFill>
            <a:cs typeface="Arial"/>
          </a:endParaRPr>
        </a:p>
      </dgm:t>
    </dgm:pt>
    <dgm:pt modelId="{EFC55C8F-E93A-9B49-BB3B-AB8CFE40F844}" type="parTrans" cxnId="{DE5CB4D1-9184-2F4E-A41E-E95BCB42CEA6}">
      <dgm:prSet/>
      <dgm:spPr/>
      <dgm:t>
        <a:bodyPr/>
        <a:lstStyle/>
        <a:p>
          <a:endParaRPr lang="en-US"/>
        </a:p>
      </dgm:t>
    </dgm:pt>
    <dgm:pt modelId="{37B26496-9C53-F943-BB38-5E5E6971F32D}" type="sibTrans" cxnId="{DE5CB4D1-9184-2F4E-A41E-E95BCB42CEA6}">
      <dgm:prSet/>
      <dgm:spPr/>
      <dgm:t>
        <a:bodyPr/>
        <a:lstStyle/>
        <a:p>
          <a:endParaRPr lang="en-US"/>
        </a:p>
      </dgm:t>
    </dgm:pt>
    <dgm:pt modelId="{F0327F7F-C200-1E4A-ABAE-2DF56EA57589}">
      <dgm:prSet phldrT="[Text]"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2800" dirty="0"/>
            <a:t>Flexibility</a:t>
          </a:r>
        </a:p>
      </dgm:t>
    </dgm:pt>
    <dgm:pt modelId="{38822D90-9683-D145-8A97-F74C57FCF6DF}" type="parTrans" cxnId="{E0B5B9AD-3690-C94D-BF24-B0970A087965}">
      <dgm:prSet/>
      <dgm:spPr/>
      <dgm:t>
        <a:bodyPr/>
        <a:lstStyle/>
        <a:p>
          <a:endParaRPr lang="en-US"/>
        </a:p>
      </dgm:t>
    </dgm:pt>
    <dgm:pt modelId="{B15F25F8-DCD8-3F4D-A8EB-7A26F0FC8B85}" type="sibTrans" cxnId="{E0B5B9AD-3690-C94D-BF24-B0970A087965}">
      <dgm:prSet/>
      <dgm:spPr/>
      <dgm:t>
        <a:bodyPr/>
        <a:lstStyle/>
        <a:p>
          <a:endParaRPr lang="en-US"/>
        </a:p>
      </dgm:t>
    </dgm:pt>
    <dgm:pt modelId="{460EE5AF-8994-594C-A3BF-33292380936E}">
      <dgm:prSet phldrT="[Text]" custT="1"/>
      <dgm:spPr/>
      <dgm:t>
        <a:bodyPr/>
        <a:lstStyle/>
        <a:p>
          <a:pPr>
            <a:lnSpc>
              <a:spcPct val="100000"/>
            </a:lnSpc>
            <a:buFont typeface="+mj-lt"/>
            <a:buAutoNum type="arabicPeriod"/>
          </a:pPr>
          <a:r>
            <a:rPr lang="en-US" sz="2400" b="0" i="0" dirty="0">
              <a:solidFill>
                <a:srgbClr val="1F1F1F"/>
              </a:solidFill>
              <a:effectLst/>
              <a:latin typeface="+mn-lt"/>
            </a:rPr>
            <a:t>YARN is a flexible framework that can support a variety of workloads, including batch processing, MapReduce jobs, and streaming applications. </a:t>
          </a:r>
        </a:p>
        <a:p>
          <a:pPr>
            <a:lnSpc>
              <a:spcPct val="100000"/>
            </a:lnSpc>
            <a:buFont typeface="+mj-lt"/>
            <a:buAutoNum type="arabicPeriod"/>
          </a:pPr>
          <a:r>
            <a:rPr lang="en-US" sz="2400" b="0" i="0" dirty="0">
              <a:solidFill>
                <a:srgbClr val="1F1F1F"/>
              </a:solidFill>
              <a:effectLst/>
              <a:latin typeface="+mn-lt"/>
            </a:rPr>
            <a:t>This makes it a versatile platform for big data processing and a valuable tool for organizations that need to handle diverse data processing tasks.</a:t>
          </a:r>
          <a:endParaRPr lang="en-US" sz="2400" dirty="0">
            <a:latin typeface="+mn-lt"/>
          </a:endParaRPr>
        </a:p>
      </dgm:t>
    </dgm:pt>
    <dgm:pt modelId="{1001DDF2-B75C-F348-BD7D-C38083A84ED0}" type="parTrans" cxnId="{A0C42493-139B-AA43-AC77-E9860A70F550}">
      <dgm:prSet/>
      <dgm:spPr/>
      <dgm:t>
        <a:bodyPr/>
        <a:lstStyle/>
        <a:p>
          <a:endParaRPr lang="en-US"/>
        </a:p>
      </dgm:t>
    </dgm:pt>
    <dgm:pt modelId="{6B2BDCBC-14CB-1D43-977F-8E63B229A3AC}" type="sibTrans" cxnId="{A0C42493-139B-AA43-AC77-E9860A70F550}">
      <dgm:prSet/>
      <dgm:spPr/>
      <dgm:t>
        <a:bodyPr/>
        <a:lstStyle/>
        <a:p>
          <a:endParaRPr lang="en-US"/>
        </a:p>
      </dgm:t>
    </dgm:pt>
    <dgm:pt modelId="{DA14DB78-971D-423E-ABBC-4C0BFC9A4508}" type="pres">
      <dgm:prSet presAssocID="{F0D0BB63-F3DB-7A4D-9E9E-D3BCBD2E7EB3}" presName="root" presStyleCnt="0">
        <dgm:presLayoutVars>
          <dgm:dir/>
          <dgm:resizeHandles val="exact"/>
        </dgm:presLayoutVars>
      </dgm:prSet>
      <dgm:spPr/>
    </dgm:pt>
    <dgm:pt modelId="{D1EA3809-354C-42AA-B040-8B295724B5DA}" type="pres">
      <dgm:prSet presAssocID="{A38895C2-01F9-6245-91B5-24143C38A9C7}" presName="compNode" presStyleCnt="0"/>
      <dgm:spPr/>
    </dgm:pt>
    <dgm:pt modelId="{9AD6AE34-E008-4F80-8A65-14EF5C53FC2D}" type="pres">
      <dgm:prSet presAssocID="{A38895C2-01F9-6245-91B5-24143C38A9C7}" presName="iconRect" presStyleLbl="node1" presStyleIdx="0" presStyleCnt="4" custFlipHor="1" custScaleX="9200" custScaleY="4313" custLinFactY="-100000" custLinFactNeighborY="-190106"/>
      <dgm:spPr>
        <a:blipFill dpi="0" rotWithShape="1">
          <a:blip xmlns:r="http://schemas.openxmlformats.org/officeDocument/2006/relationships" r:embed="rId1">
            <a:alphaModFix amt="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89D15706-1ACF-4311-A552-57407E4CF56A}" type="pres">
      <dgm:prSet presAssocID="{A38895C2-01F9-6245-91B5-24143C38A9C7}" presName="iconSpace" presStyleCnt="0"/>
      <dgm:spPr/>
    </dgm:pt>
    <dgm:pt modelId="{A3F5AACB-4941-4375-9257-3C08269C058D}" type="pres">
      <dgm:prSet presAssocID="{A38895C2-01F9-6245-91B5-24143C38A9C7}" presName="parTx" presStyleLbl="revTx" presStyleIdx="0" presStyleCnt="8">
        <dgm:presLayoutVars>
          <dgm:chMax val="0"/>
          <dgm:chPref val="0"/>
        </dgm:presLayoutVars>
      </dgm:prSet>
      <dgm:spPr/>
    </dgm:pt>
    <dgm:pt modelId="{724F3C0A-F258-4B19-BFF0-3970C1C1C86F}" type="pres">
      <dgm:prSet presAssocID="{A38895C2-01F9-6245-91B5-24143C38A9C7}" presName="txSpace" presStyleCnt="0"/>
      <dgm:spPr/>
    </dgm:pt>
    <dgm:pt modelId="{FE93FDF4-82DA-45FA-9A1E-C612D39D3B6A}" type="pres">
      <dgm:prSet presAssocID="{A38895C2-01F9-6245-91B5-24143C38A9C7}" presName="desTx" presStyleLbl="revTx" presStyleIdx="1" presStyleCnt="8">
        <dgm:presLayoutVars/>
      </dgm:prSet>
      <dgm:spPr/>
    </dgm:pt>
    <dgm:pt modelId="{E498811C-808C-435A-95EB-9D224CF52F01}" type="pres">
      <dgm:prSet presAssocID="{705E8EE7-BF08-CB4D-BD5C-3C2188954C5C}" presName="sibTrans" presStyleCnt="0"/>
      <dgm:spPr/>
    </dgm:pt>
    <dgm:pt modelId="{2DA928AB-63CA-476E-9590-F71A63129A4F}" type="pres">
      <dgm:prSet presAssocID="{115F7D96-A3EF-2846-B835-63F34DBB95AF}" presName="compNode" presStyleCnt="0"/>
      <dgm:spPr/>
    </dgm:pt>
    <dgm:pt modelId="{B659D329-FFCB-4A99-9159-9545CCFD1864}" type="pres">
      <dgm:prSet presAssocID="{115F7D96-A3EF-2846-B835-63F34DBB95AF}" presName="iconRect" presStyleLbl="node1" presStyleIdx="1" presStyleCnt="4"/>
      <dgm:spPr>
        <a:blipFill dpi="0" rotWithShape="1">
          <a:blip xmlns:r="http://schemas.openxmlformats.org/officeDocument/2006/relationships" r:embed="rId3">
            <a:alphaModFix amt="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7AC829E4-3597-4D5D-A451-4211F5528A3B}" type="pres">
      <dgm:prSet presAssocID="{115F7D96-A3EF-2846-B835-63F34DBB95AF}" presName="iconSpace" presStyleCnt="0"/>
      <dgm:spPr/>
    </dgm:pt>
    <dgm:pt modelId="{2F6EFE1B-9CAA-475C-BE46-7AB33E0E0233}" type="pres">
      <dgm:prSet presAssocID="{115F7D96-A3EF-2846-B835-63F34DBB95AF}" presName="parTx" presStyleLbl="revTx" presStyleIdx="2" presStyleCnt="8">
        <dgm:presLayoutVars>
          <dgm:chMax val="0"/>
          <dgm:chPref val="0"/>
        </dgm:presLayoutVars>
      </dgm:prSet>
      <dgm:spPr/>
    </dgm:pt>
    <dgm:pt modelId="{CEFA69B0-E3C1-4A80-B17A-E8897609B570}" type="pres">
      <dgm:prSet presAssocID="{115F7D96-A3EF-2846-B835-63F34DBB95AF}" presName="txSpace" presStyleCnt="0"/>
      <dgm:spPr/>
    </dgm:pt>
    <dgm:pt modelId="{7F4A702B-11E4-4211-A9B6-CAF76DE9963E}" type="pres">
      <dgm:prSet presAssocID="{115F7D96-A3EF-2846-B835-63F34DBB95AF}" presName="desTx" presStyleLbl="revTx" presStyleIdx="3" presStyleCnt="8">
        <dgm:presLayoutVars/>
      </dgm:prSet>
      <dgm:spPr/>
    </dgm:pt>
    <dgm:pt modelId="{71A4AE05-E956-421B-8F79-2FA0766F0D49}" type="pres">
      <dgm:prSet presAssocID="{8904A24B-91D6-D046-A910-7C149A2C7BA8}" presName="sibTrans" presStyleCnt="0"/>
      <dgm:spPr/>
    </dgm:pt>
    <dgm:pt modelId="{8AE20949-93A6-4596-B28C-7582693FC50C}" type="pres">
      <dgm:prSet presAssocID="{2AD1ABFC-E0F5-BC4D-BE1B-386FF830E336}" presName="compNode" presStyleCnt="0"/>
      <dgm:spPr/>
    </dgm:pt>
    <dgm:pt modelId="{24A53ECD-764D-4FF8-9153-CE9D4FBA6DB1}" type="pres">
      <dgm:prSet presAssocID="{2AD1ABFC-E0F5-BC4D-BE1B-386FF830E336}" presName="iconRect" presStyleLbl="node1" presStyleIdx="2" presStyleCnt="4"/>
      <dgm:spPr>
        <a:blipFill dpi="0" rotWithShape="1">
          <a:blip xmlns:r="http://schemas.openxmlformats.org/officeDocument/2006/relationships" r:embed="rId5">
            <a:alphaModFix amt="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AF2092C4-E23D-452B-A583-573F232CB51D}" type="pres">
      <dgm:prSet presAssocID="{2AD1ABFC-E0F5-BC4D-BE1B-386FF830E336}" presName="iconSpace" presStyleCnt="0"/>
      <dgm:spPr/>
    </dgm:pt>
    <dgm:pt modelId="{5D88F1DD-3536-4BA5-BD1D-077D0CA87FCA}" type="pres">
      <dgm:prSet presAssocID="{2AD1ABFC-E0F5-BC4D-BE1B-386FF830E336}" presName="parTx" presStyleLbl="revTx" presStyleIdx="4" presStyleCnt="8">
        <dgm:presLayoutVars>
          <dgm:chMax val="0"/>
          <dgm:chPref val="0"/>
        </dgm:presLayoutVars>
      </dgm:prSet>
      <dgm:spPr/>
    </dgm:pt>
    <dgm:pt modelId="{3AAF35B6-29A1-422E-B3E2-06FE3917C557}" type="pres">
      <dgm:prSet presAssocID="{2AD1ABFC-E0F5-BC4D-BE1B-386FF830E336}" presName="txSpace" presStyleCnt="0"/>
      <dgm:spPr/>
    </dgm:pt>
    <dgm:pt modelId="{18BB71A3-CB54-4F25-B66C-791E75BDECA1}" type="pres">
      <dgm:prSet presAssocID="{2AD1ABFC-E0F5-BC4D-BE1B-386FF830E336}" presName="desTx" presStyleLbl="revTx" presStyleIdx="5" presStyleCnt="8">
        <dgm:presLayoutVars/>
      </dgm:prSet>
      <dgm:spPr/>
    </dgm:pt>
    <dgm:pt modelId="{F4F9123C-B2C0-FC4A-B6AB-F3D0F4541890}" type="pres">
      <dgm:prSet presAssocID="{753B4962-FB12-1244-A406-B9DB3DBF1F65}" presName="sibTrans" presStyleCnt="0"/>
      <dgm:spPr/>
    </dgm:pt>
    <dgm:pt modelId="{82CC2183-1E4D-D442-9707-5030CED9F169}" type="pres">
      <dgm:prSet presAssocID="{F0327F7F-C200-1E4A-ABAE-2DF56EA57589}" presName="compNode" presStyleCnt="0"/>
      <dgm:spPr/>
    </dgm:pt>
    <dgm:pt modelId="{D540F324-1EA1-544E-8552-E70CF220A3CF}" type="pres">
      <dgm:prSet presAssocID="{F0327F7F-C200-1E4A-ABAE-2DF56EA57589}" presName="iconRect" presStyleLbl="node1" presStyleIdx="3" presStyleCnt="4"/>
      <dgm:spPr/>
    </dgm:pt>
    <dgm:pt modelId="{8D39E7ED-0AC6-BD4A-A65C-6F19B1D96E06}" type="pres">
      <dgm:prSet presAssocID="{F0327F7F-C200-1E4A-ABAE-2DF56EA57589}" presName="iconSpace" presStyleCnt="0"/>
      <dgm:spPr/>
    </dgm:pt>
    <dgm:pt modelId="{1D873DFE-66FE-1346-A296-1ED6A8AA836B}" type="pres">
      <dgm:prSet presAssocID="{F0327F7F-C200-1E4A-ABAE-2DF56EA57589}" presName="parTx" presStyleLbl="revTx" presStyleIdx="6" presStyleCnt="8">
        <dgm:presLayoutVars>
          <dgm:chMax val="0"/>
          <dgm:chPref val="0"/>
        </dgm:presLayoutVars>
      </dgm:prSet>
      <dgm:spPr/>
    </dgm:pt>
    <dgm:pt modelId="{4D0E557A-B27F-A744-A120-9C38D141AB50}" type="pres">
      <dgm:prSet presAssocID="{F0327F7F-C200-1E4A-ABAE-2DF56EA57589}" presName="txSpace" presStyleCnt="0"/>
      <dgm:spPr/>
    </dgm:pt>
    <dgm:pt modelId="{6826AF14-7E44-834F-A8FD-48CC806C15BE}" type="pres">
      <dgm:prSet presAssocID="{F0327F7F-C200-1E4A-ABAE-2DF56EA57589}" presName="desTx" presStyleLbl="revTx" presStyleIdx="7" presStyleCnt="8">
        <dgm:presLayoutVars/>
      </dgm:prSet>
      <dgm:spPr/>
    </dgm:pt>
  </dgm:ptLst>
  <dgm:cxnLst>
    <dgm:cxn modelId="{62DFFD0E-98E5-A249-88B6-3BDEDDF5AB56}" srcId="{F0D0BB63-F3DB-7A4D-9E9E-D3BCBD2E7EB3}" destId="{115F7D96-A3EF-2846-B835-63F34DBB95AF}" srcOrd="1" destOrd="0" parTransId="{C4C03E97-7C04-A340-9B66-1F3D898C4382}" sibTransId="{8904A24B-91D6-D046-A910-7C149A2C7BA8}"/>
    <dgm:cxn modelId="{47BA6325-1C45-41E7-84BF-06DA9C642BBB}" type="presOf" srcId="{115F7D96-A3EF-2846-B835-63F34DBB95AF}" destId="{2F6EFE1B-9CAA-475C-BE46-7AB33E0E0233}" srcOrd="0" destOrd="0" presId="urn:microsoft.com/office/officeart/2018/5/layout/CenteredIconLabelDescriptionList"/>
    <dgm:cxn modelId="{A223745C-024B-4BB6-8489-B64E0CE9C5B3}" type="presOf" srcId="{A38895C2-01F9-6245-91B5-24143C38A9C7}" destId="{A3F5AACB-4941-4375-9257-3C08269C058D}" srcOrd="0" destOrd="0" presId="urn:microsoft.com/office/officeart/2018/5/layout/CenteredIconLabelDescriptionList"/>
    <dgm:cxn modelId="{1DE38344-B831-4744-90C2-4EADFF394BD8}" srcId="{A38895C2-01F9-6245-91B5-24143C38A9C7}" destId="{442D5A58-C0BA-F144-900D-CD068CAEACC5}" srcOrd="0" destOrd="0" parTransId="{6D408390-93DB-2146-8370-A33797121294}" sibTransId="{CF020809-46CC-9A4C-A8EB-3476998DDE96}"/>
    <dgm:cxn modelId="{D3B5A944-F001-C443-B5F2-2B9F33291B32}" srcId="{F0D0BB63-F3DB-7A4D-9E9E-D3BCBD2E7EB3}" destId="{A38895C2-01F9-6245-91B5-24143C38A9C7}" srcOrd="0" destOrd="0" parTransId="{4E7FF56D-46AD-054E-9A98-96B3BA155886}" sibTransId="{705E8EE7-BF08-CB4D-BD5C-3C2188954C5C}"/>
    <dgm:cxn modelId="{DDA11D67-8E0F-3847-9D66-7768417B9B5A}" srcId="{2AD1ABFC-E0F5-BC4D-BE1B-386FF830E336}" destId="{C614FF16-69A4-7345-A585-D3CE9FD2E064}" srcOrd="0" destOrd="0" parTransId="{964883DC-E71D-CF49-AEE7-10D75BD9F5CD}" sibTransId="{E8E4B79C-9EBC-1A4C-9577-3E1ECA8240C5}"/>
    <dgm:cxn modelId="{63D5C358-F98A-492D-8528-12CA4FC1EACC}" type="presOf" srcId="{F0D0BB63-F3DB-7A4D-9E9E-D3BCBD2E7EB3}" destId="{DA14DB78-971D-423E-ABBC-4C0BFC9A4508}" srcOrd="0" destOrd="0" presId="urn:microsoft.com/office/officeart/2018/5/layout/CenteredIconLabelDescriptionList"/>
    <dgm:cxn modelId="{EDFD847A-EAEC-E745-A341-594B1CF367F3}" type="presOf" srcId="{3A70008D-18A7-0F44-835A-997B55BDC352}" destId="{7F4A702B-11E4-4211-A9B6-CAF76DE9963E}" srcOrd="0" destOrd="1" presId="urn:microsoft.com/office/officeart/2018/5/layout/CenteredIconLabelDescriptionList"/>
    <dgm:cxn modelId="{20CB5D7E-3252-3642-B700-B59762CE7C59}" type="presOf" srcId="{460EE5AF-8994-594C-A3BF-33292380936E}" destId="{6826AF14-7E44-834F-A8FD-48CC806C15BE}" srcOrd="0" destOrd="0" presId="urn:microsoft.com/office/officeart/2018/5/layout/CenteredIconLabelDescriptionList"/>
    <dgm:cxn modelId="{4CE7E580-E0AF-4DD4-B883-A88D25A34486}" type="presOf" srcId="{2AD1ABFC-E0F5-BC4D-BE1B-386FF830E336}" destId="{5D88F1DD-3536-4BA5-BD1D-077D0CA87FCA}" srcOrd="0" destOrd="0" presId="urn:microsoft.com/office/officeart/2018/5/layout/CenteredIconLabelDescriptionList"/>
    <dgm:cxn modelId="{A0C42493-139B-AA43-AC77-E9860A70F550}" srcId="{F0327F7F-C200-1E4A-ABAE-2DF56EA57589}" destId="{460EE5AF-8994-594C-A3BF-33292380936E}" srcOrd="0" destOrd="0" parTransId="{1001DDF2-B75C-F348-BD7D-C38083A84ED0}" sibTransId="{6B2BDCBC-14CB-1D43-977F-8E63B229A3AC}"/>
    <dgm:cxn modelId="{2F721CAB-57AF-4EDA-81DE-B3FA7830F5CA}" type="presOf" srcId="{68AFE436-68E0-F348-BCF1-93CA71CE5BFF}" destId="{7F4A702B-11E4-4211-A9B6-CAF76DE9963E}" srcOrd="0" destOrd="0" presId="urn:microsoft.com/office/officeart/2018/5/layout/CenteredIconLabelDescriptionList"/>
    <dgm:cxn modelId="{E0B5B9AD-3690-C94D-BF24-B0970A087965}" srcId="{F0D0BB63-F3DB-7A4D-9E9E-D3BCBD2E7EB3}" destId="{F0327F7F-C200-1E4A-ABAE-2DF56EA57589}" srcOrd="3" destOrd="0" parTransId="{38822D90-9683-D145-8A97-F74C57FCF6DF}" sibTransId="{B15F25F8-DCD8-3F4D-A8EB-7A26F0FC8B85}"/>
    <dgm:cxn modelId="{678886B1-9772-4B78-B9B0-EF28932942F1}" type="presOf" srcId="{442D5A58-C0BA-F144-900D-CD068CAEACC5}" destId="{FE93FDF4-82DA-45FA-9A1E-C612D39D3B6A}" srcOrd="0" destOrd="0" presId="urn:microsoft.com/office/officeart/2018/5/layout/CenteredIconLabelDescriptionList"/>
    <dgm:cxn modelId="{9AE2F9BD-BA4F-AB4A-89EC-5A072847CB47}" srcId="{F0D0BB63-F3DB-7A4D-9E9E-D3BCBD2E7EB3}" destId="{2AD1ABFC-E0F5-BC4D-BE1B-386FF830E336}" srcOrd="2" destOrd="0" parTransId="{0CDCC5C5-6C70-3440-BC3B-B1F9BFCF9347}" sibTransId="{753B4962-FB12-1244-A406-B9DB3DBF1F65}"/>
    <dgm:cxn modelId="{DE5CB4D1-9184-2F4E-A41E-E95BCB42CEA6}" srcId="{115F7D96-A3EF-2846-B835-63F34DBB95AF}" destId="{3A70008D-18A7-0F44-835A-997B55BDC352}" srcOrd="1" destOrd="0" parTransId="{EFC55C8F-E93A-9B49-BB3B-AB8CFE40F844}" sibTransId="{37B26496-9C53-F943-BB38-5E5E6971F32D}"/>
    <dgm:cxn modelId="{B37041DA-4BB1-984B-9041-AAD983B43E70}" srcId="{115F7D96-A3EF-2846-B835-63F34DBB95AF}" destId="{68AFE436-68E0-F348-BCF1-93CA71CE5BFF}" srcOrd="0" destOrd="0" parTransId="{1FBEFBA1-4192-DF42-B6EB-A3997C4E28B0}" sibTransId="{A3608276-B38D-FE45-BCEB-29DE35B13234}"/>
    <dgm:cxn modelId="{FD5FEDDF-4D0C-41BD-B3D5-13E29876E269}" type="presOf" srcId="{C614FF16-69A4-7345-A585-D3CE9FD2E064}" destId="{18BB71A3-CB54-4F25-B66C-791E75BDECA1}" srcOrd="0" destOrd="0" presId="urn:microsoft.com/office/officeart/2018/5/layout/CenteredIconLabelDescriptionList"/>
    <dgm:cxn modelId="{E69F2FE6-1841-A64C-B278-E7A99FE15106}" type="presOf" srcId="{F0327F7F-C200-1E4A-ABAE-2DF56EA57589}" destId="{1D873DFE-66FE-1346-A296-1ED6A8AA836B}" srcOrd="0" destOrd="0" presId="urn:microsoft.com/office/officeart/2018/5/layout/CenteredIconLabelDescriptionList"/>
    <dgm:cxn modelId="{B5542B11-3024-4A82-8846-89E2189AA203}" type="presParOf" srcId="{DA14DB78-971D-423E-ABBC-4C0BFC9A4508}" destId="{D1EA3809-354C-42AA-B040-8B295724B5DA}" srcOrd="0" destOrd="0" presId="urn:microsoft.com/office/officeart/2018/5/layout/CenteredIconLabelDescriptionList"/>
    <dgm:cxn modelId="{D8751ED9-B8E9-40E0-9EAD-F9082BCEB719}" type="presParOf" srcId="{D1EA3809-354C-42AA-B040-8B295724B5DA}" destId="{9AD6AE34-E008-4F80-8A65-14EF5C53FC2D}" srcOrd="0" destOrd="0" presId="urn:microsoft.com/office/officeart/2018/5/layout/CenteredIconLabelDescriptionList"/>
    <dgm:cxn modelId="{396F3037-A9F6-4C68-8B8C-8D7A3C0893BD}" type="presParOf" srcId="{D1EA3809-354C-42AA-B040-8B295724B5DA}" destId="{89D15706-1ACF-4311-A552-57407E4CF56A}" srcOrd="1" destOrd="0" presId="urn:microsoft.com/office/officeart/2018/5/layout/CenteredIconLabelDescriptionList"/>
    <dgm:cxn modelId="{79DE9D17-58A0-43AB-82C8-E16ECD55F502}" type="presParOf" srcId="{D1EA3809-354C-42AA-B040-8B295724B5DA}" destId="{A3F5AACB-4941-4375-9257-3C08269C058D}" srcOrd="2" destOrd="0" presId="urn:microsoft.com/office/officeart/2018/5/layout/CenteredIconLabelDescriptionList"/>
    <dgm:cxn modelId="{9B50341E-FA5F-4E9C-B18E-D96D54ABF79A}" type="presParOf" srcId="{D1EA3809-354C-42AA-B040-8B295724B5DA}" destId="{724F3C0A-F258-4B19-BFF0-3970C1C1C86F}" srcOrd="3" destOrd="0" presId="urn:microsoft.com/office/officeart/2018/5/layout/CenteredIconLabelDescriptionList"/>
    <dgm:cxn modelId="{57AB5D18-33B5-480C-B20E-52B586E1F249}" type="presParOf" srcId="{D1EA3809-354C-42AA-B040-8B295724B5DA}" destId="{FE93FDF4-82DA-45FA-9A1E-C612D39D3B6A}" srcOrd="4" destOrd="0" presId="urn:microsoft.com/office/officeart/2018/5/layout/CenteredIconLabelDescriptionList"/>
    <dgm:cxn modelId="{C1216ACB-3135-4684-A1C5-A4D57FAD19DA}" type="presParOf" srcId="{DA14DB78-971D-423E-ABBC-4C0BFC9A4508}" destId="{E498811C-808C-435A-95EB-9D224CF52F01}" srcOrd="1" destOrd="0" presId="urn:microsoft.com/office/officeart/2018/5/layout/CenteredIconLabelDescriptionList"/>
    <dgm:cxn modelId="{14E0CDBC-4332-4B5A-9E75-B8331E647B7F}" type="presParOf" srcId="{DA14DB78-971D-423E-ABBC-4C0BFC9A4508}" destId="{2DA928AB-63CA-476E-9590-F71A63129A4F}" srcOrd="2" destOrd="0" presId="urn:microsoft.com/office/officeart/2018/5/layout/CenteredIconLabelDescriptionList"/>
    <dgm:cxn modelId="{A9126A6D-8E03-432C-8DC3-C89F70A133EE}" type="presParOf" srcId="{2DA928AB-63CA-476E-9590-F71A63129A4F}" destId="{B659D329-FFCB-4A99-9159-9545CCFD1864}" srcOrd="0" destOrd="0" presId="urn:microsoft.com/office/officeart/2018/5/layout/CenteredIconLabelDescriptionList"/>
    <dgm:cxn modelId="{546FA4D3-19D6-4AC8-927E-773C08C3C665}" type="presParOf" srcId="{2DA928AB-63CA-476E-9590-F71A63129A4F}" destId="{7AC829E4-3597-4D5D-A451-4211F5528A3B}" srcOrd="1" destOrd="0" presId="urn:microsoft.com/office/officeart/2018/5/layout/CenteredIconLabelDescriptionList"/>
    <dgm:cxn modelId="{6512493F-6C73-4D55-97E3-0F5F55EF79FC}" type="presParOf" srcId="{2DA928AB-63CA-476E-9590-F71A63129A4F}" destId="{2F6EFE1B-9CAA-475C-BE46-7AB33E0E0233}" srcOrd="2" destOrd="0" presId="urn:microsoft.com/office/officeart/2018/5/layout/CenteredIconLabelDescriptionList"/>
    <dgm:cxn modelId="{77DD6E0B-E0C6-4A67-88C5-299CDBF61997}" type="presParOf" srcId="{2DA928AB-63CA-476E-9590-F71A63129A4F}" destId="{CEFA69B0-E3C1-4A80-B17A-E8897609B570}" srcOrd="3" destOrd="0" presId="urn:microsoft.com/office/officeart/2018/5/layout/CenteredIconLabelDescriptionList"/>
    <dgm:cxn modelId="{3962A81A-D98E-4F6B-90D0-485BD69937AD}" type="presParOf" srcId="{2DA928AB-63CA-476E-9590-F71A63129A4F}" destId="{7F4A702B-11E4-4211-A9B6-CAF76DE9963E}" srcOrd="4" destOrd="0" presId="urn:microsoft.com/office/officeart/2018/5/layout/CenteredIconLabelDescriptionList"/>
    <dgm:cxn modelId="{C32BC598-59D2-4E85-AE3D-95282A472606}" type="presParOf" srcId="{DA14DB78-971D-423E-ABBC-4C0BFC9A4508}" destId="{71A4AE05-E956-421B-8F79-2FA0766F0D49}" srcOrd="3" destOrd="0" presId="urn:microsoft.com/office/officeart/2018/5/layout/CenteredIconLabelDescriptionList"/>
    <dgm:cxn modelId="{1CD6B924-43E0-4AB0-9BA7-A8D232200097}" type="presParOf" srcId="{DA14DB78-971D-423E-ABBC-4C0BFC9A4508}" destId="{8AE20949-93A6-4596-B28C-7582693FC50C}" srcOrd="4" destOrd="0" presId="urn:microsoft.com/office/officeart/2018/5/layout/CenteredIconLabelDescriptionList"/>
    <dgm:cxn modelId="{AE590B55-22FD-4BCF-B759-7693BF63E726}" type="presParOf" srcId="{8AE20949-93A6-4596-B28C-7582693FC50C}" destId="{24A53ECD-764D-4FF8-9153-CE9D4FBA6DB1}" srcOrd="0" destOrd="0" presId="urn:microsoft.com/office/officeart/2018/5/layout/CenteredIconLabelDescriptionList"/>
    <dgm:cxn modelId="{6E0CFC99-570C-4326-84D4-7E38D5D91ECA}" type="presParOf" srcId="{8AE20949-93A6-4596-B28C-7582693FC50C}" destId="{AF2092C4-E23D-452B-A583-573F232CB51D}" srcOrd="1" destOrd="0" presId="urn:microsoft.com/office/officeart/2018/5/layout/CenteredIconLabelDescriptionList"/>
    <dgm:cxn modelId="{7001E932-2647-4C58-ADB7-90C3A9268FA3}" type="presParOf" srcId="{8AE20949-93A6-4596-B28C-7582693FC50C}" destId="{5D88F1DD-3536-4BA5-BD1D-077D0CA87FCA}" srcOrd="2" destOrd="0" presId="urn:microsoft.com/office/officeart/2018/5/layout/CenteredIconLabelDescriptionList"/>
    <dgm:cxn modelId="{597C8964-B7DB-4BE7-87EE-B1CBA8F64F8D}" type="presParOf" srcId="{8AE20949-93A6-4596-B28C-7582693FC50C}" destId="{3AAF35B6-29A1-422E-B3E2-06FE3917C557}" srcOrd="3" destOrd="0" presId="urn:microsoft.com/office/officeart/2018/5/layout/CenteredIconLabelDescriptionList"/>
    <dgm:cxn modelId="{80F1E940-E370-45F3-8485-B36045180487}" type="presParOf" srcId="{8AE20949-93A6-4596-B28C-7582693FC50C}" destId="{18BB71A3-CB54-4F25-B66C-791E75BDECA1}" srcOrd="4" destOrd="0" presId="urn:microsoft.com/office/officeart/2018/5/layout/CenteredIconLabelDescriptionList"/>
    <dgm:cxn modelId="{D9F7AFD6-6687-774F-9262-AC5C180AAC16}" type="presParOf" srcId="{DA14DB78-971D-423E-ABBC-4C0BFC9A4508}" destId="{F4F9123C-B2C0-FC4A-B6AB-F3D0F4541890}" srcOrd="5" destOrd="0" presId="urn:microsoft.com/office/officeart/2018/5/layout/CenteredIconLabelDescriptionList"/>
    <dgm:cxn modelId="{6D217A80-51A9-334A-BCFF-50561D77394A}" type="presParOf" srcId="{DA14DB78-971D-423E-ABBC-4C0BFC9A4508}" destId="{82CC2183-1E4D-D442-9707-5030CED9F169}" srcOrd="6" destOrd="0" presId="urn:microsoft.com/office/officeart/2018/5/layout/CenteredIconLabelDescriptionList"/>
    <dgm:cxn modelId="{74126719-4FFD-F44A-B623-9E68D110B0BE}" type="presParOf" srcId="{82CC2183-1E4D-D442-9707-5030CED9F169}" destId="{D540F324-1EA1-544E-8552-E70CF220A3CF}" srcOrd="0" destOrd="0" presId="urn:microsoft.com/office/officeart/2018/5/layout/CenteredIconLabelDescriptionList"/>
    <dgm:cxn modelId="{7A8CF6C5-57A0-7249-B4D5-26B0EDC5EEC6}" type="presParOf" srcId="{82CC2183-1E4D-D442-9707-5030CED9F169}" destId="{8D39E7ED-0AC6-BD4A-A65C-6F19B1D96E06}" srcOrd="1" destOrd="0" presId="urn:microsoft.com/office/officeart/2018/5/layout/CenteredIconLabelDescriptionList"/>
    <dgm:cxn modelId="{FDD8FE22-DDD7-4A41-B0B1-B9FF7F18FCC1}" type="presParOf" srcId="{82CC2183-1E4D-D442-9707-5030CED9F169}" destId="{1D873DFE-66FE-1346-A296-1ED6A8AA836B}" srcOrd="2" destOrd="0" presId="urn:microsoft.com/office/officeart/2018/5/layout/CenteredIconLabelDescriptionList"/>
    <dgm:cxn modelId="{3827F7DF-7373-D54F-8208-F00F1F664B65}" type="presParOf" srcId="{82CC2183-1E4D-D442-9707-5030CED9F169}" destId="{4D0E557A-B27F-A744-A120-9C38D141AB50}" srcOrd="3" destOrd="0" presId="urn:microsoft.com/office/officeart/2018/5/layout/CenteredIconLabelDescriptionList"/>
    <dgm:cxn modelId="{E30CD0E8-CBFD-FD44-9CE9-F3330DDD9D3B}" type="presParOf" srcId="{82CC2183-1E4D-D442-9707-5030CED9F169}" destId="{6826AF14-7E44-834F-A8FD-48CC806C15BE}" srcOrd="4" destOrd="0" presId="urn:microsoft.com/office/officeart/2018/5/layout/CenteredIconLabelDescription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D6AE34-E008-4F80-8A65-14EF5C53FC2D}">
      <dsp:nvSpPr>
        <dsp:cNvPr id="0" name=""/>
        <dsp:cNvSpPr/>
      </dsp:nvSpPr>
      <dsp:spPr>
        <a:xfrm flipH="1">
          <a:off x="1735745" y="805522"/>
          <a:ext cx="938" cy="91"/>
        </a:xfrm>
        <a:prstGeom prst="rect">
          <a:avLst/>
        </a:prstGeom>
        <a:blipFill dpi="0" rotWithShape="1">
          <a:blip xmlns:r="http://schemas.openxmlformats.org/officeDocument/2006/relationships" r:embed="rId1">
            <a:alphaModFix amt="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dbl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F5AACB-4941-4375-9257-3C08269C058D}">
      <dsp:nvSpPr>
        <dsp:cNvPr id="0" name=""/>
        <dsp:cNvSpPr/>
      </dsp:nvSpPr>
      <dsp:spPr>
        <a:xfrm>
          <a:off x="16219" y="1074328"/>
          <a:ext cx="3439990" cy="1266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 dirty="0">
              <a:solidFill>
                <a:schemeClr val="tx1"/>
              </a:solidFill>
              <a:cs typeface="Arial"/>
            </a:rPr>
            <a:t>Resource Management</a:t>
          </a:r>
        </a:p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endParaRPr lang="en-US" sz="2800" kern="1200" dirty="0"/>
        </a:p>
      </dsp:txBody>
      <dsp:txXfrm>
        <a:off x="16219" y="1074328"/>
        <a:ext cx="3439990" cy="1266589"/>
      </dsp:txXfrm>
    </dsp:sp>
    <dsp:sp modelId="{FE93FDF4-82DA-45FA-9A1E-C612D39D3B6A}">
      <dsp:nvSpPr>
        <dsp:cNvPr id="0" name=""/>
        <dsp:cNvSpPr/>
      </dsp:nvSpPr>
      <dsp:spPr>
        <a:xfrm>
          <a:off x="16219" y="2462567"/>
          <a:ext cx="3439990" cy="43811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rgbClr val="374151"/>
              </a:solidFill>
              <a:ea typeface="+mn-lt"/>
              <a:cs typeface="+mn-lt"/>
            </a:rPr>
            <a:t>YARN provides a centralized framework for managing resources, such as CPU and memory, across the Hadoop cluster. </a:t>
          </a: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rgbClr val="374151"/>
              </a:solidFill>
              <a:ea typeface="+mn-lt"/>
              <a:cs typeface="+mn-lt"/>
            </a:rPr>
            <a:t>It allocates resources to applications based on their needs and priorities, ensuring that all apps have the resources they need to run efficiently.</a:t>
          </a:r>
          <a:endParaRPr lang="en-US" sz="2400" kern="1200" dirty="0"/>
        </a:p>
      </dsp:txBody>
      <dsp:txXfrm>
        <a:off x="16219" y="2462567"/>
        <a:ext cx="3439990" cy="4381121"/>
      </dsp:txXfrm>
    </dsp:sp>
    <dsp:sp modelId="{B659D329-FFCB-4A99-9159-9545CCFD1864}">
      <dsp:nvSpPr>
        <dsp:cNvPr id="0" name=""/>
        <dsp:cNvSpPr/>
      </dsp:nvSpPr>
      <dsp:spPr>
        <a:xfrm>
          <a:off x="5773102" y="811170"/>
          <a:ext cx="10200" cy="2121"/>
        </a:xfrm>
        <a:prstGeom prst="rect">
          <a:avLst/>
        </a:prstGeom>
        <a:blipFill dpi="0" rotWithShape="1">
          <a:blip xmlns:r="http://schemas.openxmlformats.org/officeDocument/2006/relationships" r:embed="rId3">
            <a:alphaModFix amt="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dbl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6EFE1B-9CAA-475C-BE46-7AB33E0E0233}">
      <dsp:nvSpPr>
        <dsp:cNvPr id="0" name=""/>
        <dsp:cNvSpPr/>
      </dsp:nvSpPr>
      <dsp:spPr>
        <a:xfrm>
          <a:off x="4058207" y="1074836"/>
          <a:ext cx="3439990" cy="1266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 dirty="0">
              <a:solidFill>
                <a:schemeClr val="tx1"/>
              </a:solidFill>
              <a:cs typeface="Arial"/>
            </a:rPr>
            <a:t>Application Scheduling</a:t>
          </a:r>
          <a:endParaRPr lang="en-US" sz="2800" kern="1200" dirty="0"/>
        </a:p>
      </dsp:txBody>
      <dsp:txXfrm>
        <a:off x="4058207" y="1074836"/>
        <a:ext cx="3439990" cy="1266589"/>
      </dsp:txXfrm>
    </dsp:sp>
    <dsp:sp modelId="{7F4A702B-11E4-4211-A9B6-CAF76DE9963E}">
      <dsp:nvSpPr>
        <dsp:cNvPr id="0" name=""/>
        <dsp:cNvSpPr/>
      </dsp:nvSpPr>
      <dsp:spPr>
        <a:xfrm>
          <a:off x="4058207" y="2463074"/>
          <a:ext cx="3439990" cy="43811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rgbClr val="292934"/>
              </a:solidFill>
              <a:cs typeface="Arial"/>
            </a:rPr>
            <a:t>YARN schedules tasks across the cluster, taking into account resource availability, data locality, and application priorities</a:t>
          </a: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rgbClr val="292934"/>
              </a:solidFill>
              <a:cs typeface="Arial"/>
            </a:rPr>
            <a:t>It ensures that tasks are scheduled to run on nodes that have the resources they need and that data is located close to the nodes that process it, reducing network overhead.</a:t>
          </a:r>
          <a:endParaRPr lang="en-US" sz="2400" kern="1200" dirty="0"/>
        </a:p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>
            <a:solidFill>
              <a:srgbClr val="292934"/>
            </a:solidFill>
            <a:cs typeface="Arial"/>
          </a:endParaRPr>
        </a:p>
      </dsp:txBody>
      <dsp:txXfrm>
        <a:off x="4058207" y="2463074"/>
        <a:ext cx="3439990" cy="4381121"/>
      </dsp:txXfrm>
    </dsp:sp>
    <dsp:sp modelId="{24A53ECD-764D-4FF8-9153-CE9D4FBA6DB1}">
      <dsp:nvSpPr>
        <dsp:cNvPr id="0" name=""/>
        <dsp:cNvSpPr/>
      </dsp:nvSpPr>
      <dsp:spPr>
        <a:xfrm>
          <a:off x="9815090" y="811170"/>
          <a:ext cx="10200" cy="2121"/>
        </a:xfrm>
        <a:prstGeom prst="rect">
          <a:avLst/>
        </a:prstGeom>
        <a:blipFill dpi="0" rotWithShape="1">
          <a:blip xmlns:r="http://schemas.openxmlformats.org/officeDocument/2006/relationships" r:embed="rId5">
            <a:alphaModFix amt="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dbl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88F1DD-3536-4BA5-BD1D-077D0CA87FCA}">
      <dsp:nvSpPr>
        <dsp:cNvPr id="0" name=""/>
        <dsp:cNvSpPr/>
      </dsp:nvSpPr>
      <dsp:spPr>
        <a:xfrm>
          <a:off x="8100196" y="1074836"/>
          <a:ext cx="3439990" cy="1266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 dirty="0">
              <a:solidFill>
                <a:schemeClr val="tx1"/>
              </a:solidFill>
              <a:cs typeface="Arial"/>
            </a:rPr>
            <a:t>Monitoring</a:t>
          </a:r>
          <a:endParaRPr lang="en-US" sz="2800" kern="1200" dirty="0"/>
        </a:p>
      </dsp:txBody>
      <dsp:txXfrm>
        <a:off x="8100196" y="1074836"/>
        <a:ext cx="3439990" cy="1266589"/>
      </dsp:txXfrm>
    </dsp:sp>
    <dsp:sp modelId="{18BB71A3-CB54-4F25-B66C-791E75BDECA1}">
      <dsp:nvSpPr>
        <dsp:cNvPr id="0" name=""/>
        <dsp:cNvSpPr/>
      </dsp:nvSpPr>
      <dsp:spPr>
        <a:xfrm>
          <a:off x="8100196" y="2463074"/>
          <a:ext cx="3439990" cy="43811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rgbClr val="333333"/>
              </a:solidFill>
              <a:ea typeface="+mn-lt"/>
              <a:cs typeface="+mn-lt"/>
            </a:rPr>
            <a:t>YARN monitors the health and performance of the cluster and provides insights into resource utilization and application performance. </a:t>
          </a: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rgbClr val="333333"/>
              </a:solidFill>
              <a:ea typeface="+mn-lt"/>
              <a:cs typeface="+mn-lt"/>
            </a:rPr>
            <a:t>This information can be used to identify and resolve problems, optimize resource allocation, and improve overall cluster performance</a:t>
          </a:r>
          <a:endParaRPr lang="en-US" sz="2400" kern="1200" dirty="0"/>
        </a:p>
      </dsp:txBody>
      <dsp:txXfrm>
        <a:off x="8100196" y="2463074"/>
        <a:ext cx="3439990" cy="4381121"/>
      </dsp:txXfrm>
    </dsp:sp>
    <dsp:sp modelId="{D540F324-1EA1-544E-8552-E70CF220A3CF}">
      <dsp:nvSpPr>
        <dsp:cNvPr id="0" name=""/>
        <dsp:cNvSpPr/>
      </dsp:nvSpPr>
      <dsp:spPr>
        <a:xfrm>
          <a:off x="13857079" y="811170"/>
          <a:ext cx="10200" cy="21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dbl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873DFE-66FE-1346-A296-1ED6A8AA836B}">
      <dsp:nvSpPr>
        <dsp:cNvPr id="0" name=""/>
        <dsp:cNvSpPr/>
      </dsp:nvSpPr>
      <dsp:spPr>
        <a:xfrm>
          <a:off x="12142184" y="1074836"/>
          <a:ext cx="3439990" cy="1266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 dirty="0"/>
            <a:t>Flexibility</a:t>
          </a:r>
        </a:p>
      </dsp:txBody>
      <dsp:txXfrm>
        <a:off x="12142184" y="1074836"/>
        <a:ext cx="3439990" cy="1266589"/>
      </dsp:txXfrm>
    </dsp:sp>
    <dsp:sp modelId="{6826AF14-7E44-834F-A8FD-48CC806C15BE}">
      <dsp:nvSpPr>
        <dsp:cNvPr id="0" name=""/>
        <dsp:cNvSpPr/>
      </dsp:nvSpPr>
      <dsp:spPr>
        <a:xfrm>
          <a:off x="12142184" y="2463074"/>
          <a:ext cx="3439990" cy="43811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2400" b="0" i="0" kern="1200" dirty="0">
              <a:solidFill>
                <a:srgbClr val="1F1F1F"/>
              </a:solidFill>
              <a:effectLst/>
              <a:latin typeface="+mn-lt"/>
            </a:rPr>
            <a:t>YARN is a flexible framework that can support a variety of workloads, including batch processing, MapReduce jobs, and streaming applications. </a:t>
          </a: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2400" b="0" i="0" kern="1200" dirty="0">
              <a:solidFill>
                <a:srgbClr val="1F1F1F"/>
              </a:solidFill>
              <a:effectLst/>
              <a:latin typeface="+mn-lt"/>
            </a:rPr>
            <a:t>This makes it a versatile platform for big data processing and a valuable tool for organizations that need to handle diverse data processing tasks.</a:t>
          </a:r>
          <a:endParaRPr lang="en-US" sz="2400" kern="1200" dirty="0">
            <a:latin typeface="+mn-lt"/>
          </a:endParaRPr>
        </a:p>
      </dsp:txBody>
      <dsp:txXfrm>
        <a:off x="12142184" y="2463074"/>
        <a:ext cx="3439990" cy="43811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919ED-7EBC-0349-92FD-49744747E976}" type="datetimeFigureOut">
              <a:rPr lang="en-US" smtClean="0"/>
              <a:t>7/8/2024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1147B-6250-B74A-893B-83F308D48E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14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536A5-2511-45D9-8AD9-23F11C951D17}" type="datetime1">
              <a:rPr lang="en-US" smtClean="0"/>
              <a:t>7/8/2024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02a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139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  <p:sldLayoutId id="2147483677" r:id="rId4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7124E-2AFD-8B0F-2A0E-4F4FC4AEE7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Module 2: Lesson 5 </a:t>
            </a:r>
            <a:br>
              <a:rPr lang="en-US" dirty="0"/>
            </a:br>
            <a:r>
              <a:rPr lang="en-US" sz="5400" dirty="0"/>
              <a:t>Yet Another Resource Negotiator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7983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4BA2E-D9CC-2C39-CC88-C18088FAB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YARN (Yet Another Resource Manager)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AFF48F-88D7-36EF-3D3C-89AD220846E7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3200" b="0" i="0" dirty="0">
                <a:solidFill>
                  <a:schemeClr val="bg2"/>
                </a:solidFill>
                <a:effectLst/>
              </a:rPr>
              <a:t>Hadoop’s cluster resource management and application scheduling system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D4DE36-52C0-CB95-BACC-337A00B1A90C}"/>
              </a:ext>
            </a:extLst>
          </p:cNvPr>
          <p:cNvSpPr/>
          <p:nvPr/>
        </p:nvSpPr>
        <p:spPr>
          <a:xfrm>
            <a:off x="1232453" y="3895725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chemeClr val="tx1"/>
                </a:solidFill>
              </a:rPr>
              <a:t>Provides a service and framework independent means to control cluster utilization and manage applications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AAFCEC-8CFD-2586-37E2-FB68E05134D6}"/>
              </a:ext>
            </a:extLst>
          </p:cNvPr>
          <p:cNvSpPr/>
          <p:nvPr/>
        </p:nvSpPr>
        <p:spPr>
          <a:xfrm>
            <a:off x="1232453" y="5467350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0" i="0" dirty="0">
                <a:solidFill>
                  <a:schemeClr val="tx1"/>
                </a:solidFill>
                <a:effectLst/>
              </a:rPr>
              <a:t>Supports multitenancy where cluster resources are shared among multiple users (jobs/applications) according to well defined policies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65C159-5C92-BCA3-41C6-866AA4775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32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C379E-337C-E555-73C1-C466E4248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3200" dirty="0">
              <a:solidFill>
                <a:schemeClr val="bg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198E06-907F-EDB8-3165-65181847C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3200" dirty="0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BFD7CE-AB6F-124F-FD61-7AB8ADFC99E3}"/>
              </a:ext>
            </a:extLst>
          </p:cNvPr>
          <p:cNvSpPr/>
          <p:nvPr/>
        </p:nvSpPr>
        <p:spPr>
          <a:xfrm>
            <a:off x="1232453" y="7038975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0" i="0" dirty="0">
                <a:solidFill>
                  <a:schemeClr val="bg2"/>
                </a:solidFill>
                <a:effectLst/>
              </a:rPr>
              <a:t>Facilitates higher cluster utilization, whereby resources not used by one user could be made available to another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145B75-5BEF-663B-2CA4-F20ABD4D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50889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4BA2E-D9CC-2C39-CC88-C18088FAB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YARN (Yet Another Resource Manager)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AFF48F-88D7-36EF-3D3C-89AD220846E7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3200" b="0" i="0" dirty="0">
                <a:solidFill>
                  <a:schemeClr val="bg2"/>
                </a:solidFill>
                <a:effectLst/>
              </a:rPr>
              <a:t>Allows lower operational costs as only one cluster may be provisioned, secured, and  managed</a:t>
            </a:r>
            <a:r>
              <a:rPr lang="en-US" sz="3200" dirty="0">
                <a:solidFill>
                  <a:schemeClr val="bg2"/>
                </a:solidFill>
              </a:rPr>
              <a:t> </a:t>
            </a:r>
            <a:r>
              <a:rPr lang="en-US" sz="3200" b="0" i="0" dirty="0">
                <a:solidFill>
                  <a:schemeClr val="bg2"/>
                </a:solidFill>
                <a:effectLst/>
              </a:rPr>
              <a:t>while supporting a range variable workloads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D4DE36-52C0-CB95-BACC-337A00B1A90C}"/>
              </a:ext>
            </a:extLst>
          </p:cNvPr>
          <p:cNvSpPr/>
          <p:nvPr/>
        </p:nvSpPr>
        <p:spPr>
          <a:xfrm>
            <a:off x="1232453" y="3895725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chemeClr val="tx1"/>
                </a:solidFill>
              </a:rPr>
              <a:t>Provides a service and framework independent means to control cluster utilization and manage applications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AAFCEC-8CFD-2586-37E2-FB68E05134D6}"/>
              </a:ext>
            </a:extLst>
          </p:cNvPr>
          <p:cNvSpPr/>
          <p:nvPr/>
        </p:nvSpPr>
        <p:spPr>
          <a:xfrm>
            <a:off x="1232453" y="5467350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0" i="0" dirty="0">
                <a:solidFill>
                  <a:schemeClr val="tx1"/>
                </a:solidFill>
                <a:effectLst/>
              </a:rPr>
              <a:t>Reduces data motion; no need to move data between cluster running one Hadoop service and cluster running another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65C159-5C92-BCA3-41C6-866AA4775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32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C379E-337C-E555-73C1-C466E4248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3200" dirty="0">
              <a:solidFill>
                <a:schemeClr val="bg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198E06-907F-EDB8-3165-65181847C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3200" dirty="0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BFD7CE-AB6F-124F-FD61-7AB8ADFC99E3}"/>
              </a:ext>
            </a:extLst>
          </p:cNvPr>
          <p:cNvSpPr/>
          <p:nvPr/>
        </p:nvSpPr>
        <p:spPr>
          <a:xfrm>
            <a:off x="1232453" y="7038975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0" i="0" dirty="0">
                <a:solidFill>
                  <a:schemeClr val="bg2"/>
                </a:solidFill>
                <a:effectLst/>
              </a:rPr>
              <a:t>Manageable resources include CPU (vcores) and memory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145B75-5BEF-663B-2CA4-F20ABD4D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44578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85664-0D67-95B0-79C7-11B7CA4B0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are the Capabilities of YARN?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20FECF-B966-6A64-072C-C24A324F8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Big Data Technologies - Module 01a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F4C9CE-0775-9EC1-486F-C1EAEB53C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89303E2-24A7-45FB-8F9B-C98A0FA0F4CA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16" name="Content Placeholder 6" descr="&quot;The image depicts a summarized comparison of different aspects of YARN’s capabilities in resource management within computing clusters. It is relevant for understanding how YARN optimizes computing tasks across large-scale data processing environments:&#10;&#10;Resource Management (YARN):&#10;YARN provides a centralized framework for managing resources, such as CPU and memory, across the cluster.&#10;Application Scheduling (YARN):&#10;YARN schedules tasks across the cluster, taking into account resource availability, data locality, and application priorities.&#10;Monitoring (YARN):&#10;YARN monitors the health of the cluster and performance metrics to provide insights into resource utilization.&#10;Flexibility (YARN):&#10;YARN is a flexible framework supporting various workloads, including MapReduce jobs, batch processing, and streaming applications.&quot;">
            <a:extLst>
              <a:ext uri="{FF2B5EF4-FFF2-40B4-BE49-F238E27FC236}">
                <a16:creationId xmlns:a16="http://schemas.microsoft.com/office/drawing/2014/main" id="{618E5F47-9438-9B29-F507-C8B333BB83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7157117"/>
              </p:ext>
            </p:extLst>
          </p:nvPr>
        </p:nvGraphicFramePr>
        <p:xfrm>
          <a:off x="1098550" y="1175951"/>
          <a:ext cx="15598394" cy="76553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1026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F2D00-31E3-348F-8948-CFA040B08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YARN Architecture </a:t>
            </a:r>
            <a:br>
              <a:rPr lang="en-US" dirty="0"/>
            </a:br>
            <a:r>
              <a:rPr lang="en-US" sz="4800" dirty="0"/>
              <a:t>Overview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BC0918-D4AC-1A50-3527-6172208C036D}"/>
              </a:ext>
            </a:extLst>
          </p:cNvPr>
          <p:cNvSpPr/>
          <p:nvPr/>
        </p:nvSpPr>
        <p:spPr>
          <a:xfrm>
            <a:off x="1232453" y="2324100"/>
            <a:ext cx="7187648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US" sz="2000" dirty="0">
                <a:solidFill>
                  <a:schemeClr val="bg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YARN service is composed of two daemon types</a:t>
            </a:r>
            <a:endParaRPr lang="en-US" sz="2000" dirty="0">
              <a:solidFill>
                <a:schemeClr val="bg2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B94E04-006B-612E-6263-50EC5EA353AD}"/>
              </a:ext>
            </a:extLst>
          </p:cNvPr>
          <p:cNvSpPr/>
          <p:nvPr/>
        </p:nvSpPr>
        <p:spPr>
          <a:xfrm>
            <a:off x="1232453" y="3895725"/>
            <a:ext cx="7187647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The primary daemon is called the ResourceManager which communicates with the client, tracks resources on the cluster, and orchestrates work by assigning tasks to NodeManagers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8FFD98-0259-3AA4-8602-7A631F8F17CB}"/>
              </a:ext>
            </a:extLst>
          </p:cNvPr>
          <p:cNvSpPr/>
          <p:nvPr/>
        </p:nvSpPr>
        <p:spPr>
          <a:xfrm>
            <a:off x="1232453" y="5467350"/>
            <a:ext cx="7187648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000" b="0" i="0" dirty="0">
                <a:solidFill>
                  <a:schemeClr val="tx1"/>
                </a:solidFill>
                <a:effectLst/>
              </a:rPr>
              <a:t>And the worker daemons are called NodeManagers that launch and track processes spawned on worker nodes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9DCF2A-D090-6F81-EB5C-6246FA489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AC7583-A94E-8B3B-0F68-90D20807E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01CD67-32F7-1694-80C3-78181F593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000" dirty="0">
              <a:solidFill>
                <a:schemeClr val="bg2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ED56458-FE25-AC29-0450-3FEA17DCA557}"/>
              </a:ext>
            </a:extLst>
          </p:cNvPr>
          <p:cNvSpPr/>
          <p:nvPr/>
        </p:nvSpPr>
        <p:spPr>
          <a:xfrm>
            <a:off x="1232453" y="7038975"/>
            <a:ext cx="7187648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0" i="0" dirty="0">
                <a:solidFill>
                  <a:schemeClr val="bg2"/>
                </a:solidFill>
                <a:effectLst/>
              </a:rPr>
              <a:t>A client communicates with the ResourceManager to request it to run an application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D1A3EC7-6464-C352-7B17-363494311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pic>
        <p:nvPicPr>
          <p:cNvPr id="6" name="Picture 5" descr="&quot;The image depicts a schematic representation of a Hadoop Cluster architecture. It features the following components:&#10;&#10;Primary Node:&#10;Contains a ‘Scheduler’ and an ‘Applications Manager.’&#10;Client Node:&#10;Interacts with the Primary Node.&#10;Worker Nodes (two in total):&#10;Each Worker Node has a ‘Node Manager’ and an ‘Application Container.’&#10;Resource Manager:&#10;Central component connecting the Worker Nodes to the Primary Node.&#10;This diagram visually explains how different nodes and managers within a Hadoop system interact with each other, which is essential for understanding distributed computing and big data processing.&quot;">
            <a:extLst>
              <a:ext uri="{FF2B5EF4-FFF2-40B4-BE49-F238E27FC236}">
                <a16:creationId xmlns:a16="http://schemas.microsoft.com/office/drawing/2014/main" id="{EB1A9485-348C-6C6B-2673-2FFBAD24F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9692" y="2153949"/>
            <a:ext cx="7924799" cy="662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068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F2D00-31E3-348F-8948-CFA040B08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YARN Architecture</a:t>
            </a:r>
            <a:br>
              <a:rPr lang="en-US" dirty="0"/>
            </a:br>
            <a:r>
              <a:rPr lang="en-US" dirty="0"/>
              <a:t>ResourceManager (Scheduler)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5B3EC7-1792-A6CA-A3A6-C21BC29FD2E2}"/>
              </a:ext>
            </a:extLst>
          </p:cNvPr>
          <p:cNvSpPr/>
          <p:nvPr/>
        </p:nvSpPr>
        <p:spPr>
          <a:xfrm>
            <a:off x="1232453" y="2446020"/>
            <a:ext cx="7181297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bg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One of the components of the ResourceManager is the Scheduler</a:t>
            </a:r>
            <a:endParaRPr lang="en-US" sz="2000" dirty="0">
              <a:solidFill>
                <a:schemeClr val="bg2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32DABA-5066-D830-A8E5-DD8D2BDA1004}"/>
              </a:ext>
            </a:extLst>
          </p:cNvPr>
          <p:cNvSpPr/>
          <p:nvPr/>
        </p:nvSpPr>
        <p:spPr>
          <a:xfrm>
            <a:off x="1232454" y="3743325"/>
            <a:ext cx="7181296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The Schedular is responsible for allocating resources to the various running applications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689CA1-2A07-542D-8971-8EE4876079EC}"/>
              </a:ext>
            </a:extLst>
          </p:cNvPr>
          <p:cNvSpPr/>
          <p:nvPr/>
        </p:nvSpPr>
        <p:spPr>
          <a:xfrm>
            <a:off x="1232453" y="5010150"/>
            <a:ext cx="7181297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000" b="0" i="0" dirty="0">
                <a:solidFill>
                  <a:schemeClr val="tx1"/>
                </a:solidFill>
                <a:effectLst/>
              </a:rPr>
              <a:t>I performs no monitoring or tracking of the status of an application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D217E0-F9B9-51F6-1277-EE8BA6852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446020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64CFED-D827-C15D-2D36-5B2B1F4D9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743325"/>
            <a:ext cx="123245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ED19CC-7A61-81B3-7D8C-49B3C51E6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10150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000" dirty="0">
              <a:solidFill>
                <a:schemeClr val="bg2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F50A5C1-240F-F268-6DC5-1204F5533B68}"/>
              </a:ext>
            </a:extLst>
          </p:cNvPr>
          <p:cNvSpPr/>
          <p:nvPr/>
        </p:nvSpPr>
        <p:spPr>
          <a:xfrm>
            <a:off x="1232453" y="6249640"/>
            <a:ext cx="7181297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bg2"/>
                </a:solidFill>
              </a:rPr>
              <a:t>It offers no guarantees about restarting failed tasks either due to application or hardware failures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E726312-91A8-7DB7-D5E3-4A92F7E54F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6249640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763C3D1-DC20-8E61-D26D-C8C56EEE5352}"/>
              </a:ext>
            </a:extLst>
          </p:cNvPr>
          <p:cNvSpPr/>
          <p:nvPr/>
        </p:nvSpPr>
        <p:spPr>
          <a:xfrm>
            <a:off x="1262933" y="7526655"/>
            <a:ext cx="7181297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bg2"/>
                </a:solidFill>
              </a:rPr>
              <a:t>The Scheduler has a pluggable resource application policy which is responsible for sharing cluster resources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B91506A-224E-5DC2-9A9D-DCDE8F656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79" y="7526655"/>
            <a:ext cx="1234440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pic>
        <p:nvPicPr>
          <p:cNvPr id="12" name="Picture 11" descr="&quot;The image depicts a schematic representation of a Hadoop Cluster architecture. It features the following components:&#10;&#10;Primary Node:&#10;Contains a ‘Scheduler’ and an ‘Applications Manager.’&#10;Client Node:&#10;Interacts with the Primary Node.&#10;Worker Nodes (two in total):&#10;Each Worker Node has a ‘Node Manager’ and an ‘Application Container.’&#10;Resource Manager:&#10;Central component connecting the Worker Nodes to the Primary Node.&#10;This diagram visually explains how different nodes and managers within a Hadoop system interact with each other, which is essential for understanding distributed computing and big data processing.&quot;">
            <a:extLst>
              <a:ext uri="{FF2B5EF4-FFF2-40B4-BE49-F238E27FC236}">
                <a16:creationId xmlns:a16="http://schemas.microsoft.com/office/drawing/2014/main" id="{9A8260FE-FEAD-8004-364E-A2F7ACCC9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9692" y="2153949"/>
            <a:ext cx="7924799" cy="662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28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YARN Architecture</a:t>
            </a:r>
            <a:br>
              <a:rPr lang="en-US" dirty="0"/>
            </a:br>
            <a:r>
              <a:rPr lang="en-US" sz="4650" dirty="0"/>
              <a:t>Resource Scheduling Policies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cluster scheduler essentially has to address:</a:t>
            </a:r>
          </a:p>
          <a:p>
            <a:pPr lvl="1"/>
            <a:r>
              <a:rPr lang="en-US" dirty="0"/>
              <a:t>Multi-tenancy</a:t>
            </a:r>
          </a:p>
          <a:p>
            <a:pPr lvl="2"/>
            <a:r>
              <a:rPr lang="en-US" dirty="0"/>
              <a:t>Users launch many different applications, on behalf of multiple departments or organizations (all of which have some partial “ownership” of the cluster)</a:t>
            </a:r>
          </a:p>
          <a:p>
            <a:pPr lvl="2"/>
            <a:r>
              <a:rPr lang="en-US" dirty="0"/>
              <a:t>A cluster scheduler must share resources in some equitable fashion among these parties</a:t>
            </a:r>
          </a:p>
          <a:p>
            <a:pPr lvl="1"/>
            <a:r>
              <a:rPr lang="en-US" dirty="0"/>
              <a:t>Scalability</a:t>
            </a:r>
          </a:p>
          <a:p>
            <a:pPr lvl="2"/>
            <a:r>
              <a:rPr lang="en-US" dirty="0"/>
              <a:t>A cluster scheduler needs to scale to large clusters running many applications</a:t>
            </a:r>
          </a:p>
          <a:p>
            <a:pPr lvl="2"/>
            <a:r>
              <a:rPr lang="en-US" dirty="0"/>
              <a:t>This means that increasing the size of the cluster should improve performance without negatively affecting system latencies.</a:t>
            </a:r>
          </a:p>
          <a:p>
            <a:pPr lvl="2"/>
            <a:r>
              <a:rPr lang="en-US" dirty="0"/>
              <a:t>Also resource scheduling should not be optimized for any specific application type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dirty="0"/>
              <a:t>CSP554</a:t>
            </a:r>
            <a:r>
              <a:rPr lang="en-US" dirty="0"/>
              <a:t> Module 03a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A7C465-8597-4488-B68C-95844842771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348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YARN Architecture</a:t>
            </a:r>
            <a:br>
              <a:rPr lang="en-US" dirty="0"/>
            </a:br>
            <a:r>
              <a:rPr lang="en-US" sz="4650" dirty="0"/>
              <a:t>Resource Scheduling Policies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two standard modem resource scheduling policies</a:t>
            </a:r>
          </a:p>
          <a:p>
            <a:pPr lvl="1"/>
            <a:r>
              <a:rPr lang="en-US" dirty="0"/>
              <a:t>Fair Scheduler</a:t>
            </a:r>
          </a:p>
          <a:p>
            <a:pPr lvl="2"/>
            <a:r>
              <a:rPr lang="en-US" dirty="0"/>
              <a:t>Allocates resources to weighted pools, with fair sharing within each pool.</a:t>
            </a:r>
          </a:p>
          <a:p>
            <a:pPr lvl="1"/>
            <a:r>
              <a:rPr lang="en-US" dirty="0"/>
              <a:t>Capacity Scheduler</a:t>
            </a:r>
          </a:p>
          <a:p>
            <a:pPr lvl="2"/>
            <a:r>
              <a:rPr lang="en-US" dirty="0"/>
              <a:t>Allocates resources to pools, with FIFO scheduling within each pool</a:t>
            </a:r>
          </a:p>
          <a:p>
            <a:r>
              <a:rPr lang="en-US" dirty="0"/>
              <a:t>Different vendors default to different scheduling policies</a:t>
            </a:r>
          </a:p>
          <a:p>
            <a:pPr lvl="1"/>
            <a:r>
              <a:rPr lang="en-US" dirty="0"/>
              <a:t>AWS EMR =&gt; Capacity scheduler</a:t>
            </a:r>
          </a:p>
          <a:p>
            <a:pPr lvl="1"/>
            <a:r>
              <a:rPr lang="en-US" dirty="0"/>
              <a:t>Cloudera Hadoop =&gt; Fair Scheduler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dirty="0"/>
              <a:t>CSP554</a:t>
            </a:r>
            <a:r>
              <a:rPr lang="en-US" dirty="0"/>
              <a:t> Module 03a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A7C465-8597-4488-B68C-95844842771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820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400" dirty="0">
                <a:solidFill>
                  <a:srgbClr val="D2533C"/>
                </a:solidFill>
              </a:rPr>
              <a:t>YARN Architecture</a:t>
            </a:r>
            <a:br>
              <a:rPr lang="en-US" sz="5400" dirty="0">
                <a:solidFill>
                  <a:srgbClr val="D2533C"/>
                </a:solidFill>
              </a:rPr>
            </a:br>
            <a:r>
              <a:rPr lang="en-US" sz="4200" dirty="0">
                <a:solidFill>
                  <a:srgbClr val="D2533C"/>
                </a:solidFill>
              </a:rPr>
              <a:t>Resource Scheduling Policies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Fair Scheduler is more flexible and allows for jobs to consume unused resources in the cluster</a:t>
            </a:r>
          </a:p>
          <a:p>
            <a:pPr lvl="1"/>
            <a:r>
              <a:rPr lang="en-US" dirty="0"/>
              <a:t>It provides resource guarantees by preempting tasks above the guarantee (fair share) based on defined weights</a:t>
            </a:r>
          </a:p>
          <a:p>
            <a:pPr lvl="1"/>
            <a:r>
              <a:rPr lang="en-US" dirty="0"/>
              <a:t>This makes it a good default for small to medium sized clusters.</a:t>
            </a:r>
          </a:p>
          <a:p>
            <a:r>
              <a:rPr lang="en-US" dirty="0"/>
              <a:t>The Capacity Scheduler is more rigid, and defines queues with resource quotas</a:t>
            </a:r>
          </a:p>
          <a:p>
            <a:pPr lvl="1"/>
            <a:r>
              <a:rPr lang="en-US" dirty="0"/>
              <a:t>Jobs cannot consume extra resources</a:t>
            </a:r>
          </a:p>
          <a:p>
            <a:pPr lvl="1"/>
            <a:r>
              <a:rPr lang="en-US" dirty="0"/>
              <a:t>This requires more configuration, tuning, and capacity planning</a:t>
            </a:r>
          </a:p>
          <a:p>
            <a:pPr lvl="1"/>
            <a:r>
              <a:rPr lang="en-US" dirty="0"/>
              <a:t>It's generally used on large clusters with lots of different workloads with different needs.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dirty="0"/>
              <a:t>CSP554</a:t>
            </a:r>
            <a:r>
              <a:rPr lang="en-US" dirty="0"/>
              <a:t> Module 03a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A7C465-8597-4488-B68C-95844842771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541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F2D00-31E3-348F-8948-CFA040B08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YARN Architecture</a:t>
            </a:r>
            <a:br>
              <a:rPr lang="en-US" dirty="0"/>
            </a:br>
            <a:r>
              <a:rPr lang="en-US" dirty="0"/>
              <a:t>ResourceManager (Applications Manager)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5B3EC7-1792-A6CA-A3A6-C21BC29FD2E2}"/>
              </a:ext>
            </a:extLst>
          </p:cNvPr>
          <p:cNvSpPr/>
          <p:nvPr/>
        </p:nvSpPr>
        <p:spPr>
          <a:xfrm>
            <a:off x="1232453" y="2446020"/>
            <a:ext cx="7181297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chemeClr val="bg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Another of the components of the ResourceManager is the Applications Manager</a:t>
            </a:r>
            <a:endParaRPr lang="en-US" sz="2200" dirty="0">
              <a:solidFill>
                <a:schemeClr val="bg2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32DABA-5066-D830-A8E5-DD8D2BDA1004}"/>
              </a:ext>
            </a:extLst>
          </p:cNvPr>
          <p:cNvSpPr/>
          <p:nvPr/>
        </p:nvSpPr>
        <p:spPr>
          <a:xfrm>
            <a:off x="1232454" y="3743325"/>
            <a:ext cx="7181296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200" dirty="0">
                <a:solidFill>
                  <a:schemeClr val="tx1"/>
                </a:solidFill>
              </a:rPr>
              <a:t>The Applications Manager is responsible for accepting client requests to execute applications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689CA1-2A07-542D-8971-8EE4876079EC}"/>
              </a:ext>
            </a:extLst>
          </p:cNvPr>
          <p:cNvSpPr/>
          <p:nvPr/>
        </p:nvSpPr>
        <p:spPr>
          <a:xfrm>
            <a:off x="1232453" y="5010150"/>
            <a:ext cx="7181297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200" b="0" i="0" dirty="0">
                <a:solidFill>
                  <a:schemeClr val="tx1"/>
                </a:solidFill>
                <a:effectLst/>
              </a:rPr>
              <a:t>It negotiates the first container executing the application specific Application Master task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D217E0-F9B9-51F6-1277-EE8BA6852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446020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2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64CFED-D827-C15D-2D36-5B2B1F4D9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743325"/>
            <a:ext cx="123245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2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ED19CC-7A61-81B3-7D8C-49B3C51E6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10150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200" dirty="0">
              <a:solidFill>
                <a:schemeClr val="bg2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F50A5C1-240F-F268-6DC5-1204F5533B68}"/>
              </a:ext>
            </a:extLst>
          </p:cNvPr>
          <p:cNvSpPr/>
          <p:nvPr/>
        </p:nvSpPr>
        <p:spPr>
          <a:xfrm>
            <a:off x="1232453" y="6249640"/>
            <a:ext cx="7181297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chemeClr val="bg2"/>
                </a:solidFill>
              </a:rPr>
              <a:t>It provides the service for restarting the Application Master task on failure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E726312-91A8-7DB7-D5E3-4A92F7E54F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6249640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763C3D1-DC20-8E61-D26D-C8C56EEE5352}"/>
              </a:ext>
            </a:extLst>
          </p:cNvPr>
          <p:cNvSpPr/>
          <p:nvPr/>
        </p:nvSpPr>
        <p:spPr>
          <a:xfrm>
            <a:off x="1262933" y="7526655"/>
            <a:ext cx="7181297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chemeClr val="bg2"/>
                </a:solidFill>
              </a:rPr>
              <a:t>Receives heartbeat indications form Node Managers to track Worker Node status and availability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B91506A-224E-5DC2-9A9D-DCDE8F656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79" y="7526655"/>
            <a:ext cx="1234440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dirty="0"/>
          </a:p>
        </p:txBody>
      </p:sp>
      <p:pic>
        <p:nvPicPr>
          <p:cNvPr id="12" name="Picture 11" descr="&quot;The image depicts a schematic representation of a Hadoop Cluster architecture. It features the following components:&#10;&#10;Primary Node:&#10;Contains a ‘Scheduler’ and an ‘Applications Manager.’&#10;Client Node:&#10;Interacts with the Primary Node.&#10;Worker Nodes (two in total):&#10;Each Worker Node has a ‘Node Manager’ and an ‘Application Container.’&#10;Resource Manager:&#10;Central component connecting the Worker Nodes to the Primary Node.&#10;This diagram visually explains how different nodes and managers within a Hadoop system interact with each other, which is essential for understanding distributed computing and big data processing.&quot;">
            <a:extLst>
              <a:ext uri="{FF2B5EF4-FFF2-40B4-BE49-F238E27FC236}">
                <a16:creationId xmlns:a16="http://schemas.microsoft.com/office/drawing/2014/main" id="{D53B9AC0-0B89-2428-4994-65A368D86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4219" y="2444895"/>
            <a:ext cx="7924799" cy="662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599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F2D00-31E3-348F-8948-CFA040B08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YARN Architecture</a:t>
            </a:r>
            <a:br>
              <a:rPr lang="en-US" dirty="0"/>
            </a:br>
            <a:r>
              <a:rPr lang="en-US" dirty="0"/>
              <a:t>NodeManager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5B3EC7-1792-A6CA-A3A6-C21BC29FD2E2}"/>
              </a:ext>
            </a:extLst>
          </p:cNvPr>
          <p:cNvSpPr/>
          <p:nvPr/>
        </p:nvSpPr>
        <p:spPr>
          <a:xfrm>
            <a:off x="1232453" y="2446020"/>
            <a:ext cx="7181297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chemeClr val="bg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The NodeManager is a daemon that runs on every worker node in the cluster</a:t>
            </a:r>
            <a:endParaRPr lang="en-US" sz="2200" dirty="0">
              <a:solidFill>
                <a:schemeClr val="bg2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32DABA-5066-D830-A8E5-DD8D2BDA1004}"/>
              </a:ext>
            </a:extLst>
          </p:cNvPr>
          <p:cNvSpPr/>
          <p:nvPr/>
        </p:nvSpPr>
        <p:spPr>
          <a:xfrm>
            <a:off x="1232454" y="3743325"/>
            <a:ext cx="7181296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200" dirty="0">
                <a:solidFill>
                  <a:schemeClr val="tx1"/>
                </a:solidFill>
              </a:rPr>
              <a:t>Oversees Containers through there lifecycles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689CA1-2A07-542D-8971-8EE4876079EC}"/>
              </a:ext>
            </a:extLst>
          </p:cNvPr>
          <p:cNvSpPr/>
          <p:nvPr/>
        </p:nvSpPr>
        <p:spPr>
          <a:xfrm>
            <a:off x="1232453" y="5010150"/>
            <a:ext cx="7181297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200" b="0" i="0" dirty="0">
                <a:solidFill>
                  <a:schemeClr val="tx1"/>
                </a:solidFill>
                <a:effectLst/>
              </a:rPr>
              <a:t>This includes launching containers (application tasks)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D217E0-F9B9-51F6-1277-EE8BA6852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446020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2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64CFED-D827-C15D-2D36-5B2B1F4D9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743325"/>
            <a:ext cx="123245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2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ED19CC-7A61-81B3-7D8C-49B3C51E6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10150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200" dirty="0">
              <a:solidFill>
                <a:schemeClr val="bg2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F50A5C1-240F-F268-6DC5-1204F5533B68}"/>
              </a:ext>
            </a:extLst>
          </p:cNvPr>
          <p:cNvSpPr/>
          <p:nvPr/>
        </p:nvSpPr>
        <p:spPr>
          <a:xfrm>
            <a:off x="1232453" y="6249640"/>
            <a:ext cx="7181297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chemeClr val="bg2"/>
                </a:solidFill>
              </a:rPr>
              <a:t>It monitors per worker node resource usage and reports this to the ResourceManager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E726312-91A8-7DB7-D5E3-4A92F7E54F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6249640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763C3D1-DC20-8E61-D26D-C8C56EEE5352}"/>
              </a:ext>
            </a:extLst>
          </p:cNvPr>
          <p:cNvSpPr/>
          <p:nvPr/>
        </p:nvSpPr>
        <p:spPr>
          <a:xfrm>
            <a:off x="1262933" y="7526655"/>
            <a:ext cx="7181297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chemeClr val="bg2"/>
                </a:solidFill>
              </a:rPr>
              <a:t>Registers with the ResourceManager and sends heartbeats with the health status of the worker node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B91506A-224E-5DC2-9A9D-DCDE8F656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79" y="7526655"/>
            <a:ext cx="1234440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dirty="0"/>
          </a:p>
        </p:txBody>
      </p:sp>
      <p:pic>
        <p:nvPicPr>
          <p:cNvPr id="11" name="Picture 10" descr="&quot;The image depicts a schematic representation of a Hadoop Cluster architecture. It features the following components:&#10;&#10;Primary Node:&#10;Contains a ‘Scheduler’ and an ‘Applications Manager.’&#10;Client Node:&#10;Interacts with the Primary Node.&#10;Worker Nodes (two in total):&#10;Each Worker Node has a ‘Node Manager’ and an ‘Application Container.’&#10;Resource Manager:&#10;Central component connecting the Worker Nodes to the Primary Node.&#10;This diagram visually explains how different nodes and managers within a Hadoop system interact with each other, which is essential for understanding distributed computing and big data processing.&quot;">
            <a:extLst>
              <a:ext uri="{FF2B5EF4-FFF2-40B4-BE49-F238E27FC236}">
                <a16:creationId xmlns:a16="http://schemas.microsoft.com/office/drawing/2014/main" id="{F0A251E4-AA0E-9D27-9B15-7E68EE5F6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9692" y="2153949"/>
            <a:ext cx="7924799" cy="662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292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Caution, Overloaded Terms Ahead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YARN uses some common terms in uncommon ways</a:t>
            </a:r>
          </a:p>
          <a:p>
            <a:r>
              <a:rPr lang="en-US" dirty="0"/>
              <a:t>When most people hear “container”, they might think Docker or Kubernetes</a:t>
            </a:r>
          </a:p>
          <a:p>
            <a:r>
              <a:rPr lang="en-US" dirty="0"/>
              <a:t>In the YARN, it takes on a new meaning</a:t>
            </a:r>
          </a:p>
          <a:p>
            <a:r>
              <a:rPr lang="en-US" dirty="0"/>
              <a:t>A </a:t>
            </a:r>
            <a:r>
              <a:rPr lang="en-US" i="1" dirty="0"/>
              <a:t>Container </a:t>
            </a:r>
            <a:r>
              <a:rPr lang="en-US" dirty="0"/>
              <a:t>represents a collection of physical resources such as RAM and CPU cores</a:t>
            </a:r>
          </a:p>
          <a:p>
            <a:r>
              <a:rPr lang="en-US" dirty="0"/>
              <a:t>It is an abstraction used to bundle resources into distinct and trackable units</a:t>
            </a:r>
          </a:p>
          <a:p>
            <a:r>
              <a:rPr lang="en-US" dirty="0"/>
              <a:t>In effect a container is a </a:t>
            </a:r>
            <a:r>
              <a:rPr lang="en-US" i="1" dirty="0"/>
              <a:t>right </a:t>
            </a:r>
            <a:r>
              <a:rPr lang="en-US" dirty="0"/>
              <a:t>to use a specified amount of resources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0" y="19050"/>
            <a:ext cx="4114800" cy="328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dirty="0"/>
              <a:t>CSP554</a:t>
            </a:r>
            <a:r>
              <a:rPr lang="en-US" dirty="0"/>
              <a:t> Module 03a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0" y="19050"/>
            <a:ext cx="1066800" cy="328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A7C465-8597-4488-B68C-95844842771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631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Caution, Overloaded Terms Ahead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“Application” is another overloaded term</a:t>
            </a:r>
          </a:p>
          <a:p>
            <a:r>
              <a:rPr lang="en-US" dirty="0"/>
              <a:t>Most people think of an application as a process which executes to provide some business capability</a:t>
            </a:r>
          </a:p>
          <a:p>
            <a:r>
              <a:rPr lang="en-US" dirty="0"/>
              <a:t>In YARN, an </a:t>
            </a:r>
            <a:r>
              <a:rPr lang="en-US" i="1" dirty="0"/>
              <a:t>application </a:t>
            </a:r>
            <a:r>
              <a:rPr lang="en-US" dirty="0"/>
              <a:t>represents a set of one or more tasks that are to be executed to accomplish some overall objective</a:t>
            </a:r>
          </a:p>
          <a:p>
            <a:pPr lvl="1"/>
            <a:r>
              <a:rPr lang="en-US" dirty="0"/>
              <a:t>So tasks are the logical units (processes, threads) performing the work applications</a:t>
            </a:r>
          </a:p>
          <a:p>
            <a:r>
              <a:rPr lang="en-US" dirty="0"/>
              <a:t>An application in this context is also referred to as a type of job</a:t>
            </a:r>
          </a:p>
          <a:p>
            <a:r>
              <a:rPr lang="en-US" dirty="0"/>
              <a:t>For example, a MapReduce job involves the execution of some number of map and reduce tasks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dirty="0"/>
              <a:t>CSP554</a:t>
            </a:r>
            <a:r>
              <a:rPr lang="en-US" dirty="0"/>
              <a:t> Module 03a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A7C465-8597-4488-B68C-95844842771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2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F2D00-31E3-348F-8948-CFA040B08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YARN Architecture</a:t>
            </a:r>
            <a:br>
              <a:rPr lang="en-US" dirty="0"/>
            </a:br>
            <a:r>
              <a:rPr lang="en-US" sz="4800" dirty="0"/>
              <a:t>Containers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5B3EC7-1792-A6CA-A3A6-C21BC29FD2E2}"/>
              </a:ext>
            </a:extLst>
          </p:cNvPr>
          <p:cNvSpPr/>
          <p:nvPr/>
        </p:nvSpPr>
        <p:spPr>
          <a:xfrm>
            <a:off x="1232453" y="2446020"/>
            <a:ext cx="7181297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chemeClr val="bg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 container in YARN holds (reserves) resources on the cluster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32DABA-5066-D830-A8E5-DD8D2BDA1004}"/>
              </a:ext>
            </a:extLst>
          </p:cNvPr>
          <p:cNvSpPr/>
          <p:nvPr/>
        </p:nvSpPr>
        <p:spPr>
          <a:xfrm>
            <a:off x="1232454" y="3743325"/>
            <a:ext cx="7181296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200" dirty="0">
                <a:solidFill>
                  <a:schemeClr val="tx1"/>
                </a:solidFill>
              </a:rPr>
              <a:t>An application in YARN comprises three parts: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689CA1-2A07-542D-8971-8EE4876079EC}"/>
              </a:ext>
            </a:extLst>
          </p:cNvPr>
          <p:cNvSpPr/>
          <p:nvPr/>
        </p:nvSpPr>
        <p:spPr>
          <a:xfrm>
            <a:off x="1232453" y="5010150"/>
            <a:ext cx="7181297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200" b="0" i="0" dirty="0">
                <a:solidFill>
                  <a:schemeClr val="tx1"/>
                </a:solidFill>
                <a:effectLst/>
              </a:rPr>
              <a:t>1. The application client, which starts, configures and interacts with the application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D217E0-F9B9-51F6-1277-EE8BA6852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446020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2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64CFED-D827-C15D-2D36-5B2B1F4D9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743325"/>
            <a:ext cx="123245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2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ED19CC-7A61-81B3-7D8C-49B3C51E6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10150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200" dirty="0">
              <a:solidFill>
                <a:schemeClr val="bg2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F50A5C1-240F-F268-6DC5-1204F5533B68}"/>
              </a:ext>
            </a:extLst>
          </p:cNvPr>
          <p:cNvSpPr/>
          <p:nvPr/>
        </p:nvSpPr>
        <p:spPr>
          <a:xfrm>
            <a:off x="1232453" y="6249640"/>
            <a:ext cx="7181297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chemeClr val="bg2"/>
                </a:solidFill>
              </a:rPr>
              <a:t>2. An ApplicationMaster, associated with a container, which initiates coordinates application tasks across the cluster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E726312-91A8-7DB7-D5E3-4A92F7E54F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6249640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763C3D1-DC20-8E61-D26D-C8C56EEE5352}"/>
              </a:ext>
            </a:extLst>
          </p:cNvPr>
          <p:cNvSpPr/>
          <p:nvPr/>
        </p:nvSpPr>
        <p:spPr>
          <a:xfrm>
            <a:off x="1262933" y="7526655"/>
            <a:ext cx="7181297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chemeClr val="bg2"/>
                </a:solidFill>
              </a:rPr>
              <a:t>3. One or more application tasks, each also associated with a container, that do the actual work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B91506A-224E-5DC2-9A9D-DCDE8F656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79" y="7526655"/>
            <a:ext cx="1234440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dirty="0"/>
          </a:p>
        </p:txBody>
      </p:sp>
      <p:pic>
        <p:nvPicPr>
          <p:cNvPr id="12" name="Picture 11" descr="&quot;The image depicts a schematic representation of a Hadoop Cluster architecture. It features the following components:&#10;&#10;Primary Node:&#10;Contains a ‘Scheduler’ and an ‘Applications Manager.’&#10;Client Node:&#10;Interacts with the Primary Node.&#10;Worker Nodes (two in total):&#10;Each Worker Node has a ‘Node Manager’ and an ‘Application Container.’&#10;Resource Manager:&#10;Central component connecting the Worker Nodes to the Primary Node.&#10;This diagram visually explains how different nodes and managers within a Hadoop system interact with each other, which is essential for understanding distributed computing and big data processing.&quot;">
            <a:extLst>
              <a:ext uri="{FF2B5EF4-FFF2-40B4-BE49-F238E27FC236}">
                <a16:creationId xmlns:a16="http://schemas.microsoft.com/office/drawing/2014/main" id="{AF117A77-5279-FF02-0FDC-16D1DB32F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2656" y="2444894"/>
            <a:ext cx="7924799" cy="662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268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YARN Architecture</a:t>
            </a:r>
            <a:br>
              <a:rPr lang="en-US" dirty="0"/>
            </a:br>
            <a:r>
              <a:rPr lang="en-US" sz="4650" dirty="0"/>
              <a:t>Application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700" dirty="0"/>
              <a:t>Neither the resource manager or the node manager controls overall progress of an application</a:t>
            </a:r>
          </a:p>
          <a:p>
            <a:r>
              <a:rPr lang="en-US" sz="2700" dirty="0"/>
              <a:t>This makes sense as we want to keep our distributed middleware (Resource Manager and Node Manager) application agnostic </a:t>
            </a:r>
          </a:p>
          <a:p>
            <a:r>
              <a:rPr lang="en-US" sz="2700" dirty="0"/>
              <a:t>So the question becomes, how is the progress of each application managed?</a:t>
            </a:r>
          </a:p>
          <a:p>
            <a:r>
              <a:rPr lang="en-US" sz="2700" dirty="0"/>
              <a:t>This is the role of the application specific and custom Application Master task</a:t>
            </a:r>
          </a:p>
          <a:p>
            <a:r>
              <a:rPr lang="en-US" sz="2700" dirty="0"/>
              <a:t>Each type of application running on Hadoop has its type of Application Master</a:t>
            </a:r>
          </a:p>
          <a:p>
            <a:r>
              <a:rPr lang="en-US" sz="2700" dirty="0"/>
              <a:t>Each running instance of an application has its dedicated Application Master instance </a:t>
            </a:r>
          </a:p>
          <a:p>
            <a:r>
              <a:rPr lang="en-US" sz="2700" dirty="0"/>
              <a:t>This instance lives in its own separate container on one of the nodes in the cluster</a:t>
            </a:r>
          </a:p>
          <a:p>
            <a:r>
              <a:rPr lang="en-US" sz="2700" dirty="0"/>
              <a:t>It is the one container (task) whose initiation is performed by the Resource Manager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dirty="0"/>
              <a:t>CSP554</a:t>
            </a:r>
            <a:r>
              <a:rPr lang="en-US" dirty="0"/>
              <a:t> Module 03a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A7C465-8597-4488-B68C-958448427716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4980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YARN Architecture</a:t>
            </a:r>
            <a:br>
              <a:rPr lang="en-US" dirty="0"/>
            </a:br>
            <a:r>
              <a:rPr lang="en-US" sz="4650" dirty="0"/>
              <a:t>Application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Once initiated, an Application Master instance creates other containers (tasks) the application needs to progress</a:t>
            </a:r>
          </a:p>
          <a:p>
            <a:r>
              <a:rPr lang="en-US" sz="3000" dirty="0"/>
              <a:t>Each application’s Application Master periodically sends heartbeat messages to the Resource Manager</a:t>
            </a:r>
          </a:p>
          <a:p>
            <a:r>
              <a:rPr lang="en-US" sz="3000" dirty="0"/>
              <a:t>The Application Master oversees the execution of an application over its full lifespan…</a:t>
            </a:r>
          </a:p>
          <a:p>
            <a:pPr lvl="1"/>
            <a:r>
              <a:rPr lang="en-US" sz="2700" dirty="0"/>
              <a:t>From requesting additional containers (resources) from the Resource Manger</a:t>
            </a:r>
          </a:p>
          <a:p>
            <a:pPr lvl="1"/>
            <a:r>
              <a:rPr lang="en-US" sz="2700" dirty="0"/>
              <a:t>To submitting container release requests to the Node Manager on application completion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dirty="0"/>
              <a:t>CSP554</a:t>
            </a:r>
            <a:r>
              <a:rPr lang="en-US" dirty="0"/>
              <a:t> Module 03a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A7C465-8597-4488-B68C-958448427716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9128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925B2-8921-0943-8C0F-237CB5583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YARN Architecture</a:t>
            </a:r>
            <a:br>
              <a:rPr lang="en-US" dirty="0"/>
            </a:br>
            <a:r>
              <a:rPr lang="en-US" sz="4650" dirty="0"/>
              <a:t>Application Master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B1782-DDB6-8340-8353-58C02AAAF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000" dirty="0"/>
              <a:t>For example…</a:t>
            </a:r>
          </a:p>
          <a:p>
            <a:r>
              <a:rPr lang="en-US" sz="3000" dirty="0"/>
              <a:t>A </a:t>
            </a:r>
            <a:r>
              <a:rPr lang="en-US" sz="3000" i="1" dirty="0"/>
              <a:t>MapReduce application</a:t>
            </a:r>
            <a:r>
              <a:rPr lang="en-US" sz="3000" dirty="0"/>
              <a:t> consists of </a:t>
            </a:r>
            <a:r>
              <a:rPr lang="en-US" sz="3000" i="1" dirty="0"/>
              <a:t>map tasks</a:t>
            </a:r>
            <a:r>
              <a:rPr lang="en-US" sz="3000" dirty="0"/>
              <a:t> and </a:t>
            </a:r>
            <a:r>
              <a:rPr lang="en-US" sz="3000" i="1" dirty="0"/>
              <a:t>reduce tasks executing in parallel across the cluster</a:t>
            </a:r>
            <a:endParaRPr lang="en-US" sz="3000" dirty="0"/>
          </a:p>
          <a:p>
            <a:r>
              <a:rPr lang="en-US" sz="3000" dirty="0"/>
              <a:t>A MapReduce application begins with the assignment of an </a:t>
            </a:r>
            <a:r>
              <a:rPr lang="en-US" sz="3000" dirty="0" err="1"/>
              <a:t>MRAppMaster</a:t>
            </a:r>
            <a:r>
              <a:rPr lang="en-US" sz="3000" dirty="0"/>
              <a:t> to a container</a:t>
            </a:r>
          </a:p>
          <a:p>
            <a:r>
              <a:rPr lang="en-US" sz="3000" dirty="0"/>
              <a:t>The </a:t>
            </a:r>
            <a:r>
              <a:rPr lang="en-US" sz="3000" dirty="0" err="1"/>
              <a:t>MRAppMaster</a:t>
            </a:r>
            <a:r>
              <a:rPr lang="en-US" sz="3000" dirty="0"/>
              <a:t> then goes on to request containers and initiate creation of map and reduce tasks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4263FA-F559-A24F-B7C2-99BC96490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dirty="0"/>
              <a:t>CSP554</a:t>
            </a:r>
            <a:r>
              <a:rPr lang="en-US" dirty="0"/>
              <a:t> Module 03a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33D988-4A81-4948-B7B4-82001B8B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A7C465-8597-4488-B68C-958448427716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4136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AD899-F059-2042-961E-737F8AE87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YARN Application Initiation</a:t>
            </a:r>
            <a:br>
              <a:rPr lang="en-US" dirty="0"/>
            </a:br>
            <a:r>
              <a:rPr lang="en-US" sz="4650" dirty="0"/>
              <a:t>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4CAA9-113B-344D-B444-A18B527EA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000" dirty="0"/>
              <a:t>Application execution consists of the following steps:</a:t>
            </a:r>
          </a:p>
          <a:p>
            <a:pPr marL="685800" indent="-685800">
              <a:buFont typeface="+mj-lt"/>
              <a:buAutoNum type="arabicPeriod"/>
            </a:pPr>
            <a:r>
              <a:rPr lang="en-US" sz="3000" dirty="0"/>
              <a:t>Application submission.</a:t>
            </a:r>
          </a:p>
          <a:p>
            <a:pPr marL="685800" indent="-685800">
              <a:buFont typeface="+mj-lt"/>
              <a:buAutoNum type="arabicPeriod"/>
            </a:pPr>
            <a:r>
              <a:rPr lang="en-US" sz="3000" dirty="0"/>
              <a:t>Bootstrapping the ApplicationMaster instance for the application.</a:t>
            </a:r>
          </a:p>
          <a:p>
            <a:pPr marL="685800" indent="-685800">
              <a:buFont typeface="+mj-lt"/>
              <a:buAutoNum type="arabicPeriod"/>
            </a:pPr>
            <a:r>
              <a:rPr lang="en-US" sz="3000" dirty="0"/>
              <a:t>Application execution managed by the ApplicationMaster instance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88644D-9668-6047-9D15-D406623EE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dirty="0"/>
              <a:t>CSP554</a:t>
            </a:r>
            <a:r>
              <a:rPr lang="en-US" dirty="0"/>
              <a:t> Module 03a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1A2223-115B-D946-B7FC-00C4DD45A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A7C465-8597-4488-B68C-958448427716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0546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YARN Application Initiation</a:t>
            </a:r>
            <a:br>
              <a:rPr lang="en-US" dirty="0"/>
            </a:br>
            <a:r>
              <a:rPr lang="en-US" sz="4800" dirty="0"/>
              <a:t>Details</a:t>
            </a:r>
            <a:endParaRPr lang="en-US" sz="46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FDFE88-6F01-2D99-A21F-7523F1EF4DC2}"/>
              </a:ext>
            </a:extLst>
          </p:cNvPr>
          <p:cNvSpPr/>
          <p:nvPr/>
        </p:nvSpPr>
        <p:spPr>
          <a:xfrm>
            <a:off x="1232453" y="2446020"/>
            <a:ext cx="7181297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bg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YARN currently defines two resource: v-cores and memory (RAM)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FD59843-17B7-F0F4-F931-BF4319716ED6}"/>
              </a:ext>
            </a:extLst>
          </p:cNvPr>
          <p:cNvSpPr/>
          <p:nvPr/>
        </p:nvSpPr>
        <p:spPr>
          <a:xfrm>
            <a:off x="1232454" y="3743325"/>
            <a:ext cx="7181296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Each NodeManager tracks::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9E4A6E-3801-3763-DA17-7725FF8AFF40}"/>
              </a:ext>
            </a:extLst>
          </p:cNvPr>
          <p:cNvSpPr/>
          <p:nvPr/>
        </p:nvSpPr>
        <p:spPr>
          <a:xfrm>
            <a:off x="1232453" y="5010150"/>
            <a:ext cx="7181297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400" b="0" i="0" dirty="0">
                <a:solidFill>
                  <a:schemeClr val="tx1"/>
                </a:solidFill>
                <a:effectLst/>
              </a:rPr>
              <a:t>1. </a:t>
            </a:r>
            <a:r>
              <a:rPr lang="en-US" altLang="en-US" sz="2400" dirty="0">
                <a:solidFill>
                  <a:schemeClr val="tx1"/>
                </a:solidFill>
              </a:rPr>
              <a:t>Its own local resources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791C09-CADD-AF5C-51EB-172343C72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446020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952C7D8-660D-0AC4-070F-1648E3634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743325"/>
            <a:ext cx="123245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4DC18BF-D2FC-7310-8F52-FBB4FFD89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10150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400" dirty="0">
              <a:solidFill>
                <a:schemeClr val="bg2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CD3F9B-D5CC-994C-1200-EA1F1AF34E3E}"/>
              </a:ext>
            </a:extLst>
          </p:cNvPr>
          <p:cNvSpPr/>
          <p:nvPr/>
        </p:nvSpPr>
        <p:spPr>
          <a:xfrm>
            <a:off x="1232453" y="6249640"/>
            <a:ext cx="7181297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400" dirty="0">
                <a:solidFill>
                  <a:schemeClr val="bg2"/>
                </a:solidFill>
              </a:rPr>
              <a:t>2. Communicates its resource configuration to the ResourceManager</a:t>
            </a:r>
            <a:endParaRPr lang="en-US" sz="2400" b="0" i="0" dirty="0">
              <a:solidFill>
                <a:schemeClr val="bg2"/>
              </a:solidFill>
              <a:effectLst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EAA424-1A81-AE84-7E48-34E8C4E39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6249640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B555C17-0F72-93FC-E361-02A0C3826EE6}"/>
              </a:ext>
            </a:extLst>
          </p:cNvPr>
          <p:cNvSpPr/>
          <p:nvPr/>
        </p:nvSpPr>
        <p:spPr>
          <a:xfrm>
            <a:off x="1262933" y="7526655"/>
            <a:ext cx="7181297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bg2"/>
                </a:solidFill>
              </a:rPr>
              <a:t>The ResourceManager keeps a running total of the cluster's available resources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3B2CE4A-82EF-F97A-4429-3E4D2FAE3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79" y="7526655"/>
            <a:ext cx="1234440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pic>
        <p:nvPicPr>
          <p:cNvPr id="31" name="Picture 30" descr="&quot;The image depicts a schematic representation of a Hadoop Cluster architecture. It features the following components:&#10;&#10;Primary Node:&#10;Contains a ‘Scheduler’ and an ‘Applications Manager.’&#10;Client Node:&#10;Interacts with the Primary Node.&#10;Worker Nodes (two in total):&#10;Each Worker Node has a ‘Node Manager’ and an ‘Application Container.’&#10;Resource Manager:&#10;Central component connecting the Worker Nodes to the Primary Node.&#10;This diagram visually explains how different nodes and managers within a Hadoop system interact with each other, which is essential for understanding distributed computing and big data processing.&quot;">
            <a:extLst>
              <a:ext uri="{FF2B5EF4-FFF2-40B4-BE49-F238E27FC236}">
                <a16:creationId xmlns:a16="http://schemas.microsoft.com/office/drawing/2014/main" id="{1FB8903D-CFFC-D2FD-3B3F-414EB1F0A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3404" y="2736532"/>
            <a:ext cx="8867068" cy="5740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6669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YARN Application Initiation</a:t>
            </a:r>
            <a:br>
              <a:rPr lang="en-US" dirty="0"/>
            </a:br>
            <a:r>
              <a:rPr lang="en-US" dirty="0"/>
              <a:t>Details</a:t>
            </a:r>
            <a:endParaRPr lang="en-US" sz="465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4E36E1-59E0-5EC7-F31F-48C52BC1B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900" y="1955448"/>
            <a:ext cx="5911850" cy="7417151"/>
          </a:xfrm>
        </p:spPr>
        <p:txBody>
          <a:bodyPr/>
          <a:lstStyle/>
          <a:p>
            <a:pPr marL="457200" indent="-457200">
              <a:spcBef>
                <a:spcPts val="160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en-US" sz="2200" dirty="0"/>
              <a:t>A client program submits the application (job) to execute</a:t>
            </a:r>
          </a:p>
          <a:p>
            <a:pPr marL="457200" indent="-457200">
              <a:spcBef>
                <a:spcPts val="160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en-US" sz="2200" dirty="0"/>
              <a:t>The Resource Manager communicates with a Node Manager </a:t>
            </a:r>
          </a:p>
          <a:p>
            <a:pPr marL="457200" indent="-457200">
              <a:spcBef>
                <a:spcPts val="160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en-US" sz="2200" dirty="0"/>
              <a:t>The Node Manager allocates a container to start an application specific Application Master</a:t>
            </a:r>
          </a:p>
          <a:p>
            <a:pPr marL="457200" indent="-457200">
              <a:spcBef>
                <a:spcPts val="160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en-US" sz="2200" dirty="0"/>
              <a:t>The Application Master, on starting up registers with the Resource Manager</a:t>
            </a:r>
          </a:p>
          <a:p>
            <a:pPr marL="457200" indent="-457200">
              <a:spcBef>
                <a:spcPts val="160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en-US" sz="2200" dirty="0"/>
              <a:t>The Application Master negotiates with the Resource Manager for one or more additional resource containers</a:t>
            </a:r>
          </a:p>
          <a:p>
            <a:pPr marL="457200" indent="-457200">
              <a:spcBef>
                <a:spcPts val="160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en-US" sz="2200" dirty="0"/>
              <a:t>On successful allocation, the Application Master contacts Node Managers to launch the containers (and tasks)</a:t>
            </a:r>
          </a:p>
          <a:p>
            <a:pPr marL="457200" indent="-457200">
              <a:spcBef>
                <a:spcPts val="160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en-US" sz="2200" dirty="0"/>
              <a:t>The Node Managers allocate containers to start application specific tasks</a:t>
            </a:r>
          </a:p>
        </p:txBody>
      </p:sp>
      <p:pic>
        <p:nvPicPr>
          <p:cNvPr id="3" name="Picture 2" descr="&quot;The image illustrates the workflow of a YARN (Yet Another Resource Negotiator) application. It features the following components:&#10;&#10;Client Node:&#10;Contains an ‘App Client’ that submits a YARN application.&#10;Primary Node:&#10;Includes a ‘Resource Manager’ and a ‘Scheduler.’&#10;Also has an ‘Applications Manager.’&#10;Worker Nodes (two in total):&#10;Each Worker Node contains a ‘Node Manager’ and an application container.&#10;The process flow involves steps such as ‘start container,’ ‘register,’ ‘allocate resources,’ and finally, launching an application task.&#10;This diagram visually explains how YARN manages resources and tasks across different nodes within a distributed computing environment, which is crucial for understanding big data processing workflows.&quot;">
            <a:extLst>
              <a:ext uri="{FF2B5EF4-FFF2-40B4-BE49-F238E27FC236}">
                <a16:creationId xmlns:a16="http://schemas.microsoft.com/office/drawing/2014/main" id="{630508CD-6B22-07B2-39F5-9BC616C56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450" y="2317750"/>
            <a:ext cx="10591800" cy="6640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739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Multi-tenant Hadoop Cluster</a:t>
            </a:r>
          </a:p>
        </p:txBody>
      </p:sp>
      <p:pic>
        <p:nvPicPr>
          <p:cNvPr id="4" name="Picture 3" descr="The image appears to be a diagram illustrating the architecture of a distributed computing framework, likely involving both MapReduce and Spark. Here is an alt text description:&#10;&#10;---&#10;&#10;The diagram depicts the architecture of a distributed computing system with components for MapReduce and Spark. It consists of three main sections: a primary node and multiple worker nodes.&#10;&#10;1. **Primary Node:**&#10;   - The primary node has a &quot;Resource Manager&quot; component.&#10;   - Two clients are connected to the primary node:&#10;     - &quot;MapReduce Client&quot; on the top left.&#10;     - &quot;Spark Client&quot; on the bottom left.&#10;&#10;2. **Worker Nodes:**&#10;   - There are three worker nodes, each with a &quot;Node Manager&quot; component.&#10;   - Worker nodes handle different tasks:&#10;     - The first worker node has:&#10;       - &quot;MR App Master&quot;&#10;       - &quot;Spark Task&quot;&#10;       - &quot;Map Task&quot;&#10;     - The second worker node has:&#10;       - &quot;Map Task&quot;&#10;       - &quot;Spark Master&quot;&#10;     - The third worker node has:&#10;       - &quot;Spark Task&quot;&#10;       - &quot;Map Task&quot;&#10;       - &quot;Reduce Task&quot;&#10;&#10;Red arrows illustrate the flow of tasks and communication between the primary node and worker nodes.">
            <a:extLst>
              <a:ext uri="{FF2B5EF4-FFF2-40B4-BE49-F238E27FC236}">
                <a16:creationId xmlns:a16="http://schemas.microsoft.com/office/drawing/2014/main" id="{3BF77BF7-D7B9-3883-07C5-821853CFE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707" y="2573049"/>
            <a:ext cx="11826586" cy="732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8136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Manager Fault Tolerance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Realized through an Active/Standby architecture </a:t>
            </a:r>
          </a:p>
          <a:p>
            <a:r>
              <a:rPr lang="en-US" dirty="0"/>
              <a:t>At any point of time, one of the RMs is Active, and one or more RMs are in Standby mode waiting to take over should anything happen to the Active</a:t>
            </a:r>
          </a:p>
          <a:p>
            <a:r>
              <a:rPr lang="en-US" dirty="0"/>
              <a:t>The trigger to transition-to-active comes from either an admin (manual failover) </a:t>
            </a:r>
          </a:p>
          <a:p>
            <a:r>
              <a:rPr lang="en-US" dirty="0"/>
              <a:t>Or the integrated failover controller when automatic failover is enabled</a:t>
            </a:r>
          </a:p>
          <a:p>
            <a:r>
              <a:rPr lang="en-US" dirty="0"/>
              <a:t>To support automatic failover RMs embed the Zookeeper ActiveStandbyElector</a:t>
            </a:r>
          </a:p>
          <a:p>
            <a:pPr lvl="1"/>
            <a:r>
              <a:rPr lang="en-US" dirty="0"/>
              <a:t>This decides which RM should be the Active</a:t>
            </a:r>
          </a:p>
          <a:p>
            <a:r>
              <a:rPr lang="en-US" dirty="0"/>
              <a:t>When Active goes down or becomes unresponsive another RM is automatically elected to be the Active which then takes over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dirty="0"/>
              <a:t>CSP554</a:t>
            </a:r>
            <a:r>
              <a:rPr lang="en-US" dirty="0"/>
              <a:t> Module 03a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A7C465-8597-4488-B68C-958448427716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4772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1" y="-4329"/>
            <a:ext cx="16084550" cy="2003424"/>
          </a:xfrm>
        </p:spPr>
        <p:txBody>
          <a:bodyPr/>
          <a:lstStyle/>
          <a:p>
            <a:r>
              <a:rPr lang="en-US" dirty="0"/>
              <a:t>Resource Manager Fault Tolerance</a:t>
            </a:r>
          </a:p>
        </p:txBody>
      </p:sp>
      <p:pic>
        <p:nvPicPr>
          <p:cNvPr id="4" name="Picture 3" descr="&quot;The image illustrates the architecture of a distributed data processing system using MapReduce and Spark. It features the following components:&#10;&#10;Client Nodes:&#10;Two clients on the left: ‘MapReduce Client’ and ‘Spark Client.’&#10;Primary Node:&#10;Contains a ‘Resource Manager’ and a ‘Scheduler.’&#10;Also has an ‘Applications Manager.’&#10;Worker Nodes (identical structures):&#10;Each Worker Node contains a ‘Node Manager,’ an ‘MR App Master’ (for MapReduce), and a ‘Spark Master’ (for Spark).&#10;Below these, there are ‘Map Tasks’ (for MapReduce) and either ‘Spark Tasks’ or ‘Reduce Tasks’ (for Spark).&#10;Zookeeper Service:&#10;Three cluster nodes connected to Zookeeper, which handles leader selection based on RM node connection status.&#10;This image visually explains how high-availability resource management works using Zookeeper for leader election in case of failure, ensuring fault tolerance and redundancy in distributed computing systems.&quot;">
            <a:extLst>
              <a:ext uri="{FF2B5EF4-FFF2-40B4-BE49-F238E27FC236}">
                <a16:creationId xmlns:a16="http://schemas.microsoft.com/office/drawing/2014/main" id="{4FB2F6F3-51BB-73DA-5667-19014FBA9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213" y="2269116"/>
            <a:ext cx="11634355" cy="6808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10407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2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76077723e4e34c3b5aeef4b04efa78bf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9e363e40d36e188a1c3db48bbcaf99f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customXml/itemProps3.xml><?xml version="1.0" encoding="utf-8"?>
<ds:datastoreItem xmlns:ds="http://schemas.openxmlformats.org/officeDocument/2006/customXml" ds:itemID="{0BD71D36-75BA-40BB-A6A2-0461AEF542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41b080-9453-459c-bb93-b19be7335f42"/>
    <ds:schemaRef ds:uri="4e58ebf2-e4df-4cd3-9186-1e42b3ede1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72417</TotalTime>
  <Words>1923</Words>
  <Application>Microsoft Office PowerPoint</Application>
  <PresentationFormat>Custom</PresentationFormat>
  <Paragraphs>467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Breeze</vt:lpstr>
      <vt:lpstr>Module 2: Lesson 5  Yet Another Resource Negotiator</vt:lpstr>
      <vt:lpstr>YARN (Yet Another Resource Manager)</vt:lpstr>
      <vt:lpstr>YARN (Yet Another Resource Manager)</vt:lpstr>
      <vt:lpstr>What are the Capabilities of YARN?</vt:lpstr>
      <vt:lpstr>YARN Architecture  Overview</vt:lpstr>
      <vt:lpstr>YARN Architecture ResourceManager (Scheduler)</vt:lpstr>
      <vt:lpstr>YARN Architecture Resource Scheduling Policies</vt:lpstr>
      <vt:lpstr>YARN Architecture Resource Scheduling Policies</vt:lpstr>
      <vt:lpstr>YARN Architecture Resource Scheduling Policies</vt:lpstr>
      <vt:lpstr>YARN Architecture ResourceManager (Applications Manager)</vt:lpstr>
      <vt:lpstr>YARN Architecture NodeManager</vt:lpstr>
      <vt:lpstr>Caution, Overloaded Terms Ahead</vt:lpstr>
      <vt:lpstr>Caution, Overloaded Terms Ahead</vt:lpstr>
      <vt:lpstr>YARN Architecture Containers</vt:lpstr>
      <vt:lpstr>YARN Architecture Application Master</vt:lpstr>
      <vt:lpstr>YARN Architecture Application Master</vt:lpstr>
      <vt:lpstr>YARN Architecture Application Master</vt:lpstr>
      <vt:lpstr>YARN Application Initiation Overview</vt:lpstr>
      <vt:lpstr>YARN Application Initiation Details</vt:lpstr>
      <vt:lpstr>YARN Application Initiation Details</vt:lpstr>
      <vt:lpstr>Multi-tenant Hadoop Cluster</vt:lpstr>
      <vt:lpstr>Resource Manager Fault Tolerance</vt:lpstr>
      <vt:lpstr>Resource Manager Fault Tolerance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Judy Tseng</cp:lastModifiedBy>
  <cp:revision>252</cp:revision>
  <cp:lastPrinted>2023-11-27T20:09:56Z</cp:lastPrinted>
  <dcterms:created xsi:type="dcterms:W3CDTF">2019-02-13T16:04:21Z</dcterms:created>
  <dcterms:modified xsi:type="dcterms:W3CDTF">2024-07-08T16:14:57Z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ArticulateGUID">
    <vt:lpwstr>0546F1CF-B2D7-423C-A12D-6FDB9A3643F5</vt:lpwstr>
  </property>
  <property fmtid="{D5CDD505-2E9C-101B-9397-08002B2CF9AE}" pid="4" name="ArticulatePath">
    <vt:lpwstr>Module 2 11302023</vt:lpwstr>
  </property>
  <property fmtid="{D5CDD505-2E9C-101B-9397-08002B2CF9AE}" pid="5" name="MediaServiceImageTags">
    <vt:lpwstr/>
  </property>
</Properties>
</file>