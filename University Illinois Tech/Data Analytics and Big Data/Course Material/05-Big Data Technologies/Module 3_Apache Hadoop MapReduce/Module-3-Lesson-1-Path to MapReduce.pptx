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1"/>
  </p:notesMasterIdLst>
  <p:sldIdLst>
    <p:sldId id="610" r:id="rId5"/>
    <p:sldId id="519" r:id="rId6"/>
    <p:sldId id="910" r:id="rId7"/>
    <p:sldId id="316" r:id="rId8"/>
    <p:sldId id="317" r:id="rId9"/>
    <p:sldId id="806" r:id="rId10"/>
    <p:sldId id="807" r:id="rId11"/>
    <p:sldId id="808" r:id="rId12"/>
    <p:sldId id="809" r:id="rId13"/>
    <p:sldId id="810" r:id="rId14"/>
    <p:sldId id="811" r:id="rId15"/>
    <p:sldId id="812" r:id="rId16"/>
    <p:sldId id="386" r:id="rId17"/>
    <p:sldId id="814" r:id="rId18"/>
    <p:sldId id="777" r:id="rId19"/>
    <p:sldId id="385" r:id="rId20"/>
  </p:sldIdLst>
  <p:sldSz cx="18288000" cy="10287000"/>
  <p:notesSz cx="7010400" cy="9296400"/>
  <p:custDataLst>
    <p:tags r:id="rId22"/>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7A749E-D7A3-4D7D-827C-F3D6D6285E6D}" v="51" dt="2024-07-08T17:44:50.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240"/>
        <p:guide pos="57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367A749E-D7A3-4D7D-827C-F3D6D6285E6D}"/>
    <pc:docChg chg="modSld">
      <pc:chgData name="Allison Mulshine" userId="S::allison.mulshine@collegiseducation.com::5f656d52-c555-4e5e-9a5b-18226766ffe3" providerId="AD" clId="Web-{367A749E-D7A3-4D7D-827C-F3D6D6285E6D}" dt="2024-07-08T17:44:50.139" v="45" actId="1076"/>
      <pc:docMkLst>
        <pc:docMk/>
      </pc:docMkLst>
      <pc:sldChg chg="addSp delSp modSp">
        <pc:chgData name="Allison Mulshine" userId="S::allison.mulshine@collegiseducation.com::5f656d52-c555-4e5e-9a5b-18226766ffe3" providerId="AD" clId="Web-{367A749E-D7A3-4D7D-827C-F3D6D6285E6D}" dt="2024-07-08T17:40:21.918" v="12" actId="14100"/>
        <pc:sldMkLst>
          <pc:docMk/>
          <pc:sldMk cId="524065562" sldId="317"/>
        </pc:sldMkLst>
        <pc:grpChg chg="del">
          <ac:chgData name="Allison Mulshine" userId="S::allison.mulshine@collegiseducation.com::5f656d52-c555-4e5e-9a5b-18226766ffe3" providerId="AD" clId="Web-{367A749E-D7A3-4D7D-827C-F3D6D6285E6D}" dt="2024-07-08T17:40:16.918" v="10"/>
          <ac:grpSpMkLst>
            <pc:docMk/>
            <pc:sldMk cId="524065562" sldId="317"/>
            <ac:grpSpMk id="4" creationId="{4A73F670-FF5A-21A0-6437-BB953294D5D9}"/>
          </ac:grpSpMkLst>
        </pc:grpChg>
        <pc:picChg chg="add mod">
          <ac:chgData name="Allison Mulshine" userId="S::allison.mulshine@collegiseducation.com::5f656d52-c555-4e5e-9a5b-18226766ffe3" providerId="AD" clId="Web-{367A749E-D7A3-4D7D-827C-F3D6D6285E6D}" dt="2024-07-08T17:40:21.918" v="12" actId="14100"/>
          <ac:picMkLst>
            <pc:docMk/>
            <pc:sldMk cId="524065562" sldId="317"/>
            <ac:picMk id="5" creationId="{DDAE9AFB-4B35-B957-4732-C5E350B97E1B}"/>
          </ac:picMkLst>
        </pc:picChg>
      </pc:sldChg>
      <pc:sldChg chg="addSp delSp modSp">
        <pc:chgData name="Allison Mulshine" userId="S::allison.mulshine@collegiseducation.com::5f656d52-c555-4e5e-9a5b-18226766ffe3" providerId="AD" clId="Web-{367A749E-D7A3-4D7D-827C-F3D6D6285E6D}" dt="2024-07-08T17:39:29.996" v="5" actId="14100"/>
        <pc:sldMkLst>
          <pc:docMk/>
          <pc:sldMk cId="2315725263" sldId="519"/>
        </pc:sldMkLst>
        <pc:grpChg chg="del">
          <ac:chgData name="Allison Mulshine" userId="S::allison.mulshine@collegiseducation.com::5f656d52-c555-4e5e-9a5b-18226766ffe3" providerId="AD" clId="Web-{367A749E-D7A3-4D7D-827C-F3D6D6285E6D}" dt="2024-07-08T17:39:22.293" v="3"/>
          <ac:grpSpMkLst>
            <pc:docMk/>
            <pc:sldMk cId="2315725263" sldId="519"/>
            <ac:grpSpMk id="3" creationId="{B9075070-0E5B-370E-9325-A9BDE43BF312}"/>
          </ac:grpSpMkLst>
        </pc:grpChg>
        <pc:picChg chg="add mod">
          <ac:chgData name="Allison Mulshine" userId="S::allison.mulshine@collegiseducation.com::5f656d52-c555-4e5e-9a5b-18226766ffe3" providerId="AD" clId="Web-{367A749E-D7A3-4D7D-827C-F3D6D6285E6D}" dt="2024-07-08T17:39:29.996" v="5" actId="14100"/>
          <ac:picMkLst>
            <pc:docMk/>
            <pc:sldMk cId="2315725263" sldId="519"/>
            <ac:picMk id="6" creationId="{8B83011E-AEF6-6A2C-1989-8DE5A7F2A875}"/>
          </ac:picMkLst>
        </pc:picChg>
      </pc:sldChg>
      <pc:sldChg chg="addSp delSp modSp">
        <pc:chgData name="Allison Mulshine" userId="S::allison.mulshine@collegiseducation.com::5f656d52-c555-4e5e-9a5b-18226766ffe3" providerId="AD" clId="Web-{367A749E-D7A3-4D7D-827C-F3D6D6285E6D}" dt="2024-07-08T17:41:52.341" v="21" actId="1076"/>
        <pc:sldMkLst>
          <pc:docMk/>
          <pc:sldMk cId="2298496075" sldId="807"/>
        </pc:sldMkLst>
        <pc:grpChg chg="del mod">
          <ac:chgData name="Allison Mulshine" userId="S::allison.mulshine@collegiseducation.com::5f656d52-c555-4e5e-9a5b-18226766ffe3" providerId="AD" clId="Web-{367A749E-D7A3-4D7D-827C-F3D6D6285E6D}" dt="2024-07-08T17:41:43.513" v="18"/>
          <ac:grpSpMkLst>
            <pc:docMk/>
            <pc:sldMk cId="2298496075" sldId="807"/>
            <ac:grpSpMk id="30" creationId="{6D9F430E-B531-F7D3-890D-54AD1D634B4C}"/>
          </ac:grpSpMkLst>
        </pc:grpChg>
        <pc:picChg chg="add mod">
          <ac:chgData name="Allison Mulshine" userId="S::allison.mulshine@collegiseducation.com::5f656d52-c555-4e5e-9a5b-18226766ffe3" providerId="AD" clId="Web-{367A749E-D7A3-4D7D-827C-F3D6D6285E6D}" dt="2024-07-08T17:41:52.341" v="21" actId="1076"/>
          <ac:picMkLst>
            <pc:docMk/>
            <pc:sldMk cId="2298496075" sldId="807"/>
            <ac:picMk id="31" creationId="{2F1B90A0-4E8B-9B61-F220-7C98CB57AD69}"/>
          </ac:picMkLst>
        </pc:picChg>
      </pc:sldChg>
      <pc:sldChg chg="addSp delSp modSp">
        <pc:chgData name="Allison Mulshine" userId="S::allison.mulshine@collegiseducation.com::5f656d52-c555-4e5e-9a5b-18226766ffe3" providerId="AD" clId="Web-{367A749E-D7A3-4D7D-827C-F3D6D6285E6D}" dt="2024-07-08T17:43:10.279" v="31" actId="14100"/>
        <pc:sldMkLst>
          <pc:docMk/>
          <pc:sldMk cId="3689579918" sldId="808"/>
        </pc:sldMkLst>
        <pc:spChg chg="add del mod">
          <ac:chgData name="Allison Mulshine" userId="S::allison.mulshine@collegiseducation.com::5f656d52-c555-4e5e-9a5b-18226766ffe3" providerId="AD" clId="Web-{367A749E-D7A3-4D7D-827C-F3D6D6285E6D}" dt="2024-07-08T17:42:22.310" v="25"/>
          <ac:spMkLst>
            <pc:docMk/>
            <pc:sldMk cId="3689579918" sldId="808"/>
            <ac:spMk id="6" creationId="{1B1419C3-AA55-5270-1355-290143D9E03A}"/>
          </ac:spMkLst>
        </pc:spChg>
        <pc:grpChg chg="del">
          <ac:chgData name="Allison Mulshine" userId="S::allison.mulshine@collegiseducation.com::5f656d52-c555-4e5e-9a5b-18226766ffe3" providerId="AD" clId="Web-{367A749E-D7A3-4D7D-827C-F3D6D6285E6D}" dt="2024-07-08T17:43:04.591" v="29"/>
          <ac:grpSpMkLst>
            <pc:docMk/>
            <pc:sldMk cId="3689579918" sldId="808"/>
            <ac:grpSpMk id="5" creationId="{4CD6DB7B-6C93-37F4-6E2A-FF824D4C0EDF}"/>
          </ac:grpSpMkLst>
        </pc:grpChg>
        <pc:picChg chg="add mod">
          <ac:chgData name="Allison Mulshine" userId="S::allison.mulshine@collegiseducation.com::5f656d52-c555-4e5e-9a5b-18226766ffe3" providerId="AD" clId="Web-{367A749E-D7A3-4D7D-827C-F3D6D6285E6D}" dt="2024-07-08T17:43:10.279" v="31" actId="14100"/>
          <ac:picMkLst>
            <pc:docMk/>
            <pc:sldMk cId="3689579918" sldId="808"/>
            <ac:picMk id="7" creationId="{455FCE94-1DCD-959C-0E2A-59B7AE1C7D54}"/>
          </ac:picMkLst>
        </pc:picChg>
      </pc:sldChg>
      <pc:sldChg chg="addSp delSp modSp">
        <pc:chgData name="Allison Mulshine" userId="S::allison.mulshine@collegiseducation.com::5f656d52-c555-4e5e-9a5b-18226766ffe3" providerId="AD" clId="Web-{367A749E-D7A3-4D7D-827C-F3D6D6285E6D}" dt="2024-07-08T17:44:03.061" v="38" actId="1076"/>
        <pc:sldMkLst>
          <pc:docMk/>
          <pc:sldMk cId="3615646140" sldId="809"/>
        </pc:sldMkLst>
        <pc:grpChg chg="del">
          <ac:chgData name="Allison Mulshine" userId="S::allison.mulshine@collegiseducation.com::5f656d52-c555-4e5e-9a5b-18226766ffe3" providerId="AD" clId="Web-{367A749E-D7A3-4D7D-827C-F3D6D6285E6D}" dt="2024-07-08T17:43:53.920" v="35"/>
          <ac:grpSpMkLst>
            <pc:docMk/>
            <pc:sldMk cId="3615646140" sldId="809"/>
            <ac:grpSpMk id="30" creationId="{18FC7B85-BC70-9F78-0758-9C433EC11039}"/>
          </ac:grpSpMkLst>
        </pc:grpChg>
        <pc:picChg chg="add mod">
          <ac:chgData name="Allison Mulshine" userId="S::allison.mulshine@collegiseducation.com::5f656d52-c555-4e5e-9a5b-18226766ffe3" providerId="AD" clId="Web-{367A749E-D7A3-4D7D-827C-F3D6D6285E6D}" dt="2024-07-08T17:44:03.061" v="38" actId="1076"/>
          <ac:picMkLst>
            <pc:docMk/>
            <pc:sldMk cId="3615646140" sldId="809"/>
            <ac:picMk id="31" creationId="{34AAC3DC-73C4-0D3A-CEE3-49E53BCEC9C0}"/>
          </ac:picMkLst>
        </pc:picChg>
      </pc:sldChg>
      <pc:sldChg chg="addSp delSp modSp">
        <pc:chgData name="Allison Mulshine" userId="S::allison.mulshine@collegiseducation.com::5f656d52-c555-4e5e-9a5b-18226766ffe3" providerId="AD" clId="Web-{367A749E-D7A3-4D7D-827C-F3D6D6285E6D}" dt="2024-07-08T17:44:50.139" v="45" actId="1076"/>
        <pc:sldMkLst>
          <pc:docMk/>
          <pc:sldMk cId="1583763523" sldId="810"/>
        </pc:sldMkLst>
        <pc:picChg chg="add mod">
          <ac:chgData name="Allison Mulshine" userId="S::allison.mulshine@collegiseducation.com::5f656d52-c555-4e5e-9a5b-18226766ffe3" providerId="AD" clId="Web-{367A749E-D7A3-4D7D-827C-F3D6D6285E6D}" dt="2024-07-08T17:44:50.139" v="45" actId="1076"/>
          <ac:picMkLst>
            <pc:docMk/>
            <pc:sldMk cId="1583763523" sldId="810"/>
            <ac:picMk id="5" creationId="{5DD488FD-9CD3-4222-E722-32BECC325C02}"/>
          </ac:picMkLst>
        </pc:picChg>
        <pc:picChg chg="del">
          <ac:chgData name="Allison Mulshine" userId="S::allison.mulshine@collegiseducation.com::5f656d52-c555-4e5e-9a5b-18226766ffe3" providerId="AD" clId="Web-{367A749E-D7A3-4D7D-827C-F3D6D6285E6D}" dt="2024-07-08T17:44:43.170" v="42"/>
          <ac:picMkLst>
            <pc:docMk/>
            <pc:sldMk cId="1583763523" sldId="810"/>
            <ac:picMk id="70" creationId="{88DDC0FB-8092-9DA0-9DCD-BE40079EE94E}"/>
          </ac:picMkLst>
        </pc:picChg>
      </pc:sldChg>
    </pc:docChg>
  </pc:docChgLst>
  <pc:docChgLst>
    <pc:chgData name="Allison Mulshine" userId="S::allison.mulshine@collegiseducation.com::5f656d52-c555-4e5e-9a5b-18226766ffe3" providerId="AD" clId="Web-{EBD58BA6-D36A-7007-5EE2-2836D36D9784}"/>
    <pc:docChg chg="modSld">
      <pc:chgData name="Allison Mulshine" userId="S::allison.mulshine@collegiseducation.com::5f656d52-c555-4e5e-9a5b-18226766ffe3" providerId="AD" clId="Web-{EBD58BA6-D36A-7007-5EE2-2836D36D9784}" dt="2024-06-20T18:23:50.699" v="24"/>
      <pc:docMkLst>
        <pc:docMk/>
      </pc:docMkLst>
      <pc:sldChg chg="addSp modSp">
        <pc:chgData name="Allison Mulshine" userId="S::allison.mulshine@collegiseducation.com::5f656d52-c555-4e5e-9a5b-18226766ffe3" providerId="AD" clId="Web-{EBD58BA6-D36A-7007-5EE2-2836D36D9784}" dt="2024-06-20T18:16:29.996" v="1"/>
        <pc:sldMkLst>
          <pc:docMk/>
          <pc:sldMk cId="524065562" sldId="317"/>
        </pc:sldMkLst>
        <pc:grpChg chg="add mod">
          <ac:chgData name="Allison Mulshine" userId="S::allison.mulshine@collegiseducation.com::5f656d52-c555-4e5e-9a5b-18226766ffe3" providerId="AD" clId="Web-{EBD58BA6-D36A-7007-5EE2-2836D36D9784}" dt="2024-06-20T18:16:29.996" v="1"/>
          <ac:grpSpMkLst>
            <pc:docMk/>
            <pc:sldMk cId="524065562" sldId="317"/>
            <ac:grpSpMk id="4" creationId="{4A73F670-FF5A-21A0-6437-BB953294D5D9}"/>
          </ac:grpSpMkLst>
        </pc:grpChg>
      </pc:sldChg>
      <pc:sldChg chg="modSp">
        <pc:chgData name="Allison Mulshine" userId="S::allison.mulshine@collegiseducation.com::5f656d52-c555-4e5e-9a5b-18226766ffe3" providerId="AD" clId="Web-{EBD58BA6-D36A-7007-5EE2-2836D36D9784}" dt="2024-06-20T18:23:50.699" v="24"/>
        <pc:sldMkLst>
          <pc:docMk/>
          <pc:sldMk cId="4126541809" sldId="777"/>
        </pc:sldMkLst>
        <pc:picChg chg="mod">
          <ac:chgData name="Allison Mulshine" userId="S::allison.mulshine@collegiseducation.com::5f656d52-c555-4e5e-9a5b-18226766ffe3" providerId="AD" clId="Web-{EBD58BA6-D36A-7007-5EE2-2836D36D9784}" dt="2024-06-20T18:23:50.699" v="24"/>
          <ac:picMkLst>
            <pc:docMk/>
            <pc:sldMk cId="4126541809" sldId="777"/>
            <ac:picMk id="3" creationId="{936B86F2-64FA-0B1A-42B3-EA82E9F89E2F}"/>
          </ac:picMkLst>
        </pc:picChg>
      </pc:sldChg>
      <pc:sldChg chg="addSp modSp">
        <pc:chgData name="Allison Mulshine" userId="S::allison.mulshine@collegiseducation.com::5f656d52-c555-4e5e-9a5b-18226766ffe3" providerId="AD" clId="Web-{EBD58BA6-D36A-7007-5EE2-2836D36D9784}" dt="2024-06-20T18:17:31.451" v="5"/>
        <pc:sldMkLst>
          <pc:docMk/>
          <pc:sldMk cId="2298496075" sldId="807"/>
        </pc:sldMkLst>
        <pc:grpChg chg="add mod">
          <ac:chgData name="Allison Mulshine" userId="S::allison.mulshine@collegiseducation.com::5f656d52-c555-4e5e-9a5b-18226766ffe3" providerId="AD" clId="Web-{EBD58BA6-D36A-7007-5EE2-2836D36D9784}" dt="2024-06-20T18:17:31.451" v="5"/>
          <ac:grpSpMkLst>
            <pc:docMk/>
            <pc:sldMk cId="2298496075" sldId="807"/>
            <ac:grpSpMk id="30" creationId="{6D9F430E-B531-F7D3-890D-54AD1D634B4C}"/>
          </ac:grpSpMkLst>
        </pc:grpChg>
      </pc:sldChg>
      <pc:sldChg chg="addSp modSp">
        <pc:chgData name="Allison Mulshine" userId="S::allison.mulshine@collegiseducation.com::5f656d52-c555-4e5e-9a5b-18226766ffe3" providerId="AD" clId="Web-{EBD58BA6-D36A-7007-5EE2-2836D36D9784}" dt="2024-06-20T18:18:31.047" v="9"/>
        <pc:sldMkLst>
          <pc:docMk/>
          <pc:sldMk cId="3689579918" sldId="808"/>
        </pc:sldMkLst>
        <pc:grpChg chg="add mod">
          <ac:chgData name="Allison Mulshine" userId="S::allison.mulshine@collegiseducation.com::5f656d52-c555-4e5e-9a5b-18226766ffe3" providerId="AD" clId="Web-{EBD58BA6-D36A-7007-5EE2-2836D36D9784}" dt="2024-06-20T18:18:31.047" v="9"/>
          <ac:grpSpMkLst>
            <pc:docMk/>
            <pc:sldMk cId="3689579918" sldId="808"/>
            <ac:grpSpMk id="5" creationId="{4CD6DB7B-6C93-37F4-6E2A-FF824D4C0EDF}"/>
          </ac:grpSpMkLst>
        </pc:grpChg>
      </pc:sldChg>
      <pc:sldChg chg="addSp modSp">
        <pc:chgData name="Allison Mulshine" userId="S::allison.mulshine@collegiseducation.com::5f656d52-c555-4e5e-9a5b-18226766ffe3" providerId="AD" clId="Web-{EBD58BA6-D36A-7007-5EE2-2836D36D9784}" dt="2024-06-20T18:19:37.752" v="12"/>
        <pc:sldMkLst>
          <pc:docMk/>
          <pc:sldMk cId="3615646140" sldId="809"/>
        </pc:sldMkLst>
        <pc:grpChg chg="add mod">
          <ac:chgData name="Allison Mulshine" userId="S::allison.mulshine@collegiseducation.com::5f656d52-c555-4e5e-9a5b-18226766ffe3" providerId="AD" clId="Web-{EBD58BA6-D36A-7007-5EE2-2836D36D9784}" dt="2024-06-20T18:19:37.752" v="12"/>
          <ac:grpSpMkLst>
            <pc:docMk/>
            <pc:sldMk cId="3615646140" sldId="809"/>
            <ac:grpSpMk id="30" creationId="{18FC7B85-BC70-9F78-0758-9C433EC11039}"/>
          </ac:grpSpMkLst>
        </pc:grpChg>
      </pc:sldChg>
      <pc:sldChg chg="modSp">
        <pc:chgData name="Allison Mulshine" userId="S::allison.mulshine@collegiseducation.com::5f656d52-c555-4e5e-9a5b-18226766ffe3" providerId="AD" clId="Web-{EBD58BA6-D36A-7007-5EE2-2836D36D9784}" dt="2024-06-20T18:20:47.005" v="15"/>
        <pc:sldMkLst>
          <pc:docMk/>
          <pc:sldMk cId="1583763523" sldId="810"/>
        </pc:sldMkLst>
        <pc:picChg chg="mod">
          <ac:chgData name="Allison Mulshine" userId="S::allison.mulshine@collegiseducation.com::5f656d52-c555-4e5e-9a5b-18226766ffe3" providerId="AD" clId="Web-{EBD58BA6-D36A-7007-5EE2-2836D36D9784}" dt="2024-06-20T18:20:47.005" v="15"/>
          <ac:picMkLst>
            <pc:docMk/>
            <pc:sldMk cId="1583763523" sldId="810"/>
            <ac:picMk id="70" creationId="{88DDC0FB-8092-9DA0-9DCD-BE40079EE94E}"/>
          </ac:picMkLst>
        </pc:picChg>
      </pc:sldChg>
      <pc:sldChg chg="modSp">
        <pc:chgData name="Allison Mulshine" userId="S::allison.mulshine@collegiseducation.com::5f656d52-c555-4e5e-9a5b-18226766ffe3" providerId="AD" clId="Web-{EBD58BA6-D36A-7007-5EE2-2836D36D9784}" dt="2024-06-20T18:21:49.570" v="18"/>
        <pc:sldMkLst>
          <pc:docMk/>
          <pc:sldMk cId="2460946268" sldId="812"/>
        </pc:sldMkLst>
        <pc:picChg chg="mod">
          <ac:chgData name="Allison Mulshine" userId="S::allison.mulshine@collegiseducation.com::5f656d52-c555-4e5e-9a5b-18226766ffe3" providerId="AD" clId="Web-{EBD58BA6-D36A-7007-5EE2-2836D36D9784}" dt="2024-06-20T18:21:49.570" v="18"/>
          <ac:picMkLst>
            <pc:docMk/>
            <pc:sldMk cId="2460946268" sldId="812"/>
            <ac:picMk id="43" creationId="{A5E6B48B-BAB8-1312-C17F-D561B777CEE9}"/>
          </ac:picMkLst>
        </pc:picChg>
      </pc:sldChg>
      <pc:sldChg chg="modSp">
        <pc:chgData name="Allison Mulshine" userId="S::allison.mulshine@collegiseducation.com::5f656d52-c555-4e5e-9a5b-18226766ffe3" providerId="AD" clId="Web-{EBD58BA6-D36A-7007-5EE2-2836D36D9784}" dt="2024-06-20T18:22:58.744" v="22"/>
        <pc:sldMkLst>
          <pc:docMk/>
          <pc:sldMk cId="2396581984" sldId="814"/>
        </pc:sldMkLst>
        <pc:picChg chg="mod">
          <ac:chgData name="Allison Mulshine" userId="S::allison.mulshine@collegiseducation.com::5f656d52-c555-4e5e-9a5b-18226766ffe3" providerId="AD" clId="Web-{EBD58BA6-D36A-7007-5EE2-2836D36D9784}" dt="2024-06-20T18:22:58.744" v="22"/>
          <ac:picMkLst>
            <pc:docMk/>
            <pc:sldMk cId="2396581984" sldId="814"/>
            <ac:picMk id="53" creationId="{3964A880-B526-B6C0-1790-DB08CCF9E9E5}"/>
          </ac:picMkLst>
        </pc:picChg>
      </pc:sldChg>
    </pc:docChg>
  </pc:docChgLst>
  <pc:docChgLst>
    <pc:chgData name="Allison Mulshine" userId="S::allison.mulshine@collegiseducation.com::5f656d52-c555-4e5e-9a5b-18226766ffe3" providerId="AD" clId="Web-{7991C211-8651-78E9-A529-43EE1E17280D}"/>
    <pc:docChg chg="modSld">
      <pc:chgData name="Allison Mulshine" userId="S::allison.mulshine@collegiseducation.com::5f656d52-c555-4e5e-9a5b-18226766ffe3" providerId="AD" clId="Web-{7991C211-8651-78E9-A529-43EE1E17280D}" dt="2024-06-20T18:10:52.453" v="2"/>
      <pc:docMkLst>
        <pc:docMk/>
      </pc:docMkLst>
      <pc:sldChg chg="addSp modSp">
        <pc:chgData name="Allison Mulshine" userId="S::allison.mulshine@collegiseducation.com::5f656d52-c555-4e5e-9a5b-18226766ffe3" providerId="AD" clId="Web-{7991C211-8651-78E9-A529-43EE1E17280D}" dt="2024-06-20T18:09:21.384" v="1"/>
        <pc:sldMkLst>
          <pc:docMk/>
          <pc:sldMk cId="2315725263" sldId="519"/>
        </pc:sldMkLst>
        <pc:spChg chg="mod">
          <ac:chgData name="Allison Mulshine" userId="S::allison.mulshine@collegiseducation.com::5f656d52-c555-4e5e-9a5b-18226766ffe3" providerId="AD" clId="Web-{7991C211-8651-78E9-A529-43EE1E17280D}" dt="2024-06-20T18:09:21.384" v="1"/>
          <ac:spMkLst>
            <pc:docMk/>
            <pc:sldMk cId="2315725263" sldId="519"/>
            <ac:spMk id="5" creationId="{8BF03B75-38C7-4D4F-9AC5-4F328445AF44}"/>
          </ac:spMkLst>
        </pc:spChg>
        <pc:grpChg chg="add">
          <ac:chgData name="Allison Mulshine" userId="S::allison.mulshine@collegiseducation.com::5f656d52-c555-4e5e-9a5b-18226766ffe3" providerId="AD" clId="Web-{7991C211-8651-78E9-A529-43EE1E17280D}" dt="2024-06-20T18:09:06.758" v="0"/>
          <ac:grpSpMkLst>
            <pc:docMk/>
            <pc:sldMk cId="2315725263" sldId="519"/>
            <ac:grpSpMk id="3" creationId="{B9075070-0E5B-370E-9325-A9BDE43BF312}"/>
          </ac:grpSpMkLst>
        </pc:grpChg>
      </pc:sldChg>
      <pc:sldChg chg="modSp">
        <pc:chgData name="Allison Mulshine" userId="S::allison.mulshine@collegiseducation.com::5f656d52-c555-4e5e-9a5b-18226766ffe3" providerId="AD" clId="Web-{7991C211-8651-78E9-A529-43EE1E17280D}" dt="2024-06-20T18:10:52.453" v="2"/>
        <pc:sldMkLst>
          <pc:docMk/>
          <pc:sldMk cId="2925013283" sldId="910"/>
        </pc:sldMkLst>
        <pc:graphicFrameChg chg="mod">
          <ac:chgData name="Allison Mulshine" userId="S::allison.mulshine@collegiseducation.com::5f656d52-c555-4e5e-9a5b-18226766ffe3" providerId="AD" clId="Web-{7991C211-8651-78E9-A529-43EE1E17280D}" dt="2024-06-20T18:10:52.453" v="2"/>
          <ac:graphicFrameMkLst>
            <pc:docMk/>
            <pc:sldMk cId="2925013283" sldId="910"/>
            <ac:graphicFrameMk id="3" creationId="{98108D61-F10F-5EDA-7A42-8BCE5E0378A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8F805C-09D6-6144-8854-3527DE3A7B53}" type="doc">
      <dgm:prSet loTypeId="urn:microsoft.com/office/officeart/2008/layout/LinedList" loCatId="" qsTypeId="urn:microsoft.com/office/officeart/2005/8/quickstyle/simple1" qsCatId="simple" csTypeId="urn:microsoft.com/office/officeart/2005/8/colors/accent0_1" csCatId="mainScheme" phldr="1"/>
      <dgm:spPr/>
      <dgm:t>
        <a:bodyPr/>
        <a:lstStyle/>
        <a:p>
          <a:endParaRPr lang="en-US"/>
        </a:p>
      </dgm:t>
    </dgm:pt>
    <dgm:pt modelId="{65B048CC-70BA-F44C-A031-5964D6F18A2B}">
      <dgm:prSet phldrT="[Text]"/>
      <dgm:spPr/>
      <dgm:t>
        <a:bodyPr/>
        <a:lstStyle/>
        <a:p>
          <a:r>
            <a:rPr lang="en-US"/>
            <a:t>The only feasible approach to tackling big data problems today is to divide and conquer, a fundamental concept in computer science </a:t>
          </a:r>
        </a:p>
      </dgm:t>
    </dgm:pt>
    <dgm:pt modelId="{8F998A9B-7B0C-7F40-81E3-A2279E562C26}" type="parTrans" cxnId="{19758D53-4E95-EB43-AC62-7DACD172F1F9}">
      <dgm:prSet/>
      <dgm:spPr/>
      <dgm:t>
        <a:bodyPr/>
        <a:lstStyle/>
        <a:p>
          <a:endParaRPr lang="en-US"/>
        </a:p>
      </dgm:t>
    </dgm:pt>
    <dgm:pt modelId="{41F2C299-1AAA-0D44-9496-50061B76F04B}" type="sibTrans" cxnId="{19758D53-4E95-EB43-AC62-7DACD172F1F9}">
      <dgm:prSet/>
      <dgm:spPr/>
      <dgm:t>
        <a:bodyPr/>
        <a:lstStyle/>
        <a:p>
          <a:endParaRPr lang="en-US"/>
        </a:p>
      </dgm:t>
    </dgm:pt>
    <dgm:pt modelId="{FCB7F4E0-96A9-CD4E-9E86-C7D07DD38BD7}">
      <dgm:prSet/>
      <dgm:spPr/>
      <dgm:t>
        <a:bodyPr anchor="ctr"/>
        <a:lstStyle/>
        <a:p>
          <a:r>
            <a:rPr lang="en-US"/>
            <a:t>The basic idea is to partition a large problem into smaller sub-problems </a:t>
          </a:r>
        </a:p>
      </dgm:t>
    </dgm:pt>
    <dgm:pt modelId="{63BE2502-9436-AF48-AC0E-74AD32FED925}" type="parTrans" cxnId="{85D3FD20-7BB4-0C4E-AC34-D878C8E48862}">
      <dgm:prSet/>
      <dgm:spPr/>
      <dgm:t>
        <a:bodyPr/>
        <a:lstStyle/>
        <a:p>
          <a:endParaRPr lang="en-US"/>
        </a:p>
      </dgm:t>
    </dgm:pt>
    <dgm:pt modelId="{92F45319-5797-9F4B-911E-F617D38928CF}" type="sibTrans" cxnId="{85D3FD20-7BB4-0C4E-AC34-D878C8E48862}">
      <dgm:prSet/>
      <dgm:spPr/>
      <dgm:t>
        <a:bodyPr/>
        <a:lstStyle/>
        <a:p>
          <a:endParaRPr lang="en-US"/>
        </a:p>
      </dgm:t>
    </dgm:pt>
    <dgm:pt modelId="{AE4F7CC8-FD7B-934D-A0DA-A1D53EDCD8D7}">
      <dgm:prSet/>
      <dgm:spPr/>
      <dgm:t>
        <a:bodyPr/>
        <a:lstStyle/>
        <a:p>
          <a:r>
            <a:rPr lang="en-US"/>
            <a:t>To the extent that the sub-problems are independent, they can be tackled in parallel by different workers (threads, cores, CPUs)</a:t>
          </a:r>
        </a:p>
      </dgm:t>
    </dgm:pt>
    <dgm:pt modelId="{BE98913C-8A3F-2F4B-8AA1-C6A8D07CBEEE}" type="parTrans" cxnId="{158EA958-B2DA-6A49-8017-89FB47093B6A}">
      <dgm:prSet/>
      <dgm:spPr/>
      <dgm:t>
        <a:bodyPr/>
        <a:lstStyle/>
        <a:p>
          <a:endParaRPr lang="en-US"/>
        </a:p>
      </dgm:t>
    </dgm:pt>
    <dgm:pt modelId="{BBD2A02D-C8F7-CB46-AB50-E79CA2E53757}" type="sibTrans" cxnId="{158EA958-B2DA-6A49-8017-89FB47093B6A}">
      <dgm:prSet/>
      <dgm:spPr/>
      <dgm:t>
        <a:bodyPr/>
        <a:lstStyle/>
        <a:p>
          <a:endParaRPr lang="en-US"/>
        </a:p>
      </dgm:t>
    </dgm:pt>
    <dgm:pt modelId="{B7205C30-32C4-3A43-BE03-8CDE9FE8E309}">
      <dgm:prSet/>
      <dgm:spPr/>
      <dgm:t>
        <a:bodyPr/>
        <a:lstStyle/>
        <a:p>
          <a:r>
            <a:rPr lang="en-US"/>
            <a:t>Intermediate results from each individual worker are then combined to yield the final output</a:t>
          </a:r>
        </a:p>
      </dgm:t>
    </dgm:pt>
    <dgm:pt modelId="{C2160B81-0432-0149-8755-073EBA4D313D}" type="parTrans" cxnId="{2543FDEE-23D6-B34D-9CE1-85BC6BB2E394}">
      <dgm:prSet/>
      <dgm:spPr/>
      <dgm:t>
        <a:bodyPr/>
        <a:lstStyle/>
        <a:p>
          <a:endParaRPr lang="en-US"/>
        </a:p>
      </dgm:t>
    </dgm:pt>
    <dgm:pt modelId="{4D107C68-5196-8643-B509-DAA8671BF9EA}" type="sibTrans" cxnId="{2543FDEE-23D6-B34D-9CE1-85BC6BB2E394}">
      <dgm:prSet/>
      <dgm:spPr/>
      <dgm:t>
        <a:bodyPr/>
        <a:lstStyle/>
        <a:p>
          <a:endParaRPr lang="en-US"/>
        </a:p>
      </dgm:t>
    </dgm:pt>
    <dgm:pt modelId="{1482ABD2-2682-8D42-8ACD-E49C0D8AC793}">
      <dgm:prSet/>
      <dgm:spPr/>
      <dgm:t>
        <a:bodyPr/>
        <a:lstStyle/>
        <a:p>
          <a:r>
            <a:rPr lang="en-US"/>
            <a:t>The general principles behind divide-and-conquer algorithms are broadly applicable to a wide range of problems in many different application domains</a:t>
          </a:r>
        </a:p>
      </dgm:t>
    </dgm:pt>
    <dgm:pt modelId="{B3B1DAC3-7373-BE4B-8EC7-854140BFD958}" type="parTrans" cxnId="{38C387D2-01E2-A048-A6D6-E824DBD507A9}">
      <dgm:prSet/>
      <dgm:spPr/>
      <dgm:t>
        <a:bodyPr/>
        <a:lstStyle/>
        <a:p>
          <a:endParaRPr lang="en-US"/>
        </a:p>
      </dgm:t>
    </dgm:pt>
    <dgm:pt modelId="{D2F1226E-CB40-3043-B5BF-E65A0E0117E9}" type="sibTrans" cxnId="{38C387D2-01E2-A048-A6D6-E824DBD507A9}">
      <dgm:prSet/>
      <dgm:spPr/>
      <dgm:t>
        <a:bodyPr/>
        <a:lstStyle/>
        <a:p>
          <a:endParaRPr lang="en-US"/>
        </a:p>
      </dgm:t>
    </dgm:pt>
    <dgm:pt modelId="{033E465C-C0A1-E74E-8586-24422828F167}">
      <dgm:prSet/>
      <dgm:spPr/>
      <dgm:t>
        <a:bodyPr anchor="ctr"/>
        <a:lstStyle/>
        <a:p>
          <a:r>
            <a:rPr lang="en-US"/>
            <a:t>However, the details of algorithm implementation are varied and complex</a:t>
          </a:r>
        </a:p>
      </dgm:t>
    </dgm:pt>
    <dgm:pt modelId="{D2BFDECF-F01A-B74C-984E-A36EF1D587A4}" type="parTrans" cxnId="{7A8E333D-8C3D-9342-ADAC-B37DC8E9241D}">
      <dgm:prSet/>
      <dgm:spPr/>
      <dgm:t>
        <a:bodyPr/>
        <a:lstStyle/>
        <a:p>
          <a:endParaRPr lang="en-US"/>
        </a:p>
      </dgm:t>
    </dgm:pt>
    <dgm:pt modelId="{E81DE536-D48A-714E-B707-171427F09048}" type="sibTrans" cxnId="{7A8E333D-8C3D-9342-ADAC-B37DC8E9241D}">
      <dgm:prSet/>
      <dgm:spPr/>
      <dgm:t>
        <a:bodyPr/>
        <a:lstStyle/>
        <a:p>
          <a:endParaRPr lang="en-US"/>
        </a:p>
      </dgm:t>
    </dgm:pt>
    <dgm:pt modelId="{82B36F08-5D96-5C43-8130-35F4DA88E369}" type="pres">
      <dgm:prSet presAssocID="{878F805C-09D6-6144-8854-3527DE3A7B53}" presName="vert0" presStyleCnt="0">
        <dgm:presLayoutVars>
          <dgm:dir/>
          <dgm:animOne val="branch"/>
          <dgm:animLvl val="lvl"/>
        </dgm:presLayoutVars>
      </dgm:prSet>
      <dgm:spPr/>
    </dgm:pt>
    <dgm:pt modelId="{B5706565-6D59-0E48-A067-2943CDCE0E5A}" type="pres">
      <dgm:prSet presAssocID="{65B048CC-70BA-F44C-A031-5964D6F18A2B}" presName="thickLine" presStyleLbl="alignNode1" presStyleIdx="0" presStyleCnt="6"/>
      <dgm:spPr/>
    </dgm:pt>
    <dgm:pt modelId="{7661E25E-3244-BF48-962C-F222CA3DE0F7}" type="pres">
      <dgm:prSet presAssocID="{65B048CC-70BA-F44C-A031-5964D6F18A2B}" presName="horz1" presStyleCnt="0"/>
      <dgm:spPr/>
    </dgm:pt>
    <dgm:pt modelId="{F5679E98-8016-F449-92C5-7E3795FA3582}" type="pres">
      <dgm:prSet presAssocID="{65B048CC-70BA-F44C-A031-5964D6F18A2B}" presName="tx1" presStyleLbl="revTx" presStyleIdx="0" presStyleCnt="6"/>
      <dgm:spPr/>
    </dgm:pt>
    <dgm:pt modelId="{2059DC02-117A-6143-B4FA-579D4983E189}" type="pres">
      <dgm:prSet presAssocID="{65B048CC-70BA-F44C-A031-5964D6F18A2B}" presName="vert1" presStyleCnt="0"/>
      <dgm:spPr/>
    </dgm:pt>
    <dgm:pt modelId="{A8B90E0A-5057-0F42-A3F3-7EBE818E21A9}" type="pres">
      <dgm:prSet presAssocID="{FCB7F4E0-96A9-CD4E-9E86-C7D07DD38BD7}" presName="thickLine" presStyleLbl="alignNode1" presStyleIdx="1" presStyleCnt="6"/>
      <dgm:spPr/>
    </dgm:pt>
    <dgm:pt modelId="{D557FB14-EAD2-B744-9541-42F0335DC1C9}" type="pres">
      <dgm:prSet presAssocID="{FCB7F4E0-96A9-CD4E-9E86-C7D07DD38BD7}" presName="horz1" presStyleCnt="0"/>
      <dgm:spPr/>
    </dgm:pt>
    <dgm:pt modelId="{C7129F70-3F38-F54F-B659-6CDFC5A73008}" type="pres">
      <dgm:prSet presAssocID="{FCB7F4E0-96A9-CD4E-9E86-C7D07DD38BD7}" presName="tx1" presStyleLbl="revTx" presStyleIdx="1" presStyleCnt="6" custScaleX="205104"/>
      <dgm:spPr/>
    </dgm:pt>
    <dgm:pt modelId="{571BD810-B261-4544-A22A-44393A1C0FC3}" type="pres">
      <dgm:prSet presAssocID="{FCB7F4E0-96A9-CD4E-9E86-C7D07DD38BD7}" presName="vert1" presStyleCnt="0"/>
      <dgm:spPr/>
    </dgm:pt>
    <dgm:pt modelId="{812F9DAD-A218-EC4F-AD23-82329BAA97F1}" type="pres">
      <dgm:prSet presAssocID="{AE4F7CC8-FD7B-934D-A0DA-A1D53EDCD8D7}" presName="thickLine" presStyleLbl="alignNode1" presStyleIdx="2" presStyleCnt="6"/>
      <dgm:spPr/>
    </dgm:pt>
    <dgm:pt modelId="{4BFCFEC9-AE70-194A-A408-38F04E25B5F2}" type="pres">
      <dgm:prSet presAssocID="{AE4F7CC8-FD7B-934D-A0DA-A1D53EDCD8D7}" presName="horz1" presStyleCnt="0"/>
      <dgm:spPr/>
    </dgm:pt>
    <dgm:pt modelId="{824FA1E4-23FF-A343-BBF7-3433ECA05E98}" type="pres">
      <dgm:prSet presAssocID="{AE4F7CC8-FD7B-934D-A0DA-A1D53EDCD8D7}" presName="tx1" presStyleLbl="revTx" presStyleIdx="2" presStyleCnt="6" custScaleX="197048"/>
      <dgm:spPr/>
    </dgm:pt>
    <dgm:pt modelId="{740D0C89-6731-E947-AEA7-9C5B1677C274}" type="pres">
      <dgm:prSet presAssocID="{AE4F7CC8-FD7B-934D-A0DA-A1D53EDCD8D7}" presName="vert1" presStyleCnt="0"/>
      <dgm:spPr/>
    </dgm:pt>
    <dgm:pt modelId="{D77BC045-0818-5F45-9281-F366188AA20D}" type="pres">
      <dgm:prSet presAssocID="{B7205C30-32C4-3A43-BE03-8CDE9FE8E309}" presName="thickLine" presStyleLbl="alignNode1" presStyleIdx="3" presStyleCnt="6"/>
      <dgm:spPr/>
    </dgm:pt>
    <dgm:pt modelId="{9936FD8C-6E54-4047-9104-06C8BDB6A5D6}" type="pres">
      <dgm:prSet presAssocID="{B7205C30-32C4-3A43-BE03-8CDE9FE8E309}" presName="horz1" presStyleCnt="0"/>
      <dgm:spPr/>
    </dgm:pt>
    <dgm:pt modelId="{05B509E0-A8C1-7D43-9D22-713A6AE3DE30}" type="pres">
      <dgm:prSet presAssocID="{B7205C30-32C4-3A43-BE03-8CDE9FE8E309}" presName="tx1" presStyleLbl="revTx" presStyleIdx="3" presStyleCnt="6" custScaleX="189052"/>
      <dgm:spPr/>
    </dgm:pt>
    <dgm:pt modelId="{79FA6D99-E660-EE49-9142-6D1E6B44A18C}" type="pres">
      <dgm:prSet presAssocID="{B7205C30-32C4-3A43-BE03-8CDE9FE8E309}" presName="vert1" presStyleCnt="0"/>
      <dgm:spPr/>
    </dgm:pt>
    <dgm:pt modelId="{BDE24DAE-F5AA-2548-8E9C-CD5F03837409}" type="pres">
      <dgm:prSet presAssocID="{1482ABD2-2682-8D42-8ACD-E49C0D8AC793}" presName="thickLine" presStyleLbl="alignNode1" presStyleIdx="4" presStyleCnt="6"/>
      <dgm:spPr/>
    </dgm:pt>
    <dgm:pt modelId="{99800685-E5AC-C845-809A-3AB9DFDC1770}" type="pres">
      <dgm:prSet presAssocID="{1482ABD2-2682-8D42-8ACD-E49C0D8AC793}" presName="horz1" presStyleCnt="0"/>
      <dgm:spPr/>
    </dgm:pt>
    <dgm:pt modelId="{76D4957F-CAE2-7C43-A964-91E9A35A3FE6}" type="pres">
      <dgm:prSet presAssocID="{1482ABD2-2682-8D42-8ACD-E49C0D8AC793}" presName="tx1" presStyleLbl="revTx" presStyleIdx="4" presStyleCnt="6" custScaleX="180924"/>
      <dgm:spPr/>
    </dgm:pt>
    <dgm:pt modelId="{04218FC4-68C7-4E48-8134-ACD60AF7C343}" type="pres">
      <dgm:prSet presAssocID="{1482ABD2-2682-8D42-8ACD-E49C0D8AC793}" presName="vert1" presStyleCnt="0"/>
      <dgm:spPr/>
    </dgm:pt>
    <dgm:pt modelId="{DD3EFD20-4A5B-EA4D-8AF2-53F396B14A6A}" type="pres">
      <dgm:prSet presAssocID="{033E465C-C0A1-E74E-8586-24422828F167}" presName="thickLine" presStyleLbl="alignNode1" presStyleIdx="5" presStyleCnt="6"/>
      <dgm:spPr/>
    </dgm:pt>
    <dgm:pt modelId="{DC1855CC-82D4-D149-8F83-2A3062C4DF4D}" type="pres">
      <dgm:prSet presAssocID="{033E465C-C0A1-E74E-8586-24422828F167}" presName="horz1" presStyleCnt="0"/>
      <dgm:spPr/>
    </dgm:pt>
    <dgm:pt modelId="{416F9DB5-2F40-BF46-B364-253B15D89B7B}" type="pres">
      <dgm:prSet presAssocID="{033E465C-C0A1-E74E-8586-24422828F167}" presName="tx1" presStyleLbl="revTx" presStyleIdx="5" presStyleCnt="6" custScaleX="173005"/>
      <dgm:spPr/>
    </dgm:pt>
    <dgm:pt modelId="{91DAA3A1-7FA4-284C-A258-007D52E10C12}" type="pres">
      <dgm:prSet presAssocID="{033E465C-C0A1-E74E-8586-24422828F167}" presName="vert1" presStyleCnt="0"/>
      <dgm:spPr/>
    </dgm:pt>
  </dgm:ptLst>
  <dgm:cxnLst>
    <dgm:cxn modelId="{85D3FD20-7BB4-0C4E-AC34-D878C8E48862}" srcId="{878F805C-09D6-6144-8854-3527DE3A7B53}" destId="{FCB7F4E0-96A9-CD4E-9E86-C7D07DD38BD7}" srcOrd="1" destOrd="0" parTransId="{63BE2502-9436-AF48-AC0E-74AD32FED925}" sibTransId="{92F45319-5797-9F4B-911E-F617D38928CF}"/>
    <dgm:cxn modelId="{6813E025-BCA4-034D-85B0-0C32F93322E6}" type="presOf" srcId="{65B048CC-70BA-F44C-A031-5964D6F18A2B}" destId="{F5679E98-8016-F449-92C5-7E3795FA3582}" srcOrd="0" destOrd="0" presId="urn:microsoft.com/office/officeart/2008/layout/LinedList"/>
    <dgm:cxn modelId="{94A87528-599A-8D42-ACC8-6B98CB64C107}" type="presOf" srcId="{B7205C30-32C4-3A43-BE03-8CDE9FE8E309}" destId="{05B509E0-A8C1-7D43-9D22-713A6AE3DE30}" srcOrd="0" destOrd="0" presId="urn:microsoft.com/office/officeart/2008/layout/LinedList"/>
    <dgm:cxn modelId="{677EE02B-2D88-3348-B505-FF41CCF0231A}" type="presOf" srcId="{878F805C-09D6-6144-8854-3527DE3A7B53}" destId="{82B36F08-5D96-5C43-8130-35F4DA88E369}" srcOrd="0" destOrd="0" presId="urn:microsoft.com/office/officeart/2008/layout/LinedList"/>
    <dgm:cxn modelId="{7A8E333D-8C3D-9342-ADAC-B37DC8E9241D}" srcId="{878F805C-09D6-6144-8854-3527DE3A7B53}" destId="{033E465C-C0A1-E74E-8586-24422828F167}" srcOrd="5" destOrd="0" parTransId="{D2BFDECF-F01A-B74C-984E-A36EF1D587A4}" sibTransId="{E81DE536-D48A-714E-B707-171427F09048}"/>
    <dgm:cxn modelId="{4A379969-D076-2C4F-9FF6-C35E4C12FE0B}" type="presOf" srcId="{033E465C-C0A1-E74E-8586-24422828F167}" destId="{416F9DB5-2F40-BF46-B364-253B15D89B7B}" srcOrd="0" destOrd="0" presId="urn:microsoft.com/office/officeart/2008/layout/LinedList"/>
    <dgm:cxn modelId="{19758D53-4E95-EB43-AC62-7DACD172F1F9}" srcId="{878F805C-09D6-6144-8854-3527DE3A7B53}" destId="{65B048CC-70BA-F44C-A031-5964D6F18A2B}" srcOrd="0" destOrd="0" parTransId="{8F998A9B-7B0C-7F40-81E3-A2279E562C26}" sibTransId="{41F2C299-1AAA-0D44-9496-50061B76F04B}"/>
    <dgm:cxn modelId="{158EA958-B2DA-6A49-8017-89FB47093B6A}" srcId="{878F805C-09D6-6144-8854-3527DE3A7B53}" destId="{AE4F7CC8-FD7B-934D-A0DA-A1D53EDCD8D7}" srcOrd="2" destOrd="0" parTransId="{BE98913C-8A3F-2F4B-8AA1-C6A8D07CBEEE}" sibTransId="{BBD2A02D-C8F7-CB46-AB50-E79CA2E53757}"/>
    <dgm:cxn modelId="{0C3343A1-C4F1-2B4F-B248-C6B66BA2C98B}" type="presOf" srcId="{FCB7F4E0-96A9-CD4E-9E86-C7D07DD38BD7}" destId="{C7129F70-3F38-F54F-B659-6CDFC5A73008}" srcOrd="0" destOrd="0" presId="urn:microsoft.com/office/officeart/2008/layout/LinedList"/>
    <dgm:cxn modelId="{38C387D2-01E2-A048-A6D6-E824DBD507A9}" srcId="{878F805C-09D6-6144-8854-3527DE3A7B53}" destId="{1482ABD2-2682-8D42-8ACD-E49C0D8AC793}" srcOrd="4" destOrd="0" parTransId="{B3B1DAC3-7373-BE4B-8EC7-854140BFD958}" sibTransId="{D2F1226E-CB40-3043-B5BF-E65A0E0117E9}"/>
    <dgm:cxn modelId="{2543FDEE-23D6-B34D-9CE1-85BC6BB2E394}" srcId="{878F805C-09D6-6144-8854-3527DE3A7B53}" destId="{B7205C30-32C4-3A43-BE03-8CDE9FE8E309}" srcOrd="3" destOrd="0" parTransId="{C2160B81-0432-0149-8755-073EBA4D313D}" sibTransId="{4D107C68-5196-8643-B509-DAA8671BF9EA}"/>
    <dgm:cxn modelId="{D1C386F4-4D12-6E40-B2BC-82F1B19FD5B5}" type="presOf" srcId="{1482ABD2-2682-8D42-8ACD-E49C0D8AC793}" destId="{76D4957F-CAE2-7C43-A964-91E9A35A3FE6}" srcOrd="0" destOrd="0" presId="urn:microsoft.com/office/officeart/2008/layout/LinedList"/>
    <dgm:cxn modelId="{829E33FD-6A3B-EA40-8BE4-4D5D7CD550FA}" type="presOf" srcId="{AE4F7CC8-FD7B-934D-A0DA-A1D53EDCD8D7}" destId="{824FA1E4-23FF-A343-BBF7-3433ECA05E98}" srcOrd="0" destOrd="0" presId="urn:microsoft.com/office/officeart/2008/layout/LinedList"/>
    <dgm:cxn modelId="{F1F1EE18-4248-544E-ADE6-B8B2CE9E3F44}" type="presParOf" srcId="{82B36F08-5D96-5C43-8130-35F4DA88E369}" destId="{B5706565-6D59-0E48-A067-2943CDCE0E5A}" srcOrd="0" destOrd="0" presId="urn:microsoft.com/office/officeart/2008/layout/LinedList"/>
    <dgm:cxn modelId="{7A9C5D2C-3911-2E48-8688-D16B1AF69925}" type="presParOf" srcId="{82B36F08-5D96-5C43-8130-35F4DA88E369}" destId="{7661E25E-3244-BF48-962C-F222CA3DE0F7}" srcOrd="1" destOrd="0" presId="urn:microsoft.com/office/officeart/2008/layout/LinedList"/>
    <dgm:cxn modelId="{9B48B9E6-EE87-BD4D-B4C9-9C0853A9F79C}" type="presParOf" srcId="{7661E25E-3244-BF48-962C-F222CA3DE0F7}" destId="{F5679E98-8016-F449-92C5-7E3795FA3582}" srcOrd="0" destOrd="0" presId="urn:microsoft.com/office/officeart/2008/layout/LinedList"/>
    <dgm:cxn modelId="{FCDC2006-2146-654A-9B82-BA21AB972488}" type="presParOf" srcId="{7661E25E-3244-BF48-962C-F222CA3DE0F7}" destId="{2059DC02-117A-6143-B4FA-579D4983E189}" srcOrd="1" destOrd="0" presId="urn:microsoft.com/office/officeart/2008/layout/LinedList"/>
    <dgm:cxn modelId="{57C96045-82E2-5449-8F33-2B402585BEF0}" type="presParOf" srcId="{82B36F08-5D96-5C43-8130-35F4DA88E369}" destId="{A8B90E0A-5057-0F42-A3F3-7EBE818E21A9}" srcOrd="2" destOrd="0" presId="urn:microsoft.com/office/officeart/2008/layout/LinedList"/>
    <dgm:cxn modelId="{0364626C-C399-5549-8F3A-AFF0BE0A6BF1}" type="presParOf" srcId="{82B36F08-5D96-5C43-8130-35F4DA88E369}" destId="{D557FB14-EAD2-B744-9541-42F0335DC1C9}" srcOrd="3" destOrd="0" presId="urn:microsoft.com/office/officeart/2008/layout/LinedList"/>
    <dgm:cxn modelId="{1C2B85C8-DC2A-274A-A8AC-266F72DE4A61}" type="presParOf" srcId="{D557FB14-EAD2-B744-9541-42F0335DC1C9}" destId="{C7129F70-3F38-F54F-B659-6CDFC5A73008}" srcOrd="0" destOrd="0" presId="urn:microsoft.com/office/officeart/2008/layout/LinedList"/>
    <dgm:cxn modelId="{9394DD3C-E86D-E549-9E07-6A4F61637A7A}" type="presParOf" srcId="{D557FB14-EAD2-B744-9541-42F0335DC1C9}" destId="{571BD810-B261-4544-A22A-44393A1C0FC3}" srcOrd="1" destOrd="0" presId="urn:microsoft.com/office/officeart/2008/layout/LinedList"/>
    <dgm:cxn modelId="{A02A8B5E-E8B9-0C40-BD36-1B75F5FE7A7D}" type="presParOf" srcId="{82B36F08-5D96-5C43-8130-35F4DA88E369}" destId="{812F9DAD-A218-EC4F-AD23-82329BAA97F1}" srcOrd="4" destOrd="0" presId="urn:microsoft.com/office/officeart/2008/layout/LinedList"/>
    <dgm:cxn modelId="{B555CA53-56ED-8849-8C9B-2FC02DF4F3A1}" type="presParOf" srcId="{82B36F08-5D96-5C43-8130-35F4DA88E369}" destId="{4BFCFEC9-AE70-194A-A408-38F04E25B5F2}" srcOrd="5" destOrd="0" presId="urn:microsoft.com/office/officeart/2008/layout/LinedList"/>
    <dgm:cxn modelId="{C8277FE3-24D7-8546-A47A-DD808FDD792B}" type="presParOf" srcId="{4BFCFEC9-AE70-194A-A408-38F04E25B5F2}" destId="{824FA1E4-23FF-A343-BBF7-3433ECA05E98}" srcOrd="0" destOrd="0" presId="urn:microsoft.com/office/officeart/2008/layout/LinedList"/>
    <dgm:cxn modelId="{94B2E0EA-8E33-E447-99AA-1FE3C0C6EC82}" type="presParOf" srcId="{4BFCFEC9-AE70-194A-A408-38F04E25B5F2}" destId="{740D0C89-6731-E947-AEA7-9C5B1677C274}" srcOrd="1" destOrd="0" presId="urn:microsoft.com/office/officeart/2008/layout/LinedList"/>
    <dgm:cxn modelId="{8A8BFDA5-BFF2-234E-AB3F-231107F7805E}" type="presParOf" srcId="{82B36F08-5D96-5C43-8130-35F4DA88E369}" destId="{D77BC045-0818-5F45-9281-F366188AA20D}" srcOrd="6" destOrd="0" presId="urn:microsoft.com/office/officeart/2008/layout/LinedList"/>
    <dgm:cxn modelId="{C3825D40-A16F-464F-AD97-2BE869030A6E}" type="presParOf" srcId="{82B36F08-5D96-5C43-8130-35F4DA88E369}" destId="{9936FD8C-6E54-4047-9104-06C8BDB6A5D6}" srcOrd="7" destOrd="0" presId="urn:microsoft.com/office/officeart/2008/layout/LinedList"/>
    <dgm:cxn modelId="{B3DEE84C-0B31-B046-B667-3EAF0B08584B}" type="presParOf" srcId="{9936FD8C-6E54-4047-9104-06C8BDB6A5D6}" destId="{05B509E0-A8C1-7D43-9D22-713A6AE3DE30}" srcOrd="0" destOrd="0" presId="urn:microsoft.com/office/officeart/2008/layout/LinedList"/>
    <dgm:cxn modelId="{3104E75A-A90B-3248-95AE-E77D5F9D55F6}" type="presParOf" srcId="{9936FD8C-6E54-4047-9104-06C8BDB6A5D6}" destId="{79FA6D99-E660-EE49-9142-6D1E6B44A18C}" srcOrd="1" destOrd="0" presId="urn:microsoft.com/office/officeart/2008/layout/LinedList"/>
    <dgm:cxn modelId="{C1F54003-53F4-BB4C-B549-479D1448A299}" type="presParOf" srcId="{82B36F08-5D96-5C43-8130-35F4DA88E369}" destId="{BDE24DAE-F5AA-2548-8E9C-CD5F03837409}" srcOrd="8" destOrd="0" presId="urn:microsoft.com/office/officeart/2008/layout/LinedList"/>
    <dgm:cxn modelId="{729BFDAA-EA77-1E44-A48D-49CA2BBBE4CD}" type="presParOf" srcId="{82B36F08-5D96-5C43-8130-35F4DA88E369}" destId="{99800685-E5AC-C845-809A-3AB9DFDC1770}" srcOrd="9" destOrd="0" presId="urn:microsoft.com/office/officeart/2008/layout/LinedList"/>
    <dgm:cxn modelId="{986B6756-52FA-D84B-9FE7-89E8FB993F19}" type="presParOf" srcId="{99800685-E5AC-C845-809A-3AB9DFDC1770}" destId="{76D4957F-CAE2-7C43-A964-91E9A35A3FE6}" srcOrd="0" destOrd="0" presId="urn:microsoft.com/office/officeart/2008/layout/LinedList"/>
    <dgm:cxn modelId="{04E32E24-0654-A14A-94ED-EE6AD79A974C}" type="presParOf" srcId="{99800685-E5AC-C845-809A-3AB9DFDC1770}" destId="{04218FC4-68C7-4E48-8134-ACD60AF7C343}" srcOrd="1" destOrd="0" presId="urn:microsoft.com/office/officeart/2008/layout/LinedList"/>
    <dgm:cxn modelId="{781A1FA9-C07C-C441-A37F-16934C0EA1F9}" type="presParOf" srcId="{82B36F08-5D96-5C43-8130-35F4DA88E369}" destId="{DD3EFD20-4A5B-EA4D-8AF2-53F396B14A6A}" srcOrd="10" destOrd="0" presId="urn:microsoft.com/office/officeart/2008/layout/LinedList"/>
    <dgm:cxn modelId="{23CC7C2A-A4F7-9049-B684-E06EF292928E}" type="presParOf" srcId="{82B36F08-5D96-5C43-8130-35F4DA88E369}" destId="{DC1855CC-82D4-D149-8F83-2A3062C4DF4D}" srcOrd="11" destOrd="0" presId="urn:microsoft.com/office/officeart/2008/layout/LinedList"/>
    <dgm:cxn modelId="{8C2255D1-51E5-784A-AC7B-47AFA8C2A15C}" type="presParOf" srcId="{DC1855CC-82D4-D149-8F83-2A3062C4DF4D}" destId="{416F9DB5-2F40-BF46-B364-253B15D89B7B}" srcOrd="0" destOrd="0" presId="urn:microsoft.com/office/officeart/2008/layout/LinedList"/>
    <dgm:cxn modelId="{FE1C5167-885B-8B4A-82D4-5DC071949194}" type="presParOf" srcId="{DC1855CC-82D4-D149-8F83-2A3062C4DF4D}" destId="{91DAA3A1-7FA4-284C-A258-007D52E10C1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06565-6D59-0E48-A067-2943CDCE0E5A}">
      <dsp:nvSpPr>
        <dsp:cNvPr id="0" name=""/>
        <dsp:cNvSpPr/>
      </dsp:nvSpPr>
      <dsp:spPr>
        <a:xfrm>
          <a:off x="0" y="3320"/>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679E98-8016-F449-92C5-7E3795FA3582}">
      <dsp:nvSpPr>
        <dsp:cNvPr id="0" name=""/>
        <dsp:cNvSpPr/>
      </dsp:nvSpPr>
      <dsp:spPr>
        <a:xfrm>
          <a:off x="0" y="3320"/>
          <a:ext cx="16084550"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only feasible approach to tackling big data problems today is to divide and conquer, a fundamental concept in computer science </a:t>
          </a:r>
        </a:p>
      </dsp:txBody>
      <dsp:txXfrm>
        <a:off x="0" y="3320"/>
        <a:ext cx="16084550" cy="1132368"/>
      </dsp:txXfrm>
    </dsp:sp>
    <dsp:sp modelId="{A8B90E0A-5057-0F42-A3F3-7EBE818E21A9}">
      <dsp:nvSpPr>
        <dsp:cNvPr id="0" name=""/>
        <dsp:cNvSpPr/>
      </dsp:nvSpPr>
      <dsp:spPr>
        <a:xfrm>
          <a:off x="0" y="1135688"/>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129F70-3F38-F54F-B659-6CDFC5A73008}">
      <dsp:nvSpPr>
        <dsp:cNvPr id="0" name=""/>
        <dsp:cNvSpPr/>
      </dsp:nvSpPr>
      <dsp:spPr>
        <a:xfrm>
          <a:off x="0" y="1135688"/>
          <a:ext cx="16076208"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 basic idea is to partition a large problem into smaller sub-problems </a:t>
          </a:r>
        </a:p>
      </dsp:txBody>
      <dsp:txXfrm>
        <a:off x="0" y="1135688"/>
        <a:ext cx="16076208" cy="1132368"/>
      </dsp:txXfrm>
    </dsp:sp>
    <dsp:sp modelId="{812F9DAD-A218-EC4F-AD23-82329BAA97F1}">
      <dsp:nvSpPr>
        <dsp:cNvPr id="0" name=""/>
        <dsp:cNvSpPr/>
      </dsp:nvSpPr>
      <dsp:spPr>
        <a:xfrm>
          <a:off x="0" y="2268056"/>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4FA1E4-23FF-A343-BBF7-3433ECA05E98}">
      <dsp:nvSpPr>
        <dsp:cNvPr id="0" name=""/>
        <dsp:cNvSpPr/>
      </dsp:nvSpPr>
      <dsp:spPr>
        <a:xfrm>
          <a:off x="0" y="2268056"/>
          <a:ext cx="16063802"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To the extent that the sub-problems are independent, they can be tackled in parallel by different workers (threads, cores, CPUs)</a:t>
          </a:r>
        </a:p>
      </dsp:txBody>
      <dsp:txXfrm>
        <a:off x="0" y="2268056"/>
        <a:ext cx="16063802" cy="1132368"/>
      </dsp:txXfrm>
    </dsp:sp>
    <dsp:sp modelId="{D77BC045-0818-5F45-9281-F366188AA20D}">
      <dsp:nvSpPr>
        <dsp:cNvPr id="0" name=""/>
        <dsp:cNvSpPr/>
      </dsp:nvSpPr>
      <dsp:spPr>
        <a:xfrm>
          <a:off x="0" y="3400425"/>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B509E0-A8C1-7D43-9D22-713A6AE3DE30}">
      <dsp:nvSpPr>
        <dsp:cNvPr id="0" name=""/>
        <dsp:cNvSpPr/>
      </dsp:nvSpPr>
      <dsp:spPr>
        <a:xfrm>
          <a:off x="0" y="3400425"/>
          <a:ext cx="16065250"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Intermediate results from each individual worker are then combined to yield the final output</a:t>
          </a:r>
        </a:p>
      </dsp:txBody>
      <dsp:txXfrm>
        <a:off x="0" y="3400425"/>
        <a:ext cx="16065250" cy="1132368"/>
      </dsp:txXfrm>
    </dsp:sp>
    <dsp:sp modelId="{BDE24DAE-F5AA-2548-8E9C-CD5F03837409}">
      <dsp:nvSpPr>
        <dsp:cNvPr id="0" name=""/>
        <dsp:cNvSpPr/>
      </dsp:nvSpPr>
      <dsp:spPr>
        <a:xfrm>
          <a:off x="0" y="4532793"/>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D4957F-CAE2-7C43-A964-91E9A35A3FE6}">
      <dsp:nvSpPr>
        <dsp:cNvPr id="0" name=""/>
        <dsp:cNvSpPr/>
      </dsp:nvSpPr>
      <dsp:spPr>
        <a:xfrm>
          <a:off x="0" y="4532793"/>
          <a:ext cx="16056599"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general principles behind divide-and-conquer algorithms are broadly applicable to a wide range of problems in many different application domains</a:t>
          </a:r>
        </a:p>
      </dsp:txBody>
      <dsp:txXfrm>
        <a:off x="0" y="4532793"/>
        <a:ext cx="16056599" cy="1132368"/>
      </dsp:txXfrm>
    </dsp:sp>
    <dsp:sp modelId="{DD3EFD20-4A5B-EA4D-8AF2-53F396B14A6A}">
      <dsp:nvSpPr>
        <dsp:cNvPr id="0" name=""/>
        <dsp:cNvSpPr/>
      </dsp:nvSpPr>
      <dsp:spPr>
        <a:xfrm>
          <a:off x="0" y="5665161"/>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6F9DB5-2F40-BF46-B364-253B15D89B7B}">
      <dsp:nvSpPr>
        <dsp:cNvPr id="0" name=""/>
        <dsp:cNvSpPr/>
      </dsp:nvSpPr>
      <dsp:spPr>
        <a:xfrm>
          <a:off x="0" y="5665161"/>
          <a:ext cx="16060353" cy="113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However, the details of algorithm implementation are varied and complex</a:t>
          </a:r>
        </a:p>
      </dsp:txBody>
      <dsp:txXfrm>
        <a:off x="0" y="5665161"/>
        <a:ext cx="16060353" cy="113236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9D919ED-7EBC-0349-92FD-49744747E976}" type="datetimeFigureOut">
              <a:rPr lang="en-US" smtClean="0"/>
              <a:t>7/8/2024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A71147B-6250-B74A-893B-83F308D48EF2}" type="slidenum">
              <a:rPr lang="en-US" smtClean="0"/>
              <a:t>‹#›</a:t>
            </a:fld>
            <a:endParaRPr lang="en-US"/>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7/8/2024</a:t>
            </a:fld>
            <a:endParaRPr lang="en-US"/>
          </a:p>
        </p:txBody>
      </p:sp>
      <p:sp>
        <p:nvSpPr>
          <p:cNvPr id="4" name="Footer Placeholder 3"/>
          <p:cNvSpPr>
            <a:spLocks noGrp="1"/>
          </p:cNvSpPr>
          <p:nvPr>
            <p:ph type="ftr" sz="quarter" idx="11"/>
          </p:nvPr>
        </p:nvSpPr>
        <p:spPr/>
        <p:txBody>
          <a:bodyPr/>
          <a:lstStyle/>
          <a:p>
            <a:r>
              <a:rPr lang="sk-SK"/>
              <a:t>CSP554</a:t>
            </a:r>
            <a:r>
              <a:rPr lang="en-US"/>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4.xml"/><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a:t>Module 3: Lesson 1</a:t>
            </a:r>
            <a:br>
              <a:rPr lang="en-US"/>
            </a:br>
            <a:r>
              <a:rPr lang="en-US" sz="5400"/>
              <a:t>The Path to MapReduce</a:t>
            </a:r>
            <a:endParaRPr lang="en-US"/>
          </a:p>
        </p:txBody>
      </p:sp>
    </p:spTree>
    <p:custDataLst>
      <p:tags r:id="rId1"/>
    </p:custDataLst>
    <p:extLst>
      <p:ext uri="{BB962C8B-B14F-4D97-AF65-F5344CB8AC3E}">
        <p14:creationId xmlns:p14="http://schemas.microsoft.com/office/powerpoint/2010/main" val="3166890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88D5-987F-B546-8964-9A91B76BB83C}"/>
              </a:ext>
            </a:extLst>
          </p:cNvPr>
          <p:cNvSpPr>
            <a:spLocks noGrp="1"/>
          </p:cNvSpPr>
          <p:nvPr>
            <p:ph type="title"/>
          </p:nvPr>
        </p:nvSpPr>
        <p:spPr/>
        <p:txBody>
          <a:bodyPr/>
          <a:lstStyle/>
          <a:p>
            <a:r>
              <a:rPr lang="en-US" sz="4800"/>
              <a:t>How Do We Process Data of “Small to Moderate”  Volume?</a:t>
            </a:r>
          </a:p>
        </p:txBody>
      </p:sp>
      <p:sp>
        <p:nvSpPr>
          <p:cNvPr id="19" name="Rectangle 18">
            <a:extLst>
              <a:ext uri="{FF2B5EF4-FFF2-40B4-BE49-F238E27FC236}">
                <a16:creationId xmlns:a16="http://schemas.microsoft.com/office/drawing/2014/main" id="{8A540D08-948C-D45D-6205-434AD78FD16C}"/>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b="1">
                <a:solidFill>
                  <a:schemeClr val="bg2"/>
                </a:solidFill>
                <a:effectLst/>
                <a:ea typeface="Calibri" panose="020F0502020204030204" pitchFamily="34" charset="0"/>
                <a:cs typeface="Times New Roman" panose="02020603050405020304" pitchFamily="18" charset="0"/>
              </a:rPr>
              <a:t>Approach</a:t>
            </a:r>
          </a:p>
          <a:p>
            <a:pPr marL="0" marR="0" algn="ctr">
              <a:spcBef>
                <a:spcPts val="0"/>
              </a:spcBef>
              <a:spcAft>
                <a:spcPts val="0"/>
              </a:spcAft>
            </a:pPr>
            <a:r>
              <a:rPr lang="en-US" sz="2400">
                <a:solidFill>
                  <a:schemeClr val="bg2"/>
                </a:solidFill>
                <a:effectLst/>
                <a:ea typeface="Calibri" panose="020F0502020204030204" pitchFamily="34" charset="0"/>
                <a:cs typeface="Times New Roman" panose="02020603050405020304" pitchFamily="18" charset="0"/>
              </a:rPr>
              <a:t>Design and code a sequential process on one server</a:t>
            </a:r>
          </a:p>
        </p:txBody>
      </p:sp>
      <p:sp>
        <p:nvSpPr>
          <p:cNvPr id="20" name="Rectangle 19">
            <a:extLst>
              <a:ext uri="{FF2B5EF4-FFF2-40B4-BE49-F238E27FC236}">
                <a16:creationId xmlns:a16="http://schemas.microsoft.com/office/drawing/2014/main" id="{988A2C83-EE2D-62E4-815C-417D04F65F39}"/>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b="1">
                <a:solidFill>
                  <a:schemeClr val="tx1"/>
                </a:solidFill>
              </a:rPr>
              <a:t>Limitation</a:t>
            </a:r>
            <a:endParaRPr lang="en-US" altLang="en-US" sz="2000" b="1">
              <a:solidFill>
                <a:schemeClr val="tx1"/>
              </a:solidFill>
            </a:endParaRPr>
          </a:p>
          <a:p>
            <a:pPr marL="0" indent="0" algn="ctr">
              <a:buNone/>
            </a:pPr>
            <a:r>
              <a:rPr lang="en-US" altLang="en-US" sz="2400">
                <a:solidFill>
                  <a:schemeClr val="tx1"/>
                </a:solidFill>
              </a:rPr>
              <a:t>Increasing data volumes leads to processing, storage and memory bottlenecks</a:t>
            </a:r>
          </a:p>
        </p:txBody>
      </p:sp>
      <p:sp>
        <p:nvSpPr>
          <p:cNvPr id="21" name="Rectangle 20">
            <a:extLst>
              <a:ext uri="{FF2B5EF4-FFF2-40B4-BE49-F238E27FC236}">
                <a16:creationId xmlns:a16="http://schemas.microsoft.com/office/drawing/2014/main" id="{303F8131-C913-020D-BBDC-D2027C3CB092}"/>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a:solidFill>
                <a:schemeClr val="bg2"/>
              </a:solidFill>
            </a:endParaRPr>
          </a:p>
        </p:txBody>
      </p:sp>
      <p:sp>
        <p:nvSpPr>
          <p:cNvPr id="22" name="Rectangle 21">
            <a:extLst>
              <a:ext uri="{FF2B5EF4-FFF2-40B4-BE49-F238E27FC236}">
                <a16:creationId xmlns:a16="http://schemas.microsoft.com/office/drawing/2014/main" id="{6688EF3C-7FA4-8CCF-509D-6E7E55E8A198}"/>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a:solidFill>
                <a:schemeClr val="bg2"/>
              </a:solidFill>
            </a:endParaRPr>
          </a:p>
        </p:txBody>
      </p:sp>
      <p:pic>
        <p:nvPicPr>
          <p:cNvPr id="6" name="Picture 5" descr="Input Files: The leftmost block represents input files. An arrow points downward to a smaller rectangle labeled “Read the next record.”&#10;Transform a File: The central block (brighter color) represents file transformation. An arrow points downward to a smaller rectangle labeled “Repeat for each record.”&#10;Result Files: The rightmost block represents result files. An arrow points downward to a smaller rectangle labeled “Write the next record.” Additionally, there’s an icon of a stopwatch.&#10;The flow moves from left to right: input files ➡️ transformation ➡️ result files.">
            <a:extLst>
              <a:ext uri="{FF2B5EF4-FFF2-40B4-BE49-F238E27FC236}">
                <a16:creationId xmlns:a16="http://schemas.microsoft.com/office/drawing/2014/main" id="{8B83011E-AEF6-6A2C-1989-8DE5A7F2A875}"/>
              </a:ext>
            </a:extLst>
          </p:cNvPr>
          <p:cNvPicPr>
            <a:picLocks noChangeAspect="1"/>
          </p:cNvPicPr>
          <p:nvPr/>
        </p:nvPicPr>
        <p:blipFill>
          <a:blip r:embed="rId2"/>
          <a:stretch>
            <a:fillRect/>
          </a:stretch>
        </p:blipFill>
        <p:spPr>
          <a:xfrm>
            <a:off x="2817888" y="5488772"/>
            <a:ext cx="10908722" cy="4290579"/>
          </a:xfrm>
          <a:prstGeom prst="rect">
            <a:avLst/>
          </a:prstGeom>
        </p:spPr>
      </p:pic>
    </p:spTree>
    <p:extLst>
      <p:ext uri="{BB962C8B-B14F-4D97-AF65-F5344CB8AC3E}">
        <p14:creationId xmlns:p14="http://schemas.microsoft.com/office/powerpoint/2010/main" val="231572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727FB-A6A7-4A6E-A12B-B15F5D4F4B07}"/>
              </a:ext>
            </a:extLst>
          </p:cNvPr>
          <p:cNvSpPr>
            <a:spLocks noGrp="1"/>
          </p:cNvSpPr>
          <p:nvPr>
            <p:ph type="title"/>
          </p:nvPr>
        </p:nvSpPr>
        <p:spPr/>
        <p:txBody>
          <a:bodyPr anchor="ct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graphicFrame>
        <p:nvGraphicFramePr>
          <p:cNvPr id="3" name="Diagram 2" descr="The image contains a text excerpt that discusses the divide-and-conquer approach to solving big data problems. Here is the extracted text:&#10;&#10;---&#10;&#10;The only feasible approach to tackling big data problems today is to divide and conquer, a fundamental concept in computer science.&#10;&#10;The basic idea is to partition a large problem into smaller sub-problems.&#10;&#10;To the extent that the sub-problems are independent, they can be tackled in parallel by different workers (threads, cores, CPUs).&#10;&#10;Intermediate results from each individual worker are then combined to yield the final output.&#10;&#10;The general principles behind divide-and-conquer algorithms are broadly applicable to a wide range of problems in many different application domains.&#10;&#10;However, the details of algorithm implementation are varied and complex.&#10;&#10;---&#10;&#10;Would you like any further analysis or information based on this text?">
            <a:extLst>
              <a:ext uri="{FF2B5EF4-FFF2-40B4-BE49-F238E27FC236}">
                <a16:creationId xmlns:a16="http://schemas.microsoft.com/office/drawing/2014/main" id="{98108D61-F10F-5EDA-7A42-8BCE5E0378A5}"/>
              </a:ext>
            </a:extLst>
          </p:cNvPr>
          <p:cNvGraphicFramePr/>
          <p:nvPr>
            <p:extLst>
              <p:ext uri="{D42A27DB-BD31-4B8C-83A1-F6EECF244321}">
                <p14:modId xmlns:p14="http://schemas.microsoft.com/office/powerpoint/2010/main" val="1976405686"/>
              </p:ext>
            </p:extLst>
          </p:nvPr>
        </p:nvGraphicFramePr>
        <p:xfrm>
          <a:off x="1098551" y="1943100"/>
          <a:ext cx="16084550" cy="6800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5013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15" name="Rectangle 14">
            <a:extLst>
              <a:ext uri="{FF2B5EF4-FFF2-40B4-BE49-F238E27FC236}">
                <a16:creationId xmlns:a16="http://schemas.microsoft.com/office/drawing/2014/main" id="{2847255B-E06F-B58F-1E40-96FB6953D624}"/>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Think of a file holding a list of hundreds of billions of numbers to total..</a:t>
            </a:r>
          </a:p>
        </p:txBody>
      </p:sp>
      <p:sp>
        <p:nvSpPr>
          <p:cNvPr id="16" name="Rectangle 15">
            <a:extLst>
              <a:ext uri="{FF2B5EF4-FFF2-40B4-BE49-F238E27FC236}">
                <a16:creationId xmlns:a16="http://schemas.microsoft.com/office/drawing/2014/main" id="{71270BE5-F7C9-A7ED-376E-F57A4D13BFB2}"/>
              </a:ext>
            </a:extLst>
          </p:cNvPr>
          <p:cNvSpPr/>
          <p:nvPr/>
        </p:nvSpPr>
        <p:spPr>
          <a:xfrm>
            <a:off x="1232453" y="3743325"/>
            <a:ext cx="13715999" cy="1038225"/>
          </a:xfrm>
          <a:prstGeom prst="rect">
            <a:avLst/>
          </a:prstGeom>
          <a:solidFill>
            <a:srgbClr val="E98D0A"/>
          </a:solidFill>
          <a:ln w="25400" cap="flat" cmpd="dbl"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2400" i="0" u="none" strike="noStrike" kern="0" cap="none" spc="0" normalizeH="0" baseline="0" noProof="0">
                <a:ln>
                  <a:noFill/>
                </a:ln>
                <a:effectLst/>
                <a:uLnTx/>
                <a:uFillTx/>
                <a:latin typeface="Arial"/>
                <a:ea typeface="+mn-ea"/>
                <a:cs typeface="+mn-cs"/>
              </a:rPr>
              <a:t>Imagine that adding numbers together is computationally expensive</a:t>
            </a:r>
          </a:p>
        </p:txBody>
      </p:sp>
      <p:sp>
        <p:nvSpPr>
          <p:cNvPr id="17" name="Rectangle 16">
            <a:extLst>
              <a:ext uri="{FF2B5EF4-FFF2-40B4-BE49-F238E27FC236}">
                <a16:creationId xmlns:a16="http://schemas.microsoft.com/office/drawing/2014/main" id="{0F498BE0-351F-F5EC-D189-121085D7645E}"/>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2655E7B7-C73F-E9F1-88C3-949B2C8DD928}"/>
              </a:ext>
              <a:ext uri="{C183D7F6-B498-43B3-948B-1728B52AA6E4}">
                <adec:decorative xmlns:adec="http://schemas.microsoft.com/office/drawing/2017/decorative" val="1"/>
              </a:ext>
            </a:extLst>
          </p:cNvPr>
          <p:cNvSpPr/>
          <p:nvPr/>
        </p:nvSpPr>
        <p:spPr>
          <a:xfrm>
            <a:off x="-1" y="3743325"/>
            <a:ext cx="1232454" cy="1038225"/>
          </a:xfrm>
          <a:prstGeom prst="rect">
            <a:avLst/>
          </a:prstGeom>
          <a:solidFill>
            <a:srgbClr val="E98D0A"/>
          </a:solidFill>
          <a:ln w="25400" cap="flat" cmpd="dbl"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D0465E31-E6B2-B334-3A40-E58CF8724284}"/>
              </a:ext>
            </a:extLst>
          </p:cNvPr>
          <p:cNvSpPr/>
          <p:nvPr/>
        </p:nvSpPr>
        <p:spPr>
          <a:xfrm>
            <a:off x="6972300" y="5143500"/>
            <a:ext cx="2171700" cy="4550919"/>
          </a:xfrm>
          <a:prstGeom prst="rect">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1</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2</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4</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Arial"/>
              </a:rPr>
              <a:t>●●●</a:t>
            </a:r>
            <a:endParaRPr kumimoji="0" lang="en-US" sz="2000" b="0" i="0" u="none" strike="noStrike" kern="0" cap="none" spc="0" normalizeH="0" baseline="0" noProof="0">
              <a:ln>
                <a:noFill/>
              </a:ln>
              <a:effectLst/>
              <a:uLnTx/>
              <a:uFillTx/>
              <a:latin typeface="Arial"/>
              <a:ea typeface="+mn-ea"/>
              <a:cs typeface="+mn-cs"/>
            </a:endParaRP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34</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2700</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11</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Arial"/>
              </a:rPr>
              <a:t>●●●</a:t>
            </a:r>
            <a:endParaRPr kumimoji="0" lang="en-US" sz="2000" b="0" i="0" u="none" strike="noStrike" kern="0" cap="none" spc="0" normalizeH="0" baseline="0" noProof="0">
              <a:ln>
                <a:noFill/>
              </a:ln>
              <a:effectLst/>
              <a:uLnTx/>
              <a:uFillTx/>
              <a:latin typeface="Arial"/>
              <a:ea typeface="+mn-ea"/>
              <a:cs typeface="+mn-cs"/>
            </a:endParaRP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3423</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2</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890</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Arial"/>
              </a:rPr>
              <a:t>●●●</a:t>
            </a:r>
            <a:endParaRPr kumimoji="0" lang="en-US" sz="2000" b="0" i="0" u="none" strike="noStrike" kern="0" cap="none" spc="0" normalizeH="0" baseline="0" noProof="0">
              <a:ln>
                <a:noFill/>
              </a:ln>
              <a:effectLst/>
              <a:uLnTx/>
              <a:uFillTx/>
              <a:latin typeface="Arial"/>
              <a:ea typeface="+mn-ea"/>
              <a:cs typeface="+mn-cs"/>
            </a:endParaRP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123</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effectLst/>
                <a:uLnTx/>
                <a:uFillTx/>
                <a:latin typeface="Arial"/>
                <a:ea typeface="+mn-ea"/>
                <a:cs typeface="+mn-cs"/>
              </a:rPr>
              <a:t>456</a:t>
            </a:r>
            <a:endParaRPr kumimoji="0" lang="en-US" sz="2400" b="0" i="0" u="none" strike="noStrike" kern="0" cap="none" spc="0" normalizeH="0" baseline="0" noProof="0">
              <a:ln>
                <a:noFill/>
              </a:ln>
              <a:effectLst/>
              <a:uLnTx/>
              <a:uFillTx/>
              <a:latin typeface="Arial"/>
              <a:ea typeface="+mn-ea"/>
              <a:cs typeface="+mn-cs"/>
            </a:endParaRPr>
          </a:p>
        </p:txBody>
      </p:sp>
    </p:spTree>
    <p:extLst>
      <p:ext uri="{BB962C8B-B14F-4D97-AF65-F5344CB8AC3E}">
        <p14:creationId xmlns:p14="http://schemas.microsoft.com/office/powerpoint/2010/main" val="361064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11" name="Rectangle 10">
            <a:extLst>
              <a:ext uri="{FF2B5EF4-FFF2-40B4-BE49-F238E27FC236}">
                <a16:creationId xmlns:a16="http://schemas.microsoft.com/office/drawing/2014/main" id="{653088E7-AA03-DF4A-E668-A798B9C4507B}"/>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We could use one very powerful server to calculate the total… using a “mapper” function</a:t>
            </a:r>
          </a:p>
        </p:txBody>
      </p:sp>
      <p:sp>
        <p:nvSpPr>
          <p:cNvPr id="12" name="Rectangle 11">
            <a:extLst>
              <a:ext uri="{FF2B5EF4-FFF2-40B4-BE49-F238E27FC236}">
                <a16:creationId xmlns:a16="http://schemas.microsoft.com/office/drawing/2014/main" id="{61A589A0-9008-EE7C-3F2A-C7F4E4C4AFC0}"/>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5" name="Picture 4" descr="The image shows a simplified representation of a data processing workflow, likely illustrating the Map phase of a MapReduce job. Here is an alt text description:&#10;&#10;---&#10;&#10;The diagram consists of three main sections arranged horizontally:&#10;&#10;1. **Input Data (left section):**&#10;   - A list of numbers, starting with 1, 2, 4, followed by ellipses (• • •) to indicate more numbers, then listing 34, 2700, 11, 3423, 2, 890, 123, and 456.&#10;&#10;2. **Processing Unit (middle section):**&#10;   - Contains a box labeled &quot;Mapper.&quot;&#10;   - Below &quot;Mapper,&quot; there are components labeled &quot;CPU&quot; and &quot;Disk&quot; indicating the hardware used for processing.&#10;   - Arrows point from the input data to the processing unit, indicating the flow of data.&#10;&#10;3. **Output Data (right section):**&#10;   - Shows the final output as a single large number: 4,010,234.&#10;   - An arrow from the processing unit points to the output data, indicating the result of the computation.&#10;&#10;---&#10;&#10;Would you like further details or explanation on any part of this diagram?">
            <a:extLst>
              <a:ext uri="{FF2B5EF4-FFF2-40B4-BE49-F238E27FC236}">
                <a16:creationId xmlns:a16="http://schemas.microsoft.com/office/drawing/2014/main" id="{DDAE9AFB-4B35-B957-4732-C5E350B97E1B}"/>
              </a:ext>
            </a:extLst>
          </p:cNvPr>
          <p:cNvPicPr>
            <a:picLocks noChangeAspect="1"/>
          </p:cNvPicPr>
          <p:nvPr/>
        </p:nvPicPr>
        <p:blipFill>
          <a:blip r:embed="rId2"/>
          <a:stretch>
            <a:fillRect/>
          </a:stretch>
        </p:blipFill>
        <p:spPr>
          <a:xfrm>
            <a:off x="2983057" y="3867150"/>
            <a:ext cx="10617777" cy="5919354"/>
          </a:xfrm>
          <a:prstGeom prst="rect">
            <a:avLst/>
          </a:prstGeom>
        </p:spPr>
      </p:pic>
    </p:spTree>
    <p:extLst>
      <p:ext uri="{BB962C8B-B14F-4D97-AF65-F5344CB8AC3E}">
        <p14:creationId xmlns:p14="http://schemas.microsoft.com/office/powerpoint/2010/main" val="524065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DF6D-8011-52CF-1AF4-60ECB0B78A3D}"/>
              </a:ext>
            </a:extLst>
          </p:cNvPr>
          <p:cNvSpPr>
            <a:spLocks noGrp="1"/>
          </p:cNvSpPr>
          <p:nvPr>
            <p:ph type="title"/>
          </p:nvPr>
        </p:nvSpPr>
        <p:spPr/>
        <p:txBody>
          <a:bodyPr/>
          <a:lstStyle/>
          <a:p>
            <a:r>
              <a:rPr lang="en-US" sz="6000"/>
              <a:t>Pseudocode for calculating the total using one very large server</a:t>
            </a:r>
            <a:endParaRPr lang="en-US"/>
          </a:p>
        </p:txBody>
      </p:sp>
      <p:sp>
        <p:nvSpPr>
          <p:cNvPr id="5" name="Content Placeholder 6">
            <a:extLst>
              <a:ext uri="{FF2B5EF4-FFF2-40B4-BE49-F238E27FC236}">
                <a16:creationId xmlns:a16="http://schemas.microsoft.com/office/drawing/2014/main" id="{09D9B7F9-96FF-F9D8-5B5B-1D7C3DF4436A}"/>
              </a:ext>
            </a:extLst>
          </p:cNvPr>
          <p:cNvSpPr txBox="1">
            <a:spLocks/>
          </p:cNvSpPr>
          <p:nvPr/>
        </p:nvSpPr>
        <p:spPr>
          <a:xfrm>
            <a:off x="9296400" y="2510028"/>
            <a:ext cx="8077200" cy="7077456"/>
          </a:xfrm>
          <a:prstGeom prst="rect">
            <a:avLst/>
          </a:prstGeom>
        </p:spPr>
        <p:txBody>
          <a:bodyPr vert="horz" lIns="91440" tIns="45720" rIns="91440" bIns="45720" rtlCol="0">
            <a:normAutofit fontScale="92500" lnSpcReduction="20000"/>
          </a:bodyPr>
          <a:lstStyle>
            <a:lvl1pPr marL="274320" indent="-274320" algn="l" defTabSz="1371600" rtl="0" eaLnBrk="1" latinLnBrk="0" hangingPunct="1">
              <a:spcBef>
                <a:spcPct val="20000"/>
              </a:spcBef>
              <a:buClr>
                <a:schemeClr val="accent1"/>
              </a:buClr>
              <a:buSzPct val="85000"/>
              <a:buFont typeface="Arial" pitchFamily="34" charset="0"/>
              <a:buChar char="•"/>
              <a:defRPr sz="42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30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7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total =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3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Function init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    total =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1" i="0" u="none" strike="noStrike" kern="1200" cap="none" spc="0" normalizeH="0" baseline="0" noProof="0">
                <a:ln>
                  <a:noFill/>
                </a:ln>
                <a:solidFill>
                  <a:srgbClr val="292934"/>
                </a:solidFill>
                <a:effectLst/>
                <a:uLnTx/>
                <a:uFillTx/>
                <a:latin typeface="Arial"/>
                <a:ea typeface="+mn-ea"/>
                <a:cs typeface="+mn-cs"/>
              </a:rPr>
              <a:t>Function map (record)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1" i="0" u="none" strike="noStrike" kern="1200" cap="none" spc="0" normalizeH="0" baseline="0" noProof="0">
                <a:ln>
                  <a:noFill/>
                </a:ln>
                <a:solidFill>
                  <a:srgbClr val="292934"/>
                </a:solidFill>
                <a:effectLst/>
                <a:uLnTx/>
                <a:uFillTx/>
                <a:latin typeface="Arial"/>
                <a:ea typeface="+mn-ea"/>
                <a:cs typeface="+mn-cs"/>
              </a:rPr>
              <a:t>    value = parse value from record</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1" i="0" u="none" strike="noStrike" kern="1200" cap="none" spc="0" normalizeH="0" baseline="0" noProof="0">
                <a:ln>
                  <a:noFill/>
                </a:ln>
                <a:solidFill>
                  <a:srgbClr val="292934"/>
                </a:solidFill>
                <a:effectLst/>
                <a:uLnTx/>
                <a:uFillTx/>
                <a:latin typeface="Arial"/>
                <a:ea typeface="+mn-ea"/>
                <a:cs typeface="+mn-cs"/>
              </a:rPr>
              <a:t>    total = total + value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1"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Function final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    output the total</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300" b="0" i="0" u="none" strike="noStrike" kern="1200" cap="none" spc="0" normalizeH="0" baseline="0" noProof="0">
                <a:ln>
                  <a:noFill/>
                </a:ln>
                <a:solidFill>
                  <a:srgbClr val="292934"/>
                </a:solidFill>
                <a:effectLst/>
                <a:uLnTx/>
                <a:uFillTx/>
                <a:latin typeface="Arial"/>
                <a:ea typeface="+mn-ea"/>
                <a:cs typeface="+mn-cs"/>
              </a:rPr>
              <a:t>}</a:t>
            </a:r>
            <a:endParaRPr kumimoji="0" lang="en-US" sz="4200" b="0" i="0" u="none" strike="noStrike" kern="1200" cap="none" spc="0" normalizeH="0" baseline="0" noProof="0">
              <a:ln>
                <a:noFill/>
              </a:ln>
              <a:solidFill>
                <a:srgbClr val="292934"/>
              </a:solidFill>
              <a:effectLst/>
              <a:uLnTx/>
              <a:uFillTx/>
              <a:latin typeface="Arial"/>
              <a:ea typeface="+mn-ea"/>
              <a:cs typeface="+mn-cs"/>
            </a:endParaRPr>
          </a:p>
        </p:txBody>
      </p:sp>
      <p:sp>
        <p:nvSpPr>
          <p:cNvPr id="6" name="Content Placeholder 5">
            <a:extLst>
              <a:ext uri="{FF2B5EF4-FFF2-40B4-BE49-F238E27FC236}">
                <a16:creationId xmlns:a16="http://schemas.microsoft.com/office/drawing/2014/main" id="{E46F023B-CC4D-3FC5-C234-034BA3AFB25E}"/>
              </a:ext>
            </a:extLst>
          </p:cNvPr>
          <p:cNvSpPr txBox="1">
            <a:spLocks/>
          </p:cNvSpPr>
          <p:nvPr/>
        </p:nvSpPr>
        <p:spPr>
          <a:xfrm>
            <a:off x="914400" y="2510028"/>
            <a:ext cx="8077200" cy="7077456"/>
          </a:xfrm>
          <a:prstGeom prst="rect">
            <a:avLst/>
          </a:prstGeom>
        </p:spPr>
        <p:txBody>
          <a:bodyPr vert="horz" lIns="91440" tIns="45720" rIns="91440" bIns="45720" rtlCol="0">
            <a:normAutofit/>
          </a:bodyPr>
          <a:lstStyle>
            <a:lvl1pPr marL="274320" indent="-274320" algn="l" defTabSz="1371600" rtl="0" eaLnBrk="1" latinLnBrk="0" hangingPunct="1">
              <a:spcBef>
                <a:spcPct val="20000"/>
              </a:spcBef>
              <a:buClr>
                <a:schemeClr val="accent1"/>
              </a:buClr>
              <a:buSzPct val="85000"/>
              <a:buFont typeface="Arial" pitchFamily="34" charset="0"/>
              <a:buChar char="•"/>
              <a:defRPr sz="42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30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7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Function driver()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0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Call init() to set the total to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Open some file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For each record in the file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next_record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read next record from the file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Call map (next_record)</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    Call final() to output the total</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0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000" b="0"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4200" b="0" i="0" u="none" strike="noStrike" kern="1200" cap="none" spc="0" normalizeH="0" baseline="0" noProof="0">
              <a:ln>
                <a:noFill/>
              </a:ln>
              <a:solidFill>
                <a:srgbClr val="292934"/>
              </a:solidFill>
              <a:effectLst/>
              <a:uLnTx/>
              <a:uFillTx/>
              <a:latin typeface="Arial"/>
              <a:ea typeface="+mn-ea"/>
              <a:cs typeface="+mn-cs"/>
            </a:endParaRPr>
          </a:p>
        </p:txBody>
      </p:sp>
    </p:spTree>
    <p:extLst>
      <p:ext uri="{BB962C8B-B14F-4D97-AF65-F5344CB8AC3E}">
        <p14:creationId xmlns:p14="http://schemas.microsoft.com/office/powerpoint/2010/main" val="4284747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Or we could use a cluster of less costly but less powerful servers…</a:t>
            </a:r>
          </a:p>
        </p:txBody>
      </p:sp>
      <p:sp>
        <p:nvSpPr>
          <p:cNvPr id="4" name="Rectangle 3">
            <a:extLst>
              <a:ext uri="{FF2B5EF4-FFF2-40B4-BE49-F238E27FC236}">
                <a16:creationId xmlns:a16="http://schemas.microsoft.com/office/drawing/2014/main" id="{232990BA-FA53-4F53-42BA-38BB3DF8E1AA}"/>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31" name="Picture 30" descr="The image shows an extended version of a data processing workflow, likely illustrating the Map phase of a MapReduce job but with a more detailed depiction of parallel processing. Here is an alt text description:&#10;&#10;---&#10;&#10;The diagram consists of three main sections arranged horizontally:&#10;&#10;1. **Input Data (left section):**&#10;   - A list of numbers starting with 1, 2, 4, followed by ellipses (• • •) to indicate more numbers, then listing 34, 2700, 11, 3423, 2, 890, 123, and 456.&#10;   - An arrow points from the input data to the processing unit.&#10;&#10;2. **Processing Unit (middle section):**&#10;   - Contains multiple boxes representing parallel processing units.&#10;   - Each processing unit consists of a &quot;CPU&quot; and a &quot;Disk&quot;:&#10;     - Three units are aligned horizontally at the top.&#10;     - Two units are aligned horizontally at the bottom.&#10;   - This section illustrates that the input data is processed in parallel by multiple CPUs and Disks.&#10;   - Arrows indicate data flow from the input data to each CPU/Disk unit and then to the output data.&#10;&#10;3. **Output Data (right section):**&#10;   - Shows the final output as a single large number: 4,010,234.&#10;   - An arrow from the processing unit points to the output data, indicating the result of the parallel computation.">
            <a:extLst>
              <a:ext uri="{FF2B5EF4-FFF2-40B4-BE49-F238E27FC236}">
                <a16:creationId xmlns:a16="http://schemas.microsoft.com/office/drawing/2014/main" id="{2F1B90A0-4E8B-9B61-F220-7C98CB57AD69}"/>
              </a:ext>
            </a:extLst>
          </p:cNvPr>
          <p:cNvPicPr>
            <a:picLocks noChangeAspect="1"/>
          </p:cNvPicPr>
          <p:nvPr/>
        </p:nvPicPr>
        <p:blipFill>
          <a:blip r:embed="rId2"/>
          <a:stretch>
            <a:fillRect/>
          </a:stretch>
        </p:blipFill>
        <p:spPr>
          <a:xfrm>
            <a:off x="1242580" y="3808702"/>
            <a:ext cx="12166022" cy="5537488"/>
          </a:xfrm>
          <a:prstGeom prst="rect">
            <a:avLst/>
          </a:prstGeom>
        </p:spPr>
      </p:pic>
    </p:spTree>
    <p:extLst>
      <p:ext uri="{BB962C8B-B14F-4D97-AF65-F5344CB8AC3E}">
        <p14:creationId xmlns:p14="http://schemas.microsoft.com/office/powerpoint/2010/main" val="229849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To do so let’s store the file into HDFS to divide the file into blocks, then distribute these blocks across our cluster</a:t>
            </a:r>
          </a:p>
        </p:txBody>
      </p:sp>
      <p:sp>
        <p:nvSpPr>
          <p:cNvPr id="4" name="Rectangle 3">
            <a:extLst>
              <a:ext uri="{FF2B5EF4-FFF2-40B4-BE49-F238E27FC236}">
                <a16:creationId xmlns:a16="http://schemas.microsoft.com/office/drawing/2014/main" id="{232990BA-FA53-4F53-42BA-38BB3DF8E1A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7" name="Picture 6" descr="The image illustrates the partitioning of input data across multiple processing units, likely as part of a MapReduce job. Here is an alt text description:&#10;&#10;---&#10;&#10;The diagram shows four processing units, each containing a &quot;CPU&quot; and a &quot;Disk.&quot; The input data is partitioned across these disks:&#10;&#10;1. **First Processing Unit:**&#10;   - Contains &quot;CPU&quot; and &quot;Disk.&quot;&#10;   - The disk has the data: 1, 2, 4, followed by ellipses (• • •) to indicate more data.&#10;&#10;2. **Second Processing Unit:**&#10;   - Contains &quot;CPU&quot; and &quot;Disk.&quot;&#10;   - The disk has the data: 34, 2700, 11, followed by ellipses (• • •).&#10;&#10;3. **Third Processing Unit:**&#10;   - Contains &quot;CPU&quot; and &quot;Disk.&quot;&#10;   - The disk has the data: 3423, 2, 890, followed by ellipses (• • •).&#10;&#10;4. **Fourth Processing Unit:**&#10;   - Contains &quot;CPU&quot; and &quot;Disk.&quot;&#10;   - The disk has the data: 123, 456.&#10;&#10;This diagram highlights how the input data is distributed across multiple CPUs and disks for parallel processing.&#10;">
            <a:extLst>
              <a:ext uri="{FF2B5EF4-FFF2-40B4-BE49-F238E27FC236}">
                <a16:creationId xmlns:a16="http://schemas.microsoft.com/office/drawing/2014/main" id="{455FCE94-1DCD-959C-0E2A-59B7AE1C7D54}"/>
              </a:ext>
            </a:extLst>
          </p:cNvPr>
          <p:cNvPicPr>
            <a:picLocks noChangeAspect="1"/>
          </p:cNvPicPr>
          <p:nvPr/>
        </p:nvPicPr>
        <p:blipFill>
          <a:blip r:embed="rId2"/>
          <a:stretch>
            <a:fillRect/>
          </a:stretch>
        </p:blipFill>
        <p:spPr>
          <a:xfrm>
            <a:off x="2349212" y="3952875"/>
            <a:ext cx="12176413" cy="5062104"/>
          </a:xfrm>
          <a:prstGeom prst="rect">
            <a:avLst/>
          </a:prstGeom>
        </p:spPr>
      </p:pic>
    </p:spTree>
    <p:extLst>
      <p:ext uri="{BB962C8B-B14F-4D97-AF65-F5344CB8AC3E}">
        <p14:creationId xmlns:p14="http://schemas.microsoft.com/office/powerpoint/2010/main" val="368957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Now distribute a function (the subtotal mapper) to multiple nodes to calculate partial (per block) totals and another function (the total reducer) to another node to calculate the overall total</a:t>
            </a:r>
          </a:p>
        </p:txBody>
      </p:sp>
      <p:sp>
        <p:nvSpPr>
          <p:cNvPr id="4" name="Rectangle 3">
            <a:extLst>
              <a:ext uri="{FF2B5EF4-FFF2-40B4-BE49-F238E27FC236}">
                <a16:creationId xmlns:a16="http://schemas.microsoft.com/office/drawing/2014/main" id="{232990BA-FA53-4F53-42BA-38BB3DF8E1A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31" name="Picture 30" descr="The image shows the processing architecture for a MapReduce job, illustrating both the mapping (subtotal) and reducing (total) phases. Here is an alt text description:&#10;&#10;---&#10;&#10;The diagram consists of five processing units arranged horizontally, each containing a CPU and a Disk. The units are labeled according to their roles in the MapReduce process:&#10;&#10;1. **First Processing Unit:**&#10;   - Labeled &quot;Subtotal Mapper.&quot;&#10;   - Contains &quot;CPU&quot; and &quot;Disk.&quot;&#10;   - The disk has the data: 1, 2, 4, followed by ellipses (• • •).&#10;&#10;2. **Second Processing Unit:**&#10;   - Labeled &quot;Subtotal Mapper.&quot;&#10;   - Contains &quot;CPU&quot; and &quot;Disk.&quot;&#10;   - The disk has the data: 34, 2700, 11, followed by ellipses (• • •).&#10;&#10;3. **Third Processing Unit:**&#10;   - Labeled &quot;Subtotal Mapper.&quot;&#10;   - Contains &quot;CPU&quot; and &quot;Disk.&quot;&#10;   - The disk has the data: 3423, 2, 890, followed by ellipses (• • •).&#10;&#10;4. **Fourth Processing Unit:**&#10;   - Labeled &quot;Subtotal Mapper.&quot;&#10;   - Contains &quot;CPU&quot; and &quot;Disk.&quot;&#10;   - The disk has the data: 123, 456.&#10;&#10;5. **Fifth Processing Unit:**&#10;   - Labeled &quot;Total Reducer.&quot;&#10;   - Contains &quot;CPU&quot; and &quot;Disk.&quot;&#10;&#10;This diagram highlights how the input data is divided among multiple mappers to compute subtotals, which are then processed by a reducer to compute the final total.">
            <a:extLst>
              <a:ext uri="{FF2B5EF4-FFF2-40B4-BE49-F238E27FC236}">
                <a16:creationId xmlns:a16="http://schemas.microsoft.com/office/drawing/2014/main" id="{34AAC3DC-73C4-0D3A-CEE3-49E53BCEC9C0}"/>
              </a:ext>
            </a:extLst>
          </p:cNvPr>
          <p:cNvPicPr>
            <a:picLocks noChangeAspect="1"/>
          </p:cNvPicPr>
          <p:nvPr/>
        </p:nvPicPr>
        <p:blipFill>
          <a:blip r:embed="rId2"/>
          <a:stretch>
            <a:fillRect/>
          </a:stretch>
        </p:blipFill>
        <p:spPr>
          <a:xfrm>
            <a:off x="3073545" y="3949844"/>
            <a:ext cx="12161693" cy="5109729"/>
          </a:xfrm>
          <a:prstGeom prst="rect">
            <a:avLst/>
          </a:prstGeom>
        </p:spPr>
      </p:pic>
    </p:spTree>
    <p:extLst>
      <p:ext uri="{BB962C8B-B14F-4D97-AF65-F5344CB8AC3E}">
        <p14:creationId xmlns:p14="http://schemas.microsoft.com/office/powerpoint/2010/main" val="3615646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Now execute all the subtotal mapper functions in parallel</a:t>
            </a:r>
          </a:p>
        </p:txBody>
      </p:sp>
      <p:sp>
        <p:nvSpPr>
          <p:cNvPr id="4" name="Rectangle 3">
            <a:extLst>
              <a:ext uri="{FF2B5EF4-FFF2-40B4-BE49-F238E27FC236}">
                <a16:creationId xmlns:a16="http://schemas.microsoft.com/office/drawing/2014/main" id="{232990BA-FA53-4F53-42BA-38BB3DF8E1A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5" name="Picture 4" descr="The image provides a detailed view of the MapReduce process, highlighting how subtotals are calculated by mappers and then combined by a reducer. Here is an alt text description:&#10;&#10;---&#10;&#10;The diagram consists of five processing units arranged horizontally, each containing a CPU and a Disk. It shows the flow of data from the mappers to the reducer:&#10;&#10;1. **First Processing Unit:**&#10;   - Labeled &quot;Subtotal Mapper.&quot;&#10;   - Contains &quot;CPU&quot; and &quot;Disk.&quot;&#10;   - The disk has the data: 1, 2, 4, followed by ellipses (• • •).&#10;&#10;2. **Second Processing Unit:**&#10;   - Labeled &quot;Subtotal Mapper.&quot;&#10;   - Contains &quot;CPU&quot; and &quot;Disk.&quot;&#10;   - The disk has the data: 34, 2700, 11, followed by ellipses (• • •).&#10;&#10;3. **Third Processing Unit:**&#10;   - Labeled &quot;Subtotal Mapper.&quot;&#10;   - Contains &quot;CPU&quot; and &quot;Disk.&quot;&#10;   - The disk has the data: 3423, 2, 890, followed by ellipses (• • •).&#10;&#10;4. **Fourth Processing Unit:**&#10;   - Labeled &quot;Subtotal Mapper.&quot;&#10;   - Contains &quot;CPU&quot; and &quot;Disk.&quot;&#10;   - The disk has the data: 123, 456.&#10;&#10;5. **Fifth Processing Unit:**&#10;   - Labeled &quot;Total Reducer.&quot;&#10;   - Contains &quot;CPU&quot; and &quot;Disk.&quot;&#10;   - Arrows labeled &quot;Subtotal&quot; point from each mapper to the reducer, indicating that each mapper's output is sent to the reducer.&#10;&#10;The diagram illustrates how each mapper processes a subset of the data to produce subtotals, which are then sent to the reducer to compute the final total.">
            <a:extLst>
              <a:ext uri="{FF2B5EF4-FFF2-40B4-BE49-F238E27FC236}">
                <a16:creationId xmlns:a16="http://schemas.microsoft.com/office/drawing/2014/main" id="{5DD488FD-9CD3-4222-E722-32BECC325C02}"/>
              </a:ext>
            </a:extLst>
          </p:cNvPr>
          <p:cNvPicPr>
            <a:picLocks noChangeAspect="1"/>
          </p:cNvPicPr>
          <p:nvPr/>
        </p:nvPicPr>
        <p:blipFill>
          <a:blip r:embed="rId2"/>
          <a:stretch>
            <a:fillRect/>
          </a:stretch>
        </p:blipFill>
        <p:spPr>
          <a:xfrm>
            <a:off x="2651414" y="3755014"/>
            <a:ext cx="11468100" cy="5894243"/>
          </a:xfrm>
          <a:prstGeom prst="rect">
            <a:avLst/>
          </a:prstGeom>
        </p:spPr>
      </p:pic>
    </p:spTree>
    <p:extLst>
      <p:ext uri="{BB962C8B-B14F-4D97-AF65-F5344CB8AC3E}">
        <p14:creationId xmlns:p14="http://schemas.microsoft.com/office/powerpoint/2010/main" val="1583763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0C7F1-E0B4-B4F4-1827-8A95BBBCEE3B}"/>
              </a:ext>
            </a:extLst>
          </p:cNvPr>
          <p:cNvSpPr>
            <a:spLocks noGrp="1"/>
          </p:cNvSpPr>
          <p:nvPr>
            <p:ph type="title"/>
          </p:nvPr>
        </p:nvSpPr>
        <p:spPr/>
        <p:txBody>
          <a:bodyPr/>
          <a:lstStyle/>
          <a:p>
            <a:r>
              <a:rPr lang="en-US"/>
              <a:t>Pseudocode sent to each node to calculate the per block partial totals</a:t>
            </a:r>
          </a:p>
        </p:txBody>
      </p:sp>
      <p:sp>
        <p:nvSpPr>
          <p:cNvPr id="3" name="Content Placeholder 6">
            <a:extLst>
              <a:ext uri="{FF2B5EF4-FFF2-40B4-BE49-F238E27FC236}">
                <a16:creationId xmlns:a16="http://schemas.microsoft.com/office/drawing/2014/main" id="{114BD8CF-D80B-1E84-088E-1C388332BD9B}"/>
              </a:ext>
            </a:extLst>
          </p:cNvPr>
          <p:cNvSpPr txBox="1">
            <a:spLocks/>
          </p:cNvSpPr>
          <p:nvPr/>
        </p:nvSpPr>
        <p:spPr>
          <a:xfrm>
            <a:off x="914400" y="2510028"/>
            <a:ext cx="8077200" cy="7077456"/>
          </a:xfrm>
          <a:prstGeom prst="rect">
            <a:avLst/>
          </a:prstGeom>
        </p:spPr>
        <p:txBody>
          <a:bodyPr vert="horz" lIns="91440" tIns="45720" rIns="91440" bIns="45720" rtlCol="0">
            <a:normAutofit fontScale="40000" lnSpcReduction="20000"/>
          </a:bodyPr>
          <a:lstStyle>
            <a:lvl1pPr marL="274320" indent="-274320" algn="l" defTabSz="1371600" rtl="0" eaLnBrk="1" latinLnBrk="0" hangingPunct="1">
              <a:spcBef>
                <a:spcPct val="20000"/>
              </a:spcBef>
              <a:buClr>
                <a:schemeClr val="accent1"/>
              </a:buClr>
              <a:buSzPct val="85000"/>
              <a:buFont typeface="Arial" pitchFamily="34" charset="0"/>
              <a:buChar char="•"/>
              <a:defRPr sz="42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30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7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4950" b="0" i="0" u="none" strike="noStrike" kern="1200" cap="none" spc="0" normalizeH="0" baseline="0" noProof="0">
                <a:ln>
                  <a:noFill/>
                </a:ln>
                <a:solidFill>
                  <a:srgbClr val="292934"/>
                </a:solidFill>
                <a:effectLst/>
                <a:uLnTx/>
                <a:uFillTx/>
                <a:latin typeface="Arial"/>
                <a:ea typeface="+mn-ea"/>
                <a:cs typeface="+mn-cs"/>
              </a:rPr>
              <a:t> </a:t>
            </a:r>
            <a:r>
              <a:rPr kumimoji="0" lang="en-US" sz="6000" b="1" i="1" u="none" strike="noStrike" kern="1200" cap="none" spc="0" normalizeH="0" baseline="0" noProof="0">
                <a:ln>
                  <a:noFill/>
                </a:ln>
                <a:solidFill>
                  <a:srgbClr val="292934"/>
                </a:solidFill>
                <a:effectLst/>
                <a:uLnTx/>
                <a:uFillTx/>
                <a:latin typeface="Arial"/>
                <a:ea typeface="+mn-ea"/>
                <a:cs typeface="+mn-cs"/>
              </a:rPr>
              <a:t>&lt;In parallel on each node&gt;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60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Function driver()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60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Call init() to set the partial_total to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Open some block of an HDFS file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For each record in the block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next_record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read next record from the block</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Call map (next_record)</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Make the </a:t>
            </a:r>
            <a:r>
              <a:rPr kumimoji="0" lang="en-US" sz="6000" b="0" i="0" u="none" strike="noStrike" kern="1200" cap="none" spc="0" normalizeH="0" baseline="0" noProof="0" err="1">
                <a:ln>
                  <a:noFill/>
                </a:ln>
                <a:solidFill>
                  <a:srgbClr val="292934"/>
                </a:solidFill>
                <a:effectLst/>
                <a:uLnTx/>
                <a:uFillTx/>
                <a:latin typeface="Arial"/>
                <a:ea typeface="+mn-ea"/>
                <a:cs typeface="+mn-cs"/>
              </a:rPr>
              <a:t>partial_total</a:t>
            </a:r>
            <a:r>
              <a:rPr kumimoji="0" lang="en-US" sz="6000" b="0" i="0" u="none" strike="noStrike" kern="1200" cap="none" spc="0" normalizeH="0" baseline="0" noProof="0">
                <a:ln>
                  <a:noFill/>
                </a:ln>
                <a:solidFill>
                  <a:srgbClr val="292934"/>
                </a:solidFill>
                <a:effectLst/>
                <a:uLnTx/>
                <a:uFillTx/>
                <a:latin typeface="Arial"/>
                <a:ea typeface="+mn-ea"/>
                <a:cs typeface="+mn-cs"/>
              </a:rPr>
              <a:t> available to the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reducer on demand</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6000" b="0"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4500" b="0" i="0" u="none" strike="noStrike" kern="1200" cap="none" spc="0" normalizeH="0" baseline="0" noProof="0">
              <a:ln>
                <a:noFill/>
              </a:ln>
              <a:solidFill>
                <a:srgbClr val="292934"/>
              </a:solidFill>
              <a:effectLst/>
              <a:uLnTx/>
              <a:uFillTx/>
              <a:latin typeface="Arial"/>
              <a:ea typeface="+mn-ea"/>
              <a:cs typeface="+mn-cs"/>
            </a:endParaRPr>
          </a:p>
        </p:txBody>
      </p:sp>
      <p:sp>
        <p:nvSpPr>
          <p:cNvPr id="4" name="Content Placeholder 7">
            <a:extLst>
              <a:ext uri="{FF2B5EF4-FFF2-40B4-BE49-F238E27FC236}">
                <a16:creationId xmlns:a16="http://schemas.microsoft.com/office/drawing/2014/main" id="{590AC9EE-11BB-7FB9-1B58-879C1E89352C}"/>
              </a:ext>
            </a:extLst>
          </p:cNvPr>
          <p:cNvSpPr txBox="1">
            <a:spLocks/>
          </p:cNvSpPr>
          <p:nvPr/>
        </p:nvSpPr>
        <p:spPr>
          <a:xfrm>
            <a:off x="9296400" y="2510028"/>
            <a:ext cx="8077200" cy="7077456"/>
          </a:xfrm>
          <a:prstGeom prst="rect">
            <a:avLst/>
          </a:prstGeom>
        </p:spPr>
        <p:txBody>
          <a:bodyPr vert="horz" lIns="91440" tIns="45720" rIns="91440" bIns="45720" rtlCol="0">
            <a:noAutofit/>
          </a:bodyPr>
          <a:lstStyle>
            <a:lvl1pPr marL="274320" indent="-274320" algn="l" defTabSz="1371600" rtl="0" eaLnBrk="1" latinLnBrk="0" hangingPunct="1">
              <a:spcBef>
                <a:spcPct val="20000"/>
              </a:spcBef>
              <a:buClr>
                <a:schemeClr val="accent1"/>
              </a:buClr>
              <a:buSzPct val="85000"/>
              <a:buFont typeface="Arial" pitchFamily="34" charset="0"/>
              <a:buChar char="•"/>
              <a:defRPr sz="42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30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7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27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0" i="0" u="none" strike="noStrike" kern="1200" cap="none" spc="0" normalizeH="0" baseline="0" noProof="0">
                <a:ln>
                  <a:noFill/>
                </a:ln>
                <a:solidFill>
                  <a:srgbClr val="292934"/>
                </a:solidFill>
                <a:effectLst/>
                <a:uLnTx/>
                <a:uFillTx/>
                <a:latin typeface="Arial"/>
                <a:ea typeface="+mn-ea"/>
                <a:cs typeface="+mn-cs"/>
              </a:rPr>
              <a:t>partial_total =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700" b="0" i="0" u="none" strike="noStrike" kern="1200" cap="none" spc="0" normalizeH="0" baseline="0" noProof="0">
              <a:ln>
                <a:noFill/>
              </a:ln>
              <a:solidFill>
                <a:srgbClr val="292934"/>
              </a:solidFill>
              <a:effectLst/>
              <a:uLnTx/>
              <a:uFillTx/>
              <a:latin typeface="Arial"/>
              <a:ea typeface="+mn-ea"/>
              <a:cs typeface="+mn-cs"/>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0" i="0" u="none" strike="noStrike" kern="1200" cap="none" spc="0" normalizeH="0" baseline="0" noProof="0">
                <a:ln>
                  <a:noFill/>
                </a:ln>
                <a:solidFill>
                  <a:srgbClr val="292934"/>
                </a:solidFill>
                <a:effectLst/>
                <a:uLnTx/>
                <a:uFillTx/>
                <a:latin typeface="Arial"/>
                <a:ea typeface="+mn-ea"/>
                <a:cs typeface="+mn-cs"/>
              </a:rPr>
              <a:t>Function init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0" i="0" u="none" strike="noStrike" kern="1200" cap="none" spc="0" normalizeH="0" baseline="0" noProof="0">
                <a:ln>
                  <a:noFill/>
                </a:ln>
                <a:solidFill>
                  <a:srgbClr val="292934"/>
                </a:solidFill>
                <a:effectLst/>
                <a:uLnTx/>
                <a:uFillTx/>
                <a:latin typeface="Arial"/>
                <a:ea typeface="+mn-ea"/>
                <a:cs typeface="+mn-cs"/>
              </a:rPr>
              <a:t>    partial_total = 0</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0"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0" i="0" u="none" strike="noStrike" kern="1200" cap="none" spc="0" normalizeH="0" baseline="0" noProof="0">
                <a:ln>
                  <a:noFill/>
                </a:ln>
                <a:solidFill>
                  <a:srgbClr val="292934"/>
                </a:solidFill>
                <a:effectLst/>
                <a:uLnTx/>
                <a:uFillTx/>
                <a:latin typeface="Arial"/>
                <a:ea typeface="+mn-ea"/>
                <a:cs typeface="+mn-cs"/>
              </a:rPr>
              <a: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1" i="0" u="none" strike="noStrike" kern="1200" cap="none" spc="0" normalizeH="0" baseline="0" noProof="0">
                <a:ln>
                  <a:noFill/>
                </a:ln>
                <a:solidFill>
                  <a:srgbClr val="292934"/>
                </a:solidFill>
                <a:effectLst/>
                <a:uLnTx/>
                <a:uFillTx/>
                <a:latin typeface="Arial"/>
                <a:ea typeface="+mn-ea"/>
                <a:cs typeface="+mn-cs"/>
              </a:rPr>
              <a:t>Function map (record)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1" i="0" u="none" strike="noStrike" kern="1200" cap="none" spc="0" normalizeH="0" baseline="0" noProof="0">
                <a:ln>
                  <a:noFill/>
                </a:ln>
                <a:solidFill>
                  <a:srgbClr val="292934"/>
                </a:solidFill>
                <a:effectLst/>
                <a:uLnTx/>
                <a:uFillTx/>
                <a:latin typeface="Arial"/>
                <a:ea typeface="+mn-ea"/>
                <a:cs typeface="+mn-cs"/>
              </a:rPr>
              <a:t>    value = parse value from record</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1" i="0" u="none" strike="noStrike" kern="1200" cap="none" spc="0" normalizeH="0" baseline="0" noProof="0">
                <a:ln>
                  <a:noFill/>
                </a:ln>
                <a:solidFill>
                  <a:srgbClr val="292934"/>
                </a:solidFill>
                <a:effectLst/>
                <a:uLnTx/>
                <a:uFillTx/>
                <a:latin typeface="Arial"/>
                <a:ea typeface="+mn-ea"/>
                <a:cs typeface="+mn-cs"/>
              </a:rPr>
              <a:t>    partial_total =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1" i="0" u="none" strike="noStrike" kern="1200" cap="none" spc="0" normalizeH="0" baseline="0" noProof="0">
                <a:ln>
                  <a:noFill/>
                </a:ln>
                <a:solidFill>
                  <a:srgbClr val="292934"/>
                </a:solidFill>
                <a:effectLst/>
                <a:uLnTx/>
                <a:uFillTx/>
                <a:latin typeface="Arial"/>
                <a:ea typeface="+mn-ea"/>
                <a:cs typeface="+mn-cs"/>
              </a:rPr>
              <a:t>	partial_total + value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700" b="1" i="0" u="none" strike="noStrike" kern="1200" cap="none" spc="0" normalizeH="0" baseline="0" noProof="0">
                <a:ln>
                  <a:noFill/>
                </a:ln>
                <a:solidFill>
                  <a:srgbClr val="292934"/>
                </a:solidFill>
                <a:effectLst/>
                <a:uLnTx/>
                <a:uFillTx/>
                <a:latin typeface="Arial"/>
                <a:ea typeface="+mn-ea"/>
                <a:cs typeface="+mn-cs"/>
              </a:rPr>
              <a:t>}</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700" b="0" i="0" u="none" strike="noStrike" kern="1200" cap="none" spc="0" normalizeH="0" baseline="0" noProof="0">
              <a:ln>
                <a:noFill/>
              </a:ln>
              <a:solidFill>
                <a:srgbClr val="292934"/>
              </a:solidFill>
              <a:effectLst/>
              <a:uLnTx/>
              <a:uFillTx/>
              <a:latin typeface="Arial"/>
              <a:ea typeface="+mn-ea"/>
              <a:cs typeface="+mn-cs"/>
            </a:endParaRPr>
          </a:p>
        </p:txBody>
      </p:sp>
    </p:spTree>
    <p:extLst>
      <p:ext uri="{BB962C8B-B14F-4D97-AF65-F5344CB8AC3E}">
        <p14:creationId xmlns:p14="http://schemas.microsoft.com/office/powerpoint/2010/main" val="233271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Now execute the total reducer function to (1) collect the partial subtotals from each of the mapper nodes, (2) sum the collected subtotals and (3) place the total into another HDFS file in the cluster</a:t>
            </a:r>
          </a:p>
        </p:txBody>
      </p:sp>
      <p:sp>
        <p:nvSpPr>
          <p:cNvPr id="4" name="Rectangle 3">
            <a:extLst>
              <a:ext uri="{FF2B5EF4-FFF2-40B4-BE49-F238E27FC236}">
                <a16:creationId xmlns:a16="http://schemas.microsoft.com/office/drawing/2014/main" id="{232990BA-FA53-4F53-42BA-38BB3DF8E1A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43" name="Picture 42" descr="The image provides a detailed view of the MapReduce process, highlighting how subtotals are calculated by mappers and then combined by a reducer to produce a final total. Here is an alt text description:&#10;&#10;---&#10;&#10;The diagram consists of five processing units arranged horizontally, each containing a CPU and a Disk. It shows the flow of data from the mappers to the reducer:&#10;&#10;1. **First Processing Unit:**&#10;   - Labeled &quot;Subtotal Mapper.&quot;&#10;   - Contains &quot;CPU&quot; and &quot;Disk.&quot;&#10;   - The disk has the data: 1, 2, 4, followed by ellipses (• • •).&#10;&#10;2. **Second Processing Unit:**&#10;   - Labeled &quot;Subtotal Mapper.&quot;&#10;   - Contains &quot;CPU&quot; and &quot;Disk.&quot;&#10;   - The disk has the data: 34, 2700, 11, followed by ellipses (• • •).&#10;&#10;3. **Third Processing Unit:**&#10;   - Labeled &quot;Subtotal Mapper.&quot;&#10;   - Contains &quot;CPU&quot; and &quot;Disk.&quot;&#10;   - The disk has the data: 3423, 2, 890, followed by ellipses (• • •).&#10;&#10;4. **Fourth Processing Unit:**&#10;   - Labeled &quot;Subtotal Mapper.&quot;&#10;   - Contains &quot;CPU&quot; and &quot;Disk.&quot;&#10;   - The disk has the data: 123, 456.&#10;&#10;5. **Fifth Processing Unit:**&#10;   - Labeled &quot;Total Reducer.&quot;&#10;   - Contains &quot;CPU&quot; and &quot;Disk.&quot;&#10;   - Shows the final result on the disk: 4,010,234.&#10;   - Arrows labeled &quot;Subtotal&quot; point from each mapper to the reducer, indicating that each mapper's output is sent to the reducer.&#10;   - An arrow labeled &quot;Total&quot; points from the reducer's disk to indicate the final output.&#10;&#10;The diagram illustrates how each mapper processes a subset of the data to produce subtotals, which are then sent to the reducer to compute the final total.">
            <a:extLst>
              <a:ext uri="{FF2B5EF4-FFF2-40B4-BE49-F238E27FC236}">
                <a16:creationId xmlns:a16="http://schemas.microsoft.com/office/drawing/2014/main" id="{A5E6B48B-BAB8-1312-C17F-D561B777CEE9}"/>
              </a:ext>
            </a:extLst>
          </p:cNvPr>
          <p:cNvPicPr>
            <a:picLocks noChangeAspect="1"/>
          </p:cNvPicPr>
          <p:nvPr/>
        </p:nvPicPr>
        <p:blipFill>
          <a:blip r:embed="rId2"/>
          <a:stretch>
            <a:fillRect/>
          </a:stretch>
        </p:blipFill>
        <p:spPr>
          <a:xfrm>
            <a:off x="3352800" y="3630400"/>
            <a:ext cx="10604500" cy="5411125"/>
          </a:xfrm>
          <a:prstGeom prst="rect">
            <a:avLst/>
          </a:prstGeom>
        </p:spPr>
      </p:pic>
    </p:spTree>
    <p:extLst>
      <p:ext uri="{BB962C8B-B14F-4D97-AF65-F5344CB8AC3E}">
        <p14:creationId xmlns:p14="http://schemas.microsoft.com/office/powerpoint/2010/main" val="2460946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E864-E3B0-6B42-A134-A04BA9FB66A3}"/>
              </a:ext>
            </a:extLst>
          </p:cNvPr>
          <p:cNvSpPr>
            <a:spLocks noGrp="1"/>
          </p:cNvSpPr>
          <p:nvPr>
            <p:ph type="title"/>
          </p:nvPr>
        </p:nvSpPr>
        <p:spPr/>
        <p:txBody>
          <a:bodyPr>
            <a:normAutofit/>
          </a:bodyPr>
          <a:lstStyle/>
          <a:p>
            <a:r>
              <a:rPr lang="en-US"/>
              <a:t>Pseudocode for calculating the final total from all the partial totals</a:t>
            </a:r>
          </a:p>
        </p:txBody>
      </p:sp>
      <p:sp>
        <p:nvSpPr>
          <p:cNvPr id="3" name="Content Placeholder 2">
            <a:extLst>
              <a:ext uri="{FF2B5EF4-FFF2-40B4-BE49-F238E27FC236}">
                <a16:creationId xmlns:a16="http://schemas.microsoft.com/office/drawing/2014/main" id="{63B902F2-A33E-AE46-884A-8DD48FD8BA71}"/>
              </a:ext>
            </a:extLst>
          </p:cNvPr>
          <p:cNvSpPr>
            <a:spLocks noGrp="1"/>
          </p:cNvSpPr>
          <p:nvPr>
            <p:ph idx="4294967295"/>
          </p:nvPr>
        </p:nvSpPr>
        <p:spPr>
          <a:xfrm>
            <a:off x="1295400" y="2400300"/>
            <a:ext cx="16459200" cy="7315200"/>
          </a:xfrm>
        </p:spPr>
        <p:txBody>
          <a:bodyPr/>
          <a:lstStyle/>
          <a:p>
            <a:pPr marL="0" indent="0">
              <a:buNone/>
            </a:pPr>
            <a:endParaRPr lang="en-US"/>
          </a:p>
          <a:p>
            <a:pPr marL="0" indent="0">
              <a:buNone/>
            </a:pPr>
            <a:r>
              <a:rPr lang="en-US" sz="4000" b="1"/>
              <a:t>Function reduce (collection of subtotals) {</a:t>
            </a:r>
          </a:p>
          <a:p>
            <a:pPr marL="0" indent="0">
              <a:buNone/>
            </a:pPr>
            <a:r>
              <a:rPr lang="en-US" sz="4000" b="1"/>
              <a:t>    final_total = sum up all subtotals in the collection</a:t>
            </a:r>
          </a:p>
          <a:p>
            <a:pPr marL="0" indent="0">
              <a:buNone/>
            </a:pPr>
            <a:r>
              <a:rPr lang="en-US" sz="4000" b="1"/>
              <a:t>    output the final_total</a:t>
            </a:r>
          </a:p>
          <a:p>
            <a:pPr marL="0" indent="0">
              <a:buNone/>
            </a:pPr>
            <a:r>
              <a:rPr lang="en-US" sz="4000" b="1"/>
              <a:t>}</a:t>
            </a:r>
          </a:p>
          <a:p>
            <a:pPr marL="0" indent="0">
              <a:buNone/>
            </a:pPr>
            <a:endParaRPr lang="en-US"/>
          </a:p>
        </p:txBody>
      </p:sp>
    </p:spTree>
    <p:extLst>
      <p:ext uri="{BB962C8B-B14F-4D97-AF65-F5344CB8AC3E}">
        <p14:creationId xmlns:p14="http://schemas.microsoft.com/office/powerpoint/2010/main" val="223721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5B58-6E46-DAE4-EFD4-C7A791E375CB}"/>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endParaRPr lang="en-US"/>
          </a:p>
        </p:txBody>
      </p:sp>
      <p:sp>
        <p:nvSpPr>
          <p:cNvPr id="3" name="Rectangle 2">
            <a:extLst>
              <a:ext uri="{FF2B5EF4-FFF2-40B4-BE49-F238E27FC236}">
                <a16:creationId xmlns:a16="http://schemas.microsoft.com/office/drawing/2014/main" id="{9D727222-CFAB-7225-4170-678AE9CEA167}"/>
              </a:ext>
            </a:extLst>
          </p:cNvPr>
          <p:cNvSpPr/>
          <p:nvPr/>
        </p:nvSpPr>
        <p:spPr>
          <a:xfrm>
            <a:off x="1232453" y="2446020"/>
            <a:ext cx="13716000"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8F8F8"/>
                </a:solidFill>
                <a:effectLst/>
                <a:uLnTx/>
                <a:uFillTx/>
                <a:latin typeface="Arial"/>
                <a:ea typeface="Calibri" panose="020F0502020204030204" pitchFamily="34" charset="0"/>
                <a:cs typeface="Times New Roman" panose="02020603050405020304" pitchFamily="18" charset="0"/>
              </a:rPr>
              <a:t>The S3 API allows you to read just a byte range of an S3 object, so each node is assigned the next 64MB range</a:t>
            </a:r>
          </a:p>
        </p:txBody>
      </p:sp>
      <p:sp>
        <p:nvSpPr>
          <p:cNvPr id="4" name="Rectangle 3">
            <a:extLst>
              <a:ext uri="{FF2B5EF4-FFF2-40B4-BE49-F238E27FC236}">
                <a16:creationId xmlns:a16="http://schemas.microsoft.com/office/drawing/2014/main" id="{232990BA-FA53-4F53-42BA-38BB3DF8E1AA}"/>
              </a:ext>
              <a:ext uri="{C183D7F6-B498-43B3-948B-1728B52AA6E4}">
                <adec:decorative xmlns:adec="http://schemas.microsoft.com/office/drawing/2017/decorative" val="1"/>
              </a:ext>
            </a:extLst>
          </p:cNvPr>
          <p:cNvSpPr/>
          <p:nvPr/>
        </p:nvSpPr>
        <p:spPr>
          <a:xfrm>
            <a:off x="-1" y="2446020"/>
            <a:ext cx="1232454" cy="1038225"/>
          </a:xfrm>
          <a:prstGeom prst="rect">
            <a:avLst/>
          </a:prstGeom>
          <a:solidFill>
            <a:srgbClr val="C40724"/>
          </a:solidFill>
          <a:ln w="25400" cap="flat" cmpd="dbl" algn="ctr">
            <a:solidFill>
              <a:srgbClr val="BD061C"/>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8F8F8"/>
              </a:solidFill>
              <a:effectLst/>
              <a:uLnTx/>
              <a:uFillTx/>
              <a:latin typeface="Arial"/>
              <a:ea typeface="+mn-ea"/>
              <a:cs typeface="+mn-cs"/>
            </a:endParaRPr>
          </a:p>
        </p:txBody>
      </p:sp>
      <p:pic>
        <p:nvPicPr>
          <p:cNvPr id="53" name="Picture 52" descr="The image provides a detailed view of the MapReduce process, highlighting how subtotals are calculated by mappers and then combined by a reducer to produce a final total, with the addition of S3 storage. Here is an alt text description:&#10;&#10;---&#10;&#10;The diagram consists of five processing units arranged horizontally, each containing a CPU and a Disk. It shows the flow of data from the mappers to the reducer and how data is stored in S3 objects:&#10;&#10;1. **First Processing Unit:**&#10;   - Labeled &quot;Subtotal Mapper.&quot;&#10;   - Contains &quot;CPU&quot; and &quot;Disk.&quot;&#10;   - The disk has the data: 1, 2, 4, followed by ellipses (• • •).&#10;   - This data is connected to an &quot;S3 Object&quot; labeled with the same numbers.&#10;&#10;2. **Second Processing Unit:**&#10;   - Labeled &quot;Subtotal Mapper.&quot;&#10;   - Contains &quot;CPU&quot; and &quot;Disk.&quot;&#10;   - The disk has the data: 34, 2700, 11, followed by ellipses (• • •).&#10;   - This data is connected to an &quot;S3 Object&quot; labeled with the same numbers.&#10;&#10;3. **Third Processing Unit:**&#10;   - Labeled &quot;Subtotal Mapper.&quot;&#10;   - Contains &quot;CPU&quot; and &quot;Disk.&quot;&#10;   - The disk has the data: 3423, 2, 890, followed by ellipses (• • •).&#10;   - This data is connected to an &quot;S3 Object&quot; labeled with the same numbers.&#10;&#10;4. **Fourth Processing Unit:**&#10;   - Labeled &quot;Subtotal Mapper.&quot;&#10;   - Contains &quot;CPU&quot; and &quot;Disk.&quot;&#10;   - The disk has the data: 123, 456.&#10;   - This data is connected to an &quot;S3 Object&quot; labeled with the same numbers.&#10;&#10;5. **Fifth Processing Unit:**&#10;   - Labeled &quot;Total Reducer.&quot;&#10;   - Contains &quot;CPU&quot; and &quot;Disk.&quot;&#10;   - Shows the final result on the disk: 4,010,234.&#10;   - This data is connected to an &quot;S3 Object&quot; labeled with the same number.&#10;   - Arrows labeled &quot;Subtotal&quot; point from each mapper to the reducer, indicating that each mapper's output is sent to the reducer.&#10;   - An arrow labeled &quot;Total&quot; points from the reducer's disk to indicate the final output.&#10;&#10;The diagram illustrates how each mapper processes a subset of the data to produce subtotals, which are stored in S3 objects, and then sent to the reducer to compute the final total, which is also stored in an S3 object.">
            <a:extLst>
              <a:ext uri="{FF2B5EF4-FFF2-40B4-BE49-F238E27FC236}">
                <a16:creationId xmlns:a16="http://schemas.microsoft.com/office/drawing/2014/main" id="{3964A880-B526-B6C0-1790-DB08CCF9E9E5}"/>
              </a:ext>
            </a:extLst>
          </p:cNvPr>
          <p:cNvPicPr>
            <a:picLocks noChangeAspect="1"/>
          </p:cNvPicPr>
          <p:nvPr/>
        </p:nvPicPr>
        <p:blipFill>
          <a:blip r:embed="rId2"/>
          <a:stretch>
            <a:fillRect/>
          </a:stretch>
        </p:blipFill>
        <p:spPr>
          <a:xfrm>
            <a:off x="3119573" y="3617700"/>
            <a:ext cx="10659927" cy="5439407"/>
          </a:xfrm>
          <a:prstGeom prst="rect">
            <a:avLst/>
          </a:prstGeom>
        </p:spPr>
      </p:pic>
    </p:spTree>
    <p:extLst>
      <p:ext uri="{BB962C8B-B14F-4D97-AF65-F5344CB8AC3E}">
        <p14:creationId xmlns:p14="http://schemas.microsoft.com/office/powerpoint/2010/main" val="2396581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88D5-987F-B546-8964-9A91B76BB83C}"/>
              </a:ext>
            </a:extLst>
          </p:cNvPr>
          <p:cNvSpPr>
            <a:spLocks noGrp="1"/>
          </p:cNvSpPr>
          <p:nvPr>
            <p:ph type="title"/>
          </p:nvPr>
        </p:nvSpPr>
        <p:spPr/>
        <p:txBody>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b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br>
            <a:r>
              <a:rPr lang="en-US" sz="4000"/>
              <a:t>Conceptual Architecture</a:t>
            </a:r>
            <a:endParaRPr lang="en-US"/>
          </a:p>
        </p:txBody>
      </p:sp>
      <p:pic>
        <p:nvPicPr>
          <p:cNvPr id="3" name="Picture 2" descr="The image provides a detailed flowchart of a data processing workflow, likely for a MapReduce or similar distributed processing framework. Here is an alt text description:&#10;&#10;---&#10;&#10;The diagram shows a step-by-step process for handling data stored in HDFS files or S3 objects. The flowchart consists of various steps with accompanying arrows indicating the sequence of operations:&#10;&#10;1. **Input HDFS Files or S3 Objects:**&#10;   - The process begins with the input data stored in HDFS files or S3 objects.&#10;&#10;2. **Create Splits:**&#10;   - Create splits from an input file.&#10;&#10;3. **Assign Splits:**&#10;   - Assign splits to transform tasks.&#10;&#10;4. **HDFS File or S3 Split:**&#10;   - The splits are read and processed in parallel.&#10;   - Each split undergoes transformation:&#10;     - Transform a split record.&#10;&#10;5. **Write Records:**&#10;   - Write the next record from a split.&#10;&#10;6. **Collect and Organize Intermediate Records:**&#10;   - Collect and organize the intermediate records.&#10;&#10;7. **Group Intermediate Records:**&#10;   - Group intermediate records together in some useful way.&#10;&#10;8. **Transform Intermediate Records:**&#10;   - Transform an intermediate record.&#10;   - Read the next intermediate record from a split.&#10;   - Repeat for each intermediate record.&#10;&#10;9. **Write Intermediate Records:**&#10;   - Write the next intermediate record.&#10;&#10;10. **Result HDFS Files or S3 Objects:**&#10;    - The process results in output data stored in HDFS files or S3 objects.">
            <a:extLst>
              <a:ext uri="{FF2B5EF4-FFF2-40B4-BE49-F238E27FC236}">
                <a16:creationId xmlns:a16="http://schemas.microsoft.com/office/drawing/2014/main" id="{936B86F2-64FA-0B1A-42B3-EA82E9F89E2F}"/>
              </a:ext>
            </a:extLst>
          </p:cNvPr>
          <p:cNvPicPr>
            <a:picLocks noChangeAspect="1"/>
          </p:cNvPicPr>
          <p:nvPr/>
        </p:nvPicPr>
        <p:blipFill>
          <a:blip r:embed="rId2"/>
          <a:stretch>
            <a:fillRect/>
          </a:stretch>
        </p:blipFill>
        <p:spPr>
          <a:xfrm>
            <a:off x="3714750" y="2336800"/>
            <a:ext cx="10591800" cy="6622466"/>
          </a:xfrm>
          <a:prstGeom prst="rect">
            <a:avLst/>
          </a:prstGeom>
        </p:spPr>
      </p:pic>
      <p:pic>
        <p:nvPicPr>
          <p:cNvPr id="7" name="Graphic 6" descr="Circles with arrows">
            <a:extLst>
              <a:ext uri="{FF2B5EF4-FFF2-40B4-BE49-F238E27FC236}">
                <a16:creationId xmlns:a16="http://schemas.microsoft.com/office/drawing/2014/main" id="{28DFC684-7A2D-DD91-83B7-1F6B32C198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7896" y="3826412"/>
            <a:ext cx="465992" cy="465992"/>
          </a:xfrm>
          <a:prstGeom prst="rect">
            <a:avLst/>
          </a:prstGeom>
        </p:spPr>
      </p:pic>
      <p:pic>
        <p:nvPicPr>
          <p:cNvPr id="8" name="Graphic 7" descr="Circles with arrows">
            <a:extLst>
              <a:ext uri="{FF2B5EF4-FFF2-40B4-BE49-F238E27FC236}">
                <a16:creationId xmlns:a16="http://schemas.microsoft.com/office/drawing/2014/main" id="{2C50606A-49BE-0BC9-F2CD-C218E59163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7896" y="4921348"/>
            <a:ext cx="465992" cy="465992"/>
          </a:xfrm>
          <a:prstGeom prst="rect">
            <a:avLst/>
          </a:prstGeom>
        </p:spPr>
      </p:pic>
      <p:pic>
        <p:nvPicPr>
          <p:cNvPr id="9" name="Graphic 8" descr="Circles with arrows">
            <a:extLst>
              <a:ext uri="{FF2B5EF4-FFF2-40B4-BE49-F238E27FC236}">
                <a16:creationId xmlns:a16="http://schemas.microsoft.com/office/drawing/2014/main" id="{E8582AB2-78F8-0DA4-B5E6-FFD8C61266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7896" y="6072553"/>
            <a:ext cx="465992" cy="465992"/>
          </a:xfrm>
          <a:prstGeom prst="rect">
            <a:avLst/>
          </a:prstGeom>
        </p:spPr>
      </p:pic>
      <p:pic>
        <p:nvPicPr>
          <p:cNvPr id="11" name="Graphic 10" descr="Circles with arrows">
            <a:extLst>
              <a:ext uri="{FF2B5EF4-FFF2-40B4-BE49-F238E27FC236}">
                <a16:creationId xmlns:a16="http://schemas.microsoft.com/office/drawing/2014/main" id="{7DE12E1C-9C84-7289-1E6F-24D1A9BA8E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23994" y="4808807"/>
            <a:ext cx="465992" cy="465992"/>
          </a:xfrm>
          <a:prstGeom prst="rect">
            <a:avLst/>
          </a:prstGeom>
        </p:spPr>
      </p:pic>
    </p:spTree>
    <p:extLst>
      <p:ext uri="{BB962C8B-B14F-4D97-AF65-F5344CB8AC3E}">
        <p14:creationId xmlns:p14="http://schemas.microsoft.com/office/powerpoint/2010/main" val="4126541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sz="4800" b="1" i="0" u="none" strike="noStrike" kern="1200" cap="none" spc="0" normalizeH="0" baseline="0" noProof="0">
                <a:ln>
                  <a:noFill/>
                </a:ln>
                <a:solidFill>
                  <a:srgbClr val="BD061C"/>
                </a:solidFill>
                <a:effectLst/>
                <a:uLnTx/>
                <a:uFillTx/>
                <a:latin typeface="Arial"/>
                <a:ea typeface="ＭＳ Ｐゴシック" panose="020B0600070205080204" pitchFamily="34" charset="-128"/>
                <a:cs typeface="+mj-cs"/>
              </a:rPr>
              <a:t>How Do We Process Data of “Massive” Volume?</a:t>
            </a:r>
            <a:br>
              <a:rPr lang="en-US"/>
            </a:br>
            <a:r>
              <a:rPr lang="en-US" sz="4650"/>
              <a:t>Challenges</a:t>
            </a:r>
          </a:p>
        </p:txBody>
      </p:sp>
      <p:sp>
        <p:nvSpPr>
          <p:cNvPr id="3" name="Content Placeholder 2"/>
          <p:cNvSpPr>
            <a:spLocks noGrp="1"/>
          </p:cNvSpPr>
          <p:nvPr>
            <p:ph idx="1"/>
          </p:nvPr>
        </p:nvSpPr>
        <p:spPr/>
        <p:txBody>
          <a:bodyPr>
            <a:normAutofit fontScale="70000" lnSpcReduction="20000"/>
          </a:bodyPr>
          <a:lstStyle/>
          <a:p>
            <a:r>
              <a:rPr lang="en-US"/>
              <a:t>How do we break up a large problem into smaller tasks? </a:t>
            </a:r>
          </a:p>
          <a:p>
            <a:pPr lvl="1"/>
            <a:r>
              <a:rPr lang="en-US"/>
              <a:t>More specifically, how do we decompose the problem so that the smaller tasks can be executed in parallel?</a:t>
            </a:r>
          </a:p>
          <a:p>
            <a:r>
              <a:rPr lang="en-US"/>
              <a:t>How do we assign tasks to workers distributed across a potentially large number of machines?</a:t>
            </a:r>
          </a:p>
          <a:p>
            <a:pPr lvl="1"/>
            <a:r>
              <a:rPr lang="en-US"/>
              <a:t>While keeping in mind that some workers are better suited to running some tasks than others, e.g., due to available resources, locality constraints, etc.</a:t>
            </a:r>
          </a:p>
          <a:p>
            <a:r>
              <a:rPr lang="en-US"/>
              <a:t>How do we ensure that the workers get the data they need?</a:t>
            </a:r>
          </a:p>
          <a:p>
            <a:r>
              <a:rPr lang="en-US"/>
              <a:t>How do we coordinate synchronization among the different workers?</a:t>
            </a:r>
          </a:p>
          <a:p>
            <a:r>
              <a:rPr lang="en-US"/>
              <a:t>How do we share partial results from one worker that is needed by another?</a:t>
            </a:r>
          </a:p>
          <a:p>
            <a:r>
              <a:rPr lang="en-US"/>
              <a:t>How do we accomplish all of the above in the face of software errors and hardware faults?</a:t>
            </a:r>
          </a:p>
          <a:p>
            <a:endParaRPr lang="en-US"/>
          </a:p>
        </p:txBody>
      </p:sp>
    </p:spTree>
    <p:custDataLst>
      <p:tags r:id="rId1"/>
    </p:custDataLst>
    <p:extLst>
      <p:ext uri="{BB962C8B-B14F-4D97-AF65-F5344CB8AC3E}">
        <p14:creationId xmlns:p14="http://schemas.microsoft.com/office/powerpoint/2010/main" val="26169111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4e58ebf2-e4df-4cd3-9186-1e42b3ede124"/>
    <ds:schemaRef ds:uri="5e41b080-9453-459c-bb93-b19be7335f4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B1B1F02C-6D98-4350-BD8A-508B98B8D4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Breeze</vt:lpstr>
      <vt:lpstr>Module 3: Lesson 1 The Path to MapReduce</vt:lpstr>
      <vt:lpstr>How Do We Process Data of “Small to Moderate”  Volume?</vt:lpstr>
      <vt:lpstr>How Do We Process Data of “Massive” Volume?</vt:lpstr>
      <vt:lpstr>How Do We Process Data of “Massive” Volume?</vt:lpstr>
      <vt:lpstr>How Do We Process Data of “Massive” Volume?</vt:lpstr>
      <vt:lpstr>Pseudocode for calculating the total using one very large server</vt:lpstr>
      <vt:lpstr>How Do We Process Data of “Massive” Volume?</vt:lpstr>
      <vt:lpstr>How Do We Process Data of “Massive”  Volume?</vt:lpstr>
      <vt:lpstr>How Do We Process Data of “Massive” Volume?</vt:lpstr>
      <vt:lpstr>How Do We Process Data of “Massive” Volume?</vt:lpstr>
      <vt:lpstr>Pseudocode sent to each node to calculate the per block partial totals</vt:lpstr>
      <vt:lpstr>How Do We Process Data of “Massive” Volume?</vt:lpstr>
      <vt:lpstr>Pseudocode for calculating the final total from all the partial totals</vt:lpstr>
      <vt:lpstr>How Do We Process Data of “Massive” Volume?</vt:lpstr>
      <vt:lpstr>How Do We Process Data of “Massive” Volume? Conceptual Architecture</vt:lpstr>
      <vt:lpstr>How Do We Process Data of “Massive” Volume? Challenges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revision>36</cp:revision>
  <cp:lastPrinted>2024-05-24T19:46:16Z</cp:lastPrinted>
  <dcterms:created xsi:type="dcterms:W3CDTF">2019-02-13T16:04:21Z</dcterms:created>
  <dcterms:modified xsi:type="dcterms:W3CDTF">2024-07-08T17:45:52Z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FB82038B-03A0-44EE-83BC-0ACAB2314D5C</vt:lpwstr>
  </property>
  <property fmtid="{D5CDD505-2E9C-101B-9397-08002B2CF9AE}" pid="4" name="ArticulatePath">
    <vt:lpwstr>Module 3 v1 12052023</vt:lpwstr>
  </property>
  <property fmtid="{D5CDD505-2E9C-101B-9397-08002B2CF9AE}" pid="5" name="MediaServiceImageTags">
    <vt:lpwstr/>
  </property>
</Properties>
</file>