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8"/>
  </p:notesMasterIdLst>
  <p:sldIdLst>
    <p:sldId id="870" r:id="rId5"/>
    <p:sldId id="391" r:id="rId6"/>
    <p:sldId id="390" r:id="rId7"/>
    <p:sldId id="392" r:id="rId8"/>
    <p:sldId id="393" r:id="rId9"/>
    <p:sldId id="917" r:id="rId10"/>
    <p:sldId id="383" r:id="rId11"/>
    <p:sldId id="790" r:id="rId12"/>
    <p:sldId id="789" r:id="rId13"/>
    <p:sldId id="792" r:id="rId14"/>
    <p:sldId id="793" r:id="rId15"/>
    <p:sldId id="863" r:id="rId16"/>
    <p:sldId id="865" r:id="rId17"/>
  </p:sldIdLst>
  <p:sldSz cx="18288000" cy="10287000"/>
  <p:notesSz cx="6858000" cy="9144000"/>
  <p:custDataLst>
    <p:tags r:id="rId19"/>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A9A9A"/>
    <a:srgbClr val="878787"/>
    <a:srgbClr val="999999"/>
    <a:srgbClr val="F94C67"/>
    <a:srgbClr val="1770C0"/>
    <a:srgbClr val="E98D0A"/>
    <a:srgbClr val="3E4F6C"/>
    <a:srgbClr val="969696"/>
    <a:srgbClr val="3F4F6C"/>
    <a:srgbClr val="C507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3779B0-64E2-5E39-A7B2-E2C4F1D86FF3}" v="2" dt="2024-06-20T18:25:10.9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69"/>
    <p:restoredTop sz="94044"/>
  </p:normalViewPr>
  <p:slideViewPr>
    <p:cSldViewPr snapToGrid="0" snapToObjects="1">
      <p:cViewPr varScale="1">
        <p:scale>
          <a:sx n="39" d="100"/>
          <a:sy n="39" d="100"/>
        </p:scale>
        <p:origin x="120" y="470"/>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dy Tseng" userId="b031a71b-ea40-479f-9c0f-e713aa008bfa" providerId="ADAL" clId="{8192FF74-A52F-465F-AEEC-ADB56DAA0F74}"/>
    <pc:docChg chg="modSld">
      <pc:chgData name="Judy Tseng" userId="b031a71b-ea40-479f-9c0f-e713aa008bfa" providerId="ADAL" clId="{8192FF74-A52F-465F-AEEC-ADB56DAA0F74}" dt="2024-03-27T20:12:10.202" v="33" actId="962"/>
      <pc:docMkLst>
        <pc:docMk/>
      </pc:docMkLst>
      <pc:sldChg chg="modSp mod">
        <pc:chgData name="Judy Tseng" userId="b031a71b-ea40-479f-9c0f-e713aa008bfa" providerId="ADAL" clId="{8192FF74-A52F-465F-AEEC-ADB56DAA0F74}" dt="2024-03-27T20:11:50.869" v="23" actId="962"/>
        <pc:sldMkLst>
          <pc:docMk/>
          <pc:sldMk cId="1947113763" sldId="789"/>
        </pc:sldMkLst>
        <pc:spChg chg="mod">
          <ac:chgData name="Judy Tseng" userId="b031a71b-ea40-479f-9c0f-e713aa008bfa" providerId="ADAL" clId="{8192FF74-A52F-465F-AEEC-ADB56DAA0F74}" dt="2024-03-27T20:11:49.621" v="22" actId="962"/>
          <ac:spMkLst>
            <pc:docMk/>
            <pc:sldMk cId="1947113763" sldId="789"/>
            <ac:spMk id="3" creationId="{F0198E06-907F-EDB8-3165-65181847C7FE}"/>
          </ac:spMkLst>
        </pc:spChg>
        <pc:spChg chg="mod">
          <ac:chgData name="Judy Tseng" userId="b031a71b-ea40-479f-9c0f-e713aa008bfa" providerId="ADAL" clId="{8192FF74-A52F-465F-AEEC-ADB56DAA0F74}" dt="2024-03-27T20:10:40.212" v="2" actId="207"/>
          <ac:spMkLst>
            <pc:docMk/>
            <pc:sldMk cId="1947113763" sldId="789"/>
            <ac:spMk id="5" creationId="{3ED4DE36-52C0-CB95-BACC-337A00B1A90C}"/>
          </ac:spMkLst>
        </pc:spChg>
        <pc:spChg chg="mod">
          <ac:chgData name="Judy Tseng" userId="b031a71b-ea40-479f-9c0f-e713aa008bfa" providerId="ADAL" clId="{8192FF74-A52F-465F-AEEC-ADB56DAA0F74}" dt="2024-03-27T20:10:42.005" v="3" actId="207"/>
          <ac:spMkLst>
            <pc:docMk/>
            <pc:sldMk cId="1947113763" sldId="789"/>
            <ac:spMk id="6" creationId="{D7AAFCEC-8CFD-2586-37E2-FB68E05134D6}"/>
          </ac:spMkLst>
        </pc:spChg>
        <pc:spChg chg="mod">
          <ac:chgData name="Judy Tseng" userId="b031a71b-ea40-479f-9c0f-e713aa008bfa" providerId="ADAL" clId="{8192FF74-A52F-465F-AEEC-ADB56DAA0F74}" dt="2024-03-27T20:11:46.217" v="20" actId="962"/>
          <ac:spMkLst>
            <pc:docMk/>
            <pc:sldMk cId="1947113763" sldId="789"/>
            <ac:spMk id="8" creationId="{AE65C159-5C92-BCA3-41C6-866AA4775CF5}"/>
          </ac:spMkLst>
        </pc:spChg>
        <pc:spChg chg="mod">
          <ac:chgData name="Judy Tseng" userId="b031a71b-ea40-479f-9c0f-e713aa008bfa" providerId="ADAL" clId="{8192FF74-A52F-465F-AEEC-ADB56DAA0F74}" dt="2024-03-27T20:11:47.296" v="21" actId="962"/>
          <ac:spMkLst>
            <pc:docMk/>
            <pc:sldMk cId="1947113763" sldId="789"/>
            <ac:spMk id="9" creationId="{E4BC379E-337C-E555-73C1-C466E42489C1}"/>
          </ac:spMkLst>
        </pc:spChg>
        <pc:spChg chg="mod">
          <ac:chgData name="Judy Tseng" userId="b031a71b-ea40-479f-9c0f-e713aa008bfa" providerId="ADAL" clId="{8192FF74-A52F-465F-AEEC-ADB56DAA0F74}" dt="2024-03-27T20:11:50.869" v="23" actId="962"/>
          <ac:spMkLst>
            <pc:docMk/>
            <pc:sldMk cId="1947113763" sldId="789"/>
            <ac:spMk id="11" creationId="{77145B75-5BEF-663B-2CA4-F20ABD4D9041}"/>
          </ac:spMkLst>
        </pc:spChg>
      </pc:sldChg>
      <pc:sldChg chg="modSp mod">
        <pc:chgData name="Judy Tseng" userId="b031a71b-ea40-479f-9c0f-e713aa008bfa" providerId="ADAL" clId="{8192FF74-A52F-465F-AEEC-ADB56DAA0F74}" dt="2024-03-27T20:11:52.826" v="24" actId="962"/>
        <pc:sldMkLst>
          <pc:docMk/>
          <pc:sldMk cId="371137116" sldId="790"/>
        </pc:sldMkLst>
        <pc:spChg chg="mod">
          <ac:chgData name="Judy Tseng" userId="b031a71b-ea40-479f-9c0f-e713aa008bfa" providerId="ADAL" clId="{8192FF74-A52F-465F-AEEC-ADB56DAA0F74}" dt="2024-03-27T20:11:43.446" v="18" actId="962"/>
          <ac:spMkLst>
            <pc:docMk/>
            <pc:sldMk cId="371137116" sldId="790"/>
            <ac:spMk id="3" creationId="{F0198E06-907F-EDB8-3165-65181847C7FE}"/>
          </ac:spMkLst>
        </pc:spChg>
        <pc:spChg chg="mod">
          <ac:chgData name="Judy Tseng" userId="b031a71b-ea40-479f-9c0f-e713aa008bfa" providerId="ADAL" clId="{8192FF74-A52F-465F-AEEC-ADB56DAA0F74}" dt="2024-03-27T20:10:30.634" v="0" actId="207"/>
          <ac:spMkLst>
            <pc:docMk/>
            <pc:sldMk cId="371137116" sldId="790"/>
            <ac:spMk id="5" creationId="{3ED4DE36-52C0-CB95-BACC-337A00B1A90C}"/>
          </ac:spMkLst>
        </pc:spChg>
        <pc:spChg chg="mod">
          <ac:chgData name="Judy Tseng" userId="b031a71b-ea40-479f-9c0f-e713aa008bfa" providerId="ADAL" clId="{8192FF74-A52F-465F-AEEC-ADB56DAA0F74}" dt="2024-03-27T20:10:32.571" v="1" actId="207"/>
          <ac:spMkLst>
            <pc:docMk/>
            <pc:sldMk cId="371137116" sldId="790"/>
            <ac:spMk id="6" creationId="{D7AAFCEC-8CFD-2586-37E2-FB68E05134D6}"/>
          </ac:spMkLst>
        </pc:spChg>
        <pc:spChg chg="mod">
          <ac:chgData name="Judy Tseng" userId="b031a71b-ea40-479f-9c0f-e713aa008bfa" providerId="ADAL" clId="{8192FF74-A52F-465F-AEEC-ADB56DAA0F74}" dt="2024-03-27T20:11:40.535" v="16" actId="962"/>
          <ac:spMkLst>
            <pc:docMk/>
            <pc:sldMk cId="371137116" sldId="790"/>
            <ac:spMk id="8" creationId="{AE65C159-5C92-BCA3-41C6-866AA4775CF5}"/>
          </ac:spMkLst>
        </pc:spChg>
        <pc:spChg chg="mod">
          <ac:chgData name="Judy Tseng" userId="b031a71b-ea40-479f-9c0f-e713aa008bfa" providerId="ADAL" clId="{8192FF74-A52F-465F-AEEC-ADB56DAA0F74}" dt="2024-03-27T20:11:42.092" v="17" actId="962"/>
          <ac:spMkLst>
            <pc:docMk/>
            <pc:sldMk cId="371137116" sldId="790"/>
            <ac:spMk id="9" creationId="{E4BC379E-337C-E555-73C1-C466E42489C1}"/>
          </ac:spMkLst>
        </pc:spChg>
        <pc:spChg chg="mod">
          <ac:chgData name="Judy Tseng" userId="b031a71b-ea40-479f-9c0f-e713aa008bfa" providerId="ADAL" clId="{8192FF74-A52F-465F-AEEC-ADB56DAA0F74}" dt="2024-03-27T20:11:52.826" v="24" actId="962"/>
          <ac:spMkLst>
            <pc:docMk/>
            <pc:sldMk cId="371137116" sldId="790"/>
            <ac:spMk id="11" creationId="{77145B75-5BEF-663B-2CA4-F20ABD4D9041}"/>
          </ac:spMkLst>
        </pc:spChg>
        <pc:spChg chg="mod">
          <ac:chgData name="Judy Tseng" userId="b031a71b-ea40-479f-9c0f-e713aa008bfa" providerId="ADAL" clId="{8192FF74-A52F-465F-AEEC-ADB56DAA0F74}" dt="2024-03-27T20:11:44.617" v="19" actId="962"/>
          <ac:spMkLst>
            <pc:docMk/>
            <pc:sldMk cId="371137116" sldId="790"/>
            <ac:spMk id="14" creationId="{F1AC3EB0-949C-4C3A-4E8D-AFEE364D835C}"/>
          </ac:spMkLst>
        </pc:spChg>
      </pc:sldChg>
      <pc:sldChg chg="modSp mod">
        <pc:chgData name="Judy Tseng" userId="b031a71b-ea40-479f-9c0f-e713aa008bfa" providerId="ADAL" clId="{8192FF74-A52F-465F-AEEC-ADB56DAA0F74}" dt="2024-03-27T20:11:59.717" v="28" actId="962"/>
        <pc:sldMkLst>
          <pc:docMk/>
          <pc:sldMk cId="948116457" sldId="792"/>
        </pc:sldMkLst>
        <pc:spChg chg="mod">
          <ac:chgData name="Judy Tseng" userId="b031a71b-ea40-479f-9c0f-e713aa008bfa" providerId="ADAL" clId="{8192FF74-A52F-465F-AEEC-ADB56DAA0F74}" dt="2024-03-27T20:11:58.544" v="27" actId="962"/>
          <ac:spMkLst>
            <pc:docMk/>
            <pc:sldMk cId="948116457" sldId="792"/>
            <ac:spMk id="3" creationId="{F0198E06-907F-EDB8-3165-65181847C7FE}"/>
          </ac:spMkLst>
        </pc:spChg>
        <pc:spChg chg="mod">
          <ac:chgData name="Judy Tseng" userId="b031a71b-ea40-479f-9c0f-e713aa008bfa" providerId="ADAL" clId="{8192FF74-A52F-465F-AEEC-ADB56DAA0F74}" dt="2024-03-27T20:10:46.743" v="4" actId="207"/>
          <ac:spMkLst>
            <pc:docMk/>
            <pc:sldMk cId="948116457" sldId="792"/>
            <ac:spMk id="5" creationId="{3ED4DE36-52C0-CB95-BACC-337A00B1A90C}"/>
          </ac:spMkLst>
        </pc:spChg>
        <pc:spChg chg="mod">
          <ac:chgData name="Judy Tseng" userId="b031a71b-ea40-479f-9c0f-e713aa008bfa" providerId="ADAL" clId="{8192FF74-A52F-465F-AEEC-ADB56DAA0F74}" dt="2024-03-27T20:10:50.381" v="5" actId="207"/>
          <ac:spMkLst>
            <pc:docMk/>
            <pc:sldMk cId="948116457" sldId="792"/>
            <ac:spMk id="6" creationId="{D7AAFCEC-8CFD-2586-37E2-FB68E05134D6}"/>
          </ac:spMkLst>
        </pc:spChg>
        <pc:spChg chg="mod">
          <ac:chgData name="Judy Tseng" userId="b031a71b-ea40-479f-9c0f-e713aa008bfa" providerId="ADAL" clId="{8192FF74-A52F-465F-AEEC-ADB56DAA0F74}" dt="2024-03-27T20:11:54.660" v="25" actId="962"/>
          <ac:spMkLst>
            <pc:docMk/>
            <pc:sldMk cId="948116457" sldId="792"/>
            <ac:spMk id="8" creationId="{AE65C159-5C92-BCA3-41C6-866AA4775CF5}"/>
          </ac:spMkLst>
        </pc:spChg>
        <pc:spChg chg="mod">
          <ac:chgData name="Judy Tseng" userId="b031a71b-ea40-479f-9c0f-e713aa008bfa" providerId="ADAL" clId="{8192FF74-A52F-465F-AEEC-ADB56DAA0F74}" dt="2024-03-27T20:11:57.367" v="26" actId="962"/>
          <ac:spMkLst>
            <pc:docMk/>
            <pc:sldMk cId="948116457" sldId="792"/>
            <ac:spMk id="9" creationId="{E4BC379E-337C-E555-73C1-C466E42489C1}"/>
          </ac:spMkLst>
        </pc:spChg>
        <pc:spChg chg="mod">
          <ac:chgData name="Judy Tseng" userId="b031a71b-ea40-479f-9c0f-e713aa008bfa" providerId="ADAL" clId="{8192FF74-A52F-465F-AEEC-ADB56DAA0F74}" dt="2024-03-27T20:11:59.717" v="28" actId="962"/>
          <ac:spMkLst>
            <pc:docMk/>
            <pc:sldMk cId="948116457" sldId="792"/>
            <ac:spMk id="11" creationId="{77145B75-5BEF-663B-2CA4-F20ABD4D9041}"/>
          </ac:spMkLst>
        </pc:spChg>
      </pc:sldChg>
      <pc:sldChg chg="modSp mod">
        <pc:chgData name="Judy Tseng" userId="b031a71b-ea40-479f-9c0f-e713aa008bfa" providerId="ADAL" clId="{8192FF74-A52F-465F-AEEC-ADB56DAA0F74}" dt="2024-03-27T20:12:02.839" v="31" actId="962"/>
        <pc:sldMkLst>
          <pc:docMk/>
          <pc:sldMk cId="4164543336" sldId="793"/>
        </pc:sldMkLst>
        <pc:spChg chg="mod">
          <ac:chgData name="Judy Tseng" userId="b031a71b-ea40-479f-9c0f-e713aa008bfa" providerId="ADAL" clId="{8192FF74-A52F-465F-AEEC-ADB56DAA0F74}" dt="2024-03-27T20:12:02.839" v="31" actId="962"/>
          <ac:spMkLst>
            <pc:docMk/>
            <pc:sldMk cId="4164543336" sldId="793"/>
            <ac:spMk id="3" creationId="{F0198E06-907F-EDB8-3165-65181847C7FE}"/>
          </ac:spMkLst>
        </pc:spChg>
        <pc:spChg chg="mod">
          <ac:chgData name="Judy Tseng" userId="b031a71b-ea40-479f-9c0f-e713aa008bfa" providerId="ADAL" clId="{8192FF74-A52F-465F-AEEC-ADB56DAA0F74}" dt="2024-03-27T20:10:55.964" v="6" actId="207"/>
          <ac:spMkLst>
            <pc:docMk/>
            <pc:sldMk cId="4164543336" sldId="793"/>
            <ac:spMk id="5" creationId="{3ED4DE36-52C0-CB95-BACC-337A00B1A90C}"/>
          </ac:spMkLst>
        </pc:spChg>
        <pc:spChg chg="mod">
          <ac:chgData name="Judy Tseng" userId="b031a71b-ea40-479f-9c0f-e713aa008bfa" providerId="ADAL" clId="{8192FF74-A52F-465F-AEEC-ADB56DAA0F74}" dt="2024-03-27T20:11:00.528" v="7" actId="207"/>
          <ac:spMkLst>
            <pc:docMk/>
            <pc:sldMk cId="4164543336" sldId="793"/>
            <ac:spMk id="6" creationId="{D7AAFCEC-8CFD-2586-37E2-FB68E05134D6}"/>
          </ac:spMkLst>
        </pc:spChg>
        <pc:spChg chg="mod">
          <ac:chgData name="Judy Tseng" userId="b031a71b-ea40-479f-9c0f-e713aa008bfa" providerId="ADAL" clId="{8192FF74-A52F-465F-AEEC-ADB56DAA0F74}" dt="2024-03-27T20:12:00.893" v="29" actId="962"/>
          <ac:spMkLst>
            <pc:docMk/>
            <pc:sldMk cId="4164543336" sldId="793"/>
            <ac:spMk id="8" creationId="{AE65C159-5C92-BCA3-41C6-866AA4775CF5}"/>
          </ac:spMkLst>
        </pc:spChg>
        <pc:spChg chg="mod">
          <ac:chgData name="Judy Tseng" userId="b031a71b-ea40-479f-9c0f-e713aa008bfa" providerId="ADAL" clId="{8192FF74-A52F-465F-AEEC-ADB56DAA0F74}" dt="2024-03-27T20:12:01.882" v="30" actId="962"/>
          <ac:spMkLst>
            <pc:docMk/>
            <pc:sldMk cId="4164543336" sldId="793"/>
            <ac:spMk id="9" creationId="{E4BC379E-337C-E555-73C1-C466E42489C1}"/>
          </ac:spMkLst>
        </pc:spChg>
      </pc:sldChg>
      <pc:sldChg chg="modSp mod">
        <pc:chgData name="Judy Tseng" userId="b031a71b-ea40-479f-9c0f-e713aa008bfa" providerId="ADAL" clId="{8192FF74-A52F-465F-AEEC-ADB56DAA0F74}" dt="2024-03-27T20:12:10.202" v="33" actId="962"/>
        <pc:sldMkLst>
          <pc:docMk/>
          <pc:sldMk cId="472784308" sldId="863"/>
        </pc:sldMkLst>
        <pc:spChg chg="mod">
          <ac:chgData name="Judy Tseng" userId="b031a71b-ea40-479f-9c0f-e713aa008bfa" providerId="ADAL" clId="{8192FF74-A52F-465F-AEEC-ADB56DAA0F74}" dt="2024-03-27T20:11:09.712" v="9" actId="207"/>
          <ac:spMkLst>
            <pc:docMk/>
            <pc:sldMk cId="472784308" sldId="863"/>
            <ac:spMk id="9" creationId="{3E9BF948-A9D5-52ED-BA93-AD433038B961}"/>
          </ac:spMkLst>
        </pc:spChg>
        <pc:spChg chg="mod">
          <ac:chgData name="Judy Tseng" userId="b031a71b-ea40-479f-9c0f-e713aa008bfa" providerId="ADAL" clId="{8192FF74-A52F-465F-AEEC-ADB56DAA0F74}" dt="2024-03-27T20:11:06.048" v="8" actId="207"/>
          <ac:spMkLst>
            <pc:docMk/>
            <pc:sldMk cId="472784308" sldId="863"/>
            <ac:spMk id="12" creationId="{DA824491-39DA-2FEF-F31F-171731277535}"/>
          </ac:spMkLst>
        </pc:spChg>
        <pc:spChg chg="mod">
          <ac:chgData name="Judy Tseng" userId="b031a71b-ea40-479f-9c0f-e713aa008bfa" providerId="ADAL" clId="{8192FF74-A52F-465F-AEEC-ADB56DAA0F74}" dt="2024-03-27T20:11:13.138" v="10" actId="207"/>
          <ac:spMkLst>
            <pc:docMk/>
            <pc:sldMk cId="472784308" sldId="863"/>
            <ac:spMk id="13" creationId="{3A9321C7-53EF-9CA7-F7BF-681BF48FC6F4}"/>
          </ac:spMkLst>
        </pc:spChg>
        <pc:spChg chg="mod">
          <ac:chgData name="Judy Tseng" userId="b031a71b-ea40-479f-9c0f-e713aa008bfa" providerId="ADAL" clId="{8192FF74-A52F-465F-AEEC-ADB56DAA0F74}" dt="2024-03-27T20:12:07.958" v="32" actId="962"/>
          <ac:spMkLst>
            <pc:docMk/>
            <pc:sldMk cId="472784308" sldId="863"/>
            <ac:spMk id="15" creationId="{6E489572-5464-751F-3AD5-05C940F17942}"/>
          </ac:spMkLst>
        </pc:spChg>
        <pc:spChg chg="mod">
          <ac:chgData name="Judy Tseng" userId="b031a71b-ea40-479f-9c0f-e713aa008bfa" providerId="ADAL" clId="{8192FF74-A52F-465F-AEEC-ADB56DAA0F74}" dt="2024-03-27T20:12:10.202" v="33" actId="962"/>
          <ac:spMkLst>
            <pc:docMk/>
            <pc:sldMk cId="472784308" sldId="863"/>
            <ac:spMk id="16" creationId="{16F634A0-2776-8A10-D61B-1377144DE913}"/>
          </ac:spMkLst>
        </pc:spChg>
        <pc:spChg chg="mod">
          <ac:chgData name="Judy Tseng" userId="b031a71b-ea40-479f-9c0f-e713aa008bfa" providerId="ADAL" clId="{8192FF74-A52F-465F-AEEC-ADB56DAA0F74}" dt="2024-03-27T20:11:16.473" v="11" actId="207"/>
          <ac:spMkLst>
            <pc:docMk/>
            <pc:sldMk cId="472784308" sldId="863"/>
            <ac:spMk id="22" creationId="{E794C55B-B58B-5219-085A-0B5449086877}"/>
          </ac:spMkLst>
        </pc:spChg>
      </pc:sldChg>
      <pc:sldChg chg="modSp mod">
        <pc:chgData name="Judy Tseng" userId="b031a71b-ea40-479f-9c0f-e713aa008bfa" providerId="ADAL" clId="{8192FF74-A52F-465F-AEEC-ADB56DAA0F74}" dt="2024-03-27T20:11:27.375" v="15" actId="207"/>
        <pc:sldMkLst>
          <pc:docMk/>
          <pc:sldMk cId="43124924" sldId="865"/>
        </pc:sldMkLst>
        <pc:spChg chg="mod">
          <ac:chgData name="Judy Tseng" userId="b031a71b-ea40-479f-9c0f-e713aa008bfa" providerId="ADAL" clId="{8192FF74-A52F-465F-AEEC-ADB56DAA0F74}" dt="2024-03-27T20:11:21.669" v="12" actId="207"/>
          <ac:spMkLst>
            <pc:docMk/>
            <pc:sldMk cId="43124924" sldId="865"/>
            <ac:spMk id="8" creationId="{B9C87F86-2422-9D76-8643-9F14AE6654EA}"/>
          </ac:spMkLst>
        </pc:spChg>
        <pc:spChg chg="mod">
          <ac:chgData name="Judy Tseng" userId="b031a71b-ea40-479f-9c0f-e713aa008bfa" providerId="ADAL" clId="{8192FF74-A52F-465F-AEEC-ADB56DAA0F74}" dt="2024-03-27T20:11:25.381" v="14" actId="207"/>
          <ac:spMkLst>
            <pc:docMk/>
            <pc:sldMk cId="43124924" sldId="865"/>
            <ac:spMk id="9" creationId="{3E9BF948-A9D5-52ED-BA93-AD433038B961}"/>
          </ac:spMkLst>
        </pc:spChg>
        <pc:spChg chg="mod">
          <ac:chgData name="Judy Tseng" userId="b031a71b-ea40-479f-9c0f-e713aa008bfa" providerId="ADAL" clId="{8192FF74-A52F-465F-AEEC-ADB56DAA0F74}" dt="2024-03-27T20:11:23.341" v="13" actId="207"/>
          <ac:spMkLst>
            <pc:docMk/>
            <pc:sldMk cId="43124924" sldId="865"/>
            <ac:spMk id="12" creationId="{DA824491-39DA-2FEF-F31F-171731277535}"/>
          </ac:spMkLst>
        </pc:spChg>
        <pc:spChg chg="mod">
          <ac:chgData name="Judy Tseng" userId="b031a71b-ea40-479f-9c0f-e713aa008bfa" providerId="ADAL" clId="{8192FF74-A52F-465F-AEEC-ADB56DAA0F74}" dt="2024-03-27T20:11:27.375" v="15" actId="207"/>
          <ac:spMkLst>
            <pc:docMk/>
            <pc:sldMk cId="43124924" sldId="865"/>
            <ac:spMk id="13" creationId="{3A9321C7-53EF-9CA7-F7BF-681BF48FC6F4}"/>
          </ac:spMkLst>
        </pc:spChg>
      </pc:sldChg>
    </pc:docChg>
  </pc:docChgLst>
  <pc:docChgLst>
    <pc:chgData name="Allison Mulshine" userId="S::allison.mulshine@collegiseducation.com::5f656d52-c555-4e5e-9a5b-18226766ffe3" providerId="AD" clId="Web-{7F3779B0-64E2-5E39-A7B2-E2C4F1D86FF3}"/>
    <pc:docChg chg="modSld">
      <pc:chgData name="Allison Mulshine" userId="S::allison.mulshine@collegiseducation.com::5f656d52-c555-4e5e-9a5b-18226766ffe3" providerId="AD" clId="Web-{7F3779B0-64E2-5E39-A7B2-E2C4F1D86FF3}" dt="2024-06-20T18:25:10.964" v="1"/>
      <pc:docMkLst>
        <pc:docMk/>
      </pc:docMkLst>
      <pc:sldChg chg="modSp">
        <pc:chgData name="Allison Mulshine" userId="S::allison.mulshine@collegiseducation.com::5f656d52-c555-4e5e-9a5b-18226766ffe3" providerId="AD" clId="Web-{7F3779B0-64E2-5E39-A7B2-E2C4F1D86FF3}" dt="2024-06-20T18:25:10.964" v="1"/>
        <pc:sldMkLst>
          <pc:docMk/>
          <pc:sldMk cId="2313678097" sldId="917"/>
        </pc:sldMkLst>
        <pc:graphicFrameChg chg="mod">
          <ac:chgData name="Allison Mulshine" userId="S::allison.mulshine@collegiseducation.com::5f656d52-c555-4e5e-9a5b-18226766ffe3" providerId="AD" clId="Web-{7F3779B0-64E2-5E39-A7B2-E2C4F1D86FF3}" dt="2024-06-20T18:25:10.964" v="1"/>
          <ac:graphicFrameMkLst>
            <pc:docMk/>
            <pc:sldMk cId="2313678097" sldId="917"/>
            <ac:graphicFrameMk id="3" creationId="{A8E07797-B235-DBAB-D694-800EA01F3B9A}"/>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757E4D-93D2-BF44-80E2-47EE42A80C22}" type="doc">
      <dgm:prSet loTypeId="urn:microsoft.com/office/officeart/2008/layout/LinedList" loCatId="" qsTypeId="urn:microsoft.com/office/officeart/2005/8/quickstyle/simple1" qsCatId="simple" csTypeId="urn:microsoft.com/office/officeart/2005/8/colors/accent0_1" csCatId="mainScheme" phldr="1"/>
      <dgm:spPr/>
      <dgm:t>
        <a:bodyPr/>
        <a:lstStyle/>
        <a:p>
          <a:endParaRPr lang="en-US"/>
        </a:p>
      </dgm:t>
    </dgm:pt>
    <dgm:pt modelId="{86566FBE-16F6-6B4F-8C4A-B0868EC9CC36}">
      <dgm:prSet phldrT="[Text]"/>
      <dgm:spPr/>
      <dgm:t>
        <a:bodyPr/>
        <a:lstStyle/>
        <a:p>
          <a:r>
            <a:rPr lang="en-US" dirty="0"/>
            <a:t>Provides a fault tolerant, scalable and efficient solution for distributing and executing computational tasks across multiple machines or nodes, allowing for parallel processing </a:t>
          </a:r>
        </a:p>
      </dgm:t>
    </dgm:pt>
    <dgm:pt modelId="{9FF42EE4-58B9-BD41-A3F3-E0D149F4D771}" type="parTrans" cxnId="{4EC0F47A-EFC7-2B40-9B68-1EBED7668CE5}">
      <dgm:prSet/>
      <dgm:spPr/>
      <dgm:t>
        <a:bodyPr/>
        <a:lstStyle/>
        <a:p>
          <a:endParaRPr lang="en-US"/>
        </a:p>
      </dgm:t>
    </dgm:pt>
    <dgm:pt modelId="{5E0ACF2B-AD37-9C41-A6F9-0864F82BA02F}" type="sibTrans" cxnId="{4EC0F47A-EFC7-2B40-9B68-1EBED7668CE5}">
      <dgm:prSet/>
      <dgm:spPr/>
      <dgm:t>
        <a:bodyPr/>
        <a:lstStyle/>
        <a:p>
          <a:endParaRPr lang="en-US"/>
        </a:p>
      </dgm:t>
    </dgm:pt>
    <dgm:pt modelId="{4E1A18C7-7219-6A41-9808-1799760A4529}">
      <dgm:prSet/>
      <dgm:spPr/>
      <dgm:t>
        <a:bodyPr/>
        <a:lstStyle/>
        <a:p>
          <a:r>
            <a:rPr lang="en-US" dirty="0"/>
            <a:t>Maintains a separation of </a:t>
          </a:r>
          <a:r>
            <a:rPr lang="en-US" i="1" dirty="0"/>
            <a:t>what </a:t>
          </a:r>
          <a:r>
            <a:rPr lang="en-US" dirty="0"/>
            <a:t>computations are to be performed and </a:t>
          </a:r>
          <a:r>
            <a:rPr lang="en-US" i="1" dirty="0"/>
            <a:t>how </a:t>
          </a:r>
          <a:r>
            <a:rPr lang="en-US" dirty="0"/>
            <a:t>those computations are actually carried out on a cluster of machines. </a:t>
          </a:r>
        </a:p>
      </dgm:t>
    </dgm:pt>
    <dgm:pt modelId="{73538294-C0C9-2048-B6E6-02C941CBF153}" type="parTrans" cxnId="{BB83094A-4908-CF42-9C97-E239BB0EAD37}">
      <dgm:prSet/>
      <dgm:spPr/>
      <dgm:t>
        <a:bodyPr/>
        <a:lstStyle/>
        <a:p>
          <a:endParaRPr lang="en-US"/>
        </a:p>
      </dgm:t>
    </dgm:pt>
    <dgm:pt modelId="{DBEC7C2B-1563-4048-849A-E64B0E4AAA3E}" type="sibTrans" cxnId="{BB83094A-4908-CF42-9C97-E239BB0EAD37}">
      <dgm:prSet/>
      <dgm:spPr/>
      <dgm:t>
        <a:bodyPr/>
        <a:lstStyle/>
        <a:p>
          <a:endParaRPr lang="en-US"/>
        </a:p>
      </dgm:t>
    </dgm:pt>
    <dgm:pt modelId="{421A2C76-3948-AD46-B0B8-0135374B5B93}">
      <dgm:prSet/>
      <dgm:spPr/>
      <dgm:t>
        <a:bodyPr/>
        <a:lstStyle/>
        <a:p>
          <a:r>
            <a:rPr lang="en-US" dirty="0"/>
            <a:t>The first is under the control of the programmer, while the second is exclusively the responsibility of the execution framework</a:t>
          </a:r>
        </a:p>
      </dgm:t>
    </dgm:pt>
    <dgm:pt modelId="{E6220ECE-997A-D440-843F-36E2309C0467}" type="parTrans" cxnId="{452E0B9E-36C8-2449-B9EE-E5357D98592C}">
      <dgm:prSet/>
      <dgm:spPr/>
      <dgm:t>
        <a:bodyPr/>
        <a:lstStyle/>
        <a:p>
          <a:endParaRPr lang="en-US"/>
        </a:p>
      </dgm:t>
    </dgm:pt>
    <dgm:pt modelId="{97E83670-E2F4-7A46-92ED-05A6CA813FF8}" type="sibTrans" cxnId="{452E0B9E-36C8-2449-B9EE-E5357D98592C}">
      <dgm:prSet/>
      <dgm:spPr/>
      <dgm:t>
        <a:bodyPr/>
        <a:lstStyle/>
        <a:p>
          <a:endParaRPr lang="en-US"/>
        </a:p>
      </dgm:t>
    </dgm:pt>
    <dgm:pt modelId="{416AEA45-DDB9-FC49-AAB7-72E77A648EEA}">
      <dgm:prSet/>
      <dgm:spPr/>
      <dgm:t>
        <a:bodyPr/>
        <a:lstStyle/>
        <a:p>
          <a:r>
            <a:rPr lang="en-US" dirty="0"/>
            <a:t>The advantage is that  the execution framework only needs to be designed once and verified for correctness</a:t>
          </a:r>
        </a:p>
      </dgm:t>
    </dgm:pt>
    <dgm:pt modelId="{A1338F83-0FF3-FD4B-A01C-CF6C7A4B3767}" type="parTrans" cxnId="{1744A4F9-3E33-AC4C-B3E6-7C125A15110D}">
      <dgm:prSet/>
      <dgm:spPr/>
      <dgm:t>
        <a:bodyPr/>
        <a:lstStyle/>
        <a:p>
          <a:endParaRPr lang="en-US"/>
        </a:p>
      </dgm:t>
    </dgm:pt>
    <dgm:pt modelId="{492085A5-B1C0-294F-BE16-79BEB78A4A46}" type="sibTrans" cxnId="{1744A4F9-3E33-AC4C-B3E6-7C125A15110D}">
      <dgm:prSet/>
      <dgm:spPr/>
      <dgm:t>
        <a:bodyPr/>
        <a:lstStyle/>
        <a:p>
          <a:endParaRPr lang="en-US"/>
        </a:p>
      </dgm:t>
    </dgm:pt>
    <dgm:pt modelId="{74FCE5C7-9583-BA45-9024-C284963E882D}">
      <dgm:prSet/>
      <dgm:spPr/>
      <dgm:t>
        <a:bodyPr/>
        <a:lstStyle/>
        <a:p>
          <a:r>
            <a:rPr lang="en-US" dirty="0"/>
            <a:t>As long as the developer  expresses computations in the programming model, code is guaranteed to behave as expected. </a:t>
          </a:r>
        </a:p>
      </dgm:t>
    </dgm:pt>
    <dgm:pt modelId="{B663706B-F252-1448-9074-EB9C45E613A3}" type="parTrans" cxnId="{0260187D-56D7-AD4C-9831-DA64FDDA01EA}">
      <dgm:prSet/>
      <dgm:spPr/>
      <dgm:t>
        <a:bodyPr/>
        <a:lstStyle/>
        <a:p>
          <a:endParaRPr lang="en-US"/>
        </a:p>
      </dgm:t>
    </dgm:pt>
    <dgm:pt modelId="{5E11C3BE-7C6B-B945-8A66-380D31602378}" type="sibTrans" cxnId="{0260187D-56D7-AD4C-9831-DA64FDDA01EA}">
      <dgm:prSet/>
      <dgm:spPr/>
      <dgm:t>
        <a:bodyPr/>
        <a:lstStyle/>
        <a:p>
          <a:endParaRPr lang="en-US"/>
        </a:p>
      </dgm:t>
    </dgm:pt>
    <dgm:pt modelId="{DE5A6655-D904-EE40-A1D2-1C19AA828A27}">
      <dgm:prSet/>
      <dgm:spPr/>
      <dgm:t>
        <a:bodyPr/>
        <a:lstStyle/>
        <a:p>
          <a:r>
            <a:rPr lang="en-US" dirty="0"/>
            <a:t>The upshot is that the developer is freed from having to worry about system-level details and can instead focus on algorithm or application design</a:t>
          </a:r>
        </a:p>
      </dgm:t>
    </dgm:pt>
    <dgm:pt modelId="{048CD6D7-8B1A-F342-9A37-1079B3E368A2}" type="parTrans" cxnId="{C28283B4-8F68-3D44-BB1B-ABD6A0C8F013}">
      <dgm:prSet/>
      <dgm:spPr/>
      <dgm:t>
        <a:bodyPr/>
        <a:lstStyle/>
        <a:p>
          <a:endParaRPr lang="en-US"/>
        </a:p>
      </dgm:t>
    </dgm:pt>
    <dgm:pt modelId="{58DCDCD5-BF78-7748-81E1-A1F824F1C633}" type="sibTrans" cxnId="{C28283B4-8F68-3D44-BB1B-ABD6A0C8F013}">
      <dgm:prSet/>
      <dgm:spPr/>
      <dgm:t>
        <a:bodyPr/>
        <a:lstStyle/>
        <a:p>
          <a:endParaRPr lang="en-US"/>
        </a:p>
      </dgm:t>
    </dgm:pt>
    <dgm:pt modelId="{B152B7F0-444D-814D-8A40-C368574A0511}" type="pres">
      <dgm:prSet presAssocID="{D5757E4D-93D2-BF44-80E2-47EE42A80C22}" presName="vert0" presStyleCnt="0">
        <dgm:presLayoutVars>
          <dgm:dir/>
          <dgm:animOne val="branch"/>
          <dgm:animLvl val="lvl"/>
        </dgm:presLayoutVars>
      </dgm:prSet>
      <dgm:spPr/>
    </dgm:pt>
    <dgm:pt modelId="{BC8C59B6-BD53-744A-A190-DD28B9868873}" type="pres">
      <dgm:prSet presAssocID="{86566FBE-16F6-6B4F-8C4A-B0868EC9CC36}" presName="thickLine" presStyleLbl="alignNode1" presStyleIdx="0" presStyleCnt="6"/>
      <dgm:spPr/>
    </dgm:pt>
    <dgm:pt modelId="{EBD6443A-C351-1243-987F-2AD2F7230707}" type="pres">
      <dgm:prSet presAssocID="{86566FBE-16F6-6B4F-8C4A-B0868EC9CC36}" presName="horz1" presStyleCnt="0"/>
      <dgm:spPr/>
    </dgm:pt>
    <dgm:pt modelId="{38FCEE86-C7A5-1A4A-8682-DC7BE92189E9}" type="pres">
      <dgm:prSet presAssocID="{86566FBE-16F6-6B4F-8C4A-B0868EC9CC36}" presName="tx1" presStyleLbl="revTx" presStyleIdx="0" presStyleCnt="6"/>
      <dgm:spPr/>
    </dgm:pt>
    <dgm:pt modelId="{4D27CF6A-5360-8F47-A35C-C0886AA42B86}" type="pres">
      <dgm:prSet presAssocID="{86566FBE-16F6-6B4F-8C4A-B0868EC9CC36}" presName="vert1" presStyleCnt="0"/>
      <dgm:spPr/>
    </dgm:pt>
    <dgm:pt modelId="{24F1ECFE-D5C1-7F43-8477-C226AEC2B7BD}" type="pres">
      <dgm:prSet presAssocID="{4E1A18C7-7219-6A41-9808-1799760A4529}" presName="thickLine" presStyleLbl="alignNode1" presStyleIdx="1" presStyleCnt="6"/>
      <dgm:spPr/>
    </dgm:pt>
    <dgm:pt modelId="{AD473B8B-5C48-AD47-A030-0DFE71251357}" type="pres">
      <dgm:prSet presAssocID="{4E1A18C7-7219-6A41-9808-1799760A4529}" presName="horz1" presStyleCnt="0"/>
      <dgm:spPr/>
    </dgm:pt>
    <dgm:pt modelId="{592F7036-C0AD-7E44-80F6-42790BDE285B}" type="pres">
      <dgm:prSet presAssocID="{4E1A18C7-7219-6A41-9808-1799760A4529}" presName="tx1" presStyleLbl="revTx" presStyleIdx="1" presStyleCnt="6"/>
      <dgm:spPr/>
    </dgm:pt>
    <dgm:pt modelId="{26D87181-DD6F-AD48-9736-31DF18ABC59D}" type="pres">
      <dgm:prSet presAssocID="{4E1A18C7-7219-6A41-9808-1799760A4529}" presName="vert1" presStyleCnt="0"/>
      <dgm:spPr/>
    </dgm:pt>
    <dgm:pt modelId="{F2119721-B8EE-DB43-A83B-7E0A196B42EF}" type="pres">
      <dgm:prSet presAssocID="{421A2C76-3948-AD46-B0B8-0135374B5B93}" presName="thickLine" presStyleLbl="alignNode1" presStyleIdx="2" presStyleCnt="6"/>
      <dgm:spPr/>
    </dgm:pt>
    <dgm:pt modelId="{47C5220C-4429-4047-9842-6BE4088C40DB}" type="pres">
      <dgm:prSet presAssocID="{421A2C76-3948-AD46-B0B8-0135374B5B93}" presName="horz1" presStyleCnt="0"/>
      <dgm:spPr/>
    </dgm:pt>
    <dgm:pt modelId="{5D1F3209-A145-334C-A344-D20CB93A268B}" type="pres">
      <dgm:prSet presAssocID="{421A2C76-3948-AD46-B0B8-0135374B5B93}" presName="tx1" presStyleLbl="revTx" presStyleIdx="2" presStyleCnt="6"/>
      <dgm:spPr/>
    </dgm:pt>
    <dgm:pt modelId="{F28C695C-E93E-BD40-8205-99BE8FABD50A}" type="pres">
      <dgm:prSet presAssocID="{421A2C76-3948-AD46-B0B8-0135374B5B93}" presName="vert1" presStyleCnt="0"/>
      <dgm:spPr/>
    </dgm:pt>
    <dgm:pt modelId="{954F134A-3AEC-0046-B372-5D2C9AEFCBF9}" type="pres">
      <dgm:prSet presAssocID="{416AEA45-DDB9-FC49-AAB7-72E77A648EEA}" presName="thickLine" presStyleLbl="alignNode1" presStyleIdx="3" presStyleCnt="6"/>
      <dgm:spPr/>
    </dgm:pt>
    <dgm:pt modelId="{362331EE-C299-FE44-86EC-9D6266C3042B}" type="pres">
      <dgm:prSet presAssocID="{416AEA45-DDB9-FC49-AAB7-72E77A648EEA}" presName="horz1" presStyleCnt="0"/>
      <dgm:spPr/>
    </dgm:pt>
    <dgm:pt modelId="{30E19ABB-5D63-8A4C-9676-F595DA601B0A}" type="pres">
      <dgm:prSet presAssocID="{416AEA45-DDB9-FC49-AAB7-72E77A648EEA}" presName="tx1" presStyleLbl="revTx" presStyleIdx="3" presStyleCnt="6"/>
      <dgm:spPr/>
    </dgm:pt>
    <dgm:pt modelId="{5C2C0553-7E07-8C47-8C38-19A74F4B9A6D}" type="pres">
      <dgm:prSet presAssocID="{416AEA45-DDB9-FC49-AAB7-72E77A648EEA}" presName="vert1" presStyleCnt="0"/>
      <dgm:spPr/>
    </dgm:pt>
    <dgm:pt modelId="{C524C491-2A98-8341-8625-E634DE92EF46}" type="pres">
      <dgm:prSet presAssocID="{74FCE5C7-9583-BA45-9024-C284963E882D}" presName="thickLine" presStyleLbl="alignNode1" presStyleIdx="4" presStyleCnt="6"/>
      <dgm:spPr/>
    </dgm:pt>
    <dgm:pt modelId="{2A3AC405-EBFD-3943-9243-0AA108B7E304}" type="pres">
      <dgm:prSet presAssocID="{74FCE5C7-9583-BA45-9024-C284963E882D}" presName="horz1" presStyleCnt="0"/>
      <dgm:spPr/>
    </dgm:pt>
    <dgm:pt modelId="{348F3403-400E-794B-A47E-BF2A664804D6}" type="pres">
      <dgm:prSet presAssocID="{74FCE5C7-9583-BA45-9024-C284963E882D}" presName="tx1" presStyleLbl="revTx" presStyleIdx="4" presStyleCnt="6"/>
      <dgm:spPr/>
    </dgm:pt>
    <dgm:pt modelId="{2601350B-DA0E-2E4C-9EAE-9E4DED0EB679}" type="pres">
      <dgm:prSet presAssocID="{74FCE5C7-9583-BA45-9024-C284963E882D}" presName="vert1" presStyleCnt="0"/>
      <dgm:spPr/>
    </dgm:pt>
    <dgm:pt modelId="{DBD1942D-4EF9-204F-B4ED-762F4E5111CE}" type="pres">
      <dgm:prSet presAssocID="{DE5A6655-D904-EE40-A1D2-1C19AA828A27}" presName="thickLine" presStyleLbl="alignNode1" presStyleIdx="5" presStyleCnt="6"/>
      <dgm:spPr/>
    </dgm:pt>
    <dgm:pt modelId="{FAF2BDBF-593A-2A4A-9187-369C8408D3A6}" type="pres">
      <dgm:prSet presAssocID="{DE5A6655-D904-EE40-A1D2-1C19AA828A27}" presName="horz1" presStyleCnt="0"/>
      <dgm:spPr/>
    </dgm:pt>
    <dgm:pt modelId="{AF061DD6-F076-194E-85DE-75873995A94D}" type="pres">
      <dgm:prSet presAssocID="{DE5A6655-D904-EE40-A1D2-1C19AA828A27}" presName="tx1" presStyleLbl="revTx" presStyleIdx="5" presStyleCnt="6"/>
      <dgm:spPr/>
    </dgm:pt>
    <dgm:pt modelId="{80CBC597-20E3-1F42-80ED-07C281052218}" type="pres">
      <dgm:prSet presAssocID="{DE5A6655-D904-EE40-A1D2-1C19AA828A27}" presName="vert1" presStyleCnt="0"/>
      <dgm:spPr/>
    </dgm:pt>
  </dgm:ptLst>
  <dgm:cxnLst>
    <dgm:cxn modelId="{18949615-9D00-BF48-97EB-6DC04E75BB4E}" type="presOf" srcId="{D5757E4D-93D2-BF44-80E2-47EE42A80C22}" destId="{B152B7F0-444D-814D-8A40-C368574A0511}" srcOrd="0" destOrd="0" presId="urn:microsoft.com/office/officeart/2008/layout/LinedList"/>
    <dgm:cxn modelId="{D2971B18-08D2-974D-8CA2-243F9DF78B7D}" type="presOf" srcId="{4E1A18C7-7219-6A41-9808-1799760A4529}" destId="{592F7036-C0AD-7E44-80F6-42790BDE285B}" srcOrd="0" destOrd="0" presId="urn:microsoft.com/office/officeart/2008/layout/LinedList"/>
    <dgm:cxn modelId="{4AC71B1B-56B4-0246-8E92-EEE141CF1FD7}" type="presOf" srcId="{74FCE5C7-9583-BA45-9024-C284963E882D}" destId="{348F3403-400E-794B-A47E-BF2A664804D6}" srcOrd="0" destOrd="0" presId="urn:microsoft.com/office/officeart/2008/layout/LinedList"/>
    <dgm:cxn modelId="{C1F48B5F-E302-D94F-B7C2-04EF0193FF81}" type="presOf" srcId="{421A2C76-3948-AD46-B0B8-0135374B5B93}" destId="{5D1F3209-A145-334C-A344-D20CB93A268B}" srcOrd="0" destOrd="0" presId="urn:microsoft.com/office/officeart/2008/layout/LinedList"/>
    <dgm:cxn modelId="{BB83094A-4908-CF42-9C97-E239BB0EAD37}" srcId="{D5757E4D-93D2-BF44-80E2-47EE42A80C22}" destId="{4E1A18C7-7219-6A41-9808-1799760A4529}" srcOrd="1" destOrd="0" parTransId="{73538294-C0C9-2048-B6E6-02C941CBF153}" sibTransId="{DBEC7C2B-1563-4048-849A-E64B0E4AAA3E}"/>
    <dgm:cxn modelId="{4EC0F47A-EFC7-2B40-9B68-1EBED7668CE5}" srcId="{D5757E4D-93D2-BF44-80E2-47EE42A80C22}" destId="{86566FBE-16F6-6B4F-8C4A-B0868EC9CC36}" srcOrd="0" destOrd="0" parTransId="{9FF42EE4-58B9-BD41-A3F3-E0D149F4D771}" sibTransId="{5E0ACF2B-AD37-9C41-A6F9-0864F82BA02F}"/>
    <dgm:cxn modelId="{0260187D-56D7-AD4C-9831-DA64FDDA01EA}" srcId="{D5757E4D-93D2-BF44-80E2-47EE42A80C22}" destId="{74FCE5C7-9583-BA45-9024-C284963E882D}" srcOrd="4" destOrd="0" parTransId="{B663706B-F252-1448-9074-EB9C45E613A3}" sibTransId="{5E11C3BE-7C6B-B945-8A66-380D31602378}"/>
    <dgm:cxn modelId="{452E0B9E-36C8-2449-B9EE-E5357D98592C}" srcId="{D5757E4D-93D2-BF44-80E2-47EE42A80C22}" destId="{421A2C76-3948-AD46-B0B8-0135374B5B93}" srcOrd="2" destOrd="0" parTransId="{E6220ECE-997A-D440-843F-36E2309C0467}" sibTransId="{97E83670-E2F4-7A46-92ED-05A6CA813FF8}"/>
    <dgm:cxn modelId="{C28283B4-8F68-3D44-BB1B-ABD6A0C8F013}" srcId="{D5757E4D-93D2-BF44-80E2-47EE42A80C22}" destId="{DE5A6655-D904-EE40-A1D2-1C19AA828A27}" srcOrd="5" destOrd="0" parTransId="{048CD6D7-8B1A-F342-9A37-1079B3E368A2}" sibTransId="{58DCDCD5-BF78-7748-81E1-A1F824F1C633}"/>
    <dgm:cxn modelId="{FF5EB7B6-DCC9-2644-8FBF-40F2DBBA3FF4}" type="presOf" srcId="{DE5A6655-D904-EE40-A1D2-1C19AA828A27}" destId="{AF061DD6-F076-194E-85DE-75873995A94D}" srcOrd="0" destOrd="0" presId="urn:microsoft.com/office/officeart/2008/layout/LinedList"/>
    <dgm:cxn modelId="{172954CA-2424-2C4D-8F48-0C1820136C35}" type="presOf" srcId="{416AEA45-DDB9-FC49-AAB7-72E77A648EEA}" destId="{30E19ABB-5D63-8A4C-9676-F595DA601B0A}" srcOrd="0" destOrd="0" presId="urn:microsoft.com/office/officeart/2008/layout/LinedList"/>
    <dgm:cxn modelId="{0F3AFFD9-1F9B-CC48-82A7-080982FD0227}" type="presOf" srcId="{86566FBE-16F6-6B4F-8C4A-B0868EC9CC36}" destId="{38FCEE86-C7A5-1A4A-8682-DC7BE92189E9}" srcOrd="0" destOrd="0" presId="urn:microsoft.com/office/officeart/2008/layout/LinedList"/>
    <dgm:cxn modelId="{1744A4F9-3E33-AC4C-B3E6-7C125A15110D}" srcId="{D5757E4D-93D2-BF44-80E2-47EE42A80C22}" destId="{416AEA45-DDB9-FC49-AAB7-72E77A648EEA}" srcOrd="3" destOrd="0" parTransId="{A1338F83-0FF3-FD4B-A01C-CF6C7A4B3767}" sibTransId="{492085A5-B1C0-294F-BE16-79BEB78A4A46}"/>
    <dgm:cxn modelId="{E64FAA80-0140-604A-BDC2-FEF9C5F8D3BE}" type="presParOf" srcId="{B152B7F0-444D-814D-8A40-C368574A0511}" destId="{BC8C59B6-BD53-744A-A190-DD28B9868873}" srcOrd="0" destOrd="0" presId="urn:microsoft.com/office/officeart/2008/layout/LinedList"/>
    <dgm:cxn modelId="{30CA31E5-EB5D-4340-9394-4C218E37592B}" type="presParOf" srcId="{B152B7F0-444D-814D-8A40-C368574A0511}" destId="{EBD6443A-C351-1243-987F-2AD2F7230707}" srcOrd="1" destOrd="0" presId="urn:microsoft.com/office/officeart/2008/layout/LinedList"/>
    <dgm:cxn modelId="{7425CC1C-AFE3-834D-BEEB-79374B748F4A}" type="presParOf" srcId="{EBD6443A-C351-1243-987F-2AD2F7230707}" destId="{38FCEE86-C7A5-1A4A-8682-DC7BE92189E9}" srcOrd="0" destOrd="0" presId="urn:microsoft.com/office/officeart/2008/layout/LinedList"/>
    <dgm:cxn modelId="{724FC8F0-3A8E-AA4B-BEB3-364B72F3ADC8}" type="presParOf" srcId="{EBD6443A-C351-1243-987F-2AD2F7230707}" destId="{4D27CF6A-5360-8F47-A35C-C0886AA42B86}" srcOrd="1" destOrd="0" presId="urn:microsoft.com/office/officeart/2008/layout/LinedList"/>
    <dgm:cxn modelId="{A63397E8-B01B-FA4F-A787-9110F337CE6E}" type="presParOf" srcId="{B152B7F0-444D-814D-8A40-C368574A0511}" destId="{24F1ECFE-D5C1-7F43-8477-C226AEC2B7BD}" srcOrd="2" destOrd="0" presId="urn:microsoft.com/office/officeart/2008/layout/LinedList"/>
    <dgm:cxn modelId="{F560B38B-D9AD-4546-B981-5A286F3658F0}" type="presParOf" srcId="{B152B7F0-444D-814D-8A40-C368574A0511}" destId="{AD473B8B-5C48-AD47-A030-0DFE71251357}" srcOrd="3" destOrd="0" presId="urn:microsoft.com/office/officeart/2008/layout/LinedList"/>
    <dgm:cxn modelId="{043BC0CE-13B6-2F4D-B828-CFD9AAEC9056}" type="presParOf" srcId="{AD473B8B-5C48-AD47-A030-0DFE71251357}" destId="{592F7036-C0AD-7E44-80F6-42790BDE285B}" srcOrd="0" destOrd="0" presId="urn:microsoft.com/office/officeart/2008/layout/LinedList"/>
    <dgm:cxn modelId="{10BB2828-27B0-5547-A372-A7720A35CACB}" type="presParOf" srcId="{AD473B8B-5C48-AD47-A030-0DFE71251357}" destId="{26D87181-DD6F-AD48-9736-31DF18ABC59D}" srcOrd="1" destOrd="0" presId="urn:microsoft.com/office/officeart/2008/layout/LinedList"/>
    <dgm:cxn modelId="{93750321-866E-C54C-986E-F50F26866EA1}" type="presParOf" srcId="{B152B7F0-444D-814D-8A40-C368574A0511}" destId="{F2119721-B8EE-DB43-A83B-7E0A196B42EF}" srcOrd="4" destOrd="0" presId="urn:microsoft.com/office/officeart/2008/layout/LinedList"/>
    <dgm:cxn modelId="{3BC8B934-719A-644A-8E60-35B0EC3446DB}" type="presParOf" srcId="{B152B7F0-444D-814D-8A40-C368574A0511}" destId="{47C5220C-4429-4047-9842-6BE4088C40DB}" srcOrd="5" destOrd="0" presId="urn:microsoft.com/office/officeart/2008/layout/LinedList"/>
    <dgm:cxn modelId="{E45F27F1-10F9-C746-9D29-4A084BCB0195}" type="presParOf" srcId="{47C5220C-4429-4047-9842-6BE4088C40DB}" destId="{5D1F3209-A145-334C-A344-D20CB93A268B}" srcOrd="0" destOrd="0" presId="urn:microsoft.com/office/officeart/2008/layout/LinedList"/>
    <dgm:cxn modelId="{03099681-061A-AE4C-B139-CCED8BE8A210}" type="presParOf" srcId="{47C5220C-4429-4047-9842-6BE4088C40DB}" destId="{F28C695C-E93E-BD40-8205-99BE8FABD50A}" srcOrd="1" destOrd="0" presId="urn:microsoft.com/office/officeart/2008/layout/LinedList"/>
    <dgm:cxn modelId="{AFBEECBF-F9F4-8E48-8EDB-564C78D79D01}" type="presParOf" srcId="{B152B7F0-444D-814D-8A40-C368574A0511}" destId="{954F134A-3AEC-0046-B372-5D2C9AEFCBF9}" srcOrd="6" destOrd="0" presId="urn:microsoft.com/office/officeart/2008/layout/LinedList"/>
    <dgm:cxn modelId="{62C597FD-C96A-CE4C-A76D-D0BCFA7D8639}" type="presParOf" srcId="{B152B7F0-444D-814D-8A40-C368574A0511}" destId="{362331EE-C299-FE44-86EC-9D6266C3042B}" srcOrd="7" destOrd="0" presId="urn:microsoft.com/office/officeart/2008/layout/LinedList"/>
    <dgm:cxn modelId="{C342ECE3-AFD7-B246-816A-09358F286165}" type="presParOf" srcId="{362331EE-C299-FE44-86EC-9D6266C3042B}" destId="{30E19ABB-5D63-8A4C-9676-F595DA601B0A}" srcOrd="0" destOrd="0" presId="urn:microsoft.com/office/officeart/2008/layout/LinedList"/>
    <dgm:cxn modelId="{53397490-4840-3347-B530-EF071FCDFDDA}" type="presParOf" srcId="{362331EE-C299-FE44-86EC-9D6266C3042B}" destId="{5C2C0553-7E07-8C47-8C38-19A74F4B9A6D}" srcOrd="1" destOrd="0" presId="urn:microsoft.com/office/officeart/2008/layout/LinedList"/>
    <dgm:cxn modelId="{770773F6-F506-C44E-A2B1-D886A3738E7C}" type="presParOf" srcId="{B152B7F0-444D-814D-8A40-C368574A0511}" destId="{C524C491-2A98-8341-8625-E634DE92EF46}" srcOrd="8" destOrd="0" presId="urn:microsoft.com/office/officeart/2008/layout/LinedList"/>
    <dgm:cxn modelId="{E3665FEA-C3AD-AA4F-8669-5E1A01945AED}" type="presParOf" srcId="{B152B7F0-444D-814D-8A40-C368574A0511}" destId="{2A3AC405-EBFD-3943-9243-0AA108B7E304}" srcOrd="9" destOrd="0" presId="urn:microsoft.com/office/officeart/2008/layout/LinedList"/>
    <dgm:cxn modelId="{15A5FA85-479E-E948-BA46-5AB519522278}" type="presParOf" srcId="{2A3AC405-EBFD-3943-9243-0AA108B7E304}" destId="{348F3403-400E-794B-A47E-BF2A664804D6}" srcOrd="0" destOrd="0" presId="urn:microsoft.com/office/officeart/2008/layout/LinedList"/>
    <dgm:cxn modelId="{92EF2872-0A9A-1E40-9A93-03C8B008C3A8}" type="presParOf" srcId="{2A3AC405-EBFD-3943-9243-0AA108B7E304}" destId="{2601350B-DA0E-2E4C-9EAE-9E4DED0EB679}" srcOrd="1" destOrd="0" presId="urn:microsoft.com/office/officeart/2008/layout/LinedList"/>
    <dgm:cxn modelId="{BDDB9A7B-7E0D-2743-8D37-82A8AC6E3272}" type="presParOf" srcId="{B152B7F0-444D-814D-8A40-C368574A0511}" destId="{DBD1942D-4EF9-204F-B4ED-762F4E5111CE}" srcOrd="10" destOrd="0" presId="urn:microsoft.com/office/officeart/2008/layout/LinedList"/>
    <dgm:cxn modelId="{A818FBDC-BB81-B34F-B6CA-AE5FC2998F97}" type="presParOf" srcId="{B152B7F0-444D-814D-8A40-C368574A0511}" destId="{FAF2BDBF-593A-2A4A-9187-369C8408D3A6}" srcOrd="11" destOrd="0" presId="urn:microsoft.com/office/officeart/2008/layout/LinedList"/>
    <dgm:cxn modelId="{951B107C-FB5E-9747-95AB-FF2650086BA3}" type="presParOf" srcId="{FAF2BDBF-593A-2A4A-9187-369C8408D3A6}" destId="{AF061DD6-F076-194E-85DE-75873995A94D}" srcOrd="0" destOrd="0" presId="urn:microsoft.com/office/officeart/2008/layout/LinedList"/>
    <dgm:cxn modelId="{7E0B876D-87C7-A146-83E2-98B46EA6C1AF}" type="presParOf" srcId="{FAF2BDBF-593A-2A4A-9187-369C8408D3A6}" destId="{80CBC597-20E3-1F42-80ED-07C28105221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8C59B6-BD53-744A-A190-DD28B9868873}">
      <dsp:nvSpPr>
        <dsp:cNvPr id="0" name=""/>
        <dsp:cNvSpPr/>
      </dsp:nvSpPr>
      <dsp:spPr>
        <a:xfrm>
          <a:off x="0" y="3342"/>
          <a:ext cx="16084550" cy="0"/>
        </a:xfrm>
        <a:prstGeom prst="line">
          <a:avLst/>
        </a:prstGeom>
        <a:solidFill>
          <a:schemeClr val="lt1">
            <a:hueOff val="0"/>
            <a:satOff val="0"/>
            <a:lumOff val="0"/>
            <a:alphaOff val="0"/>
          </a:schemeClr>
        </a:solidFill>
        <a:ln w="25400" cap="flat" cmpd="dbl"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FCEE86-C7A5-1A4A-8682-DC7BE92189E9}">
      <dsp:nvSpPr>
        <dsp:cNvPr id="0" name=""/>
        <dsp:cNvSpPr/>
      </dsp:nvSpPr>
      <dsp:spPr>
        <a:xfrm>
          <a:off x="0" y="3342"/>
          <a:ext cx="16084550" cy="1139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Provides a fault tolerant, scalable and efficient solution for distributing and executing computational tasks across multiple machines or nodes, allowing for parallel processing </a:t>
          </a:r>
        </a:p>
      </dsp:txBody>
      <dsp:txXfrm>
        <a:off x="0" y="3342"/>
        <a:ext cx="16084550" cy="1139769"/>
      </dsp:txXfrm>
    </dsp:sp>
    <dsp:sp modelId="{24F1ECFE-D5C1-7F43-8477-C226AEC2B7BD}">
      <dsp:nvSpPr>
        <dsp:cNvPr id="0" name=""/>
        <dsp:cNvSpPr/>
      </dsp:nvSpPr>
      <dsp:spPr>
        <a:xfrm>
          <a:off x="0" y="1143111"/>
          <a:ext cx="16084550" cy="0"/>
        </a:xfrm>
        <a:prstGeom prst="line">
          <a:avLst/>
        </a:prstGeom>
        <a:solidFill>
          <a:schemeClr val="lt1">
            <a:hueOff val="0"/>
            <a:satOff val="0"/>
            <a:lumOff val="0"/>
            <a:alphaOff val="0"/>
          </a:schemeClr>
        </a:solidFill>
        <a:ln w="25400" cap="flat" cmpd="dbl"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92F7036-C0AD-7E44-80F6-42790BDE285B}">
      <dsp:nvSpPr>
        <dsp:cNvPr id="0" name=""/>
        <dsp:cNvSpPr/>
      </dsp:nvSpPr>
      <dsp:spPr>
        <a:xfrm>
          <a:off x="0" y="1143111"/>
          <a:ext cx="16084550" cy="1139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Maintains a separation of </a:t>
          </a:r>
          <a:r>
            <a:rPr lang="en-US" sz="3200" i="1" kern="1200" dirty="0"/>
            <a:t>what </a:t>
          </a:r>
          <a:r>
            <a:rPr lang="en-US" sz="3200" kern="1200" dirty="0"/>
            <a:t>computations are to be performed and </a:t>
          </a:r>
          <a:r>
            <a:rPr lang="en-US" sz="3200" i="1" kern="1200" dirty="0"/>
            <a:t>how </a:t>
          </a:r>
          <a:r>
            <a:rPr lang="en-US" sz="3200" kern="1200" dirty="0"/>
            <a:t>those computations are actually carried out on a cluster of machines. </a:t>
          </a:r>
        </a:p>
      </dsp:txBody>
      <dsp:txXfrm>
        <a:off x="0" y="1143111"/>
        <a:ext cx="16084550" cy="1139769"/>
      </dsp:txXfrm>
    </dsp:sp>
    <dsp:sp modelId="{F2119721-B8EE-DB43-A83B-7E0A196B42EF}">
      <dsp:nvSpPr>
        <dsp:cNvPr id="0" name=""/>
        <dsp:cNvSpPr/>
      </dsp:nvSpPr>
      <dsp:spPr>
        <a:xfrm>
          <a:off x="0" y="2282880"/>
          <a:ext cx="16084550" cy="0"/>
        </a:xfrm>
        <a:prstGeom prst="line">
          <a:avLst/>
        </a:prstGeom>
        <a:solidFill>
          <a:schemeClr val="lt1">
            <a:hueOff val="0"/>
            <a:satOff val="0"/>
            <a:lumOff val="0"/>
            <a:alphaOff val="0"/>
          </a:schemeClr>
        </a:solidFill>
        <a:ln w="25400" cap="flat" cmpd="dbl"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D1F3209-A145-334C-A344-D20CB93A268B}">
      <dsp:nvSpPr>
        <dsp:cNvPr id="0" name=""/>
        <dsp:cNvSpPr/>
      </dsp:nvSpPr>
      <dsp:spPr>
        <a:xfrm>
          <a:off x="0" y="2282880"/>
          <a:ext cx="16084550" cy="1139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The first is under the control of the programmer, while the second is exclusively the responsibility of the execution framework</a:t>
          </a:r>
        </a:p>
      </dsp:txBody>
      <dsp:txXfrm>
        <a:off x="0" y="2282880"/>
        <a:ext cx="16084550" cy="1139769"/>
      </dsp:txXfrm>
    </dsp:sp>
    <dsp:sp modelId="{954F134A-3AEC-0046-B372-5D2C9AEFCBF9}">
      <dsp:nvSpPr>
        <dsp:cNvPr id="0" name=""/>
        <dsp:cNvSpPr/>
      </dsp:nvSpPr>
      <dsp:spPr>
        <a:xfrm>
          <a:off x="0" y="3422650"/>
          <a:ext cx="16084550" cy="0"/>
        </a:xfrm>
        <a:prstGeom prst="line">
          <a:avLst/>
        </a:prstGeom>
        <a:solidFill>
          <a:schemeClr val="lt1">
            <a:hueOff val="0"/>
            <a:satOff val="0"/>
            <a:lumOff val="0"/>
            <a:alphaOff val="0"/>
          </a:schemeClr>
        </a:solidFill>
        <a:ln w="25400" cap="flat" cmpd="dbl"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E19ABB-5D63-8A4C-9676-F595DA601B0A}">
      <dsp:nvSpPr>
        <dsp:cNvPr id="0" name=""/>
        <dsp:cNvSpPr/>
      </dsp:nvSpPr>
      <dsp:spPr>
        <a:xfrm>
          <a:off x="0" y="3422650"/>
          <a:ext cx="16084550" cy="1139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The advantage is that  the execution framework only needs to be designed once and verified for correctness</a:t>
          </a:r>
        </a:p>
      </dsp:txBody>
      <dsp:txXfrm>
        <a:off x="0" y="3422650"/>
        <a:ext cx="16084550" cy="1139769"/>
      </dsp:txXfrm>
    </dsp:sp>
    <dsp:sp modelId="{C524C491-2A98-8341-8625-E634DE92EF46}">
      <dsp:nvSpPr>
        <dsp:cNvPr id="0" name=""/>
        <dsp:cNvSpPr/>
      </dsp:nvSpPr>
      <dsp:spPr>
        <a:xfrm>
          <a:off x="0" y="4562419"/>
          <a:ext cx="16084550" cy="0"/>
        </a:xfrm>
        <a:prstGeom prst="line">
          <a:avLst/>
        </a:prstGeom>
        <a:solidFill>
          <a:schemeClr val="lt1">
            <a:hueOff val="0"/>
            <a:satOff val="0"/>
            <a:lumOff val="0"/>
            <a:alphaOff val="0"/>
          </a:schemeClr>
        </a:solidFill>
        <a:ln w="25400" cap="flat" cmpd="dbl"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8F3403-400E-794B-A47E-BF2A664804D6}">
      <dsp:nvSpPr>
        <dsp:cNvPr id="0" name=""/>
        <dsp:cNvSpPr/>
      </dsp:nvSpPr>
      <dsp:spPr>
        <a:xfrm>
          <a:off x="0" y="4562419"/>
          <a:ext cx="16084550" cy="1139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As long as the developer  expresses computations in the programming model, code is guaranteed to behave as expected. </a:t>
          </a:r>
        </a:p>
      </dsp:txBody>
      <dsp:txXfrm>
        <a:off x="0" y="4562419"/>
        <a:ext cx="16084550" cy="1139769"/>
      </dsp:txXfrm>
    </dsp:sp>
    <dsp:sp modelId="{DBD1942D-4EF9-204F-B4ED-762F4E5111CE}">
      <dsp:nvSpPr>
        <dsp:cNvPr id="0" name=""/>
        <dsp:cNvSpPr/>
      </dsp:nvSpPr>
      <dsp:spPr>
        <a:xfrm>
          <a:off x="0" y="5702188"/>
          <a:ext cx="16084550" cy="0"/>
        </a:xfrm>
        <a:prstGeom prst="line">
          <a:avLst/>
        </a:prstGeom>
        <a:solidFill>
          <a:schemeClr val="lt1">
            <a:hueOff val="0"/>
            <a:satOff val="0"/>
            <a:lumOff val="0"/>
            <a:alphaOff val="0"/>
          </a:schemeClr>
        </a:solidFill>
        <a:ln w="25400" cap="flat" cmpd="dbl"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061DD6-F076-194E-85DE-75873995A94D}">
      <dsp:nvSpPr>
        <dsp:cNvPr id="0" name=""/>
        <dsp:cNvSpPr/>
      </dsp:nvSpPr>
      <dsp:spPr>
        <a:xfrm>
          <a:off x="0" y="5702188"/>
          <a:ext cx="16084550" cy="1139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The upshot is that the developer is freed from having to worry about system-level details and can instead focus on algorithm or application design</a:t>
          </a:r>
        </a:p>
      </dsp:txBody>
      <dsp:txXfrm>
        <a:off x="0" y="5702188"/>
        <a:ext cx="16084550" cy="113976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919ED-7EBC-0349-92FD-49744747E976}" type="datetimeFigureOut">
              <a:rPr lang="en-US" smtClean="0"/>
              <a:t>6/20/2024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A536A5-2511-45D9-8AD9-23F11C951D17}" type="datetime1">
              <a:rPr lang="en-US" smtClean="0"/>
              <a:t>6/20/2024</a:t>
            </a:fld>
            <a:endParaRPr lang="en-US" dirty="0"/>
          </a:p>
        </p:txBody>
      </p:sp>
      <p:sp>
        <p:nvSpPr>
          <p:cNvPr id="4" name="Footer Placeholder 3"/>
          <p:cNvSpPr>
            <a:spLocks noGrp="1"/>
          </p:cNvSpPr>
          <p:nvPr>
            <p:ph type="ftr" sz="quarter" idx="11"/>
          </p:nvPr>
        </p:nvSpPr>
        <p:spPr/>
        <p:txBody>
          <a:bodyPr/>
          <a:lstStyle/>
          <a:p>
            <a:r>
              <a:rPr lang="sk-SK" dirty="0"/>
              <a:t>CSP554</a:t>
            </a:r>
            <a:r>
              <a:rPr lang="en-US" dirty="0"/>
              <a:t> Module 02a</a:t>
            </a:r>
          </a:p>
        </p:txBody>
      </p:sp>
      <p:sp>
        <p:nvSpPr>
          <p:cNvPr id="5" name="Slide Number Placeholder 4"/>
          <p:cNvSpPr>
            <a:spLocks noGrp="1"/>
          </p:cNvSpPr>
          <p:nvPr>
            <p:ph type="sldNum" sz="quarter" idx="12"/>
          </p:nvPr>
        </p:nvSpPr>
        <p:spPr/>
        <p:txBody>
          <a:bodyPr/>
          <a:lstStyle/>
          <a:p>
            <a:fld id="{9AA7C465-8597-4488-B68C-958448427716}" type="slidenum">
              <a:rPr lang="en-US" smtClean="0"/>
              <a:t>‹#›</a:t>
            </a:fld>
            <a:endParaRPr lang="en-US" dirty="0"/>
          </a:p>
        </p:txBody>
      </p:sp>
    </p:spTree>
    <p:extLst>
      <p:ext uri="{BB962C8B-B14F-4D97-AF65-F5344CB8AC3E}">
        <p14:creationId xmlns:p14="http://schemas.microsoft.com/office/powerpoint/2010/main" val="15931390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B578C-822D-FFA5-DAA3-CCCEB3113136}"/>
              </a:ext>
            </a:extLst>
          </p:cNvPr>
          <p:cNvSpPr>
            <a:spLocks noGrp="1"/>
          </p:cNvSpPr>
          <p:nvPr>
            <p:ph type="ctrTitle"/>
          </p:nvPr>
        </p:nvSpPr>
        <p:spPr/>
        <p:txBody>
          <a:bodyPr/>
          <a:lstStyle/>
          <a:p>
            <a:r>
              <a:rPr lang="en-US" dirty="0"/>
              <a:t>Module 3: Lesson 2</a:t>
            </a:r>
            <a:br>
              <a:rPr lang="en-US" dirty="0"/>
            </a:br>
            <a:r>
              <a:rPr lang="en-US" sz="5400" dirty="0"/>
              <a:t>MapReduce Overview</a:t>
            </a:r>
            <a:endParaRPr lang="en-US" dirty="0"/>
          </a:p>
        </p:txBody>
      </p:sp>
    </p:spTree>
    <p:custDataLst>
      <p:tags r:id="rId1"/>
    </p:custDataLst>
    <p:extLst>
      <p:ext uri="{BB962C8B-B14F-4D97-AF65-F5344CB8AC3E}">
        <p14:creationId xmlns:p14="http://schemas.microsoft.com/office/powerpoint/2010/main" val="3012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Developing Some MapReduce Intuition</a:t>
            </a:r>
            <a:br>
              <a:rPr lang="en-US" dirty="0"/>
            </a:br>
            <a:r>
              <a:rPr lang="en-US" sz="4900" dirty="0"/>
              <a:t>Starting with Hadoop Capabilities</a:t>
            </a:r>
            <a:endParaRPr lang="en-US" dirty="0"/>
          </a:p>
        </p:txBody>
      </p:sp>
      <p:sp>
        <p:nvSpPr>
          <p:cNvPr id="3" name="Content Placeholder 2"/>
          <p:cNvSpPr>
            <a:spLocks noGrp="1"/>
          </p:cNvSpPr>
          <p:nvPr>
            <p:ph idx="1"/>
          </p:nvPr>
        </p:nvSpPr>
        <p:spPr/>
        <p:txBody>
          <a:bodyPr>
            <a:normAutofit fontScale="92500"/>
          </a:bodyPr>
          <a:lstStyle/>
          <a:p>
            <a:r>
              <a:rPr lang="en-US" dirty="0"/>
              <a:t>Let’s think through how we might take advantage of the following Hadoop capabilities we have encountered to process large volumes of data</a:t>
            </a:r>
          </a:p>
          <a:p>
            <a:r>
              <a:rPr lang="en-US" dirty="0"/>
              <a:t>We have a cluster of computing nodes each having some amount of CPUs, RAM and storage</a:t>
            </a:r>
          </a:p>
          <a:p>
            <a:r>
              <a:rPr lang="en-US" dirty="0"/>
              <a:t>We have a distributed file systems that takes a large file, decomposes it into blocks, and then stores them across the nodes of our cluster</a:t>
            </a:r>
          </a:p>
          <a:p>
            <a:r>
              <a:rPr lang="en-US" dirty="0"/>
              <a:t>And we have a means to launch applications comprised of multiple tasks and distribute them across the cluster</a:t>
            </a:r>
          </a:p>
        </p:txBody>
      </p:sp>
    </p:spTree>
    <p:extLst>
      <p:ext uri="{BB962C8B-B14F-4D97-AF65-F5344CB8AC3E}">
        <p14:creationId xmlns:p14="http://schemas.microsoft.com/office/powerpoint/2010/main" val="3538682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Developing Some MapReduce Intuition</a:t>
            </a:r>
            <a:br>
              <a:rPr lang="en-US" dirty="0"/>
            </a:br>
            <a:r>
              <a:rPr lang="en-US" sz="5300" dirty="0"/>
              <a:t>Executing on a Hadoop Cluster</a:t>
            </a:r>
            <a:endParaRPr lang="en-US" dirty="0"/>
          </a:p>
        </p:txBody>
      </p:sp>
      <p:sp>
        <p:nvSpPr>
          <p:cNvPr id="3" name="Content Placeholder 2"/>
          <p:cNvSpPr>
            <a:spLocks noGrp="1"/>
          </p:cNvSpPr>
          <p:nvPr>
            <p:ph idx="1"/>
          </p:nvPr>
        </p:nvSpPr>
        <p:spPr/>
        <p:txBody>
          <a:bodyPr>
            <a:normAutofit fontScale="85000" lnSpcReduction="20000"/>
          </a:bodyPr>
          <a:lstStyle/>
          <a:p>
            <a:r>
              <a:rPr lang="en-US" dirty="0"/>
              <a:t>So our first thought might be: let’s run an application with a task on each node where some block of a file we want to process is located</a:t>
            </a:r>
          </a:p>
          <a:p>
            <a:r>
              <a:rPr lang="en-US" dirty="0"/>
              <a:t>Each task can process a block of data in parallel and achieve some partial results</a:t>
            </a:r>
          </a:p>
          <a:p>
            <a:r>
              <a:rPr lang="en-US" dirty="0"/>
              <a:t>But those partial results need to be grouped, aggregated or summarized</a:t>
            </a:r>
          </a:p>
          <a:p>
            <a:r>
              <a:rPr lang="en-US" dirty="0"/>
              <a:t>So we might want to collect all the partial outputs and pass them to a number of aggregation tasks to compute a final summarized result</a:t>
            </a:r>
          </a:p>
          <a:p>
            <a:r>
              <a:rPr lang="en-US" dirty="0"/>
              <a:t>That is a good start; we can execute searches and sorts or filtering operations on each block in parallel</a:t>
            </a:r>
          </a:p>
          <a:p>
            <a:r>
              <a:rPr lang="en-US" dirty="0"/>
              <a:t>And then we can combine the results together and compute some final output</a:t>
            </a:r>
          </a:p>
        </p:txBody>
      </p:sp>
    </p:spTree>
    <p:extLst>
      <p:ext uri="{BB962C8B-B14F-4D97-AF65-F5344CB8AC3E}">
        <p14:creationId xmlns:p14="http://schemas.microsoft.com/office/powerpoint/2010/main" val="224262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Developing Some MapReduce Intuition</a:t>
            </a:r>
            <a:br>
              <a:rPr lang="en-US" dirty="0"/>
            </a:br>
            <a:r>
              <a:rPr lang="en-US" dirty="0"/>
              <a:t>Some Challenges to Overcome </a:t>
            </a:r>
            <a:endParaRPr lang="en-US" sz="4650" dirty="0"/>
          </a:p>
        </p:txBody>
      </p:sp>
      <p:sp>
        <p:nvSpPr>
          <p:cNvPr id="3" name="Content Placeholder 2"/>
          <p:cNvSpPr>
            <a:spLocks noGrp="1"/>
          </p:cNvSpPr>
          <p:nvPr>
            <p:ph idx="1"/>
          </p:nvPr>
        </p:nvSpPr>
        <p:spPr/>
        <p:txBody>
          <a:bodyPr>
            <a:normAutofit fontScale="70000" lnSpcReduction="20000"/>
          </a:bodyPr>
          <a:lstStyle/>
          <a:p>
            <a:r>
              <a:rPr lang="en-US" dirty="0"/>
              <a:t>We need to make sure that our application is fault tolerant</a:t>
            </a:r>
          </a:p>
          <a:p>
            <a:pPr lvl="1"/>
            <a:r>
              <a:rPr lang="en-US" dirty="0"/>
              <a:t>That is tolerant of node, software and network failures that might happen in a distributed environment</a:t>
            </a:r>
          </a:p>
          <a:p>
            <a:r>
              <a:rPr lang="en-US" dirty="0"/>
              <a:t>We also need to somehow merge and finish processing together the output of the tasks that have executed on each node</a:t>
            </a:r>
          </a:p>
          <a:p>
            <a:pPr lvl="1"/>
            <a:r>
              <a:rPr lang="en-US" dirty="0"/>
              <a:t>That is support data sharing and synchronization across multiple parallel tasks</a:t>
            </a:r>
          </a:p>
          <a:p>
            <a:r>
              <a:rPr lang="en-US" dirty="0"/>
              <a:t>Our file was decomposed into blocks without regard to record boundaries</a:t>
            </a:r>
          </a:p>
          <a:p>
            <a:pPr lvl="1"/>
            <a:r>
              <a:rPr lang="en-US" dirty="0"/>
              <a:t>But what we really want to do is get each record from a block and process it</a:t>
            </a:r>
          </a:p>
          <a:p>
            <a:pPr lvl="1"/>
            <a:r>
              <a:rPr lang="en-US" dirty="0"/>
              <a:t>But because of the naïve way the file is stored in blocks some records may cross block boundaries</a:t>
            </a:r>
          </a:p>
          <a:p>
            <a:r>
              <a:rPr lang="en-US" dirty="0"/>
              <a:t>All these details and more are complicated, and I want things simple</a:t>
            </a:r>
          </a:p>
          <a:p>
            <a:pPr lvl="1"/>
            <a:r>
              <a:rPr lang="en-US" dirty="0"/>
              <a:t>I want to use a framework that I can customize by just a small amount to do what I want</a:t>
            </a:r>
          </a:p>
          <a:p>
            <a:pPr lvl="1"/>
            <a:r>
              <a:rPr lang="en-US" dirty="0"/>
              <a:t>This framework should work well with YARN and other aspects of Hadoop including security</a:t>
            </a:r>
          </a:p>
          <a:p>
            <a:endParaRPr lang="en-US" dirty="0"/>
          </a:p>
        </p:txBody>
      </p:sp>
    </p:spTree>
    <p:extLst>
      <p:ext uri="{BB962C8B-B14F-4D97-AF65-F5344CB8AC3E}">
        <p14:creationId xmlns:p14="http://schemas.microsoft.com/office/powerpoint/2010/main" val="3019486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Developing Some MapReduce Intuition</a:t>
            </a:r>
            <a:br>
              <a:rPr lang="en-US" dirty="0"/>
            </a:br>
            <a:r>
              <a:rPr lang="en-US" sz="4400" dirty="0"/>
              <a:t>We Need a Distributed Processing Framework</a:t>
            </a:r>
            <a:endParaRPr lang="en-US" dirty="0"/>
          </a:p>
        </p:txBody>
      </p:sp>
      <p:sp>
        <p:nvSpPr>
          <p:cNvPr id="3" name="Content Placeholder 2"/>
          <p:cNvSpPr>
            <a:spLocks noGrp="1"/>
          </p:cNvSpPr>
          <p:nvPr>
            <p:ph idx="1"/>
          </p:nvPr>
        </p:nvSpPr>
        <p:spPr/>
        <p:txBody>
          <a:bodyPr>
            <a:normAutofit/>
          </a:bodyPr>
          <a:lstStyle/>
          <a:p>
            <a:r>
              <a:rPr lang="en-US" dirty="0"/>
              <a:t>It is by this sort of thinking we arrive at the Hadoop MapReduce framework (execution engine)</a:t>
            </a:r>
          </a:p>
          <a:p>
            <a:r>
              <a:rPr lang="en-US" dirty="0"/>
              <a:t>It is a framework which addresses the above challenges and more</a:t>
            </a:r>
          </a:p>
          <a:p>
            <a:r>
              <a:rPr lang="en-US" dirty="0"/>
              <a:t>It does so in a way that makes it comparatively simple to write parallel processing algorithms</a:t>
            </a:r>
          </a:p>
          <a:p>
            <a:r>
              <a:rPr lang="en-US" dirty="0"/>
              <a:t>But, as we shall see, as with all engineered systems we have to accept some tradeoffs to take advantage of this framework</a:t>
            </a:r>
          </a:p>
        </p:txBody>
      </p:sp>
    </p:spTree>
    <p:extLst>
      <p:ext uri="{BB962C8B-B14F-4D97-AF65-F5344CB8AC3E}">
        <p14:creationId xmlns:p14="http://schemas.microsoft.com/office/powerpoint/2010/main" val="3753728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67DDA-780C-BD73-26CB-E1E38AE6C092}"/>
              </a:ext>
            </a:extLst>
          </p:cNvPr>
          <p:cNvSpPr>
            <a:spLocks noGrp="1"/>
          </p:cNvSpPr>
          <p:nvPr>
            <p:ph type="title"/>
          </p:nvPr>
        </p:nvSpPr>
        <p:spPr/>
        <p:txBody>
          <a:bodyPr/>
          <a:lstStyle/>
          <a:p>
            <a:r>
              <a:rPr kumimoji="0" lang="en-US" sz="50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Developing Some MapReduce Intuition</a:t>
            </a:r>
            <a:br>
              <a:rPr kumimoji="0" lang="en-US" sz="50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br>
            <a:r>
              <a:rPr kumimoji="0" lang="en-US" sz="40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What is a Distributed Processing Framework?</a:t>
            </a:r>
            <a:endParaRPr lang="en-US" dirty="0"/>
          </a:p>
        </p:txBody>
      </p:sp>
      <p:graphicFrame>
        <p:nvGraphicFramePr>
          <p:cNvPr id="3" name="Diagram 2" descr="The image contains text that discusses the benefits and features of a distributed computing framework for executing computational tasks. Here is the extracted text:&#10;&#10;---&#10;&#10;- Provides a fault-tolerant, scalable, and efficient solution for distributing and executing computational tasks across multiple machines or nodes, allowing for parallel processing.&#10;&#10;- Maintains a separation of what computations are to be performed and how those computations are actually carried out on a cluster of machines.&#10;&#10;- The first is under the control of the programmer, while the second is exclusively the responsibility of the execution framework.&#10;&#10;- The advantage is that the execution framework only needs to be designed once and verified for correctness.&#10;&#10;- As long as the developer expresses computations in the programming model, code is guaranteed to behave as expected.&#10;&#10;- The upshot is that the developer is freed from having to worry about system-level details and can instead focus on algorithm or application design.&#10;">
            <a:extLst>
              <a:ext uri="{FF2B5EF4-FFF2-40B4-BE49-F238E27FC236}">
                <a16:creationId xmlns:a16="http://schemas.microsoft.com/office/drawing/2014/main" id="{A8E07797-B235-DBAB-D694-800EA01F3B9A}"/>
              </a:ext>
            </a:extLst>
          </p:cNvPr>
          <p:cNvGraphicFramePr/>
          <p:nvPr>
            <p:extLst>
              <p:ext uri="{D42A27DB-BD31-4B8C-83A1-F6EECF244321}">
                <p14:modId xmlns:p14="http://schemas.microsoft.com/office/powerpoint/2010/main" val="3726327935"/>
              </p:ext>
            </p:extLst>
          </p:nvPr>
        </p:nvGraphicFramePr>
        <p:xfrm>
          <a:off x="1098551" y="2362200"/>
          <a:ext cx="16084550" cy="6845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13678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z="50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Developing Some MapReduce Intuition</a:t>
            </a:r>
            <a:br>
              <a:rPr kumimoji="0" lang="en-US" sz="50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br>
            <a:r>
              <a:rPr kumimoji="0" lang="en-US" sz="40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What is a Distributed Processing Framework?</a:t>
            </a:r>
            <a:endParaRPr lang="en-US" dirty="0"/>
          </a:p>
        </p:txBody>
      </p:sp>
      <p:sp>
        <p:nvSpPr>
          <p:cNvPr id="3" name="Content Placeholder 2"/>
          <p:cNvSpPr>
            <a:spLocks noGrp="1"/>
          </p:cNvSpPr>
          <p:nvPr>
            <p:ph idx="1"/>
          </p:nvPr>
        </p:nvSpPr>
        <p:spPr/>
        <p:txBody>
          <a:bodyPr>
            <a:normAutofit lnSpcReduction="10000"/>
          </a:bodyPr>
          <a:lstStyle/>
          <a:p>
            <a:r>
              <a:rPr lang="en-US" dirty="0"/>
              <a:t>Frameworks manage complexity by hiding details and presenting well-defined behaviors to users of those abstractions</a:t>
            </a:r>
          </a:p>
          <a:p>
            <a:r>
              <a:rPr lang="en-US" dirty="0"/>
              <a:t>They, inevitably, are imperfect—making certain tasks easier but others more difficult, and sometimes, impossible </a:t>
            </a:r>
          </a:p>
          <a:p>
            <a:r>
              <a:rPr lang="en-US" dirty="0"/>
              <a:t>This critique applies to MapReduce: it makes certain large-data problems easier, but suffers from limitations as well. </a:t>
            </a:r>
          </a:p>
          <a:p>
            <a:r>
              <a:rPr lang="en-US" dirty="0"/>
              <a:t>This means that MapReduce is not the final word, but rather the first in a class of programming models that will allow us to more effectively organize computations at a massive scale</a:t>
            </a:r>
          </a:p>
          <a:p>
            <a:endParaRPr lang="en-US" dirty="0"/>
          </a:p>
        </p:txBody>
      </p:sp>
      <p:sp>
        <p:nvSpPr>
          <p:cNvPr id="4" name="Footer Placeholder 3"/>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k-SK" dirty="0"/>
              <a:t>CSP554</a:t>
            </a:r>
            <a:r>
              <a:rPr lang="en-US" dirty="0"/>
              <a:t> Module 03b</a:t>
            </a:r>
          </a:p>
        </p:txBody>
      </p:sp>
      <p:sp>
        <p:nvSpPr>
          <p:cNvPr id="5" name="Slide Number Placeholder 4"/>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AA7C465-8597-4488-B68C-958448427716}" type="slidenum">
              <a:rPr lang="en-US" smtClean="0"/>
              <a:pPr/>
              <a:t>7</a:t>
            </a:fld>
            <a:endParaRPr lang="en-US" dirty="0"/>
          </a:p>
        </p:txBody>
      </p:sp>
    </p:spTree>
    <p:extLst>
      <p:ext uri="{BB962C8B-B14F-4D97-AF65-F5344CB8AC3E}">
        <p14:creationId xmlns:p14="http://schemas.microsoft.com/office/powerpoint/2010/main" val="2412371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What is MapReduce?</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dirty="0">
                <a:solidFill>
                  <a:schemeClr val="bg2"/>
                </a:solidFill>
              </a:rPr>
              <a:t>A</a:t>
            </a:r>
            <a:r>
              <a:rPr lang="en-US" sz="2800" i="0" dirty="0">
                <a:solidFill>
                  <a:schemeClr val="bg2"/>
                </a:solidFill>
                <a:effectLst/>
              </a:rPr>
              <a:t> simple programming model for processing large datasets in a distributed and parallel manner that abstracts away the complexities of distributed computing</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The MapReduce programming model is realized as a distributed processing framework which is also called MapReduce</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indent="0" algn="ctr">
              <a:buNone/>
            </a:pPr>
            <a:r>
              <a:rPr lang="en-US" altLang="en-US" sz="2800" dirty="0">
                <a:solidFill>
                  <a:schemeClr val="tx1"/>
                </a:solidFill>
              </a:rPr>
              <a:t>The MapReduce framework is a core component of the Hadoop ecosystem, a collection of open-source software tools for big data processing</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en-US" sz="2800" dirty="0">
                <a:solidFill>
                  <a:schemeClr val="bg2"/>
                </a:solidFill>
              </a:rPr>
              <a:t>MapReduce breaks down large datasets into smaller chunks, processes them simultaneously across multiple machines, and aggregates the results</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3" name="Rectangle 12">
            <a:extLst>
              <a:ext uri="{FF2B5EF4-FFF2-40B4-BE49-F238E27FC236}">
                <a16:creationId xmlns:a16="http://schemas.microsoft.com/office/drawing/2014/main" id="{0C8781AD-82B3-30B5-7D07-45800FC20FCF}"/>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This approach enables Hadoop to handle big data workloads that would be impractical or impossible to handle using traditional sequential processing methods</a:t>
            </a:r>
          </a:p>
        </p:txBody>
      </p:sp>
      <p:sp>
        <p:nvSpPr>
          <p:cNvPr id="14" name="Rectangle 13">
            <a:extLst>
              <a:ext uri="{FF2B5EF4-FFF2-40B4-BE49-F238E27FC236}">
                <a16:creationId xmlns:a16="http://schemas.microsoft.com/office/drawing/2014/main" id="{F1AC3EB0-949C-4C3A-4E8D-AFEE364D835C}"/>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extLst>
      <p:ext uri="{BB962C8B-B14F-4D97-AF65-F5344CB8AC3E}">
        <p14:creationId xmlns:p14="http://schemas.microsoft.com/office/powerpoint/2010/main" val="371137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What is MapReduce?</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i="0" dirty="0">
                <a:solidFill>
                  <a:schemeClr val="bg2"/>
                </a:solidFill>
                <a:effectLst/>
              </a:rPr>
              <a:t>Users are responsible for designing, configuring, and managing the application specific data processing logic of their MapReduce jobs</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The framework takes care of the underlying distributed computing infrastructure, task execution, fault tolerance, data management, and monitoring</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800" dirty="0">
                <a:solidFill>
                  <a:schemeClr val="tx1"/>
                </a:solidFill>
              </a:rPr>
              <a:t>This separation of responsibilities allows users to focus on the data analysis problem without getting bogged down in the complexities of distributed systems</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7038975"/>
            <a:ext cx="1371600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The framework can be considered a generic distributed batch data processing pipeline which can be customized to particular tasks through user-defined functions</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extLst>
      <p:ext uri="{BB962C8B-B14F-4D97-AF65-F5344CB8AC3E}">
        <p14:creationId xmlns:p14="http://schemas.microsoft.com/office/powerpoint/2010/main" val="1947113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sz="4800" dirty="0"/>
              <a:t>MapReduce as a Distributed Processing Framework </a:t>
            </a:r>
            <a:br>
              <a:rPr lang="en-US" dirty="0"/>
            </a:br>
            <a:r>
              <a:rPr lang="en-US" sz="4800" dirty="0"/>
              <a:t>Capabilities </a:t>
            </a:r>
            <a:endParaRPr lang="en-US" dirty="0"/>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400" b="1" i="0" dirty="0">
                <a:solidFill>
                  <a:schemeClr val="bg2"/>
                </a:solidFill>
                <a:effectLst/>
              </a:rPr>
              <a:t>Job Control</a:t>
            </a:r>
          </a:p>
          <a:p>
            <a:pPr marL="0" indent="0" algn="ctr">
              <a:buNone/>
            </a:pPr>
            <a:r>
              <a:rPr lang="en-US" sz="2400" i="0" dirty="0">
                <a:solidFill>
                  <a:schemeClr val="bg2"/>
                </a:solidFill>
                <a:effectLst/>
              </a:rPr>
              <a:t>MapReduce provides a mechanism for submitting and managing jobs on a cluster of machines</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400" b="1" dirty="0">
                <a:solidFill>
                  <a:schemeClr val="tx1"/>
                </a:solidFill>
              </a:rPr>
              <a:t>Data Representation</a:t>
            </a:r>
          </a:p>
          <a:p>
            <a:pPr marL="0" indent="0" algn="ctr">
              <a:buNone/>
            </a:pPr>
            <a:r>
              <a:rPr lang="en-US" altLang="en-US" sz="2400" dirty="0">
                <a:solidFill>
                  <a:schemeClr val="tx1"/>
                </a:solidFill>
              </a:rPr>
              <a:t>MapReduce organizes data into key-value pairs, to standardize the dataflow between the different phases of processing</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400" b="1" dirty="0">
                <a:solidFill>
                  <a:schemeClr val="tx1"/>
                </a:solidFill>
              </a:rPr>
              <a:t>Failure Recovery</a:t>
            </a:r>
          </a:p>
          <a:p>
            <a:pPr algn="ctr"/>
            <a:r>
              <a:rPr lang="en-US" altLang="en-US" sz="2400" dirty="0">
                <a:solidFill>
                  <a:schemeClr val="tx1"/>
                </a:solidFill>
              </a:rPr>
              <a:t>MapReduce is designed to handle node failures and automatically re-execute failed tasks</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4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400" dirty="0">
              <a:solidFill>
                <a:schemeClr val="bg2"/>
              </a:solidFill>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4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7038975"/>
            <a:ext cx="1371600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b="1" dirty="0">
                <a:solidFill>
                  <a:schemeClr val="bg2"/>
                </a:solidFill>
              </a:rPr>
              <a:t>Pluggable Functions</a:t>
            </a:r>
          </a:p>
          <a:p>
            <a:pPr algn="ctr"/>
            <a:r>
              <a:rPr lang="en-US" sz="2400" dirty="0">
                <a:solidFill>
                  <a:schemeClr val="bg2"/>
                </a:solidFill>
              </a:rPr>
              <a:t>MapReduce provides a set of (default) pluggable functions that can be customized to suit the specific needs of the application</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400" dirty="0"/>
          </a:p>
        </p:txBody>
      </p:sp>
    </p:spTree>
    <p:extLst>
      <p:ext uri="{BB962C8B-B14F-4D97-AF65-F5344CB8AC3E}">
        <p14:creationId xmlns:p14="http://schemas.microsoft.com/office/powerpoint/2010/main" val="948116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kumimoji="0" lang="en-US" sz="48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MapReduce as a Distributed Processing Framework </a:t>
            </a:r>
            <a:b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br>
            <a:r>
              <a:rPr kumimoji="0" lang="en-US" sz="48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Capabilities </a:t>
            </a:r>
            <a:endParaRPr lang="en-US" dirty="0"/>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400" b="1" dirty="0">
                <a:solidFill>
                  <a:schemeClr val="bg2"/>
                </a:solidFill>
              </a:rPr>
              <a:t>Automatic Scaling</a:t>
            </a:r>
          </a:p>
          <a:p>
            <a:pPr marL="0" indent="0" algn="ctr">
              <a:buNone/>
            </a:pPr>
            <a:r>
              <a:rPr lang="en-US" sz="2400" dirty="0">
                <a:solidFill>
                  <a:schemeClr val="bg2"/>
                </a:solidFill>
              </a:rPr>
              <a:t>MapReduce can automatically scale to utilize additional nodes in a cluster without requiring users to modify their programs. </a:t>
            </a:r>
            <a:endParaRPr lang="en-US" sz="2400" i="0" dirty="0">
              <a:solidFill>
                <a:schemeClr val="bg2"/>
              </a:solidFill>
              <a:effectLst/>
            </a:endParaRPr>
          </a:p>
        </p:txBody>
      </p:sp>
      <p:sp>
        <p:nvSpPr>
          <p:cNvPr id="5" name="Rectangle 4">
            <a:extLst>
              <a:ext uri="{FF2B5EF4-FFF2-40B4-BE49-F238E27FC236}">
                <a16:creationId xmlns:a16="http://schemas.microsoft.com/office/drawing/2014/main" id="{3ED4DE36-52C0-CB95-BACC-337A00B1A90C}"/>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400" b="1" dirty="0">
                <a:solidFill>
                  <a:schemeClr val="tx1"/>
                </a:solidFill>
              </a:rPr>
              <a:t>Data Locality</a:t>
            </a:r>
          </a:p>
          <a:p>
            <a:pPr marL="0" indent="0" algn="ctr">
              <a:buNone/>
            </a:pPr>
            <a:r>
              <a:rPr lang="en-US" altLang="en-US" sz="2400" b="1" dirty="0">
                <a:solidFill>
                  <a:schemeClr val="tx1"/>
                </a:solidFill>
              </a:rPr>
              <a:t> </a:t>
            </a:r>
            <a:r>
              <a:rPr lang="en-US" altLang="en-US" sz="2400" dirty="0">
                <a:solidFill>
                  <a:schemeClr val="tx1"/>
                </a:solidFill>
              </a:rPr>
              <a:t>MapReduce prioritizes data locality by executing tasks on the machines where the data they process resides. This minimizes network bandwidth consumption and improves performance.</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400" b="1" dirty="0">
                <a:solidFill>
                  <a:schemeClr val="tx1"/>
                </a:solidFill>
              </a:rPr>
              <a:t>Input and Output Formats</a:t>
            </a:r>
          </a:p>
          <a:p>
            <a:pPr algn="ctr"/>
            <a:r>
              <a:rPr lang="en-US" altLang="en-US" sz="2400" dirty="0">
                <a:solidFill>
                  <a:schemeClr val="tx1"/>
                </a:solidFill>
              </a:rPr>
              <a:t>MapReduce provides a set of input and output format, reader and writer classes that can be used to ingest, read and write data in various formats and to or from different sources (S3, HDFS, etc.)</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Tree>
    <p:extLst>
      <p:ext uri="{BB962C8B-B14F-4D97-AF65-F5344CB8AC3E}">
        <p14:creationId xmlns:p14="http://schemas.microsoft.com/office/powerpoint/2010/main" val="4164543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A2AF-1EEB-F9A7-8954-4B5F4F7D5096}"/>
              </a:ext>
            </a:extLst>
          </p:cNvPr>
          <p:cNvSpPr>
            <a:spLocks noGrp="1"/>
          </p:cNvSpPr>
          <p:nvPr>
            <p:ph type="title"/>
          </p:nvPr>
        </p:nvSpPr>
        <p:spPr/>
        <p:txBody>
          <a:bodyPr/>
          <a:lstStyle/>
          <a:p>
            <a:r>
              <a:rPr kumimoji="0" lang="en-US" sz="48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MapReduce as a Distributed Processing Framework</a:t>
            </a:r>
            <a:br>
              <a:rPr lang="en-US" dirty="0"/>
            </a:br>
            <a:r>
              <a:rPr lang="en-US" sz="4800" dirty="0"/>
              <a:t>Scope of Applicability</a:t>
            </a:r>
            <a:endParaRPr lang="en-US" dirty="0"/>
          </a:p>
        </p:txBody>
      </p:sp>
      <p:sp>
        <p:nvSpPr>
          <p:cNvPr id="4" name="Rectangle 3">
            <a:extLst>
              <a:ext uri="{FF2B5EF4-FFF2-40B4-BE49-F238E27FC236}">
                <a16:creationId xmlns:a16="http://schemas.microsoft.com/office/drawing/2014/main" id="{FD658AC0-37A1-FCE4-966B-AEBCF4F7D98C}"/>
              </a:ext>
            </a:extLst>
          </p:cNvPr>
          <p:cNvSpPr/>
          <p:nvPr/>
        </p:nvSpPr>
        <p:spPr>
          <a:xfrm>
            <a:off x="-30480" y="2324100"/>
            <a:ext cx="3914128"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800" dirty="0">
              <a:solidFill>
                <a:schemeClr val="bg2"/>
              </a:solidFill>
            </a:endParaRPr>
          </a:p>
        </p:txBody>
      </p:sp>
      <p:sp>
        <p:nvSpPr>
          <p:cNvPr id="6" name="Rectangle 5">
            <a:extLst>
              <a:ext uri="{FF2B5EF4-FFF2-40B4-BE49-F238E27FC236}">
                <a16:creationId xmlns:a16="http://schemas.microsoft.com/office/drawing/2014/main" id="{53767511-4343-89FB-12DD-77B0E6E6347A}"/>
              </a:ext>
            </a:extLst>
          </p:cNvPr>
          <p:cNvSpPr/>
          <p:nvPr/>
        </p:nvSpPr>
        <p:spPr>
          <a:xfrm>
            <a:off x="0" y="4747504"/>
            <a:ext cx="3886200"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2800" dirty="0">
              <a:solidFill>
                <a:schemeClr val="bg2"/>
              </a:solidFill>
            </a:endParaRPr>
          </a:p>
        </p:txBody>
      </p:sp>
      <p:sp>
        <p:nvSpPr>
          <p:cNvPr id="3" name="Rectangle 2">
            <a:extLst>
              <a:ext uri="{FF2B5EF4-FFF2-40B4-BE49-F238E27FC236}">
                <a16:creationId xmlns:a16="http://schemas.microsoft.com/office/drawing/2014/main" id="{512C56DA-A4F9-D355-A171-397F89964105}"/>
              </a:ext>
            </a:extLst>
          </p:cNvPr>
          <p:cNvSpPr/>
          <p:nvPr/>
        </p:nvSpPr>
        <p:spPr>
          <a:xfrm>
            <a:off x="666404" y="2324100"/>
            <a:ext cx="2660175" cy="103527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a:solidFill>
                  <a:schemeClr val="bg2"/>
                </a:solidFill>
              </a:rPr>
              <a:t>Batch Data Processing </a:t>
            </a:r>
          </a:p>
        </p:txBody>
      </p:sp>
      <p:sp>
        <p:nvSpPr>
          <p:cNvPr id="9" name="Rectangle 8">
            <a:extLst>
              <a:ext uri="{FF2B5EF4-FFF2-40B4-BE49-F238E27FC236}">
                <a16:creationId xmlns:a16="http://schemas.microsoft.com/office/drawing/2014/main" id="{3E9BF948-A9D5-52ED-BA93-AD433038B961}"/>
              </a:ext>
            </a:extLst>
          </p:cNvPr>
          <p:cNvSpPr/>
          <p:nvPr/>
        </p:nvSpPr>
        <p:spPr>
          <a:xfrm>
            <a:off x="666403" y="4747504"/>
            <a:ext cx="2743200" cy="103527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1"/>
                </a:solidFill>
              </a:rPr>
              <a:t>Interactive Data Processing</a:t>
            </a:r>
          </a:p>
        </p:txBody>
      </p:sp>
      <p:sp>
        <p:nvSpPr>
          <p:cNvPr id="11" name="Rectangle 10">
            <a:extLst>
              <a:ext uri="{FF2B5EF4-FFF2-40B4-BE49-F238E27FC236}">
                <a16:creationId xmlns:a16="http://schemas.microsoft.com/office/drawing/2014/main" id="{EB5F6804-CEDA-F816-DEA8-C734ACB2B89A}"/>
              </a:ext>
            </a:extLst>
          </p:cNvPr>
          <p:cNvSpPr/>
          <p:nvPr/>
        </p:nvSpPr>
        <p:spPr>
          <a:xfrm>
            <a:off x="3989068" y="2316956"/>
            <a:ext cx="7885972"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solidFill>
                  <a:schemeClr val="bg2"/>
                </a:solidFill>
              </a:rPr>
              <a:t>When the processing and analysis happens on a set of data that have already been stored over a period of time. For data science this is used to explore historical trends or stable patterns</a:t>
            </a:r>
          </a:p>
        </p:txBody>
      </p:sp>
      <p:sp>
        <p:nvSpPr>
          <p:cNvPr id="12" name="Rectangle 11">
            <a:extLst>
              <a:ext uri="{FF2B5EF4-FFF2-40B4-BE49-F238E27FC236}">
                <a16:creationId xmlns:a16="http://schemas.microsoft.com/office/drawing/2014/main" id="{DA824491-39DA-2FEF-F31F-171731277535}"/>
              </a:ext>
            </a:extLst>
          </p:cNvPr>
          <p:cNvSpPr/>
          <p:nvPr/>
        </p:nvSpPr>
        <p:spPr>
          <a:xfrm>
            <a:off x="3989068" y="3545529"/>
            <a:ext cx="7885972"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dirty="0">
                <a:solidFill>
                  <a:schemeClr val="tx1"/>
                </a:solidFill>
              </a:rPr>
              <a:t>An example would be the analysis of patterns of ice cream purchases in Chicago over a year to determine which months to stock up on certain flavors</a:t>
            </a:r>
          </a:p>
        </p:txBody>
      </p:sp>
      <p:sp>
        <p:nvSpPr>
          <p:cNvPr id="13" name="Rectangle 12">
            <a:extLst>
              <a:ext uri="{FF2B5EF4-FFF2-40B4-BE49-F238E27FC236}">
                <a16:creationId xmlns:a16="http://schemas.microsoft.com/office/drawing/2014/main" id="{3A9321C7-53EF-9CA7-F7BF-681BF48FC6F4}"/>
              </a:ext>
            </a:extLst>
          </p:cNvPr>
          <p:cNvSpPr/>
          <p:nvPr/>
        </p:nvSpPr>
        <p:spPr>
          <a:xfrm>
            <a:off x="3989068" y="4740360"/>
            <a:ext cx="7885972"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000" dirty="0">
                <a:solidFill>
                  <a:schemeClr val="tx1"/>
                </a:solidFill>
              </a:rPr>
              <a:t>A computing approach where users actively engage with a system, receiving near real-time responses fostering a responsive and iterative exchange between the user and the system</a:t>
            </a:r>
          </a:p>
        </p:txBody>
      </p:sp>
      <p:sp>
        <p:nvSpPr>
          <p:cNvPr id="14" name="Rectangle 13">
            <a:extLst>
              <a:ext uri="{FF2B5EF4-FFF2-40B4-BE49-F238E27FC236}">
                <a16:creationId xmlns:a16="http://schemas.microsoft.com/office/drawing/2014/main" id="{FCD42696-6982-A473-0CE8-A0AB929641FB}"/>
              </a:ext>
            </a:extLst>
          </p:cNvPr>
          <p:cNvSpPr/>
          <p:nvPr/>
        </p:nvSpPr>
        <p:spPr>
          <a:xfrm>
            <a:off x="3989069" y="5910566"/>
            <a:ext cx="7887974"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0" i="0" dirty="0">
                <a:solidFill>
                  <a:schemeClr val="bg2"/>
                </a:solidFill>
                <a:effectLst/>
              </a:rPr>
              <a:t> An example would be systems which support tasks such as interactive data exploration, analysis and visualization.</a:t>
            </a:r>
          </a:p>
        </p:txBody>
      </p:sp>
      <p:sp>
        <p:nvSpPr>
          <p:cNvPr id="15" name="Right Brace 14">
            <a:extLst>
              <a:ext uri="{FF2B5EF4-FFF2-40B4-BE49-F238E27FC236}">
                <a16:creationId xmlns:a16="http://schemas.microsoft.com/office/drawing/2014/main" id="{6E489572-5464-751F-3AD5-05C940F17942}"/>
              </a:ext>
              <a:ext uri="{C183D7F6-B498-43B3-948B-1728B52AA6E4}">
                <adec:decorative xmlns:adec="http://schemas.microsoft.com/office/drawing/2017/decorative" val="1"/>
              </a:ext>
            </a:extLst>
          </p:cNvPr>
          <p:cNvSpPr/>
          <p:nvPr/>
        </p:nvSpPr>
        <p:spPr>
          <a:xfrm>
            <a:off x="11906250" y="2535064"/>
            <a:ext cx="640082" cy="1787595"/>
          </a:xfrm>
          <a:prstGeom prst="rightBrace">
            <a:avLst>
              <a:gd name="adj1" fmla="val 34105"/>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6" name="Right Brace 15">
            <a:extLst>
              <a:ext uri="{FF2B5EF4-FFF2-40B4-BE49-F238E27FC236}">
                <a16:creationId xmlns:a16="http://schemas.microsoft.com/office/drawing/2014/main" id="{16F634A0-2776-8A10-D61B-1377144DE913}"/>
              </a:ext>
              <a:ext uri="{C183D7F6-B498-43B3-948B-1728B52AA6E4}">
                <adec:decorative xmlns:adec="http://schemas.microsoft.com/office/drawing/2017/decorative" val="1"/>
              </a:ext>
            </a:extLst>
          </p:cNvPr>
          <p:cNvSpPr/>
          <p:nvPr/>
        </p:nvSpPr>
        <p:spPr>
          <a:xfrm>
            <a:off x="14820899" y="2535063"/>
            <a:ext cx="640082" cy="6492240"/>
          </a:xfrm>
          <a:prstGeom prst="rightBrace">
            <a:avLst>
              <a:gd name="adj1" fmla="val 34105"/>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21" name="Rounded Rectangle 20">
            <a:extLst>
              <a:ext uri="{FF2B5EF4-FFF2-40B4-BE49-F238E27FC236}">
                <a16:creationId xmlns:a16="http://schemas.microsoft.com/office/drawing/2014/main" id="{905187D2-6217-60D8-6D49-5F3E753E3DAC}"/>
              </a:ext>
            </a:extLst>
          </p:cNvPr>
          <p:cNvSpPr/>
          <p:nvPr/>
        </p:nvSpPr>
        <p:spPr>
          <a:xfrm>
            <a:off x="12717782" y="2747467"/>
            <a:ext cx="1779268" cy="1380687"/>
          </a:xfrm>
          <a:prstGeom prst="round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bg2"/>
                </a:solidFill>
              </a:rPr>
              <a:t>Apache</a:t>
            </a:r>
          </a:p>
          <a:p>
            <a:pPr algn="ctr"/>
            <a:r>
              <a:rPr lang="en-US" sz="2000" b="1" dirty="0">
                <a:solidFill>
                  <a:schemeClr val="bg2"/>
                </a:solidFill>
              </a:rPr>
              <a:t>MapReduce</a:t>
            </a:r>
          </a:p>
        </p:txBody>
      </p:sp>
      <p:sp>
        <p:nvSpPr>
          <p:cNvPr id="22" name="Rounded Rectangle 21">
            <a:extLst>
              <a:ext uri="{FF2B5EF4-FFF2-40B4-BE49-F238E27FC236}">
                <a16:creationId xmlns:a16="http://schemas.microsoft.com/office/drawing/2014/main" id="{E794C55B-B58B-5219-085A-0B5449086877}"/>
              </a:ext>
            </a:extLst>
          </p:cNvPr>
          <p:cNvSpPr/>
          <p:nvPr/>
        </p:nvSpPr>
        <p:spPr>
          <a:xfrm>
            <a:off x="15661638" y="5068861"/>
            <a:ext cx="1779268" cy="1380687"/>
          </a:xfrm>
          <a:prstGeom prst="roundRect">
            <a:avLst/>
          </a:prstGeom>
          <a:solidFill>
            <a:schemeClr val="bg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tx1"/>
                </a:solidFill>
              </a:rPr>
              <a:t>Apache</a:t>
            </a:r>
          </a:p>
          <a:p>
            <a:pPr algn="ctr"/>
            <a:r>
              <a:rPr lang="en-US" sz="2000" b="1" dirty="0">
                <a:solidFill>
                  <a:schemeClr val="tx1"/>
                </a:solidFill>
              </a:rPr>
              <a:t>Spark</a:t>
            </a:r>
          </a:p>
        </p:txBody>
      </p:sp>
      <p:sp>
        <p:nvSpPr>
          <p:cNvPr id="29" name="Rectangle 28">
            <a:extLst>
              <a:ext uri="{FF2B5EF4-FFF2-40B4-BE49-F238E27FC236}">
                <a16:creationId xmlns:a16="http://schemas.microsoft.com/office/drawing/2014/main" id="{615191A0-3BF2-ACCC-0CA3-C2C774880A8E}"/>
              </a:ext>
            </a:extLst>
          </p:cNvPr>
          <p:cNvSpPr/>
          <p:nvPr/>
        </p:nvSpPr>
        <p:spPr>
          <a:xfrm>
            <a:off x="-13854" y="7061208"/>
            <a:ext cx="3886200" cy="1042416"/>
          </a:xfrm>
          <a:prstGeom prst="rect">
            <a:avLst/>
          </a:prstGeom>
          <a:solidFill>
            <a:srgbClr val="1770C0"/>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2800" dirty="0">
              <a:solidFill>
                <a:schemeClr val="bg2"/>
              </a:solidFill>
            </a:endParaRPr>
          </a:p>
        </p:txBody>
      </p:sp>
      <p:sp>
        <p:nvSpPr>
          <p:cNvPr id="30" name="Rectangle 29">
            <a:extLst>
              <a:ext uri="{FF2B5EF4-FFF2-40B4-BE49-F238E27FC236}">
                <a16:creationId xmlns:a16="http://schemas.microsoft.com/office/drawing/2014/main" id="{DAB88DC4-68E7-4B5F-732F-C6E859D3EC20}"/>
              </a:ext>
            </a:extLst>
          </p:cNvPr>
          <p:cNvSpPr/>
          <p:nvPr/>
        </p:nvSpPr>
        <p:spPr>
          <a:xfrm>
            <a:off x="540327" y="7061208"/>
            <a:ext cx="2912328" cy="1035272"/>
          </a:xfrm>
          <a:prstGeom prst="rect">
            <a:avLst/>
          </a:prstGeom>
          <a:solidFill>
            <a:srgbClr val="1770C0"/>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bg2"/>
                </a:solidFill>
              </a:rPr>
              <a:t>Streaming Data Processing </a:t>
            </a:r>
          </a:p>
        </p:txBody>
      </p:sp>
      <p:sp>
        <p:nvSpPr>
          <p:cNvPr id="31" name="Rectangle 30">
            <a:extLst>
              <a:ext uri="{FF2B5EF4-FFF2-40B4-BE49-F238E27FC236}">
                <a16:creationId xmlns:a16="http://schemas.microsoft.com/office/drawing/2014/main" id="{A84CAF12-A1EB-7FCB-1976-FADFA79E9632}"/>
              </a:ext>
            </a:extLst>
          </p:cNvPr>
          <p:cNvSpPr/>
          <p:nvPr/>
        </p:nvSpPr>
        <p:spPr>
          <a:xfrm>
            <a:off x="3975214" y="7054064"/>
            <a:ext cx="7885972" cy="1042416"/>
          </a:xfrm>
          <a:prstGeom prst="rect">
            <a:avLst/>
          </a:prstGeom>
          <a:solidFill>
            <a:srgbClr val="1770C0"/>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000" dirty="0">
                <a:solidFill>
                  <a:schemeClr val="bg2"/>
                </a:solidFill>
              </a:rPr>
              <a:t>When data will be analyzed and actions will be taken on the data within a short period of time (near real-time). For data science this is used to make short term corrections and decisions</a:t>
            </a:r>
          </a:p>
        </p:txBody>
      </p:sp>
      <p:sp>
        <p:nvSpPr>
          <p:cNvPr id="32" name="Rectangle 31">
            <a:extLst>
              <a:ext uri="{FF2B5EF4-FFF2-40B4-BE49-F238E27FC236}">
                <a16:creationId xmlns:a16="http://schemas.microsoft.com/office/drawing/2014/main" id="{66595A38-7543-9C18-20BD-11A075717AF7}"/>
              </a:ext>
            </a:extLst>
          </p:cNvPr>
          <p:cNvSpPr/>
          <p:nvPr/>
        </p:nvSpPr>
        <p:spPr>
          <a:xfrm>
            <a:off x="3975215" y="8224270"/>
            <a:ext cx="7887974" cy="1042416"/>
          </a:xfrm>
          <a:prstGeom prst="rect">
            <a:avLst/>
          </a:prstGeom>
          <a:solidFill>
            <a:srgbClr val="F94C67"/>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0" i="0" dirty="0">
                <a:solidFill>
                  <a:schemeClr val="bg2"/>
                </a:solidFill>
                <a:effectLst/>
              </a:rPr>
              <a:t> </a:t>
            </a:r>
            <a:r>
              <a:rPr lang="en-US" sz="2000" dirty="0">
                <a:solidFill>
                  <a:schemeClr val="bg2"/>
                </a:solidFill>
              </a:rPr>
              <a:t>Examples</a:t>
            </a:r>
            <a:r>
              <a:rPr lang="en-US" sz="2000" b="0" i="0" dirty="0">
                <a:solidFill>
                  <a:schemeClr val="bg2"/>
                </a:solidFill>
                <a:effectLst/>
              </a:rPr>
              <a:t> would be credit card fraud detection or cloud account intrusion detection</a:t>
            </a:r>
          </a:p>
        </p:txBody>
      </p:sp>
    </p:spTree>
    <p:extLst>
      <p:ext uri="{BB962C8B-B14F-4D97-AF65-F5344CB8AC3E}">
        <p14:creationId xmlns:p14="http://schemas.microsoft.com/office/powerpoint/2010/main" val="472784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5A2AF-1EEB-F9A7-8954-4B5F4F7D5096}"/>
              </a:ext>
            </a:extLst>
          </p:cNvPr>
          <p:cNvSpPr>
            <a:spLocks noGrp="1"/>
          </p:cNvSpPr>
          <p:nvPr>
            <p:ph type="title"/>
          </p:nvPr>
        </p:nvSpPr>
        <p:spPr>
          <a:xfrm>
            <a:off x="1098550" y="180415"/>
            <a:ext cx="16084552" cy="1551434"/>
          </a:xfrm>
        </p:spPr>
        <p:txBody>
          <a:bodyPr/>
          <a:lstStyle/>
          <a:p>
            <a:r>
              <a:rPr lang="en-US" dirty="0"/>
              <a:t>Applications of MapReduce</a:t>
            </a:r>
            <a:br>
              <a:rPr lang="en-US" dirty="0"/>
            </a:br>
            <a:r>
              <a:rPr lang="en-US" sz="4800" dirty="0"/>
              <a:t>Examples</a:t>
            </a:r>
            <a:endParaRPr lang="en-US" dirty="0"/>
          </a:p>
        </p:txBody>
      </p:sp>
      <p:sp>
        <p:nvSpPr>
          <p:cNvPr id="4" name="Rectangle 3">
            <a:extLst>
              <a:ext uri="{FF2B5EF4-FFF2-40B4-BE49-F238E27FC236}">
                <a16:creationId xmlns:a16="http://schemas.microsoft.com/office/drawing/2014/main" id="{FD658AC0-37A1-FCE4-966B-AEBCF4F7D98C}"/>
              </a:ext>
            </a:extLst>
          </p:cNvPr>
          <p:cNvSpPr/>
          <p:nvPr/>
        </p:nvSpPr>
        <p:spPr>
          <a:xfrm>
            <a:off x="-30480" y="2324100"/>
            <a:ext cx="4271740"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800" dirty="0">
              <a:solidFill>
                <a:schemeClr val="bg2"/>
              </a:solidFill>
            </a:endParaRPr>
          </a:p>
        </p:txBody>
      </p:sp>
      <p:sp>
        <p:nvSpPr>
          <p:cNvPr id="5" name="Rectangle 4">
            <a:extLst>
              <a:ext uri="{FF2B5EF4-FFF2-40B4-BE49-F238E27FC236}">
                <a16:creationId xmlns:a16="http://schemas.microsoft.com/office/drawing/2014/main" id="{AFC64A9E-92DC-E1F9-7988-22DCE18F2F50}"/>
              </a:ext>
            </a:extLst>
          </p:cNvPr>
          <p:cNvSpPr/>
          <p:nvPr/>
        </p:nvSpPr>
        <p:spPr>
          <a:xfrm>
            <a:off x="0" y="3545529"/>
            <a:ext cx="4450080"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2800" dirty="0">
              <a:solidFill>
                <a:schemeClr val="bg2"/>
              </a:solidFill>
            </a:endParaRPr>
          </a:p>
        </p:txBody>
      </p:sp>
      <p:sp>
        <p:nvSpPr>
          <p:cNvPr id="6" name="Rectangle 5">
            <a:extLst>
              <a:ext uri="{FF2B5EF4-FFF2-40B4-BE49-F238E27FC236}">
                <a16:creationId xmlns:a16="http://schemas.microsoft.com/office/drawing/2014/main" id="{53767511-4343-89FB-12DD-77B0E6E6347A}"/>
              </a:ext>
            </a:extLst>
          </p:cNvPr>
          <p:cNvSpPr/>
          <p:nvPr/>
        </p:nvSpPr>
        <p:spPr>
          <a:xfrm>
            <a:off x="0" y="4747504"/>
            <a:ext cx="4450080"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2800" dirty="0">
              <a:solidFill>
                <a:schemeClr val="bg2"/>
              </a:solidFill>
            </a:endParaRPr>
          </a:p>
        </p:txBody>
      </p:sp>
      <p:sp>
        <p:nvSpPr>
          <p:cNvPr id="7" name="Rectangle 6">
            <a:extLst>
              <a:ext uri="{FF2B5EF4-FFF2-40B4-BE49-F238E27FC236}">
                <a16:creationId xmlns:a16="http://schemas.microsoft.com/office/drawing/2014/main" id="{7AF0B397-3BE5-373B-E5A9-13A4106B7DBC}"/>
              </a:ext>
            </a:extLst>
          </p:cNvPr>
          <p:cNvSpPr/>
          <p:nvPr/>
        </p:nvSpPr>
        <p:spPr>
          <a:xfrm>
            <a:off x="0" y="5910566"/>
            <a:ext cx="445008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3" name="Rectangle 2">
            <a:extLst>
              <a:ext uri="{FF2B5EF4-FFF2-40B4-BE49-F238E27FC236}">
                <a16:creationId xmlns:a16="http://schemas.microsoft.com/office/drawing/2014/main" id="{512C56DA-A4F9-D355-A171-397F89964105}"/>
              </a:ext>
            </a:extLst>
          </p:cNvPr>
          <p:cNvSpPr/>
          <p:nvPr/>
        </p:nvSpPr>
        <p:spPr>
          <a:xfrm>
            <a:off x="792480" y="2324100"/>
            <a:ext cx="3657600" cy="104241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a:solidFill>
                  <a:schemeClr val="bg2"/>
                </a:solidFill>
              </a:rPr>
              <a:t>Log Analysis</a:t>
            </a:r>
          </a:p>
        </p:txBody>
      </p:sp>
      <p:sp>
        <p:nvSpPr>
          <p:cNvPr id="8" name="Rectangle 7">
            <a:extLst>
              <a:ext uri="{FF2B5EF4-FFF2-40B4-BE49-F238E27FC236}">
                <a16:creationId xmlns:a16="http://schemas.microsoft.com/office/drawing/2014/main" id="{B9C87F86-2422-9D76-8643-9F14AE6654EA}"/>
              </a:ext>
            </a:extLst>
          </p:cNvPr>
          <p:cNvSpPr/>
          <p:nvPr/>
        </p:nvSpPr>
        <p:spPr>
          <a:xfrm>
            <a:off x="792480" y="3545529"/>
            <a:ext cx="3657600" cy="1042416"/>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solidFill>
                  <a:schemeClr val="tx1"/>
                </a:solidFill>
              </a:rPr>
              <a:t>Web Data Processing</a:t>
            </a:r>
          </a:p>
        </p:txBody>
      </p:sp>
      <p:sp>
        <p:nvSpPr>
          <p:cNvPr id="9" name="Rectangle 8">
            <a:extLst>
              <a:ext uri="{FF2B5EF4-FFF2-40B4-BE49-F238E27FC236}">
                <a16:creationId xmlns:a16="http://schemas.microsoft.com/office/drawing/2014/main" id="{3E9BF948-A9D5-52ED-BA93-AD433038B961}"/>
              </a:ext>
            </a:extLst>
          </p:cNvPr>
          <p:cNvSpPr/>
          <p:nvPr/>
        </p:nvSpPr>
        <p:spPr>
          <a:xfrm>
            <a:off x="792480" y="4747504"/>
            <a:ext cx="3657600" cy="1042416"/>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1"/>
                </a:solidFill>
              </a:rPr>
              <a:t>Scientific and Business Computing</a:t>
            </a:r>
          </a:p>
        </p:txBody>
      </p:sp>
      <p:sp>
        <p:nvSpPr>
          <p:cNvPr id="10" name="Rectangle 9">
            <a:extLst>
              <a:ext uri="{FF2B5EF4-FFF2-40B4-BE49-F238E27FC236}">
                <a16:creationId xmlns:a16="http://schemas.microsoft.com/office/drawing/2014/main" id="{A54455CA-CC41-1AC9-3001-3C90090FCEEA}"/>
              </a:ext>
            </a:extLst>
          </p:cNvPr>
          <p:cNvSpPr/>
          <p:nvPr/>
        </p:nvSpPr>
        <p:spPr>
          <a:xfrm>
            <a:off x="792480" y="5910566"/>
            <a:ext cx="3657600" cy="1042416"/>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Social Media Analysis</a:t>
            </a:r>
          </a:p>
        </p:txBody>
      </p:sp>
      <p:sp>
        <p:nvSpPr>
          <p:cNvPr id="11" name="Rectangle 10">
            <a:extLst>
              <a:ext uri="{FF2B5EF4-FFF2-40B4-BE49-F238E27FC236}">
                <a16:creationId xmlns:a16="http://schemas.microsoft.com/office/drawing/2014/main" id="{EB5F6804-CEDA-F816-DEA8-C734ACB2B89A}"/>
              </a:ext>
            </a:extLst>
          </p:cNvPr>
          <p:cNvSpPr/>
          <p:nvPr/>
        </p:nvSpPr>
        <p:spPr>
          <a:xfrm>
            <a:off x="4541518" y="2316956"/>
            <a:ext cx="12006072" cy="10424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200" dirty="0">
                <a:solidFill>
                  <a:schemeClr val="bg2"/>
                </a:solidFill>
              </a:rPr>
              <a:t>Analyzing large volumes of log data to identify patterns, trends, and anomalies</a:t>
            </a:r>
          </a:p>
        </p:txBody>
      </p:sp>
      <p:sp>
        <p:nvSpPr>
          <p:cNvPr id="12" name="Rectangle 11">
            <a:extLst>
              <a:ext uri="{FF2B5EF4-FFF2-40B4-BE49-F238E27FC236}">
                <a16:creationId xmlns:a16="http://schemas.microsoft.com/office/drawing/2014/main" id="{DA824491-39DA-2FEF-F31F-171731277535}"/>
              </a:ext>
            </a:extLst>
          </p:cNvPr>
          <p:cNvSpPr/>
          <p:nvPr/>
        </p:nvSpPr>
        <p:spPr>
          <a:xfrm>
            <a:off x="4541518" y="3545529"/>
            <a:ext cx="12006072" cy="10424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200" dirty="0">
                <a:solidFill>
                  <a:schemeClr val="tx1"/>
                </a:solidFill>
              </a:rPr>
              <a:t>Processing large datasets of web crawling results for data extraction and analysis.</a:t>
            </a:r>
          </a:p>
        </p:txBody>
      </p:sp>
      <p:sp>
        <p:nvSpPr>
          <p:cNvPr id="13" name="Rectangle 12">
            <a:extLst>
              <a:ext uri="{FF2B5EF4-FFF2-40B4-BE49-F238E27FC236}">
                <a16:creationId xmlns:a16="http://schemas.microsoft.com/office/drawing/2014/main" id="{3A9321C7-53EF-9CA7-F7BF-681BF48FC6F4}"/>
              </a:ext>
            </a:extLst>
          </p:cNvPr>
          <p:cNvSpPr/>
          <p:nvPr/>
        </p:nvSpPr>
        <p:spPr>
          <a:xfrm>
            <a:off x="4541518" y="4740360"/>
            <a:ext cx="12006072" cy="104241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200" dirty="0">
                <a:solidFill>
                  <a:schemeClr val="tx1"/>
                </a:solidFill>
              </a:rPr>
              <a:t>Handling large scientific or commercial datasets for simulations, modeling, and analysis</a:t>
            </a:r>
          </a:p>
        </p:txBody>
      </p:sp>
      <p:sp>
        <p:nvSpPr>
          <p:cNvPr id="14" name="Rectangle 13">
            <a:extLst>
              <a:ext uri="{FF2B5EF4-FFF2-40B4-BE49-F238E27FC236}">
                <a16:creationId xmlns:a16="http://schemas.microsoft.com/office/drawing/2014/main" id="{FCD42696-6982-A473-0CE8-A0AB929641FB}"/>
              </a:ext>
            </a:extLst>
          </p:cNvPr>
          <p:cNvSpPr/>
          <p:nvPr/>
        </p:nvSpPr>
        <p:spPr>
          <a:xfrm>
            <a:off x="4541519" y="5910566"/>
            <a:ext cx="12009120" cy="104241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200" b="0" i="0" dirty="0">
                <a:solidFill>
                  <a:schemeClr val="bg2"/>
                </a:solidFill>
                <a:effectLst/>
              </a:rPr>
              <a:t> Processing social media data to understand user behavior and sentiment</a:t>
            </a:r>
            <a:endParaRPr lang="en-US" sz="2200" dirty="0">
              <a:solidFill>
                <a:schemeClr val="bg2"/>
              </a:solidFill>
            </a:endParaRPr>
          </a:p>
        </p:txBody>
      </p:sp>
      <p:sp>
        <p:nvSpPr>
          <p:cNvPr id="18" name="Rectangle 17">
            <a:extLst>
              <a:ext uri="{FF2B5EF4-FFF2-40B4-BE49-F238E27FC236}">
                <a16:creationId xmlns:a16="http://schemas.microsoft.com/office/drawing/2014/main" id="{5E141AAE-90DD-30A6-A9B4-8198A5CD83A0}"/>
              </a:ext>
            </a:extLst>
          </p:cNvPr>
          <p:cNvSpPr/>
          <p:nvPr/>
        </p:nvSpPr>
        <p:spPr>
          <a:xfrm>
            <a:off x="16214" y="7074641"/>
            <a:ext cx="445008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solidFill>
                <a:schemeClr val="bg2"/>
              </a:solidFill>
            </a:endParaRPr>
          </a:p>
        </p:txBody>
      </p:sp>
      <p:sp>
        <p:nvSpPr>
          <p:cNvPr id="19" name="Rectangle 18">
            <a:extLst>
              <a:ext uri="{FF2B5EF4-FFF2-40B4-BE49-F238E27FC236}">
                <a16:creationId xmlns:a16="http://schemas.microsoft.com/office/drawing/2014/main" id="{FF06BA78-B778-C7B9-D84F-6119BD8CAFBC}"/>
              </a:ext>
            </a:extLst>
          </p:cNvPr>
          <p:cNvSpPr/>
          <p:nvPr/>
        </p:nvSpPr>
        <p:spPr>
          <a:xfrm>
            <a:off x="808694" y="7074641"/>
            <a:ext cx="3657600" cy="1042416"/>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Bioinformatics</a:t>
            </a:r>
          </a:p>
        </p:txBody>
      </p:sp>
      <p:sp>
        <p:nvSpPr>
          <p:cNvPr id="20" name="Rectangle 19">
            <a:extLst>
              <a:ext uri="{FF2B5EF4-FFF2-40B4-BE49-F238E27FC236}">
                <a16:creationId xmlns:a16="http://schemas.microsoft.com/office/drawing/2014/main" id="{684E9B69-8B38-86C0-837F-B26D9C5DD71F}"/>
              </a:ext>
            </a:extLst>
          </p:cNvPr>
          <p:cNvSpPr/>
          <p:nvPr/>
        </p:nvSpPr>
        <p:spPr>
          <a:xfrm>
            <a:off x="4557733" y="7074641"/>
            <a:ext cx="12009120" cy="1042416"/>
          </a:xfrm>
          <a:prstGeom prst="rect">
            <a:avLst/>
          </a:prstGeom>
          <a:solidFill>
            <a:srgbClr val="17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200" dirty="0">
                <a:solidFill>
                  <a:schemeClr val="bg2"/>
                </a:solidFill>
              </a:rPr>
              <a:t>Processing genomic and biological data for research and discovery</a:t>
            </a:r>
          </a:p>
        </p:txBody>
      </p:sp>
    </p:spTree>
    <p:custDataLst>
      <p:tags r:id="rId1"/>
    </p:custDataLst>
    <p:extLst>
      <p:ext uri="{BB962C8B-B14F-4D97-AF65-F5344CB8AC3E}">
        <p14:creationId xmlns:p14="http://schemas.microsoft.com/office/powerpoint/2010/main" val="431249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3"/>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6FEF117D-B6EE-4329-9E3C-359B24FCEC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FA838ED-C12F-4A42-8E88-98BAC73D214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81488</TotalTime>
  <Words>1353</Words>
  <Application>Microsoft Office PowerPoint</Application>
  <PresentationFormat>Custom</PresentationFormat>
  <Paragraphs>95</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Breeze</vt:lpstr>
      <vt:lpstr>Module 3: Lesson 2 MapReduce Overview</vt:lpstr>
      <vt:lpstr>Developing Some MapReduce Intuition Starting with Hadoop Capabilities</vt:lpstr>
      <vt:lpstr>Developing Some MapReduce Intuition Executing on a Hadoop Cluster</vt:lpstr>
      <vt:lpstr>Developing Some MapReduce Intuition Some Challenges to Overcome </vt:lpstr>
      <vt:lpstr>Developing Some MapReduce Intuition We Need a Distributed Processing Framework</vt:lpstr>
      <vt:lpstr>Developing Some MapReduce Intuition What is a Distributed Processing Framework?</vt:lpstr>
      <vt:lpstr>Developing Some MapReduce Intuition What is a Distributed Processing Framework?</vt:lpstr>
      <vt:lpstr>What is MapReduce?</vt:lpstr>
      <vt:lpstr>What is MapReduce?</vt:lpstr>
      <vt:lpstr>MapReduce as a Distributed Processing Framework  Capabilities </vt:lpstr>
      <vt:lpstr>MapReduce as a Distributed Processing Framework  Capabilities </vt:lpstr>
      <vt:lpstr>MapReduce as a Distributed Processing Framework Scope of Applicability</vt:lpstr>
      <vt:lpstr>Applications of MapReduce Examples</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Judy Tseng</cp:lastModifiedBy>
  <cp:revision>240</cp:revision>
  <cp:lastPrinted>2023-10-30T23:31:26Z</cp:lastPrinted>
  <dcterms:created xsi:type="dcterms:W3CDTF">2019-02-13T16:04:21Z</dcterms:created>
  <dcterms:modified xsi:type="dcterms:W3CDTF">2024-06-20T18:25:19Z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55E83318-4D70-471C-B1A7-9F53A250ABD2</vt:lpwstr>
  </property>
  <property fmtid="{D5CDD505-2E9C-101B-9397-08002B2CF9AE}" pid="4" name="ArticulatePath">
    <vt:lpwstr>Module 3 v1 12052023</vt:lpwstr>
  </property>
  <property fmtid="{D5CDD505-2E9C-101B-9397-08002B2CF9AE}" pid="5" name="MediaServiceImageTags">
    <vt:lpwstr/>
  </property>
</Properties>
</file>