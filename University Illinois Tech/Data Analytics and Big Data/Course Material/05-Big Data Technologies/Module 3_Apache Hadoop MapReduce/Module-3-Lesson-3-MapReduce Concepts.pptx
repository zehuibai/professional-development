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9"/>
  </p:notesMasterIdLst>
  <p:sldIdLst>
    <p:sldId id="869" r:id="rId5"/>
    <p:sldId id="515" r:id="rId6"/>
    <p:sldId id="517" r:id="rId7"/>
    <p:sldId id="516" r:id="rId8"/>
    <p:sldId id="518" r:id="rId9"/>
    <p:sldId id="523" r:id="rId10"/>
    <p:sldId id="524" r:id="rId11"/>
    <p:sldId id="525" r:id="rId12"/>
    <p:sldId id="916" r:id="rId13"/>
    <p:sldId id="388" r:id="rId14"/>
    <p:sldId id="797" r:id="rId15"/>
    <p:sldId id="895" r:id="rId16"/>
    <p:sldId id="397" r:id="rId17"/>
    <p:sldId id="495" r:id="rId18"/>
    <p:sldId id="875" r:id="rId19"/>
    <p:sldId id="879" r:id="rId20"/>
    <p:sldId id="878" r:id="rId21"/>
    <p:sldId id="779" r:id="rId22"/>
    <p:sldId id="399" r:id="rId23"/>
    <p:sldId id="781" r:id="rId24"/>
    <p:sldId id="780" r:id="rId25"/>
    <p:sldId id="782" r:id="rId26"/>
    <p:sldId id="799" r:id="rId27"/>
    <p:sldId id="520" r:id="rId28"/>
  </p:sldIdLst>
  <p:sldSz cx="18288000" cy="10287000"/>
  <p:notesSz cx="6858000" cy="9144000"/>
  <p:custDataLst>
    <p:tags r:id="rId30"/>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9A9A"/>
    <a:srgbClr val="878787"/>
    <a:srgbClr val="999999"/>
    <a:srgbClr val="F94C67"/>
    <a:srgbClr val="1770C0"/>
    <a:srgbClr val="E98D0A"/>
    <a:srgbClr val="3E4F6C"/>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33223D-7B72-407B-7E52-F0D9C97AB026}" v="76" dt="2024-07-08T17:54:22.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9"/>
    <p:restoredTop sz="94044"/>
  </p:normalViewPr>
  <p:slideViewPr>
    <p:cSldViewPr snapToGrid="0" snapToObjects="1">
      <p:cViewPr varScale="1">
        <p:scale>
          <a:sx n="51" d="100"/>
          <a:sy n="51" d="100"/>
        </p:scale>
        <p:origin x="811" y="67"/>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3233223D-7B72-407B-7E52-F0D9C97AB026}"/>
    <pc:docChg chg="modSld">
      <pc:chgData name="Allison Mulshine" userId="S::allison.mulshine@collegiseducation.com::5f656d52-c555-4e5e-9a5b-18226766ffe3" providerId="AD" clId="Web-{3233223D-7B72-407B-7E52-F0D9C97AB026}" dt="2024-07-08T17:54:22.342" v="69"/>
      <pc:docMkLst>
        <pc:docMk/>
      </pc:docMkLst>
      <pc:sldChg chg="addSp delSp modSp">
        <pc:chgData name="Allison Mulshine" userId="S::allison.mulshine@collegiseducation.com::5f656d52-c555-4e5e-9a5b-18226766ffe3" providerId="AD" clId="Web-{3233223D-7B72-407B-7E52-F0D9C97AB026}" dt="2024-07-08T17:50:04.387" v="12" actId="1076"/>
        <pc:sldMkLst>
          <pc:docMk/>
          <pc:sldMk cId="2747289452" sldId="397"/>
        </pc:sldMkLst>
        <pc:spChg chg="mod">
          <ac:chgData name="Allison Mulshine" userId="S::allison.mulshine@collegiseducation.com::5f656d52-c555-4e5e-9a5b-18226766ffe3" providerId="AD" clId="Web-{3233223D-7B72-407B-7E52-F0D9C97AB026}" dt="2024-07-08T17:49:44.449" v="8"/>
          <ac:spMkLst>
            <pc:docMk/>
            <pc:sldMk cId="2747289452" sldId="397"/>
            <ac:spMk id="18" creationId="{879F4AEF-5270-B8C5-E86D-3463BC5FBC92}"/>
          </ac:spMkLst>
        </pc:spChg>
        <pc:grpChg chg="del">
          <ac:chgData name="Allison Mulshine" userId="S::allison.mulshine@collegiseducation.com::5f656d52-c555-4e5e-9a5b-18226766ffe3" providerId="AD" clId="Web-{3233223D-7B72-407B-7E52-F0D9C97AB026}" dt="2024-07-08T17:49:52.230" v="9"/>
          <ac:grpSpMkLst>
            <pc:docMk/>
            <pc:sldMk cId="2747289452" sldId="397"/>
            <ac:grpSpMk id="4" creationId="{AD3D0E63-1ED3-036A-5FD6-51D5FD3FF478}"/>
          </ac:grpSpMkLst>
        </pc:grpChg>
        <pc:picChg chg="add mod">
          <ac:chgData name="Allison Mulshine" userId="S::allison.mulshine@collegiseducation.com::5f656d52-c555-4e5e-9a5b-18226766ffe3" providerId="AD" clId="Web-{3233223D-7B72-407B-7E52-F0D9C97AB026}" dt="2024-07-08T17:50:04.387" v="12" actId="1076"/>
          <ac:picMkLst>
            <pc:docMk/>
            <pc:sldMk cId="2747289452" sldId="397"/>
            <ac:picMk id="5" creationId="{C9266B0E-74E0-8457-A904-441717C0E1C3}"/>
          </ac:picMkLst>
        </pc:picChg>
        <pc:cxnChg chg="mod">
          <ac:chgData name="Allison Mulshine" userId="S::allison.mulshine@collegiseducation.com::5f656d52-c555-4e5e-9a5b-18226766ffe3" providerId="AD" clId="Web-{3233223D-7B72-407B-7E52-F0D9C97AB026}" dt="2024-07-08T17:49:52.230" v="9"/>
          <ac:cxnSpMkLst>
            <pc:docMk/>
            <pc:sldMk cId="2747289452" sldId="397"/>
            <ac:cxnSpMk id="10" creationId="{0E807FEC-7683-CB29-420E-32B9977C0A0D}"/>
          </ac:cxnSpMkLst>
        </pc:cxnChg>
        <pc:cxnChg chg="mod">
          <ac:chgData name="Allison Mulshine" userId="S::allison.mulshine@collegiseducation.com::5f656d52-c555-4e5e-9a5b-18226766ffe3" providerId="AD" clId="Web-{3233223D-7B72-407B-7E52-F0D9C97AB026}" dt="2024-07-08T17:49:52.230" v="9"/>
          <ac:cxnSpMkLst>
            <pc:docMk/>
            <pc:sldMk cId="2747289452" sldId="397"/>
            <ac:cxnSpMk id="12" creationId="{00000000-0000-0000-0000-000000000000}"/>
          </ac:cxnSpMkLst>
        </pc:cxnChg>
        <pc:cxnChg chg="mod">
          <ac:chgData name="Allison Mulshine" userId="S::allison.mulshine@collegiseducation.com::5f656d52-c555-4e5e-9a5b-18226766ffe3" providerId="AD" clId="Web-{3233223D-7B72-407B-7E52-F0D9C97AB026}" dt="2024-07-08T17:49:52.230" v="9"/>
          <ac:cxnSpMkLst>
            <pc:docMk/>
            <pc:sldMk cId="2747289452" sldId="397"/>
            <ac:cxnSpMk id="13" creationId="{A67BA5E1-3AA2-7AC7-CCE9-91DE800B1B8B}"/>
          </ac:cxnSpMkLst>
        </pc:cxnChg>
      </pc:sldChg>
      <pc:sldChg chg="addSp delSp modSp">
        <pc:chgData name="Allison Mulshine" userId="S::allison.mulshine@collegiseducation.com::5f656d52-c555-4e5e-9a5b-18226766ffe3" providerId="AD" clId="Web-{3233223D-7B72-407B-7E52-F0D9C97AB026}" dt="2024-07-08T17:52:44.669" v="32" actId="1076"/>
        <pc:sldMkLst>
          <pc:docMk/>
          <pc:sldMk cId="689431700" sldId="399"/>
        </pc:sldMkLst>
        <pc:grpChg chg="del">
          <ac:chgData name="Allison Mulshine" userId="S::allison.mulshine@collegiseducation.com::5f656d52-c555-4e5e-9a5b-18226766ffe3" providerId="AD" clId="Web-{3233223D-7B72-407B-7E52-F0D9C97AB026}" dt="2024-07-08T17:52:36.763" v="29"/>
          <ac:grpSpMkLst>
            <pc:docMk/>
            <pc:sldMk cId="689431700" sldId="399"/>
            <ac:grpSpMk id="4" creationId="{E0F0CFE2-2136-F61A-4B1E-593F27D021B2}"/>
          </ac:grpSpMkLst>
        </pc:grpChg>
        <pc:picChg chg="add mod">
          <ac:chgData name="Allison Mulshine" userId="S::allison.mulshine@collegiseducation.com::5f656d52-c555-4e5e-9a5b-18226766ffe3" providerId="AD" clId="Web-{3233223D-7B72-407B-7E52-F0D9C97AB026}" dt="2024-07-08T17:52:44.669" v="32" actId="1076"/>
          <ac:picMkLst>
            <pc:docMk/>
            <pc:sldMk cId="689431700" sldId="399"/>
            <ac:picMk id="5" creationId="{CF79DF52-C166-4860-3BF9-9EAE31873F99}"/>
          </ac:picMkLst>
        </pc:picChg>
        <pc:cxnChg chg="mod">
          <ac:chgData name="Allison Mulshine" userId="S::allison.mulshine@collegiseducation.com::5f656d52-c555-4e5e-9a5b-18226766ffe3" providerId="AD" clId="Web-{3233223D-7B72-407B-7E52-F0D9C97AB026}" dt="2024-07-08T17:52:36.763" v="29"/>
          <ac:cxnSpMkLst>
            <pc:docMk/>
            <pc:sldMk cId="689431700" sldId="399"/>
            <ac:cxnSpMk id="14" creationId="{00000000-0000-0000-0000-000000000000}"/>
          </ac:cxnSpMkLst>
        </pc:cxnChg>
      </pc:sldChg>
      <pc:sldChg chg="addSp delSp modSp">
        <pc:chgData name="Allison Mulshine" userId="S::allison.mulshine@collegiseducation.com::5f656d52-c555-4e5e-9a5b-18226766ffe3" providerId="AD" clId="Web-{3233223D-7B72-407B-7E52-F0D9C97AB026}" dt="2024-07-08T17:54:22.342" v="69"/>
        <pc:sldMkLst>
          <pc:docMk/>
          <pc:sldMk cId="2484362690" sldId="520"/>
        </pc:sldMkLst>
        <pc:spChg chg="del">
          <ac:chgData name="Allison Mulshine" userId="S::allison.mulshine@collegiseducation.com::5f656d52-c555-4e5e-9a5b-18226766ffe3" providerId="AD" clId="Web-{3233223D-7B72-407B-7E52-F0D9C97AB026}" dt="2024-07-08T17:53:42.670" v="64"/>
          <ac:spMkLst>
            <pc:docMk/>
            <pc:sldMk cId="2484362690" sldId="520"/>
            <ac:spMk id="5" creationId="{8BF03B75-38C7-4D4F-9AC5-4F328445AF44}"/>
          </ac:spMkLst>
        </pc:spChg>
        <pc:spChg chg="del">
          <ac:chgData name="Allison Mulshine" userId="S::allison.mulshine@collegiseducation.com::5f656d52-c555-4e5e-9a5b-18226766ffe3" providerId="AD" clId="Web-{3233223D-7B72-407B-7E52-F0D9C97AB026}" dt="2024-07-08T17:53:42.670" v="63"/>
          <ac:spMkLst>
            <pc:docMk/>
            <pc:sldMk cId="2484362690" sldId="520"/>
            <ac:spMk id="10" creationId="{A3B84211-E42C-2442-8A5C-8FD17D4C54A8}"/>
          </ac:spMkLst>
        </pc:spChg>
        <pc:spChg chg="del">
          <ac:chgData name="Allison Mulshine" userId="S::allison.mulshine@collegiseducation.com::5f656d52-c555-4e5e-9a5b-18226766ffe3" providerId="AD" clId="Web-{3233223D-7B72-407B-7E52-F0D9C97AB026}" dt="2024-07-08T17:53:42.670" v="62"/>
          <ac:spMkLst>
            <pc:docMk/>
            <pc:sldMk cId="2484362690" sldId="520"/>
            <ac:spMk id="13" creationId="{F1A84986-3DCC-5A4B-B6F8-1557F3485DA5}"/>
          </ac:spMkLst>
        </pc:spChg>
        <pc:spChg chg="del">
          <ac:chgData name="Allison Mulshine" userId="S::allison.mulshine@collegiseducation.com::5f656d52-c555-4e5e-9a5b-18226766ffe3" providerId="AD" clId="Web-{3233223D-7B72-407B-7E52-F0D9C97AB026}" dt="2024-07-08T17:53:42.670" v="61"/>
          <ac:spMkLst>
            <pc:docMk/>
            <pc:sldMk cId="2484362690" sldId="520"/>
            <ac:spMk id="16" creationId="{0A5F3408-F0BD-0B45-8331-EF8BE3C41F15}"/>
          </ac:spMkLst>
        </pc:spChg>
        <pc:spChg chg="del">
          <ac:chgData name="Allison Mulshine" userId="S::allison.mulshine@collegiseducation.com::5f656d52-c555-4e5e-9a5b-18226766ffe3" providerId="AD" clId="Web-{3233223D-7B72-407B-7E52-F0D9C97AB026}" dt="2024-07-08T17:53:42.670" v="60"/>
          <ac:spMkLst>
            <pc:docMk/>
            <pc:sldMk cId="2484362690" sldId="520"/>
            <ac:spMk id="17" creationId="{22236553-9E3F-0E4B-ADFB-1962822E390B}"/>
          </ac:spMkLst>
        </pc:spChg>
        <pc:spChg chg="del">
          <ac:chgData name="Allison Mulshine" userId="S::allison.mulshine@collegiseducation.com::5f656d52-c555-4e5e-9a5b-18226766ffe3" providerId="AD" clId="Web-{3233223D-7B72-407B-7E52-F0D9C97AB026}" dt="2024-07-08T17:53:42.670" v="59"/>
          <ac:spMkLst>
            <pc:docMk/>
            <pc:sldMk cId="2484362690" sldId="520"/>
            <ac:spMk id="18" creationId="{E3F1B93D-F7FB-A04C-819F-89AD258C41C4}"/>
          </ac:spMkLst>
        </pc:spChg>
        <pc:spChg chg="del">
          <ac:chgData name="Allison Mulshine" userId="S::allison.mulshine@collegiseducation.com::5f656d52-c555-4e5e-9a5b-18226766ffe3" providerId="AD" clId="Web-{3233223D-7B72-407B-7E52-F0D9C97AB026}" dt="2024-07-08T17:53:42.670" v="58"/>
          <ac:spMkLst>
            <pc:docMk/>
            <pc:sldMk cId="2484362690" sldId="520"/>
            <ac:spMk id="19" creationId="{DE5CA0CB-7ACC-F54F-B214-1D31B2D67DF4}"/>
          </ac:spMkLst>
        </pc:spChg>
        <pc:spChg chg="del">
          <ac:chgData name="Allison Mulshine" userId="S::allison.mulshine@collegiseducation.com::5f656d52-c555-4e5e-9a5b-18226766ffe3" providerId="AD" clId="Web-{3233223D-7B72-407B-7E52-F0D9C97AB026}" dt="2024-07-08T17:53:42.670" v="36"/>
          <ac:spMkLst>
            <pc:docMk/>
            <pc:sldMk cId="2484362690" sldId="520"/>
            <ac:spMk id="20" creationId="{22A11486-2BAF-24DD-6011-27FE726FE8A9}"/>
          </ac:spMkLst>
        </pc:spChg>
        <pc:spChg chg="del">
          <ac:chgData name="Allison Mulshine" userId="S::allison.mulshine@collegiseducation.com::5f656d52-c555-4e5e-9a5b-18226766ffe3" providerId="AD" clId="Web-{3233223D-7B72-407B-7E52-F0D9C97AB026}" dt="2024-07-08T17:53:42.670" v="57"/>
          <ac:spMkLst>
            <pc:docMk/>
            <pc:sldMk cId="2484362690" sldId="520"/>
            <ac:spMk id="21" creationId="{5E800304-5C4C-BD4C-9AE3-AA054C32D189}"/>
          </ac:spMkLst>
        </pc:spChg>
        <pc:spChg chg="del">
          <ac:chgData name="Allison Mulshine" userId="S::allison.mulshine@collegiseducation.com::5f656d52-c555-4e5e-9a5b-18226766ffe3" providerId="AD" clId="Web-{3233223D-7B72-407B-7E52-F0D9C97AB026}" dt="2024-07-08T17:53:42.670" v="56"/>
          <ac:spMkLst>
            <pc:docMk/>
            <pc:sldMk cId="2484362690" sldId="520"/>
            <ac:spMk id="22" creationId="{3C1DB058-B81D-DE4A-B09F-2D48CFF2C020}"/>
          </ac:spMkLst>
        </pc:spChg>
        <pc:spChg chg="del">
          <ac:chgData name="Allison Mulshine" userId="S::allison.mulshine@collegiseducation.com::5f656d52-c555-4e5e-9a5b-18226766ffe3" providerId="AD" clId="Web-{3233223D-7B72-407B-7E52-F0D9C97AB026}" dt="2024-07-08T17:53:42.670" v="55"/>
          <ac:spMkLst>
            <pc:docMk/>
            <pc:sldMk cId="2484362690" sldId="520"/>
            <ac:spMk id="23" creationId="{0D00D3A8-3755-E846-8875-222CA0A1837F}"/>
          </ac:spMkLst>
        </pc:spChg>
        <pc:spChg chg="del">
          <ac:chgData name="Allison Mulshine" userId="S::allison.mulshine@collegiseducation.com::5f656d52-c555-4e5e-9a5b-18226766ffe3" providerId="AD" clId="Web-{3233223D-7B72-407B-7E52-F0D9C97AB026}" dt="2024-07-08T17:53:42.670" v="54"/>
          <ac:spMkLst>
            <pc:docMk/>
            <pc:sldMk cId="2484362690" sldId="520"/>
            <ac:spMk id="24" creationId="{73A1C858-1D5F-D740-B98A-05BF24647074}"/>
          </ac:spMkLst>
        </pc:spChg>
        <pc:spChg chg="del">
          <ac:chgData name="Allison Mulshine" userId="S::allison.mulshine@collegiseducation.com::5f656d52-c555-4e5e-9a5b-18226766ffe3" providerId="AD" clId="Web-{3233223D-7B72-407B-7E52-F0D9C97AB026}" dt="2024-07-08T17:53:42.670" v="53"/>
          <ac:spMkLst>
            <pc:docMk/>
            <pc:sldMk cId="2484362690" sldId="520"/>
            <ac:spMk id="25" creationId="{D184B023-E20C-7649-BB77-11D63778CED8}"/>
          </ac:spMkLst>
        </pc:spChg>
        <pc:spChg chg="del">
          <ac:chgData name="Allison Mulshine" userId="S::allison.mulshine@collegiseducation.com::5f656d52-c555-4e5e-9a5b-18226766ffe3" providerId="AD" clId="Web-{3233223D-7B72-407B-7E52-F0D9C97AB026}" dt="2024-07-08T17:53:42.670" v="52"/>
          <ac:spMkLst>
            <pc:docMk/>
            <pc:sldMk cId="2484362690" sldId="520"/>
            <ac:spMk id="26" creationId="{FA18544C-E2E3-324F-A917-1BCFCB2557DC}"/>
          </ac:spMkLst>
        </pc:spChg>
        <pc:spChg chg="del">
          <ac:chgData name="Allison Mulshine" userId="S::allison.mulshine@collegiseducation.com::5f656d52-c555-4e5e-9a5b-18226766ffe3" providerId="AD" clId="Web-{3233223D-7B72-407B-7E52-F0D9C97AB026}" dt="2024-07-08T17:53:42.670" v="51"/>
          <ac:spMkLst>
            <pc:docMk/>
            <pc:sldMk cId="2484362690" sldId="520"/>
            <ac:spMk id="27" creationId="{9B3C26E8-6939-C84E-B738-4EAC9B1D353A}"/>
          </ac:spMkLst>
        </pc:spChg>
        <pc:spChg chg="del">
          <ac:chgData name="Allison Mulshine" userId="S::allison.mulshine@collegiseducation.com::5f656d52-c555-4e5e-9a5b-18226766ffe3" providerId="AD" clId="Web-{3233223D-7B72-407B-7E52-F0D9C97AB026}" dt="2024-07-08T17:53:42.670" v="50"/>
          <ac:spMkLst>
            <pc:docMk/>
            <pc:sldMk cId="2484362690" sldId="520"/>
            <ac:spMk id="28" creationId="{2A713A32-B4D0-184A-8B80-0B6A9407C4A8}"/>
          </ac:spMkLst>
        </pc:spChg>
        <pc:spChg chg="del">
          <ac:chgData name="Allison Mulshine" userId="S::allison.mulshine@collegiseducation.com::5f656d52-c555-4e5e-9a5b-18226766ffe3" providerId="AD" clId="Web-{3233223D-7B72-407B-7E52-F0D9C97AB026}" dt="2024-07-08T17:53:42.670" v="49"/>
          <ac:spMkLst>
            <pc:docMk/>
            <pc:sldMk cId="2484362690" sldId="520"/>
            <ac:spMk id="29" creationId="{D75918F2-BC22-9E46-89C5-B5EDF9AF46D5}"/>
          </ac:spMkLst>
        </pc:spChg>
        <pc:spChg chg="del">
          <ac:chgData name="Allison Mulshine" userId="S::allison.mulshine@collegiseducation.com::5f656d52-c555-4e5e-9a5b-18226766ffe3" providerId="AD" clId="Web-{3233223D-7B72-407B-7E52-F0D9C97AB026}" dt="2024-07-08T17:53:42.670" v="48"/>
          <ac:spMkLst>
            <pc:docMk/>
            <pc:sldMk cId="2484362690" sldId="520"/>
            <ac:spMk id="30" creationId="{9D8B92DC-6569-D948-BFDB-F5A7B8C0EB9E}"/>
          </ac:spMkLst>
        </pc:spChg>
        <pc:spChg chg="del">
          <ac:chgData name="Allison Mulshine" userId="S::allison.mulshine@collegiseducation.com::5f656d52-c555-4e5e-9a5b-18226766ffe3" providerId="AD" clId="Web-{3233223D-7B72-407B-7E52-F0D9C97AB026}" dt="2024-07-08T17:53:42.670" v="47"/>
          <ac:spMkLst>
            <pc:docMk/>
            <pc:sldMk cId="2484362690" sldId="520"/>
            <ac:spMk id="31" creationId="{F91BDC78-C118-334E-A737-D6FABD837F23}"/>
          </ac:spMkLst>
        </pc:spChg>
        <pc:spChg chg="del">
          <ac:chgData name="Allison Mulshine" userId="S::allison.mulshine@collegiseducation.com::5f656d52-c555-4e5e-9a5b-18226766ffe3" providerId="AD" clId="Web-{3233223D-7B72-407B-7E52-F0D9C97AB026}" dt="2024-07-08T17:53:42.670" v="46"/>
          <ac:spMkLst>
            <pc:docMk/>
            <pc:sldMk cId="2484362690" sldId="520"/>
            <ac:spMk id="32" creationId="{329EA820-72CE-9C47-A00A-CD691051C073}"/>
          </ac:spMkLst>
        </pc:spChg>
        <pc:spChg chg="del">
          <ac:chgData name="Allison Mulshine" userId="S::allison.mulshine@collegiseducation.com::5f656d52-c555-4e5e-9a5b-18226766ffe3" providerId="AD" clId="Web-{3233223D-7B72-407B-7E52-F0D9C97AB026}" dt="2024-07-08T17:53:42.670" v="45"/>
          <ac:spMkLst>
            <pc:docMk/>
            <pc:sldMk cId="2484362690" sldId="520"/>
            <ac:spMk id="33" creationId="{BCBFC686-CD9E-BB45-94E3-4A643899883C}"/>
          </ac:spMkLst>
        </pc:spChg>
        <pc:spChg chg="del">
          <ac:chgData name="Allison Mulshine" userId="S::allison.mulshine@collegiseducation.com::5f656d52-c555-4e5e-9a5b-18226766ffe3" providerId="AD" clId="Web-{3233223D-7B72-407B-7E52-F0D9C97AB026}" dt="2024-07-08T17:53:42.670" v="44"/>
          <ac:spMkLst>
            <pc:docMk/>
            <pc:sldMk cId="2484362690" sldId="520"/>
            <ac:spMk id="34" creationId="{8662367C-B0AA-5049-BF95-7A919E5EAF3E}"/>
          </ac:spMkLst>
        </pc:spChg>
        <pc:spChg chg="del">
          <ac:chgData name="Allison Mulshine" userId="S::allison.mulshine@collegiseducation.com::5f656d52-c555-4e5e-9a5b-18226766ffe3" providerId="AD" clId="Web-{3233223D-7B72-407B-7E52-F0D9C97AB026}" dt="2024-07-08T17:53:42.670" v="35"/>
          <ac:spMkLst>
            <pc:docMk/>
            <pc:sldMk cId="2484362690" sldId="520"/>
            <ac:spMk id="35" creationId="{727AC6EB-D051-85A0-6494-4954A19CF684}"/>
          </ac:spMkLst>
        </pc:spChg>
        <pc:spChg chg="del">
          <ac:chgData name="Allison Mulshine" userId="S::allison.mulshine@collegiseducation.com::5f656d52-c555-4e5e-9a5b-18226766ffe3" providerId="AD" clId="Web-{3233223D-7B72-407B-7E52-F0D9C97AB026}" dt="2024-07-08T17:53:42.670" v="43"/>
          <ac:spMkLst>
            <pc:docMk/>
            <pc:sldMk cId="2484362690" sldId="520"/>
            <ac:spMk id="41" creationId="{3DE4D7A1-77EB-9E48-9CC0-163237817729}"/>
          </ac:spMkLst>
        </pc:spChg>
        <pc:spChg chg="del">
          <ac:chgData name="Allison Mulshine" userId="S::allison.mulshine@collegiseducation.com::5f656d52-c555-4e5e-9a5b-18226766ffe3" providerId="AD" clId="Web-{3233223D-7B72-407B-7E52-F0D9C97AB026}" dt="2024-07-08T17:53:42.670" v="42"/>
          <ac:spMkLst>
            <pc:docMk/>
            <pc:sldMk cId="2484362690" sldId="520"/>
            <ac:spMk id="42" creationId="{C14AA596-75A6-FD4D-BA96-F5C7047DA918}"/>
          </ac:spMkLst>
        </pc:spChg>
        <pc:spChg chg="del">
          <ac:chgData name="Allison Mulshine" userId="S::allison.mulshine@collegiseducation.com::5f656d52-c555-4e5e-9a5b-18226766ffe3" providerId="AD" clId="Web-{3233223D-7B72-407B-7E52-F0D9C97AB026}" dt="2024-07-08T17:53:42.670" v="41"/>
          <ac:spMkLst>
            <pc:docMk/>
            <pc:sldMk cId="2484362690" sldId="520"/>
            <ac:spMk id="43" creationId="{F7610645-9D2C-3E49-8619-EB3493028583}"/>
          </ac:spMkLst>
        </pc:spChg>
        <pc:picChg chg="add mod">
          <ac:chgData name="Allison Mulshine" userId="S::allison.mulshine@collegiseducation.com::5f656d52-c555-4e5e-9a5b-18226766ffe3" providerId="AD" clId="Web-{3233223D-7B72-407B-7E52-F0D9C97AB026}" dt="2024-07-08T17:54:22.342" v="69"/>
          <ac:picMkLst>
            <pc:docMk/>
            <pc:sldMk cId="2484362690" sldId="520"/>
            <ac:picMk id="3" creationId="{944775BF-E9D8-82A1-6E0D-4DA4F7803F34}"/>
          </ac:picMkLst>
        </pc:picChg>
        <pc:picChg chg="del">
          <ac:chgData name="Allison Mulshine" userId="S::allison.mulshine@collegiseducation.com::5f656d52-c555-4e5e-9a5b-18226766ffe3" providerId="AD" clId="Web-{3233223D-7B72-407B-7E52-F0D9C97AB026}" dt="2024-07-08T17:53:42.670" v="40"/>
          <ac:picMkLst>
            <pc:docMk/>
            <pc:sldMk cId="2484362690" sldId="520"/>
            <ac:picMk id="7" creationId="{330A1923-938D-CAC8-1349-882781AD04A9}"/>
          </ac:picMkLst>
        </pc:picChg>
        <pc:picChg chg="del">
          <ac:chgData name="Allison Mulshine" userId="S::allison.mulshine@collegiseducation.com::5f656d52-c555-4e5e-9a5b-18226766ffe3" providerId="AD" clId="Web-{3233223D-7B72-407B-7E52-F0D9C97AB026}" dt="2024-07-08T17:53:42.670" v="39"/>
          <ac:picMkLst>
            <pc:docMk/>
            <pc:sldMk cId="2484362690" sldId="520"/>
            <ac:picMk id="8" creationId="{A10D4F70-E56B-5DCC-3B68-B866220A3789}"/>
          </ac:picMkLst>
        </pc:picChg>
        <pc:picChg chg="del">
          <ac:chgData name="Allison Mulshine" userId="S::allison.mulshine@collegiseducation.com::5f656d52-c555-4e5e-9a5b-18226766ffe3" providerId="AD" clId="Web-{3233223D-7B72-407B-7E52-F0D9C97AB026}" dt="2024-07-08T17:53:42.670" v="38"/>
          <ac:picMkLst>
            <pc:docMk/>
            <pc:sldMk cId="2484362690" sldId="520"/>
            <ac:picMk id="9" creationId="{1F862CEE-1495-D976-690C-C1A0E618AAA1}"/>
          </ac:picMkLst>
        </pc:picChg>
        <pc:picChg chg="del">
          <ac:chgData name="Allison Mulshine" userId="S::allison.mulshine@collegiseducation.com::5f656d52-c555-4e5e-9a5b-18226766ffe3" providerId="AD" clId="Web-{3233223D-7B72-407B-7E52-F0D9C97AB026}" dt="2024-07-08T17:53:42.670" v="37"/>
          <ac:picMkLst>
            <pc:docMk/>
            <pc:sldMk cId="2484362690" sldId="520"/>
            <ac:picMk id="11" creationId="{C2DEE994-81C8-5E9D-5097-FF5AD9D22D8C}"/>
          </ac:picMkLst>
        </pc:picChg>
      </pc:sldChg>
      <pc:sldChg chg="addSp delSp modSp">
        <pc:chgData name="Allison Mulshine" userId="S::allison.mulshine@collegiseducation.com::5f656d52-c555-4e5e-9a5b-18226766ffe3" providerId="AD" clId="Web-{3233223D-7B72-407B-7E52-F0D9C97AB026}" dt="2024-07-08T17:51:56.044" v="26" actId="1076"/>
        <pc:sldMkLst>
          <pc:docMk/>
          <pc:sldMk cId="1374853181" sldId="878"/>
        </pc:sldMkLst>
        <pc:spChg chg="del">
          <ac:chgData name="Allison Mulshine" userId="S::allison.mulshine@collegiseducation.com::5f656d52-c555-4e5e-9a5b-18226766ffe3" providerId="AD" clId="Web-{3233223D-7B72-407B-7E52-F0D9C97AB026}" dt="2024-07-08T17:51:48.294" v="23"/>
          <ac:spMkLst>
            <pc:docMk/>
            <pc:sldMk cId="1374853181" sldId="878"/>
            <ac:spMk id="35" creationId="{9A177379-E5BE-EAA7-1500-7AAFB43A15A5}"/>
          </ac:spMkLst>
        </pc:spChg>
        <pc:grpChg chg="del">
          <ac:chgData name="Allison Mulshine" userId="S::allison.mulshine@collegiseducation.com::5f656d52-c555-4e5e-9a5b-18226766ffe3" providerId="AD" clId="Web-{3233223D-7B72-407B-7E52-F0D9C97AB026}" dt="2024-07-08T17:51:43.294" v="21"/>
          <ac:grpSpMkLst>
            <pc:docMk/>
            <pc:sldMk cId="1374853181" sldId="878"/>
            <ac:grpSpMk id="8" creationId="{A585047C-A10E-EA57-04B6-22B02F3D850C}"/>
          </ac:grpSpMkLst>
        </pc:grpChg>
        <pc:picChg chg="add mod">
          <ac:chgData name="Allison Mulshine" userId="S::allison.mulshine@collegiseducation.com::5f656d52-c555-4e5e-9a5b-18226766ffe3" providerId="AD" clId="Web-{3233223D-7B72-407B-7E52-F0D9C97AB026}" dt="2024-07-08T17:51:56.044" v="26" actId="1076"/>
          <ac:picMkLst>
            <pc:docMk/>
            <pc:sldMk cId="1374853181" sldId="878"/>
            <ac:picMk id="9" creationId="{5D636A7E-B699-B486-98F8-416BD348A66E}"/>
          </ac:picMkLst>
        </pc:picChg>
      </pc:sldChg>
      <pc:sldChg chg="addSp delSp modSp">
        <pc:chgData name="Allison Mulshine" userId="S::allison.mulshine@collegiseducation.com::5f656d52-c555-4e5e-9a5b-18226766ffe3" providerId="AD" clId="Web-{3233223D-7B72-407B-7E52-F0D9C97AB026}" dt="2024-07-08T17:50:56.247" v="17" actId="14100"/>
        <pc:sldMkLst>
          <pc:docMk/>
          <pc:sldMk cId="3703569066" sldId="879"/>
        </pc:sldMkLst>
        <pc:grpChg chg="del">
          <ac:chgData name="Allison Mulshine" userId="S::allison.mulshine@collegiseducation.com::5f656d52-c555-4e5e-9a5b-18226766ffe3" providerId="AD" clId="Web-{3233223D-7B72-407B-7E52-F0D9C97AB026}" dt="2024-07-08T17:50:50.168" v="15"/>
          <ac:grpSpMkLst>
            <pc:docMk/>
            <pc:sldMk cId="3703569066" sldId="879"/>
            <ac:grpSpMk id="9" creationId="{372871C8-D176-D3C9-D943-FB8861A7DB13}"/>
          </ac:grpSpMkLst>
        </pc:grpChg>
        <pc:picChg chg="add mod">
          <ac:chgData name="Allison Mulshine" userId="S::allison.mulshine@collegiseducation.com::5f656d52-c555-4e5e-9a5b-18226766ffe3" providerId="AD" clId="Web-{3233223D-7B72-407B-7E52-F0D9C97AB026}" dt="2024-07-08T17:50:56.247" v="17" actId="14100"/>
          <ac:picMkLst>
            <pc:docMk/>
            <pc:sldMk cId="3703569066" sldId="879"/>
            <ac:picMk id="10" creationId="{F5D04CDD-7F62-814D-08D1-18441A0CCB4F}"/>
          </ac:picMkLst>
        </pc:picChg>
        <pc:cxnChg chg="mod">
          <ac:chgData name="Allison Mulshine" userId="S::allison.mulshine@collegiseducation.com::5f656d52-c555-4e5e-9a5b-18226766ffe3" providerId="AD" clId="Web-{3233223D-7B72-407B-7E52-F0D9C97AB026}" dt="2024-07-08T17:50:50.168" v="15"/>
          <ac:cxnSpMkLst>
            <pc:docMk/>
            <pc:sldMk cId="3703569066" sldId="879"/>
            <ac:cxnSpMk id="46" creationId="{B72AEE44-B58C-2770-9A5B-5B0F41384BD8}"/>
          </ac:cxnSpMkLst>
        </pc:cxnChg>
        <pc:cxnChg chg="mod">
          <ac:chgData name="Allison Mulshine" userId="S::allison.mulshine@collegiseducation.com::5f656d52-c555-4e5e-9a5b-18226766ffe3" providerId="AD" clId="Web-{3233223D-7B72-407B-7E52-F0D9C97AB026}" dt="2024-07-08T17:50:50.168" v="15"/>
          <ac:cxnSpMkLst>
            <pc:docMk/>
            <pc:sldMk cId="3703569066" sldId="879"/>
            <ac:cxnSpMk id="47" creationId="{1C423072-04F8-18FE-988F-4834CEECC776}"/>
          </ac:cxnSpMkLst>
        </pc:cxnChg>
        <pc:cxnChg chg="mod">
          <ac:chgData name="Allison Mulshine" userId="S::allison.mulshine@collegiseducation.com::5f656d52-c555-4e5e-9a5b-18226766ffe3" providerId="AD" clId="Web-{3233223D-7B72-407B-7E52-F0D9C97AB026}" dt="2024-07-08T17:50:50.168" v="15"/>
          <ac:cxnSpMkLst>
            <pc:docMk/>
            <pc:sldMk cId="3703569066" sldId="879"/>
            <ac:cxnSpMk id="59" creationId="{CED20E01-9E81-1864-1331-0834C08E263F}"/>
          </ac:cxnSpMkLst>
        </pc:cxnChg>
        <pc:cxnChg chg="mod">
          <ac:chgData name="Allison Mulshine" userId="S::allison.mulshine@collegiseducation.com::5f656d52-c555-4e5e-9a5b-18226766ffe3" providerId="AD" clId="Web-{3233223D-7B72-407B-7E52-F0D9C97AB026}" dt="2024-07-08T17:50:50.168" v="15"/>
          <ac:cxnSpMkLst>
            <pc:docMk/>
            <pc:sldMk cId="3703569066" sldId="879"/>
            <ac:cxnSpMk id="60" creationId="{70D0ED46-25F0-BDAB-516D-1BE73F31F54F}"/>
          </ac:cxnSpMkLst>
        </pc:cxnChg>
      </pc:sldChg>
      <pc:sldChg chg="addSp delSp modSp">
        <pc:chgData name="Allison Mulshine" userId="S::allison.mulshine@collegiseducation.com::5f656d52-c555-4e5e-9a5b-18226766ffe3" providerId="AD" clId="Web-{3233223D-7B72-407B-7E52-F0D9C97AB026}" dt="2024-07-08T17:48:50.058" v="6" actId="1076"/>
        <pc:sldMkLst>
          <pc:docMk/>
          <pc:sldMk cId="3719300249" sldId="895"/>
        </pc:sldMkLst>
        <pc:grpChg chg="del">
          <ac:chgData name="Allison Mulshine" userId="S::allison.mulshine@collegiseducation.com::5f656d52-c555-4e5e-9a5b-18226766ffe3" providerId="AD" clId="Web-{3233223D-7B72-407B-7E52-F0D9C97AB026}" dt="2024-07-08T17:48:40.605" v="3"/>
          <ac:grpSpMkLst>
            <pc:docMk/>
            <pc:sldMk cId="3719300249" sldId="895"/>
            <ac:grpSpMk id="28" creationId="{7EBA6AA7-2903-89DF-5288-F62C5A66935A}"/>
          </ac:grpSpMkLst>
        </pc:grpChg>
        <pc:picChg chg="add mod">
          <ac:chgData name="Allison Mulshine" userId="S::allison.mulshine@collegiseducation.com::5f656d52-c555-4e5e-9a5b-18226766ffe3" providerId="AD" clId="Web-{3233223D-7B72-407B-7E52-F0D9C97AB026}" dt="2024-07-08T17:48:50.058" v="6" actId="1076"/>
          <ac:picMkLst>
            <pc:docMk/>
            <pc:sldMk cId="3719300249" sldId="895"/>
            <ac:picMk id="29" creationId="{BBECA560-23EE-7D14-FB1C-53316A51B8AC}"/>
          </ac:picMkLst>
        </pc:picChg>
      </pc:sldChg>
    </pc:docChg>
  </pc:docChgLst>
  <pc:docChgLst>
    <pc:chgData name="Allison Mulshine" userId="S::allison.mulshine@collegiseducation.com::5f656d52-c555-4e5e-9a5b-18226766ffe3" providerId="AD" clId="Web-{51993959-FADA-B443-4BEA-93D0C56EDA92}"/>
    <pc:docChg chg="modSld">
      <pc:chgData name="Allison Mulshine" userId="S::allison.mulshine@collegiseducation.com::5f656d52-c555-4e5e-9a5b-18226766ffe3" providerId="AD" clId="Web-{51993959-FADA-B443-4BEA-93D0C56EDA92}" dt="2024-06-20T18:48:51.932" v="20"/>
      <pc:docMkLst>
        <pc:docMk/>
      </pc:docMkLst>
      <pc:sldChg chg="addSp modSp">
        <pc:chgData name="Allison Mulshine" userId="S::allison.mulshine@collegiseducation.com::5f656d52-c555-4e5e-9a5b-18226766ffe3" providerId="AD" clId="Web-{51993959-FADA-B443-4BEA-93D0C56EDA92}" dt="2024-06-20T18:34:14.479" v="9"/>
        <pc:sldMkLst>
          <pc:docMk/>
          <pc:sldMk cId="2747289452" sldId="397"/>
        </pc:sldMkLst>
        <pc:grpChg chg="add mod">
          <ac:chgData name="Allison Mulshine" userId="S::allison.mulshine@collegiseducation.com::5f656d52-c555-4e5e-9a5b-18226766ffe3" providerId="AD" clId="Web-{51993959-FADA-B443-4BEA-93D0C56EDA92}" dt="2024-06-20T18:34:14.479" v="9"/>
          <ac:grpSpMkLst>
            <pc:docMk/>
            <pc:sldMk cId="2747289452" sldId="397"/>
            <ac:grpSpMk id="4" creationId="{AD3D0E63-1ED3-036A-5FD6-51D5FD3FF478}"/>
          </ac:grpSpMkLst>
        </pc:grpChg>
      </pc:sldChg>
      <pc:sldChg chg="addSp modSp">
        <pc:chgData name="Allison Mulshine" userId="S::allison.mulshine@collegiseducation.com::5f656d52-c555-4e5e-9a5b-18226766ffe3" providerId="AD" clId="Web-{51993959-FADA-B443-4BEA-93D0C56EDA92}" dt="2024-06-20T18:48:51.932" v="20"/>
        <pc:sldMkLst>
          <pc:docMk/>
          <pc:sldMk cId="689431700" sldId="399"/>
        </pc:sldMkLst>
        <pc:grpChg chg="add mod">
          <ac:chgData name="Allison Mulshine" userId="S::allison.mulshine@collegiseducation.com::5f656d52-c555-4e5e-9a5b-18226766ffe3" providerId="AD" clId="Web-{51993959-FADA-B443-4BEA-93D0C56EDA92}" dt="2024-06-20T18:48:51.932" v="20"/>
          <ac:grpSpMkLst>
            <pc:docMk/>
            <pc:sldMk cId="689431700" sldId="399"/>
            <ac:grpSpMk id="4" creationId="{E0F0CFE2-2136-F61A-4B1E-593F27D021B2}"/>
          </ac:grpSpMkLst>
        </pc:grpChg>
      </pc:sldChg>
      <pc:sldChg chg="addSp modSp">
        <pc:chgData name="Allison Mulshine" userId="S::allison.mulshine@collegiseducation.com::5f656d52-c555-4e5e-9a5b-18226766ffe3" providerId="AD" clId="Web-{51993959-FADA-B443-4BEA-93D0C56EDA92}" dt="2024-06-20T18:47:00.495" v="16"/>
        <pc:sldMkLst>
          <pc:docMk/>
          <pc:sldMk cId="1374853181" sldId="878"/>
        </pc:sldMkLst>
        <pc:grpChg chg="add mod">
          <ac:chgData name="Allison Mulshine" userId="S::allison.mulshine@collegiseducation.com::5f656d52-c555-4e5e-9a5b-18226766ffe3" providerId="AD" clId="Web-{51993959-FADA-B443-4BEA-93D0C56EDA92}" dt="2024-06-20T18:47:00.495" v="16"/>
          <ac:grpSpMkLst>
            <pc:docMk/>
            <pc:sldMk cId="1374853181" sldId="878"/>
            <ac:grpSpMk id="8" creationId="{A585047C-A10E-EA57-04B6-22B02F3D850C}"/>
          </ac:grpSpMkLst>
        </pc:grpChg>
      </pc:sldChg>
      <pc:sldChg chg="addSp modSp">
        <pc:chgData name="Allison Mulshine" userId="S::allison.mulshine@collegiseducation.com::5f656d52-c555-4e5e-9a5b-18226766ffe3" providerId="AD" clId="Web-{51993959-FADA-B443-4BEA-93D0C56EDA92}" dt="2024-06-20T18:36:42.401" v="13"/>
        <pc:sldMkLst>
          <pc:docMk/>
          <pc:sldMk cId="3703569066" sldId="879"/>
        </pc:sldMkLst>
        <pc:grpChg chg="add mod">
          <ac:chgData name="Allison Mulshine" userId="S::allison.mulshine@collegiseducation.com::5f656d52-c555-4e5e-9a5b-18226766ffe3" providerId="AD" clId="Web-{51993959-FADA-B443-4BEA-93D0C56EDA92}" dt="2024-06-20T18:36:42.401" v="13"/>
          <ac:grpSpMkLst>
            <pc:docMk/>
            <pc:sldMk cId="3703569066" sldId="879"/>
            <ac:grpSpMk id="9" creationId="{372871C8-D176-D3C9-D943-FB8861A7DB13}"/>
          </ac:grpSpMkLst>
        </pc:grpChg>
      </pc:sldChg>
      <pc:sldChg chg="addSp modSp">
        <pc:chgData name="Allison Mulshine" userId="S::allison.mulshine@collegiseducation.com::5f656d52-c555-4e5e-9a5b-18226766ffe3" providerId="AD" clId="Web-{51993959-FADA-B443-4BEA-93D0C56EDA92}" dt="2024-06-20T18:35:08.682" v="10"/>
        <pc:sldMkLst>
          <pc:docMk/>
          <pc:sldMk cId="3719300249" sldId="895"/>
        </pc:sldMkLst>
        <pc:grpChg chg="add mod">
          <ac:chgData name="Allison Mulshine" userId="S::allison.mulshine@collegiseducation.com::5f656d52-c555-4e5e-9a5b-18226766ffe3" providerId="AD" clId="Web-{51993959-FADA-B443-4BEA-93D0C56EDA92}" dt="2024-06-20T18:35:08.682" v="10"/>
          <ac:grpSpMkLst>
            <pc:docMk/>
            <pc:sldMk cId="3719300249" sldId="895"/>
            <ac:grpSpMk id="28" creationId="{7EBA6AA7-2903-89DF-5288-F62C5A66935A}"/>
          </ac:grpSpMkLst>
        </pc:grpChg>
        <pc:cxnChg chg="mod">
          <ac:chgData name="Allison Mulshine" userId="S::allison.mulshine@collegiseducation.com::5f656d52-c555-4e5e-9a5b-18226766ffe3" providerId="AD" clId="Web-{51993959-FADA-B443-4BEA-93D0C56EDA92}" dt="2024-06-20T18:32:14.401" v="6"/>
          <ac:cxnSpMkLst>
            <pc:docMk/>
            <pc:sldMk cId="3719300249" sldId="895"/>
            <ac:cxnSpMk id="20" creationId="{205E8FEC-E06E-5C1A-0103-C11C702B698A}"/>
          </ac:cxnSpMkLst>
        </pc:cxnChg>
      </pc:sldChg>
      <pc:sldChg chg="modSp">
        <pc:chgData name="Allison Mulshine" userId="S::allison.mulshine@collegiseducation.com::5f656d52-c555-4e5e-9a5b-18226766ffe3" providerId="AD" clId="Web-{51993959-FADA-B443-4BEA-93D0C56EDA92}" dt="2024-06-20T18:31:12.119" v="2"/>
        <pc:sldMkLst>
          <pc:docMk/>
          <pc:sldMk cId="1712415642" sldId="916"/>
        </pc:sldMkLst>
        <pc:graphicFrameChg chg="mod">
          <ac:chgData name="Allison Mulshine" userId="S::allison.mulshine@collegiseducation.com::5f656d52-c555-4e5e-9a5b-18226766ffe3" providerId="AD" clId="Web-{51993959-FADA-B443-4BEA-93D0C56EDA92}" dt="2024-06-20T18:31:12.119" v="2"/>
          <ac:graphicFrameMkLst>
            <pc:docMk/>
            <pc:sldMk cId="1712415642" sldId="916"/>
            <ac:graphicFrameMk id="3" creationId="{94BB612E-B139-3418-373E-671B2D172BF3}"/>
          </ac:graphicFrameMkLst>
        </pc:graphicFrameChg>
      </pc:sldChg>
    </pc:docChg>
  </pc:docChgLst>
  <pc:docChgLst>
    <pc:chgData name="Judy Tseng" userId="b031a71b-ea40-479f-9c0f-e713aa008bfa" providerId="ADAL" clId="{A78FC2AA-5137-4713-8FCA-352CB6AD6318}"/>
    <pc:docChg chg="undo custSel modSld">
      <pc:chgData name="Judy Tseng" userId="b031a71b-ea40-479f-9c0f-e713aa008bfa" providerId="ADAL" clId="{A78FC2AA-5137-4713-8FCA-352CB6AD6318}" dt="2024-03-27T20:15:14.471" v="38" actId="207"/>
      <pc:docMkLst>
        <pc:docMk/>
      </pc:docMkLst>
      <pc:sldChg chg="modSp mod">
        <pc:chgData name="Judy Tseng" userId="b031a71b-ea40-479f-9c0f-e713aa008bfa" providerId="ADAL" clId="{A78FC2AA-5137-4713-8FCA-352CB6AD6318}" dt="2024-03-27T20:13:21.936" v="13" actId="207"/>
        <pc:sldMkLst>
          <pc:docMk/>
          <pc:sldMk cId="2484362690" sldId="520"/>
        </pc:sldMkLst>
        <pc:spChg chg="mod">
          <ac:chgData name="Judy Tseng" userId="b031a71b-ea40-479f-9c0f-e713aa008bfa" providerId="ADAL" clId="{A78FC2AA-5137-4713-8FCA-352CB6AD6318}" dt="2024-03-27T20:13:15.270" v="10" actId="207"/>
          <ac:spMkLst>
            <pc:docMk/>
            <pc:sldMk cId="2484362690" sldId="520"/>
            <ac:spMk id="21" creationId="{5E800304-5C4C-BD4C-9AE3-AA054C32D189}"/>
          </ac:spMkLst>
        </pc:spChg>
        <pc:spChg chg="mod">
          <ac:chgData name="Judy Tseng" userId="b031a71b-ea40-479f-9c0f-e713aa008bfa" providerId="ADAL" clId="{A78FC2AA-5137-4713-8FCA-352CB6AD6318}" dt="2024-03-27T20:13:17.299" v="11" actId="207"/>
          <ac:spMkLst>
            <pc:docMk/>
            <pc:sldMk cId="2484362690" sldId="520"/>
            <ac:spMk id="22" creationId="{3C1DB058-B81D-DE4A-B09F-2D48CFF2C020}"/>
          </ac:spMkLst>
        </pc:spChg>
        <pc:spChg chg="mod">
          <ac:chgData name="Judy Tseng" userId="b031a71b-ea40-479f-9c0f-e713aa008bfa" providerId="ADAL" clId="{A78FC2AA-5137-4713-8FCA-352CB6AD6318}" dt="2024-03-27T20:13:19.511" v="12" actId="207"/>
          <ac:spMkLst>
            <pc:docMk/>
            <pc:sldMk cId="2484362690" sldId="520"/>
            <ac:spMk id="23" creationId="{0D00D3A8-3755-E846-8875-222CA0A1837F}"/>
          </ac:spMkLst>
        </pc:spChg>
        <pc:spChg chg="mod">
          <ac:chgData name="Judy Tseng" userId="b031a71b-ea40-479f-9c0f-e713aa008bfa" providerId="ADAL" clId="{A78FC2AA-5137-4713-8FCA-352CB6AD6318}" dt="2024-03-27T20:13:21.936" v="13" actId="207"/>
          <ac:spMkLst>
            <pc:docMk/>
            <pc:sldMk cId="2484362690" sldId="520"/>
            <ac:spMk id="25" creationId="{D184B023-E20C-7649-BB77-11D63778CED8}"/>
          </ac:spMkLst>
        </pc:spChg>
      </pc:sldChg>
      <pc:sldChg chg="modSp mod">
        <pc:chgData name="Judy Tseng" userId="b031a71b-ea40-479f-9c0f-e713aa008bfa" providerId="ADAL" clId="{A78FC2AA-5137-4713-8FCA-352CB6AD6318}" dt="2024-03-27T20:13:10.042" v="9" actId="207"/>
        <pc:sldMkLst>
          <pc:docMk/>
          <pc:sldMk cId="855940858" sldId="799"/>
        </pc:sldMkLst>
        <pc:spChg chg="mod">
          <ac:chgData name="Judy Tseng" userId="b031a71b-ea40-479f-9c0f-e713aa008bfa" providerId="ADAL" clId="{A78FC2AA-5137-4713-8FCA-352CB6AD6318}" dt="2024-03-27T20:13:04.304" v="6" actId="207"/>
          <ac:spMkLst>
            <pc:docMk/>
            <pc:sldMk cId="855940858" sldId="799"/>
            <ac:spMk id="8" creationId="{B9C87F86-2422-9D76-8643-9F14AE6654EA}"/>
          </ac:spMkLst>
        </pc:spChg>
        <pc:spChg chg="mod">
          <ac:chgData name="Judy Tseng" userId="b031a71b-ea40-479f-9c0f-e713aa008bfa" providerId="ADAL" clId="{A78FC2AA-5137-4713-8FCA-352CB6AD6318}" dt="2024-03-27T20:13:08.159" v="8" actId="207"/>
          <ac:spMkLst>
            <pc:docMk/>
            <pc:sldMk cId="855940858" sldId="799"/>
            <ac:spMk id="9" creationId="{3E9BF948-A9D5-52ED-BA93-AD433038B961}"/>
          </ac:spMkLst>
        </pc:spChg>
        <pc:spChg chg="mod">
          <ac:chgData name="Judy Tseng" userId="b031a71b-ea40-479f-9c0f-e713aa008bfa" providerId="ADAL" clId="{A78FC2AA-5137-4713-8FCA-352CB6AD6318}" dt="2024-03-27T20:13:06.261" v="7" actId="207"/>
          <ac:spMkLst>
            <pc:docMk/>
            <pc:sldMk cId="855940858" sldId="799"/>
            <ac:spMk id="12" creationId="{DA824491-39DA-2FEF-F31F-171731277535}"/>
          </ac:spMkLst>
        </pc:spChg>
        <pc:spChg chg="mod">
          <ac:chgData name="Judy Tseng" userId="b031a71b-ea40-479f-9c0f-e713aa008bfa" providerId="ADAL" clId="{A78FC2AA-5137-4713-8FCA-352CB6AD6318}" dt="2024-03-27T20:13:10.042" v="9" actId="207"/>
          <ac:spMkLst>
            <pc:docMk/>
            <pc:sldMk cId="855940858" sldId="799"/>
            <ac:spMk id="13" creationId="{3A9321C7-53EF-9CA7-F7BF-681BF48FC6F4}"/>
          </ac:spMkLst>
        </pc:spChg>
      </pc:sldChg>
      <pc:sldChg chg="modSp mod">
        <pc:chgData name="Judy Tseng" userId="b031a71b-ea40-479f-9c0f-e713aa008bfa" providerId="ADAL" clId="{A78FC2AA-5137-4713-8FCA-352CB6AD6318}" dt="2024-03-27T20:15:14.471" v="38" actId="207"/>
        <pc:sldMkLst>
          <pc:docMk/>
          <pc:sldMk cId="1374853181" sldId="878"/>
        </pc:sldMkLst>
        <pc:spChg chg="mod">
          <ac:chgData name="Judy Tseng" userId="b031a71b-ea40-479f-9c0f-e713aa008bfa" providerId="ADAL" clId="{A78FC2AA-5137-4713-8FCA-352CB6AD6318}" dt="2024-03-27T20:15:10.459" v="36" actId="207"/>
          <ac:spMkLst>
            <pc:docMk/>
            <pc:sldMk cId="1374853181" sldId="878"/>
            <ac:spMk id="3" creationId="{1923D582-5CBA-391C-132B-1D96EDDDE33A}"/>
          </ac:spMkLst>
        </pc:spChg>
        <pc:spChg chg="mod">
          <ac:chgData name="Judy Tseng" userId="b031a71b-ea40-479f-9c0f-e713aa008bfa" providerId="ADAL" clId="{A78FC2AA-5137-4713-8FCA-352CB6AD6318}" dt="2024-03-27T20:15:12.652" v="37" actId="207"/>
          <ac:spMkLst>
            <pc:docMk/>
            <pc:sldMk cId="1374853181" sldId="878"/>
            <ac:spMk id="4" creationId="{EC751F10-D5E1-86B4-80FD-A413C7098935}"/>
          </ac:spMkLst>
        </pc:spChg>
        <pc:spChg chg="mod">
          <ac:chgData name="Judy Tseng" userId="b031a71b-ea40-479f-9c0f-e713aa008bfa" providerId="ADAL" clId="{A78FC2AA-5137-4713-8FCA-352CB6AD6318}" dt="2024-03-27T20:15:14.471" v="38" actId="207"/>
          <ac:spMkLst>
            <pc:docMk/>
            <pc:sldMk cId="1374853181" sldId="878"/>
            <ac:spMk id="5" creationId="{802B6AD3-80A5-EB63-B030-AA0E7DD83479}"/>
          </ac:spMkLst>
        </pc:spChg>
        <pc:spChg chg="mod">
          <ac:chgData name="Judy Tseng" userId="b031a71b-ea40-479f-9c0f-e713aa008bfa" providerId="ADAL" clId="{A78FC2AA-5137-4713-8FCA-352CB6AD6318}" dt="2024-03-27T20:12:54.590" v="4" actId="207"/>
          <ac:spMkLst>
            <pc:docMk/>
            <pc:sldMk cId="1374853181" sldId="878"/>
            <ac:spMk id="15" creationId="{5B17068F-54B1-BE04-5614-5EF192F19C00}"/>
          </ac:spMkLst>
        </pc:spChg>
        <pc:spChg chg="mod">
          <ac:chgData name="Judy Tseng" userId="b031a71b-ea40-479f-9c0f-e713aa008bfa" providerId="ADAL" clId="{A78FC2AA-5137-4713-8FCA-352CB6AD6318}" dt="2024-03-27T20:12:56.451" v="5" actId="207"/>
          <ac:spMkLst>
            <pc:docMk/>
            <pc:sldMk cId="1374853181" sldId="878"/>
            <ac:spMk id="16" creationId="{B1DE45CD-104E-15B2-BF22-09428B32B2EA}"/>
          </ac:spMkLst>
        </pc:spChg>
        <pc:spChg chg="mod">
          <ac:chgData name="Judy Tseng" userId="b031a71b-ea40-479f-9c0f-e713aa008bfa" providerId="ADAL" clId="{A78FC2AA-5137-4713-8FCA-352CB6AD6318}" dt="2024-03-27T20:14:07.449" v="22" actId="1036"/>
          <ac:spMkLst>
            <pc:docMk/>
            <pc:sldMk cId="1374853181" sldId="878"/>
            <ac:spMk id="17" creationId="{4DAD6E7A-C2EA-9EAC-3E50-0CABB8DEBD07}"/>
          </ac:spMkLst>
        </pc:spChg>
        <pc:spChg chg="mod">
          <ac:chgData name="Judy Tseng" userId="b031a71b-ea40-479f-9c0f-e713aa008bfa" providerId="ADAL" clId="{A78FC2AA-5137-4713-8FCA-352CB6AD6318}" dt="2024-03-27T20:14:08.865" v="23" actId="962"/>
          <ac:spMkLst>
            <pc:docMk/>
            <pc:sldMk cId="1374853181" sldId="878"/>
            <ac:spMk id="18" creationId="{D940EED5-22CB-77F3-D432-E920DBC03207}"/>
          </ac:spMkLst>
        </pc:spChg>
        <pc:spChg chg="mod">
          <ac:chgData name="Judy Tseng" userId="b031a71b-ea40-479f-9c0f-e713aa008bfa" providerId="ADAL" clId="{A78FC2AA-5137-4713-8FCA-352CB6AD6318}" dt="2024-03-27T20:14:09.755" v="24" actId="962"/>
          <ac:spMkLst>
            <pc:docMk/>
            <pc:sldMk cId="1374853181" sldId="878"/>
            <ac:spMk id="19" creationId="{1B0FECC8-6548-EF40-25A3-14B6EA31D28C}"/>
          </ac:spMkLst>
        </pc:spChg>
        <pc:spChg chg="mod">
          <ac:chgData name="Judy Tseng" userId="b031a71b-ea40-479f-9c0f-e713aa008bfa" providerId="ADAL" clId="{A78FC2AA-5137-4713-8FCA-352CB6AD6318}" dt="2024-03-27T20:14:10.561" v="25" actId="962"/>
          <ac:spMkLst>
            <pc:docMk/>
            <pc:sldMk cId="1374853181" sldId="878"/>
            <ac:spMk id="21" creationId="{FF1A3D94-DD95-5416-B2F7-7C08A3CE4085}"/>
          </ac:spMkLst>
        </pc:spChg>
        <pc:spChg chg="mod">
          <ac:chgData name="Judy Tseng" userId="b031a71b-ea40-479f-9c0f-e713aa008bfa" providerId="ADAL" clId="{A78FC2AA-5137-4713-8FCA-352CB6AD6318}" dt="2024-03-27T20:14:20.494" v="28" actId="962"/>
          <ac:spMkLst>
            <pc:docMk/>
            <pc:sldMk cId="1374853181" sldId="878"/>
            <ac:spMk id="24" creationId="{1962C74B-7800-49AC-4344-1E79BEF2AD5D}"/>
          </ac:spMkLst>
        </pc:spChg>
        <pc:spChg chg="mod">
          <ac:chgData name="Judy Tseng" userId="b031a71b-ea40-479f-9c0f-e713aa008bfa" providerId="ADAL" clId="{A78FC2AA-5137-4713-8FCA-352CB6AD6318}" dt="2024-03-27T20:14:25.047" v="29" actId="962"/>
          <ac:spMkLst>
            <pc:docMk/>
            <pc:sldMk cId="1374853181" sldId="878"/>
            <ac:spMk id="34" creationId="{29312B4D-9D6F-0AF6-23B0-810D13701D96}"/>
          </ac:spMkLst>
        </pc:spChg>
      </pc:sldChg>
      <pc:sldChg chg="modSp mod">
        <pc:chgData name="Judy Tseng" userId="b031a71b-ea40-479f-9c0f-e713aa008bfa" providerId="ADAL" clId="{A78FC2AA-5137-4713-8FCA-352CB6AD6318}" dt="2024-03-27T20:13:56.168" v="19" actId="962"/>
        <pc:sldMkLst>
          <pc:docMk/>
          <pc:sldMk cId="3703569066" sldId="879"/>
        </pc:sldMkLst>
        <pc:spChg chg="mod">
          <ac:chgData name="Judy Tseng" userId="b031a71b-ea40-479f-9c0f-e713aa008bfa" providerId="ADAL" clId="{A78FC2AA-5137-4713-8FCA-352CB6AD6318}" dt="2024-03-27T20:12:47.682" v="2" actId="207"/>
          <ac:spMkLst>
            <pc:docMk/>
            <pc:sldMk cId="3703569066" sldId="879"/>
            <ac:spMk id="4" creationId="{6FB8E891-BEF6-FC13-C15F-ED61EB6A0E54}"/>
          </ac:spMkLst>
        </pc:spChg>
        <pc:spChg chg="mod">
          <ac:chgData name="Judy Tseng" userId="b031a71b-ea40-479f-9c0f-e713aa008bfa" providerId="ADAL" clId="{A78FC2AA-5137-4713-8FCA-352CB6AD6318}" dt="2024-03-27T20:12:49.669" v="3" actId="207"/>
          <ac:spMkLst>
            <pc:docMk/>
            <pc:sldMk cId="3703569066" sldId="879"/>
            <ac:spMk id="5" creationId="{A82CCB24-DBB1-5D05-81E2-209DBDEF82B4}"/>
          </ac:spMkLst>
        </pc:spChg>
        <pc:spChg chg="mod">
          <ac:chgData name="Judy Tseng" userId="b031a71b-ea40-479f-9c0f-e713aa008bfa" providerId="ADAL" clId="{A78FC2AA-5137-4713-8FCA-352CB6AD6318}" dt="2024-03-27T20:13:54.106" v="17" actId="962"/>
          <ac:spMkLst>
            <pc:docMk/>
            <pc:sldMk cId="3703569066" sldId="879"/>
            <ac:spMk id="6" creationId="{97C31DC5-90BC-2251-4435-E6B601A95C04}"/>
          </ac:spMkLst>
        </pc:spChg>
        <pc:spChg chg="mod">
          <ac:chgData name="Judy Tseng" userId="b031a71b-ea40-479f-9c0f-e713aa008bfa" providerId="ADAL" clId="{A78FC2AA-5137-4713-8FCA-352CB6AD6318}" dt="2024-03-27T20:13:55.160" v="18" actId="962"/>
          <ac:spMkLst>
            <pc:docMk/>
            <pc:sldMk cId="3703569066" sldId="879"/>
            <ac:spMk id="7" creationId="{BA98775E-AB4E-41DB-1832-6BA037AB47F5}"/>
          </ac:spMkLst>
        </pc:spChg>
        <pc:spChg chg="mod">
          <ac:chgData name="Judy Tseng" userId="b031a71b-ea40-479f-9c0f-e713aa008bfa" providerId="ADAL" clId="{A78FC2AA-5137-4713-8FCA-352CB6AD6318}" dt="2024-03-27T20:13:56.168" v="19" actId="962"/>
          <ac:spMkLst>
            <pc:docMk/>
            <pc:sldMk cId="3703569066" sldId="879"/>
            <ac:spMk id="8" creationId="{8AD2459F-21E5-8287-AD71-30613A0E03D8}"/>
          </ac:spMkLst>
        </pc:spChg>
      </pc:sldChg>
      <pc:sldChg chg="modSp mod">
        <pc:chgData name="Judy Tseng" userId="b031a71b-ea40-479f-9c0f-e713aa008bfa" providerId="ADAL" clId="{A78FC2AA-5137-4713-8FCA-352CB6AD6318}" dt="2024-03-27T20:15:04.761" v="35" actId="207"/>
        <pc:sldMkLst>
          <pc:docMk/>
          <pc:sldMk cId="3719300249" sldId="895"/>
        </pc:sldMkLst>
        <pc:spChg chg="mod">
          <ac:chgData name="Judy Tseng" userId="b031a71b-ea40-479f-9c0f-e713aa008bfa" providerId="ADAL" clId="{A78FC2AA-5137-4713-8FCA-352CB6AD6318}" dt="2024-03-27T20:14:55.811" v="33" actId="207"/>
          <ac:spMkLst>
            <pc:docMk/>
            <pc:sldMk cId="3719300249" sldId="895"/>
            <ac:spMk id="3" creationId="{2F289F22-6EFD-69AC-B9A4-9A050316123E}"/>
          </ac:spMkLst>
        </pc:spChg>
        <pc:spChg chg="mod">
          <ac:chgData name="Judy Tseng" userId="b031a71b-ea40-479f-9c0f-e713aa008bfa" providerId="ADAL" clId="{A78FC2AA-5137-4713-8FCA-352CB6AD6318}" dt="2024-03-27T20:15:00.124" v="34" actId="207"/>
          <ac:spMkLst>
            <pc:docMk/>
            <pc:sldMk cId="3719300249" sldId="895"/>
            <ac:spMk id="6" creationId="{F16958C1-A532-F2F3-8216-61E2EC436660}"/>
          </ac:spMkLst>
        </pc:spChg>
        <pc:spChg chg="mod">
          <ac:chgData name="Judy Tseng" userId="b031a71b-ea40-479f-9c0f-e713aa008bfa" providerId="ADAL" clId="{A78FC2AA-5137-4713-8FCA-352CB6AD6318}" dt="2024-03-27T20:14:49.256" v="30" actId="207"/>
          <ac:spMkLst>
            <pc:docMk/>
            <pc:sldMk cId="3719300249" sldId="895"/>
            <ac:spMk id="13" creationId="{A48C303D-3FDB-7D7A-AE3E-B5956284E1D1}"/>
          </ac:spMkLst>
        </pc:spChg>
        <pc:spChg chg="mod">
          <ac:chgData name="Judy Tseng" userId="b031a71b-ea40-479f-9c0f-e713aa008bfa" providerId="ADAL" clId="{A78FC2AA-5137-4713-8FCA-352CB6AD6318}" dt="2024-03-27T20:12:36.831" v="1" actId="207"/>
          <ac:spMkLst>
            <pc:docMk/>
            <pc:sldMk cId="3719300249" sldId="895"/>
            <ac:spMk id="16" creationId="{10B8A8C0-30CC-5917-824B-EF3FC955A54B}"/>
          </ac:spMkLst>
        </pc:spChg>
        <pc:spChg chg="mod">
          <ac:chgData name="Judy Tseng" userId="b031a71b-ea40-479f-9c0f-e713aa008bfa" providerId="ADAL" clId="{A78FC2AA-5137-4713-8FCA-352CB6AD6318}" dt="2024-03-27T20:15:04.761" v="35" actId="207"/>
          <ac:spMkLst>
            <pc:docMk/>
            <pc:sldMk cId="3719300249" sldId="895"/>
            <ac:spMk id="18" creationId="{31ABEA23-889E-1700-2559-63DFF0B99E1B}"/>
          </ac:spMkLst>
        </pc:spChg>
        <pc:spChg chg="mod">
          <ac:chgData name="Judy Tseng" userId="b031a71b-ea40-479f-9c0f-e713aa008bfa" providerId="ADAL" clId="{A78FC2AA-5137-4713-8FCA-352CB6AD6318}" dt="2024-03-27T20:12:34.867" v="0" actId="207"/>
          <ac:spMkLst>
            <pc:docMk/>
            <pc:sldMk cId="3719300249" sldId="895"/>
            <ac:spMk id="24" creationId="{F66ABF49-AEA7-BDF0-E861-43AE771F9250}"/>
          </ac:spMkLst>
        </pc:spChg>
        <pc:spChg chg="mod">
          <ac:chgData name="Judy Tseng" userId="b031a71b-ea40-479f-9c0f-e713aa008bfa" providerId="ADAL" clId="{A78FC2AA-5137-4713-8FCA-352CB6AD6318}" dt="2024-03-27T20:13:42.723" v="14" actId="962"/>
          <ac:spMkLst>
            <pc:docMk/>
            <pc:sldMk cId="3719300249" sldId="895"/>
            <ac:spMk id="25" creationId="{9C2E0117-1F37-A5E1-7C05-0F9C7807DCFA}"/>
          </ac:spMkLst>
        </pc:spChg>
        <pc:spChg chg="mod">
          <ac:chgData name="Judy Tseng" userId="b031a71b-ea40-479f-9c0f-e713aa008bfa" providerId="ADAL" clId="{A78FC2AA-5137-4713-8FCA-352CB6AD6318}" dt="2024-03-27T20:13:43.868" v="15" actId="962"/>
          <ac:spMkLst>
            <pc:docMk/>
            <pc:sldMk cId="3719300249" sldId="895"/>
            <ac:spMk id="26" creationId="{E4A910CB-4521-D337-991F-FAAB8CA6512F}"/>
          </ac:spMkLst>
        </pc:spChg>
        <pc:spChg chg="mod">
          <ac:chgData name="Judy Tseng" userId="b031a71b-ea40-479f-9c0f-e713aa008bfa" providerId="ADAL" clId="{A78FC2AA-5137-4713-8FCA-352CB6AD6318}" dt="2024-03-27T20:13:44.902" v="16" actId="962"/>
          <ac:spMkLst>
            <pc:docMk/>
            <pc:sldMk cId="3719300249" sldId="895"/>
            <ac:spMk id="27" creationId="{16390BAC-AA44-2EF8-DF89-0AA496BBE0E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83A19F-005A-0B43-8BE5-2AB79B59EE03}" type="doc">
      <dgm:prSet loTypeId="urn:microsoft.com/office/officeart/2008/layout/LinedList" loCatId="" qsTypeId="urn:microsoft.com/office/officeart/2005/8/quickstyle/simple1" qsCatId="simple" csTypeId="urn:microsoft.com/office/officeart/2005/8/colors/accent0_1" csCatId="mainScheme" phldr="1"/>
      <dgm:spPr/>
      <dgm:t>
        <a:bodyPr/>
        <a:lstStyle/>
        <a:p>
          <a:endParaRPr lang="en-US"/>
        </a:p>
      </dgm:t>
    </dgm:pt>
    <dgm:pt modelId="{3CB84C0B-77AE-F540-A8C8-08C91004A940}">
      <dgm:prSet phldrT="[Text]"/>
      <dgm:spPr/>
      <dgm:t>
        <a:bodyPr/>
        <a:lstStyle/>
        <a:p>
          <a:r>
            <a:rPr lang="en-US" b="0" i="0" dirty="0">
              <a:effectLst/>
              <a:latin typeface="-apple-system"/>
            </a:rPr>
            <a:t>All instances of the Mapper function work independently and in parallel, including working on different machines of the cluster.</a:t>
          </a:r>
          <a:endParaRPr lang="en-US" dirty="0"/>
        </a:p>
      </dgm:t>
    </dgm:pt>
    <dgm:pt modelId="{AA58C7E7-661B-0144-8F4A-361C77A241B3}" type="parTrans" cxnId="{FACC03EF-C37F-394B-A37A-D7A73A98DD1D}">
      <dgm:prSet/>
      <dgm:spPr/>
      <dgm:t>
        <a:bodyPr/>
        <a:lstStyle/>
        <a:p>
          <a:endParaRPr lang="en-US"/>
        </a:p>
      </dgm:t>
    </dgm:pt>
    <dgm:pt modelId="{87B5DE6B-DF09-4B4E-ABE8-DBFC179DB7DF}" type="sibTrans" cxnId="{FACC03EF-C37F-394B-A37A-D7A73A98DD1D}">
      <dgm:prSet/>
      <dgm:spPr/>
      <dgm:t>
        <a:bodyPr/>
        <a:lstStyle/>
        <a:p>
          <a:endParaRPr lang="en-US"/>
        </a:p>
      </dgm:t>
    </dgm:pt>
    <dgm:pt modelId="{7BB01A9D-712C-9B4F-A7F4-BD7A71537783}">
      <dgm:prSet/>
      <dgm:spPr/>
      <dgm:t>
        <a:bodyPr/>
        <a:lstStyle/>
        <a:p>
          <a:r>
            <a:rPr lang="en-US" b="0" i="0" dirty="0">
              <a:effectLst/>
              <a:latin typeface="-apple-system"/>
            </a:rPr>
            <a:t>All instances of the Reducer function work independently and can work in parallel, including on different machines of the cluster.</a:t>
          </a:r>
        </a:p>
      </dgm:t>
    </dgm:pt>
    <dgm:pt modelId="{F039A06B-6515-1E46-B2AB-E4ACD1CA81F2}" type="parTrans" cxnId="{3866C4E1-22BD-D645-8F63-9C3BB570D00E}">
      <dgm:prSet/>
      <dgm:spPr/>
      <dgm:t>
        <a:bodyPr/>
        <a:lstStyle/>
        <a:p>
          <a:endParaRPr lang="en-US"/>
        </a:p>
      </dgm:t>
    </dgm:pt>
    <dgm:pt modelId="{77339646-7FF7-7C4A-B374-11A8D49C1381}" type="sibTrans" cxnId="{3866C4E1-22BD-D645-8F63-9C3BB570D00E}">
      <dgm:prSet/>
      <dgm:spPr/>
      <dgm:t>
        <a:bodyPr/>
        <a:lstStyle/>
        <a:p>
          <a:endParaRPr lang="en-US"/>
        </a:p>
      </dgm:t>
    </dgm:pt>
    <dgm:pt modelId="{EA2E2BE8-4167-A245-A7C9-6C529BAA5992}">
      <dgm:prSet/>
      <dgm:spPr/>
      <dgm:t>
        <a:bodyPr/>
        <a:lstStyle/>
        <a:p>
          <a:r>
            <a:rPr lang="en-US" dirty="0">
              <a:latin typeface="-apple-system"/>
            </a:rPr>
            <a:t>The S</a:t>
          </a:r>
          <a:r>
            <a:rPr lang="en-US" b="0" i="0" dirty="0">
              <a:effectLst/>
              <a:latin typeface="-apple-system"/>
            </a:rPr>
            <a:t>huffle stage represents (in part) a parallel sort, so Shuffle can also work in parallel on different cluster machines.</a:t>
          </a:r>
        </a:p>
      </dgm:t>
    </dgm:pt>
    <dgm:pt modelId="{BA7DB32E-C396-5245-9FBB-D3E1C2CE7C7A}" type="parTrans" cxnId="{778D0033-8ED9-454A-B5F4-75F195367978}">
      <dgm:prSet/>
      <dgm:spPr/>
      <dgm:t>
        <a:bodyPr/>
        <a:lstStyle/>
        <a:p>
          <a:endParaRPr lang="en-US"/>
        </a:p>
      </dgm:t>
    </dgm:pt>
    <dgm:pt modelId="{90963984-8B63-A643-A980-A3056CE9579C}" type="sibTrans" cxnId="{778D0033-8ED9-454A-B5F4-75F195367978}">
      <dgm:prSet/>
      <dgm:spPr/>
      <dgm:t>
        <a:bodyPr/>
        <a:lstStyle/>
        <a:p>
          <a:endParaRPr lang="en-US"/>
        </a:p>
      </dgm:t>
    </dgm:pt>
    <dgm:pt modelId="{30726E2F-1297-544A-B264-CC8FE685B056}">
      <dgm:prSet/>
      <dgm:spPr/>
      <dgm:t>
        <a:bodyPr/>
        <a:lstStyle/>
        <a:p>
          <a:r>
            <a:rPr lang="en-US" b="0" i="0" dirty="0">
              <a:effectLst/>
              <a:latin typeface="-apple-system"/>
            </a:rPr>
            <a:t>The Mapper function is often used on a machine where the data is stored. This allows reducing data transmission over the network.</a:t>
          </a:r>
        </a:p>
      </dgm:t>
    </dgm:pt>
    <dgm:pt modelId="{C6C71D85-C9A1-5144-ADCE-CF979EECD943}" type="parTrans" cxnId="{42FFD424-FC99-E348-BFCE-2B40DC2937D6}">
      <dgm:prSet/>
      <dgm:spPr/>
      <dgm:t>
        <a:bodyPr/>
        <a:lstStyle/>
        <a:p>
          <a:endParaRPr lang="en-US"/>
        </a:p>
      </dgm:t>
    </dgm:pt>
    <dgm:pt modelId="{DDAA8A7B-1CC8-B24C-A84E-A835A83596FB}" type="sibTrans" cxnId="{42FFD424-FC99-E348-BFCE-2B40DC2937D6}">
      <dgm:prSet/>
      <dgm:spPr/>
      <dgm:t>
        <a:bodyPr/>
        <a:lstStyle/>
        <a:p>
          <a:endParaRPr lang="en-US"/>
        </a:p>
      </dgm:t>
    </dgm:pt>
    <dgm:pt modelId="{8DC1CD20-25B3-9246-9F01-03DB6D0ADFD4}">
      <dgm:prSet/>
      <dgm:spPr/>
      <dgm:t>
        <a:bodyPr/>
        <a:lstStyle/>
        <a:p>
          <a:r>
            <a:rPr lang="en-US" b="0" i="0" dirty="0">
              <a:effectLst/>
              <a:latin typeface="-apple-system"/>
            </a:rPr>
            <a:t>A MapReduce job is always a full scan of all the data; there are no indexes or partial reads.</a:t>
          </a:r>
        </a:p>
      </dgm:t>
    </dgm:pt>
    <dgm:pt modelId="{255D95DE-B2EB-1B40-9887-D2AFB45105BF}" type="parTrans" cxnId="{E657C9C0-9CCA-8945-8DC0-3CE637524A84}">
      <dgm:prSet/>
      <dgm:spPr/>
      <dgm:t>
        <a:bodyPr/>
        <a:lstStyle/>
        <a:p>
          <a:endParaRPr lang="en-US"/>
        </a:p>
      </dgm:t>
    </dgm:pt>
    <dgm:pt modelId="{5C8661F9-3984-0A47-A3C4-E3654A44A645}" type="sibTrans" cxnId="{E657C9C0-9CCA-8945-8DC0-3CE637524A84}">
      <dgm:prSet/>
      <dgm:spPr/>
      <dgm:t>
        <a:bodyPr/>
        <a:lstStyle/>
        <a:p>
          <a:endParaRPr lang="en-US"/>
        </a:p>
      </dgm:t>
    </dgm:pt>
    <dgm:pt modelId="{48472C09-6B82-4E45-AA14-19722AF62AAB}" type="pres">
      <dgm:prSet presAssocID="{F083A19F-005A-0B43-8BE5-2AB79B59EE03}" presName="vert0" presStyleCnt="0">
        <dgm:presLayoutVars>
          <dgm:dir/>
          <dgm:animOne val="branch"/>
          <dgm:animLvl val="lvl"/>
        </dgm:presLayoutVars>
      </dgm:prSet>
      <dgm:spPr/>
    </dgm:pt>
    <dgm:pt modelId="{B717AB27-1E59-EE4F-BAC3-709139901661}" type="pres">
      <dgm:prSet presAssocID="{3CB84C0B-77AE-F540-A8C8-08C91004A940}" presName="thickLine" presStyleLbl="alignNode1" presStyleIdx="0" presStyleCnt="5"/>
      <dgm:spPr/>
    </dgm:pt>
    <dgm:pt modelId="{7AC89608-5520-924D-A9D0-A90783D085F8}" type="pres">
      <dgm:prSet presAssocID="{3CB84C0B-77AE-F540-A8C8-08C91004A940}" presName="horz1" presStyleCnt="0"/>
      <dgm:spPr/>
    </dgm:pt>
    <dgm:pt modelId="{8D9B154C-99E7-5842-9FE7-6AD0DC42D23A}" type="pres">
      <dgm:prSet presAssocID="{3CB84C0B-77AE-F540-A8C8-08C91004A940}" presName="tx1" presStyleLbl="revTx" presStyleIdx="0" presStyleCnt="5"/>
      <dgm:spPr/>
    </dgm:pt>
    <dgm:pt modelId="{7145EE70-3788-0047-8EF8-A979C5F85476}" type="pres">
      <dgm:prSet presAssocID="{3CB84C0B-77AE-F540-A8C8-08C91004A940}" presName="vert1" presStyleCnt="0"/>
      <dgm:spPr/>
    </dgm:pt>
    <dgm:pt modelId="{29EF286F-1637-1C42-AF1B-A4F798A61287}" type="pres">
      <dgm:prSet presAssocID="{7BB01A9D-712C-9B4F-A7F4-BD7A71537783}" presName="thickLine" presStyleLbl="alignNode1" presStyleIdx="1" presStyleCnt="5"/>
      <dgm:spPr/>
    </dgm:pt>
    <dgm:pt modelId="{A15C36C8-BDE2-A04A-B50C-7C68F239E140}" type="pres">
      <dgm:prSet presAssocID="{7BB01A9D-712C-9B4F-A7F4-BD7A71537783}" presName="horz1" presStyleCnt="0"/>
      <dgm:spPr/>
    </dgm:pt>
    <dgm:pt modelId="{89072CC8-800A-F64A-A9FB-6BAD51303B69}" type="pres">
      <dgm:prSet presAssocID="{7BB01A9D-712C-9B4F-A7F4-BD7A71537783}" presName="tx1" presStyleLbl="revTx" presStyleIdx="1" presStyleCnt="5"/>
      <dgm:spPr/>
    </dgm:pt>
    <dgm:pt modelId="{61CB78AE-546F-B64B-8E6A-8160B3452002}" type="pres">
      <dgm:prSet presAssocID="{7BB01A9D-712C-9B4F-A7F4-BD7A71537783}" presName="vert1" presStyleCnt="0"/>
      <dgm:spPr/>
    </dgm:pt>
    <dgm:pt modelId="{706D99EC-FE37-2D42-807D-8F0D0DE5922B}" type="pres">
      <dgm:prSet presAssocID="{EA2E2BE8-4167-A245-A7C9-6C529BAA5992}" presName="thickLine" presStyleLbl="alignNode1" presStyleIdx="2" presStyleCnt="5"/>
      <dgm:spPr/>
    </dgm:pt>
    <dgm:pt modelId="{3BDD2F54-8850-D04D-854F-4CA1332CF081}" type="pres">
      <dgm:prSet presAssocID="{EA2E2BE8-4167-A245-A7C9-6C529BAA5992}" presName="horz1" presStyleCnt="0"/>
      <dgm:spPr/>
    </dgm:pt>
    <dgm:pt modelId="{29966076-1EA3-974E-B8A6-53992C1A7B95}" type="pres">
      <dgm:prSet presAssocID="{EA2E2BE8-4167-A245-A7C9-6C529BAA5992}" presName="tx1" presStyleLbl="revTx" presStyleIdx="2" presStyleCnt="5"/>
      <dgm:spPr/>
    </dgm:pt>
    <dgm:pt modelId="{A2F8165A-A524-A648-8E6A-DA96922E47D5}" type="pres">
      <dgm:prSet presAssocID="{EA2E2BE8-4167-A245-A7C9-6C529BAA5992}" presName="vert1" presStyleCnt="0"/>
      <dgm:spPr/>
    </dgm:pt>
    <dgm:pt modelId="{C0A132F1-1DF6-1048-A446-F45DAADDF116}" type="pres">
      <dgm:prSet presAssocID="{30726E2F-1297-544A-B264-CC8FE685B056}" presName="thickLine" presStyleLbl="alignNode1" presStyleIdx="3" presStyleCnt="5"/>
      <dgm:spPr/>
    </dgm:pt>
    <dgm:pt modelId="{51E42F08-BC38-6B45-A81C-D8228E7B51F9}" type="pres">
      <dgm:prSet presAssocID="{30726E2F-1297-544A-B264-CC8FE685B056}" presName="horz1" presStyleCnt="0"/>
      <dgm:spPr/>
    </dgm:pt>
    <dgm:pt modelId="{467127C5-7058-9C4B-817B-784E3EC505A6}" type="pres">
      <dgm:prSet presAssocID="{30726E2F-1297-544A-B264-CC8FE685B056}" presName="tx1" presStyleLbl="revTx" presStyleIdx="3" presStyleCnt="5"/>
      <dgm:spPr/>
    </dgm:pt>
    <dgm:pt modelId="{070236E0-160E-BA4D-A37E-BE0268DFE277}" type="pres">
      <dgm:prSet presAssocID="{30726E2F-1297-544A-B264-CC8FE685B056}" presName="vert1" presStyleCnt="0"/>
      <dgm:spPr/>
    </dgm:pt>
    <dgm:pt modelId="{3F92A324-96C0-F342-BF88-6E6E0E21E50A}" type="pres">
      <dgm:prSet presAssocID="{8DC1CD20-25B3-9246-9F01-03DB6D0ADFD4}" presName="thickLine" presStyleLbl="alignNode1" presStyleIdx="4" presStyleCnt="5"/>
      <dgm:spPr/>
    </dgm:pt>
    <dgm:pt modelId="{FF846831-5351-BC42-B1E0-68AE5C552B07}" type="pres">
      <dgm:prSet presAssocID="{8DC1CD20-25B3-9246-9F01-03DB6D0ADFD4}" presName="horz1" presStyleCnt="0"/>
      <dgm:spPr/>
    </dgm:pt>
    <dgm:pt modelId="{29E3A50F-DA74-9A43-98E4-7EBBB49181C7}" type="pres">
      <dgm:prSet presAssocID="{8DC1CD20-25B3-9246-9F01-03DB6D0ADFD4}" presName="tx1" presStyleLbl="revTx" presStyleIdx="4" presStyleCnt="5"/>
      <dgm:spPr/>
    </dgm:pt>
    <dgm:pt modelId="{DA6D07D9-FA1D-CE4E-B1E9-E6AD6D95C45D}" type="pres">
      <dgm:prSet presAssocID="{8DC1CD20-25B3-9246-9F01-03DB6D0ADFD4}" presName="vert1" presStyleCnt="0"/>
      <dgm:spPr/>
    </dgm:pt>
  </dgm:ptLst>
  <dgm:cxnLst>
    <dgm:cxn modelId="{42FFD424-FC99-E348-BFCE-2B40DC2937D6}" srcId="{F083A19F-005A-0B43-8BE5-2AB79B59EE03}" destId="{30726E2F-1297-544A-B264-CC8FE685B056}" srcOrd="3" destOrd="0" parTransId="{C6C71D85-C9A1-5144-ADCE-CF979EECD943}" sibTransId="{DDAA8A7B-1CC8-B24C-A84E-A835A83596FB}"/>
    <dgm:cxn modelId="{778D0033-8ED9-454A-B5F4-75F195367978}" srcId="{F083A19F-005A-0B43-8BE5-2AB79B59EE03}" destId="{EA2E2BE8-4167-A245-A7C9-6C529BAA5992}" srcOrd="2" destOrd="0" parTransId="{BA7DB32E-C396-5245-9FBB-D3E1C2CE7C7A}" sibTransId="{90963984-8B63-A643-A980-A3056CE9579C}"/>
    <dgm:cxn modelId="{68CB1741-E4CB-FE44-9D42-A6A5C1B1A79A}" type="presOf" srcId="{30726E2F-1297-544A-B264-CC8FE685B056}" destId="{467127C5-7058-9C4B-817B-784E3EC505A6}" srcOrd="0" destOrd="0" presId="urn:microsoft.com/office/officeart/2008/layout/LinedList"/>
    <dgm:cxn modelId="{383A5444-F070-4244-ACCF-D97E41B34464}" type="presOf" srcId="{F083A19F-005A-0B43-8BE5-2AB79B59EE03}" destId="{48472C09-6B82-4E45-AA14-19722AF62AAB}" srcOrd="0" destOrd="0" presId="urn:microsoft.com/office/officeart/2008/layout/LinedList"/>
    <dgm:cxn modelId="{D3C0454D-4E49-A249-A010-975059D359B8}" type="presOf" srcId="{3CB84C0B-77AE-F540-A8C8-08C91004A940}" destId="{8D9B154C-99E7-5842-9FE7-6AD0DC42D23A}" srcOrd="0" destOrd="0" presId="urn:microsoft.com/office/officeart/2008/layout/LinedList"/>
    <dgm:cxn modelId="{DB03B87D-7BD2-7740-9BD9-211FCF7AFC7B}" type="presOf" srcId="{EA2E2BE8-4167-A245-A7C9-6C529BAA5992}" destId="{29966076-1EA3-974E-B8A6-53992C1A7B95}" srcOrd="0" destOrd="0" presId="urn:microsoft.com/office/officeart/2008/layout/LinedList"/>
    <dgm:cxn modelId="{E657C9C0-9CCA-8945-8DC0-3CE637524A84}" srcId="{F083A19F-005A-0B43-8BE5-2AB79B59EE03}" destId="{8DC1CD20-25B3-9246-9F01-03DB6D0ADFD4}" srcOrd="4" destOrd="0" parTransId="{255D95DE-B2EB-1B40-9887-D2AFB45105BF}" sibTransId="{5C8661F9-3984-0A47-A3C4-E3654A44A645}"/>
    <dgm:cxn modelId="{3866C4E1-22BD-D645-8F63-9C3BB570D00E}" srcId="{F083A19F-005A-0B43-8BE5-2AB79B59EE03}" destId="{7BB01A9D-712C-9B4F-A7F4-BD7A71537783}" srcOrd="1" destOrd="0" parTransId="{F039A06B-6515-1E46-B2AB-E4ACD1CA81F2}" sibTransId="{77339646-7FF7-7C4A-B374-11A8D49C1381}"/>
    <dgm:cxn modelId="{AB1999E6-6DEA-2445-A049-66CDAB67FBE5}" type="presOf" srcId="{8DC1CD20-25B3-9246-9F01-03DB6D0ADFD4}" destId="{29E3A50F-DA74-9A43-98E4-7EBBB49181C7}" srcOrd="0" destOrd="0" presId="urn:microsoft.com/office/officeart/2008/layout/LinedList"/>
    <dgm:cxn modelId="{FACC03EF-C37F-394B-A37A-D7A73A98DD1D}" srcId="{F083A19F-005A-0B43-8BE5-2AB79B59EE03}" destId="{3CB84C0B-77AE-F540-A8C8-08C91004A940}" srcOrd="0" destOrd="0" parTransId="{AA58C7E7-661B-0144-8F4A-361C77A241B3}" sibTransId="{87B5DE6B-DF09-4B4E-ABE8-DBFC179DB7DF}"/>
    <dgm:cxn modelId="{E954DDF9-4CA6-8E48-95E6-9B07754B5390}" type="presOf" srcId="{7BB01A9D-712C-9B4F-A7F4-BD7A71537783}" destId="{89072CC8-800A-F64A-A9FB-6BAD51303B69}" srcOrd="0" destOrd="0" presId="urn:microsoft.com/office/officeart/2008/layout/LinedList"/>
    <dgm:cxn modelId="{479623A2-8BE2-144B-B97E-6A2FC212F382}" type="presParOf" srcId="{48472C09-6B82-4E45-AA14-19722AF62AAB}" destId="{B717AB27-1E59-EE4F-BAC3-709139901661}" srcOrd="0" destOrd="0" presId="urn:microsoft.com/office/officeart/2008/layout/LinedList"/>
    <dgm:cxn modelId="{D604286F-7D9C-504D-836C-48FF861EC69F}" type="presParOf" srcId="{48472C09-6B82-4E45-AA14-19722AF62AAB}" destId="{7AC89608-5520-924D-A9D0-A90783D085F8}" srcOrd="1" destOrd="0" presId="urn:microsoft.com/office/officeart/2008/layout/LinedList"/>
    <dgm:cxn modelId="{4BFE36FF-F496-C241-A46E-6019D3ECD1B0}" type="presParOf" srcId="{7AC89608-5520-924D-A9D0-A90783D085F8}" destId="{8D9B154C-99E7-5842-9FE7-6AD0DC42D23A}" srcOrd="0" destOrd="0" presId="urn:microsoft.com/office/officeart/2008/layout/LinedList"/>
    <dgm:cxn modelId="{03E619DE-23B5-6746-A851-F60E56D4E9FF}" type="presParOf" srcId="{7AC89608-5520-924D-A9D0-A90783D085F8}" destId="{7145EE70-3788-0047-8EF8-A979C5F85476}" srcOrd="1" destOrd="0" presId="urn:microsoft.com/office/officeart/2008/layout/LinedList"/>
    <dgm:cxn modelId="{8A49D989-FC89-A64E-96BB-8C9F458D0920}" type="presParOf" srcId="{48472C09-6B82-4E45-AA14-19722AF62AAB}" destId="{29EF286F-1637-1C42-AF1B-A4F798A61287}" srcOrd="2" destOrd="0" presId="urn:microsoft.com/office/officeart/2008/layout/LinedList"/>
    <dgm:cxn modelId="{7D919194-4D6C-C741-B31D-2BA1AC0573F1}" type="presParOf" srcId="{48472C09-6B82-4E45-AA14-19722AF62AAB}" destId="{A15C36C8-BDE2-A04A-B50C-7C68F239E140}" srcOrd="3" destOrd="0" presId="urn:microsoft.com/office/officeart/2008/layout/LinedList"/>
    <dgm:cxn modelId="{5B182A73-F7EE-E04A-895F-EB8BA5432026}" type="presParOf" srcId="{A15C36C8-BDE2-A04A-B50C-7C68F239E140}" destId="{89072CC8-800A-F64A-A9FB-6BAD51303B69}" srcOrd="0" destOrd="0" presId="urn:microsoft.com/office/officeart/2008/layout/LinedList"/>
    <dgm:cxn modelId="{6C162932-541C-A640-A4F5-7018476C7937}" type="presParOf" srcId="{A15C36C8-BDE2-A04A-B50C-7C68F239E140}" destId="{61CB78AE-546F-B64B-8E6A-8160B3452002}" srcOrd="1" destOrd="0" presId="urn:microsoft.com/office/officeart/2008/layout/LinedList"/>
    <dgm:cxn modelId="{E9FDB2E3-4FB9-6448-AF9F-F8D2928C8E05}" type="presParOf" srcId="{48472C09-6B82-4E45-AA14-19722AF62AAB}" destId="{706D99EC-FE37-2D42-807D-8F0D0DE5922B}" srcOrd="4" destOrd="0" presId="urn:microsoft.com/office/officeart/2008/layout/LinedList"/>
    <dgm:cxn modelId="{24845404-127C-F949-A685-F9CFAAA20C7B}" type="presParOf" srcId="{48472C09-6B82-4E45-AA14-19722AF62AAB}" destId="{3BDD2F54-8850-D04D-854F-4CA1332CF081}" srcOrd="5" destOrd="0" presId="urn:microsoft.com/office/officeart/2008/layout/LinedList"/>
    <dgm:cxn modelId="{D10923CE-B592-474E-B84C-850DDB9B66E3}" type="presParOf" srcId="{3BDD2F54-8850-D04D-854F-4CA1332CF081}" destId="{29966076-1EA3-974E-B8A6-53992C1A7B95}" srcOrd="0" destOrd="0" presId="urn:microsoft.com/office/officeart/2008/layout/LinedList"/>
    <dgm:cxn modelId="{AFB06E32-F40E-C941-B7CD-78811EFBE9FD}" type="presParOf" srcId="{3BDD2F54-8850-D04D-854F-4CA1332CF081}" destId="{A2F8165A-A524-A648-8E6A-DA96922E47D5}" srcOrd="1" destOrd="0" presId="urn:microsoft.com/office/officeart/2008/layout/LinedList"/>
    <dgm:cxn modelId="{13E0064C-0094-D04F-9109-A2F613BF557F}" type="presParOf" srcId="{48472C09-6B82-4E45-AA14-19722AF62AAB}" destId="{C0A132F1-1DF6-1048-A446-F45DAADDF116}" srcOrd="6" destOrd="0" presId="urn:microsoft.com/office/officeart/2008/layout/LinedList"/>
    <dgm:cxn modelId="{60D1DC01-C852-A94A-B36B-D84198AD9AD7}" type="presParOf" srcId="{48472C09-6B82-4E45-AA14-19722AF62AAB}" destId="{51E42F08-BC38-6B45-A81C-D8228E7B51F9}" srcOrd="7" destOrd="0" presId="urn:microsoft.com/office/officeart/2008/layout/LinedList"/>
    <dgm:cxn modelId="{E9BCD5D8-7431-B948-9AC9-8AC245156030}" type="presParOf" srcId="{51E42F08-BC38-6B45-A81C-D8228E7B51F9}" destId="{467127C5-7058-9C4B-817B-784E3EC505A6}" srcOrd="0" destOrd="0" presId="urn:microsoft.com/office/officeart/2008/layout/LinedList"/>
    <dgm:cxn modelId="{2AB9BC62-B7E1-9748-B6B8-6FEB99A85A04}" type="presParOf" srcId="{51E42F08-BC38-6B45-A81C-D8228E7B51F9}" destId="{070236E0-160E-BA4D-A37E-BE0268DFE277}" srcOrd="1" destOrd="0" presId="urn:microsoft.com/office/officeart/2008/layout/LinedList"/>
    <dgm:cxn modelId="{C02FF8F3-3D89-3A42-B125-4F6C8AB09DBC}" type="presParOf" srcId="{48472C09-6B82-4E45-AA14-19722AF62AAB}" destId="{3F92A324-96C0-F342-BF88-6E6E0E21E50A}" srcOrd="8" destOrd="0" presId="urn:microsoft.com/office/officeart/2008/layout/LinedList"/>
    <dgm:cxn modelId="{5349CA3A-3C6C-5B47-B462-C4BD7F281571}" type="presParOf" srcId="{48472C09-6B82-4E45-AA14-19722AF62AAB}" destId="{FF846831-5351-BC42-B1E0-68AE5C552B07}" srcOrd="9" destOrd="0" presId="urn:microsoft.com/office/officeart/2008/layout/LinedList"/>
    <dgm:cxn modelId="{1A35D5EB-D5AE-0840-B9C9-1D19C41F3ED8}" type="presParOf" srcId="{FF846831-5351-BC42-B1E0-68AE5C552B07}" destId="{29E3A50F-DA74-9A43-98E4-7EBBB49181C7}" srcOrd="0" destOrd="0" presId="urn:microsoft.com/office/officeart/2008/layout/LinedList"/>
    <dgm:cxn modelId="{4A9CF1CC-B166-F442-B90B-FD26D47E2DF6}" type="presParOf" srcId="{FF846831-5351-BC42-B1E0-68AE5C552B07}" destId="{DA6D07D9-FA1D-CE4E-B1E9-E6AD6D95C45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7AB27-1E59-EE4F-BAC3-709139901661}">
      <dsp:nvSpPr>
        <dsp:cNvPr id="0" name=""/>
        <dsp:cNvSpPr/>
      </dsp:nvSpPr>
      <dsp:spPr>
        <a:xfrm>
          <a:off x="0" y="821"/>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9B154C-99E7-5842-9FE7-6AD0DC42D23A}">
      <dsp:nvSpPr>
        <dsp:cNvPr id="0" name=""/>
        <dsp:cNvSpPr/>
      </dsp:nvSpPr>
      <dsp:spPr>
        <a:xfrm>
          <a:off x="0" y="821"/>
          <a:ext cx="16084550" cy="1345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b="0" i="0" kern="1200" dirty="0">
              <a:effectLst/>
              <a:latin typeface="-apple-system"/>
            </a:rPr>
            <a:t>All instances of the Mapper function work independently and in parallel, including working on different machines of the cluster.</a:t>
          </a:r>
          <a:endParaRPr lang="en-US" sz="3700" kern="1200" dirty="0"/>
        </a:p>
      </dsp:txBody>
      <dsp:txXfrm>
        <a:off x="0" y="821"/>
        <a:ext cx="16084550" cy="1345871"/>
      </dsp:txXfrm>
    </dsp:sp>
    <dsp:sp modelId="{29EF286F-1637-1C42-AF1B-A4F798A61287}">
      <dsp:nvSpPr>
        <dsp:cNvPr id="0" name=""/>
        <dsp:cNvSpPr/>
      </dsp:nvSpPr>
      <dsp:spPr>
        <a:xfrm>
          <a:off x="0" y="1346692"/>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072CC8-800A-F64A-A9FB-6BAD51303B69}">
      <dsp:nvSpPr>
        <dsp:cNvPr id="0" name=""/>
        <dsp:cNvSpPr/>
      </dsp:nvSpPr>
      <dsp:spPr>
        <a:xfrm>
          <a:off x="0" y="1346692"/>
          <a:ext cx="16084550" cy="1345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b="0" i="0" kern="1200" dirty="0">
              <a:effectLst/>
              <a:latin typeface="-apple-system"/>
            </a:rPr>
            <a:t>All instances of the Reducer function work independently and can work in parallel, including on different machines of the cluster.</a:t>
          </a:r>
        </a:p>
      </dsp:txBody>
      <dsp:txXfrm>
        <a:off x="0" y="1346692"/>
        <a:ext cx="16084550" cy="1345871"/>
      </dsp:txXfrm>
    </dsp:sp>
    <dsp:sp modelId="{706D99EC-FE37-2D42-807D-8F0D0DE5922B}">
      <dsp:nvSpPr>
        <dsp:cNvPr id="0" name=""/>
        <dsp:cNvSpPr/>
      </dsp:nvSpPr>
      <dsp:spPr>
        <a:xfrm>
          <a:off x="0" y="2692564"/>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966076-1EA3-974E-B8A6-53992C1A7B95}">
      <dsp:nvSpPr>
        <dsp:cNvPr id="0" name=""/>
        <dsp:cNvSpPr/>
      </dsp:nvSpPr>
      <dsp:spPr>
        <a:xfrm>
          <a:off x="0" y="2692564"/>
          <a:ext cx="16084550" cy="1345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latin typeface="-apple-system"/>
            </a:rPr>
            <a:t>The S</a:t>
          </a:r>
          <a:r>
            <a:rPr lang="en-US" sz="3700" b="0" i="0" kern="1200" dirty="0">
              <a:effectLst/>
              <a:latin typeface="-apple-system"/>
            </a:rPr>
            <a:t>huffle stage represents (in part) a parallel sort, so Shuffle can also work in parallel on different cluster machines.</a:t>
          </a:r>
        </a:p>
      </dsp:txBody>
      <dsp:txXfrm>
        <a:off x="0" y="2692564"/>
        <a:ext cx="16084550" cy="1345871"/>
      </dsp:txXfrm>
    </dsp:sp>
    <dsp:sp modelId="{C0A132F1-1DF6-1048-A446-F45DAADDF116}">
      <dsp:nvSpPr>
        <dsp:cNvPr id="0" name=""/>
        <dsp:cNvSpPr/>
      </dsp:nvSpPr>
      <dsp:spPr>
        <a:xfrm>
          <a:off x="0" y="4038435"/>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7127C5-7058-9C4B-817B-784E3EC505A6}">
      <dsp:nvSpPr>
        <dsp:cNvPr id="0" name=""/>
        <dsp:cNvSpPr/>
      </dsp:nvSpPr>
      <dsp:spPr>
        <a:xfrm>
          <a:off x="0" y="4038435"/>
          <a:ext cx="16084550" cy="1345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b="0" i="0" kern="1200" dirty="0">
              <a:effectLst/>
              <a:latin typeface="-apple-system"/>
            </a:rPr>
            <a:t>The Mapper function is often used on a machine where the data is stored. This allows reducing data transmission over the network.</a:t>
          </a:r>
        </a:p>
      </dsp:txBody>
      <dsp:txXfrm>
        <a:off x="0" y="4038435"/>
        <a:ext cx="16084550" cy="1345871"/>
      </dsp:txXfrm>
    </dsp:sp>
    <dsp:sp modelId="{3F92A324-96C0-F342-BF88-6E6E0E21E50A}">
      <dsp:nvSpPr>
        <dsp:cNvPr id="0" name=""/>
        <dsp:cNvSpPr/>
      </dsp:nvSpPr>
      <dsp:spPr>
        <a:xfrm>
          <a:off x="0" y="5384307"/>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E3A50F-DA74-9A43-98E4-7EBBB49181C7}">
      <dsp:nvSpPr>
        <dsp:cNvPr id="0" name=""/>
        <dsp:cNvSpPr/>
      </dsp:nvSpPr>
      <dsp:spPr>
        <a:xfrm>
          <a:off x="0" y="5384307"/>
          <a:ext cx="16084550" cy="1345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b="0" i="0" kern="1200" dirty="0">
              <a:effectLst/>
              <a:latin typeface="-apple-system"/>
            </a:rPr>
            <a:t>A MapReduce job is always a full scan of all the data; there are no indexes or partial reads.</a:t>
          </a:r>
        </a:p>
      </dsp:txBody>
      <dsp:txXfrm>
        <a:off x="0" y="5384307"/>
        <a:ext cx="16084550" cy="134587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15</a:t>
            </a:fld>
            <a:endParaRPr lang="en-US" dirty="0"/>
          </a:p>
        </p:txBody>
      </p:sp>
    </p:spTree>
    <p:extLst>
      <p:ext uri="{BB962C8B-B14F-4D97-AF65-F5344CB8AC3E}">
        <p14:creationId xmlns:p14="http://schemas.microsoft.com/office/powerpoint/2010/main" val="1267355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7/8/2024</a:t>
            </a:fld>
            <a:endParaRPr lang="en-US" dirty="0"/>
          </a:p>
        </p:txBody>
      </p:sp>
      <p:sp>
        <p:nvSpPr>
          <p:cNvPr id="4" name="Footer Placeholder 3"/>
          <p:cNvSpPr>
            <a:spLocks noGrp="1"/>
          </p:cNvSpPr>
          <p:nvPr>
            <p:ph type="ftr" sz="quarter" idx="11"/>
          </p:nvPr>
        </p:nvSpPr>
        <p:spPr/>
        <p:txBody>
          <a:bodyPr/>
          <a:lstStyle/>
          <a:p>
            <a:r>
              <a:rPr lang="sk-SK" dirty="0"/>
              <a:t>CSP554</a:t>
            </a:r>
            <a:r>
              <a:rPr lang="en-US" dirty="0"/>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dirty="0"/>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FFFD8-C74B-E50E-1CC8-7751BC73E864}"/>
              </a:ext>
            </a:extLst>
          </p:cNvPr>
          <p:cNvSpPr>
            <a:spLocks noGrp="1"/>
          </p:cNvSpPr>
          <p:nvPr>
            <p:ph type="ctrTitle"/>
          </p:nvPr>
        </p:nvSpPr>
        <p:spPr/>
        <p:txBody>
          <a:bodyPr/>
          <a:lstStyle/>
          <a:p>
            <a:r>
              <a:rPr lang="en-US" dirty="0"/>
              <a:t>Module 3: Lesson 3</a:t>
            </a:r>
            <a:br>
              <a:rPr lang="en-US" dirty="0"/>
            </a:br>
            <a:r>
              <a:rPr lang="en-US" sz="5400" dirty="0"/>
              <a:t>MapReduce Concepts</a:t>
            </a:r>
            <a:endParaRPr lang="en-US" dirty="0"/>
          </a:p>
        </p:txBody>
      </p:sp>
    </p:spTree>
    <p:custDataLst>
      <p:tags r:id="rId1"/>
    </p:custDataLst>
    <p:extLst>
      <p:ext uri="{BB962C8B-B14F-4D97-AF65-F5344CB8AC3E}">
        <p14:creationId xmlns:p14="http://schemas.microsoft.com/office/powerpoint/2010/main" val="164992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6B8F-E3A1-A144-8B8C-6FAADA7654C1}"/>
              </a:ext>
            </a:extLst>
          </p:cNvPr>
          <p:cNvSpPr>
            <a:spLocks noGrp="1"/>
          </p:cNvSpPr>
          <p:nvPr>
            <p:ph type="title"/>
          </p:nvPr>
        </p:nvSpPr>
        <p:spPr/>
        <p:txBody>
          <a:bodyPr/>
          <a:lstStyle/>
          <a:p>
            <a:r>
              <a:rPr lang="en-US" dirty="0"/>
              <a:t>MapReduce Explained Simply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43B0CA6B-DC62-9E40-A514-858A49536B10}"/>
              </a:ext>
            </a:extLst>
          </p:cNvPr>
          <p:cNvSpPr>
            <a:spLocks noGrp="1"/>
          </p:cNvSpPr>
          <p:nvPr>
            <p:ph idx="1"/>
          </p:nvPr>
        </p:nvSpPr>
        <p:spPr/>
        <p:txBody>
          <a:bodyPr/>
          <a:lstStyle/>
          <a:p>
            <a:pPr>
              <a:spcBef>
                <a:spcPts val="1600"/>
              </a:spcBef>
            </a:pPr>
            <a:r>
              <a:rPr lang="en-US" sz="3200" dirty="0"/>
              <a:t>Our goal is to process HDFS files or (S3) objects as input and to produce HDFS files or (S3) objects as output</a:t>
            </a:r>
          </a:p>
          <a:p>
            <a:pPr>
              <a:spcBef>
                <a:spcPts val="1600"/>
              </a:spcBef>
            </a:pPr>
            <a:r>
              <a:rPr lang="en-US" sz="3200" dirty="0"/>
              <a:t>Why do this… to derive insight from a large volume of data impossible to explore manually or with standard data science tools and systems</a:t>
            </a:r>
          </a:p>
          <a:p>
            <a:pPr>
              <a:spcBef>
                <a:spcPts val="1600"/>
              </a:spcBef>
            </a:pPr>
            <a:r>
              <a:rPr lang="en-US" sz="3200" dirty="0"/>
              <a:t>So we write a program composed of several mandated or optional functions which is then distributed across a cluster</a:t>
            </a:r>
          </a:p>
          <a:p>
            <a:pPr>
              <a:spcBef>
                <a:spcPts val="1600"/>
              </a:spcBef>
            </a:pPr>
            <a:r>
              <a:rPr lang="en-US" sz="3200" dirty="0"/>
              <a:t>This program is generally referred to as a MapReduce job</a:t>
            </a:r>
          </a:p>
          <a:p>
            <a:pPr>
              <a:spcBef>
                <a:spcPts val="1600"/>
              </a:spcBef>
            </a:pPr>
            <a:r>
              <a:rPr lang="en-US" sz="3200" dirty="0"/>
              <a:t>The MapReduce framework distributes this program across the cluster for its functions to execute in parallel</a:t>
            </a:r>
          </a:p>
          <a:p>
            <a:pPr>
              <a:spcBef>
                <a:spcPts val="1600"/>
              </a:spcBef>
            </a:pPr>
            <a:r>
              <a:rPr lang="en-US" sz="3200" dirty="0"/>
              <a:t>An executing function of this program/job is referred to as a task</a:t>
            </a:r>
          </a:p>
          <a:p>
            <a:pPr>
              <a:spcBef>
                <a:spcPts val="1600"/>
              </a:spcBef>
            </a:pPr>
            <a:r>
              <a:rPr lang="en-US" sz="3200" dirty="0"/>
              <a:t>Functions (tasks) are called in a specific sequence to perform the programmer specified data processing activities</a:t>
            </a:r>
          </a:p>
          <a:p>
            <a:endParaRPr lang="en-US" sz="1650" dirty="0"/>
          </a:p>
        </p:txBody>
      </p:sp>
    </p:spTree>
    <p:extLst>
      <p:ext uri="{BB962C8B-B14F-4D97-AF65-F5344CB8AC3E}">
        <p14:creationId xmlns:p14="http://schemas.microsoft.com/office/powerpoint/2010/main" val="2156512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6B8F-E3A1-A144-8B8C-6FAADA7654C1}"/>
              </a:ext>
            </a:extLst>
          </p:cNvPr>
          <p:cNvSpPr>
            <a:spLocks noGrp="1"/>
          </p:cNvSpPr>
          <p:nvPr>
            <p:ph type="title"/>
          </p:nvPr>
        </p:nvSpPr>
        <p:spPr/>
        <p:txBody>
          <a:bodyPr/>
          <a:lstStyle/>
          <a:p>
            <a:r>
              <a:rPr lang="en-US" dirty="0"/>
              <a:t>MapReduce Explained Simply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43B0CA6B-DC62-9E40-A514-858A49536B10}"/>
              </a:ext>
            </a:extLst>
          </p:cNvPr>
          <p:cNvSpPr>
            <a:spLocks noGrp="1"/>
          </p:cNvSpPr>
          <p:nvPr>
            <p:ph idx="1"/>
          </p:nvPr>
        </p:nvSpPr>
        <p:spPr/>
        <p:txBody>
          <a:bodyPr>
            <a:normAutofit fontScale="92500" lnSpcReduction="10000"/>
          </a:bodyPr>
          <a:lstStyle/>
          <a:p>
            <a:pPr>
              <a:spcBef>
                <a:spcPts val="1600"/>
              </a:spcBef>
            </a:pPr>
            <a:r>
              <a:rPr lang="en-US" sz="3300" dirty="0"/>
              <a:t>So we start with some input, such as an HDFS file or (S3) object</a:t>
            </a:r>
          </a:p>
          <a:p>
            <a:pPr>
              <a:spcBef>
                <a:spcPts val="1600"/>
              </a:spcBef>
            </a:pPr>
            <a:r>
              <a:rPr lang="en-US" sz="3300" dirty="0"/>
              <a:t>Some part of the input file or object is assigned to an initial task to process… One file or object part per task</a:t>
            </a:r>
          </a:p>
          <a:p>
            <a:pPr>
              <a:spcBef>
                <a:spcPts val="1600"/>
              </a:spcBef>
            </a:pPr>
            <a:r>
              <a:rPr lang="en-US" sz="3300" dirty="0"/>
              <a:t>This part of the file or object is called a split… Usually, for HDFS files, a split corresponds to a block</a:t>
            </a:r>
          </a:p>
          <a:p>
            <a:pPr>
              <a:spcBef>
                <a:spcPts val="1600"/>
              </a:spcBef>
            </a:pPr>
            <a:r>
              <a:rPr lang="en-US" sz="3300" dirty="0"/>
              <a:t>These initial tasks executes one of the functions included in the program/job distributed across the cluster</a:t>
            </a:r>
          </a:p>
          <a:p>
            <a:pPr>
              <a:spcBef>
                <a:spcPts val="1600"/>
              </a:spcBef>
            </a:pPr>
            <a:r>
              <a:rPr lang="en-US" sz="3300" dirty="0"/>
              <a:t>This initial function is referred to as the Mapper</a:t>
            </a:r>
          </a:p>
          <a:p>
            <a:pPr>
              <a:spcBef>
                <a:spcPts val="1600"/>
              </a:spcBef>
            </a:pPr>
            <a:r>
              <a:rPr lang="en-US" sz="3300" dirty="0"/>
              <a:t>Each Mapper task (function), which executes in parallel with the others, is given data from the input split with which it is associated, one record/line at a time</a:t>
            </a:r>
          </a:p>
          <a:p>
            <a:pPr>
              <a:spcBef>
                <a:spcPts val="1600"/>
              </a:spcBef>
            </a:pPr>
            <a:r>
              <a:rPr lang="en-US" sz="3300" dirty="0"/>
              <a:t>The input to the Mapper function is a record from the split with which it is associated… But what is the format of that input?</a:t>
            </a:r>
          </a:p>
          <a:p>
            <a:endParaRPr lang="en-US" dirty="0"/>
          </a:p>
          <a:p>
            <a:pPr marL="0" indent="0">
              <a:buNone/>
            </a:pPr>
            <a:endParaRPr lang="en-US" sz="1650" dirty="0"/>
          </a:p>
        </p:txBody>
      </p:sp>
    </p:spTree>
    <p:extLst>
      <p:ext uri="{BB962C8B-B14F-4D97-AF65-F5344CB8AC3E}">
        <p14:creationId xmlns:p14="http://schemas.microsoft.com/office/powerpoint/2010/main" val="3905361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6B8F-E3A1-A144-8B8C-6FAADA7654C1}"/>
              </a:ext>
            </a:extLst>
          </p:cNvPr>
          <p:cNvSpPr>
            <a:spLocks noGrp="1"/>
          </p:cNvSpPr>
          <p:nvPr>
            <p:ph type="title"/>
          </p:nvPr>
        </p:nvSpPr>
        <p:spPr/>
        <p:txBody>
          <a:bodyPr/>
          <a:lstStyle/>
          <a:p>
            <a:r>
              <a:rPr lang="en-US" dirty="0"/>
              <a:t>MapReduce Explained Simply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43B0CA6B-DC62-9E40-A514-858A49536B10}"/>
              </a:ext>
            </a:extLst>
          </p:cNvPr>
          <p:cNvSpPr>
            <a:spLocks noGrp="1"/>
          </p:cNvSpPr>
          <p:nvPr>
            <p:ph idx="1"/>
          </p:nvPr>
        </p:nvSpPr>
        <p:spPr/>
        <p:txBody>
          <a:bodyPr>
            <a:noAutofit/>
          </a:bodyPr>
          <a:lstStyle/>
          <a:p>
            <a:pPr>
              <a:spcBef>
                <a:spcPts val="1600"/>
              </a:spcBef>
            </a:pPr>
            <a:r>
              <a:rPr lang="en-US" sz="3600" dirty="0"/>
              <a:t>The MapReduce framework provides and accepts data to/from Mappers and other functions in a very standardized way</a:t>
            </a:r>
          </a:p>
          <a:p>
            <a:pPr>
              <a:spcBef>
                <a:spcPts val="1600"/>
              </a:spcBef>
            </a:pPr>
            <a:r>
              <a:rPr lang="en-US" sz="3600" dirty="0"/>
              <a:t>This is through the use of key value pairs, which we will write as </a:t>
            </a:r>
          </a:p>
          <a:p>
            <a:pPr marL="411480" lvl="1" indent="0">
              <a:spcBef>
                <a:spcPts val="1600"/>
              </a:spcBef>
              <a:buNone/>
            </a:pPr>
            <a:r>
              <a:rPr lang="en-US" sz="3200" dirty="0"/>
              <a:t>	&lt;key, value&gt; </a:t>
            </a:r>
          </a:p>
          <a:p>
            <a:pPr>
              <a:spcBef>
                <a:spcPts val="1600"/>
              </a:spcBef>
            </a:pPr>
            <a:r>
              <a:rPr lang="en-US" sz="3600" dirty="0"/>
              <a:t>And which is provided to the Mapper function to represent the input record</a:t>
            </a:r>
          </a:p>
          <a:p>
            <a:pPr>
              <a:spcBef>
                <a:spcPts val="1600"/>
              </a:spcBef>
            </a:pPr>
            <a:r>
              <a:rPr lang="en-US" sz="3600" dirty="0"/>
              <a:t>Each record read from a split is passed to a Mapper as a key value pair </a:t>
            </a:r>
          </a:p>
          <a:p>
            <a:pPr>
              <a:spcBef>
                <a:spcPts val="1600"/>
              </a:spcBef>
            </a:pPr>
            <a:r>
              <a:rPr lang="en-US" sz="3600" dirty="0"/>
              <a:t>And the Mapper can output zero, one or more (intermediate) key value pairs for each input key value pair it is passed</a:t>
            </a:r>
          </a:p>
        </p:txBody>
      </p:sp>
    </p:spTree>
    <p:extLst>
      <p:ext uri="{BB962C8B-B14F-4D97-AF65-F5344CB8AC3E}">
        <p14:creationId xmlns:p14="http://schemas.microsoft.com/office/powerpoint/2010/main" val="696661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6B8F-E3A1-A144-8B8C-6FAADA7654C1}"/>
              </a:ext>
            </a:extLst>
          </p:cNvPr>
          <p:cNvSpPr>
            <a:spLocks noGrp="1"/>
          </p:cNvSpPr>
          <p:nvPr>
            <p:ph type="title"/>
          </p:nvPr>
        </p:nvSpPr>
        <p:spPr/>
        <p:txBody>
          <a:bodyPr/>
          <a:lstStyle/>
          <a:p>
            <a:r>
              <a:rPr lang="en-US" dirty="0"/>
              <a:t>MapReduce Explained Simply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43B0CA6B-DC62-9E40-A514-858A49536B10}"/>
              </a:ext>
            </a:extLst>
          </p:cNvPr>
          <p:cNvSpPr>
            <a:spLocks noGrp="1"/>
          </p:cNvSpPr>
          <p:nvPr>
            <p:ph idx="1"/>
          </p:nvPr>
        </p:nvSpPr>
        <p:spPr/>
        <p:txBody>
          <a:bodyPr/>
          <a:lstStyle/>
          <a:p>
            <a:pPr>
              <a:spcBef>
                <a:spcPts val="1600"/>
              </a:spcBef>
            </a:pPr>
            <a:r>
              <a:rPr lang="en-US" sz="3300" dirty="0"/>
              <a:t>Each key value pair passed to the Mapper has the following general form </a:t>
            </a:r>
          </a:p>
          <a:p>
            <a:pPr marL="411480" lvl="1" indent="0">
              <a:spcBef>
                <a:spcPts val="1600"/>
              </a:spcBef>
              <a:buNone/>
            </a:pPr>
            <a:r>
              <a:rPr lang="en-US" sz="3300" dirty="0"/>
              <a:t>	&lt;offset, record-content&gt; </a:t>
            </a:r>
          </a:p>
          <a:p>
            <a:pPr>
              <a:spcBef>
                <a:spcPts val="1600"/>
              </a:spcBef>
            </a:pPr>
            <a:r>
              <a:rPr lang="en-US" sz="3300" dirty="0"/>
              <a:t>In practice the key of the key value pair passed to the Mapper is an offset into the file and is usually ignored… we just care about the record-content</a:t>
            </a:r>
          </a:p>
          <a:p>
            <a:pPr>
              <a:spcBef>
                <a:spcPts val="1600"/>
              </a:spcBef>
            </a:pPr>
            <a:r>
              <a:rPr lang="en-US" sz="3300" dirty="0"/>
              <a:t>And often the record-content is passed as a string or some other simple format</a:t>
            </a:r>
          </a:p>
          <a:p>
            <a:pPr>
              <a:spcBef>
                <a:spcPts val="1600"/>
              </a:spcBef>
            </a:pPr>
            <a:r>
              <a:rPr lang="en-US" sz="3300" dirty="0"/>
              <a:t>The Mapper accepts an input key value pair of the above form, parses the record content</a:t>
            </a:r>
          </a:p>
          <a:p>
            <a:pPr>
              <a:spcBef>
                <a:spcPts val="1600"/>
              </a:spcBef>
            </a:pPr>
            <a:r>
              <a:rPr lang="en-US" sz="3300" dirty="0"/>
              <a:t>Then the Mapper performs some specific transformation on the value part, and generates zero or more key value pairs as output</a:t>
            </a:r>
          </a:p>
          <a:p>
            <a:pPr>
              <a:spcBef>
                <a:spcPts val="1600"/>
              </a:spcBef>
            </a:pPr>
            <a:r>
              <a:rPr lang="en-US" sz="3300" dirty="0"/>
              <a:t>The key value pairs output by the Mapper have the following general format</a:t>
            </a:r>
          </a:p>
          <a:p>
            <a:pPr marL="411480" lvl="1" indent="0">
              <a:spcBef>
                <a:spcPts val="1600"/>
              </a:spcBef>
              <a:buNone/>
            </a:pPr>
            <a:r>
              <a:rPr lang="en-US" sz="3300" dirty="0"/>
              <a:t>	&lt;app-specific-key, single-app-specific-value&gt;</a:t>
            </a:r>
          </a:p>
          <a:p>
            <a:pPr marL="0" indent="0">
              <a:buNone/>
            </a:pPr>
            <a:endParaRPr lang="en-US" dirty="0"/>
          </a:p>
        </p:txBody>
      </p:sp>
    </p:spTree>
    <p:extLst>
      <p:ext uri="{BB962C8B-B14F-4D97-AF65-F5344CB8AC3E}">
        <p14:creationId xmlns:p14="http://schemas.microsoft.com/office/powerpoint/2010/main" val="3375361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6B8F-E3A1-A144-8B8C-6FAADA7654C1}"/>
              </a:ext>
            </a:extLst>
          </p:cNvPr>
          <p:cNvSpPr>
            <a:spLocks noGrp="1"/>
          </p:cNvSpPr>
          <p:nvPr>
            <p:ph type="title"/>
          </p:nvPr>
        </p:nvSpPr>
        <p:spPr/>
        <p:txBody>
          <a:bodyPr/>
          <a:lstStyle/>
          <a:p>
            <a:r>
              <a:rPr lang="en-US" dirty="0"/>
              <a:t>MapReduce Explained Simply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43B0CA6B-DC62-9E40-A514-858A49536B10}"/>
              </a:ext>
            </a:extLst>
          </p:cNvPr>
          <p:cNvSpPr>
            <a:spLocks noGrp="1"/>
          </p:cNvSpPr>
          <p:nvPr>
            <p:ph idx="1"/>
          </p:nvPr>
        </p:nvSpPr>
        <p:spPr/>
        <p:txBody>
          <a:bodyPr>
            <a:normAutofit fontScale="92500" lnSpcReduction="20000"/>
          </a:bodyPr>
          <a:lstStyle/>
          <a:p>
            <a:r>
              <a:rPr lang="en-US" sz="3000" dirty="0"/>
              <a:t>The output of each Mapper is based on a partial view of the entire input HDFS file or S3 object… a single split view</a:t>
            </a:r>
          </a:p>
          <a:p>
            <a:r>
              <a:rPr lang="en-US" sz="3000" dirty="0"/>
              <a:t>But now we need to consolidate intermediate records from all of the Mappers together to create a summary or aggregate result</a:t>
            </a:r>
          </a:p>
          <a:p>
            <a:r>
              <a:rPr lang="en-US" sz="3000" dirty="0"/>
              <a:t>So another function must be coded in our program/job to accept intermediate output from Mappers and do the summary processing</a:t>
            </a:r>
          </a:p>
          <a:p>
            <a:r>
              <a:rPr lang="en-US" sz="3000" dirty="0"/>
              <a:t>This function/task is referred to as the Reducer…but the Reducer is not passed the exact output (key value pairs) produced by action of the Mappers</a:t>
            </a:r>
          </a:p>
          <a:p>
            <a:r>
              <a:rPr lang="en-US" sz="3000" dirty="0"/>
              <a:t>The MapReduce framework does some additional processing of the key value pairs output by Mappers before providing them as input key value pairs to the Reducers</a:t>
            </a:r>
          </a:p>
          <a:p>
            <a:r>
              <a:rPr lang="en-US" sz="3000" dirty="0"/>
              <a:t>This occurs during what is called the shuffle and sort step… the values associated with the same keys are grouped together into collections</a:t>
            </a:r>
          </a:p>
          <a:p>
            <a:endParaRPr lang="en-US" sz="1650" dirty="0"/>
          </a:p>
        </p:txBody>
      </p:sp>
    </p:spTree>
    <p:extLst>
      <p:ext uri="{BB962C8B-B14F-4D97-AF65-F5344CB8AC3E}">
        <p14:creationId xmlns:p14="http://schemas.microsoft.com/office/powerpoint/2010/main" val="2536919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6B8F-E3A1-A144-8B8C-6FAADA7654C1}"/>
              </a:ext>
            </a:extLst>
          </p:cNvPr>
          <p:cNvSpPr>
            <a:spLocks noGrp="1"/>
          </p:cNvSpPr>
          <p:nvPr>
            <p:ph type="title"/>
          </p:nvPr>
        </p:nvSpPr>
        <p:spPr/>
        <p:txBody>
          <a:bodyPr/>
          <a:lstStyle/>
          <a:p>
            <a:r>
              <a:rPr lang="en-US" dirty="0"/>
              <a:t>MapReduce Explained Simply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43B0CA6B-DC62-9E40-A514-858A49536B10}"/>
              </a:ext>
            </a:extLst>
          </p:cNvPr>
          <p:cNvSpPr>
            <a:spLocks noGrp="1"/>
          </p:cNvSpPr>
          <p:nvPr>
            <p:ph idx="1"/>
          </p:nvPr>
        </p:nvSpPr>
        <p:spPr/>
        <p:txBody>
          <a:bodyPr>
            <a:normAutofit fontScale="70000" lnSpcReduction="20000"/>
          </a:bodyPr>
          <a:lstStyle/>
          <a:p>
            <a:pPr>
              <a:spcBef>
                <a:spcPts val="1600"/>
              </a:spcBef>
            </a:pPr>
            <a:r>
              <a:rPr lang="en-US" sz="4500" dirty="0"/>
              <a:t>Here an example will be helpful…</a:t>
            </a:r>
          </a:p>
          <a:p>
            <a:pPr>
              <a:spcBef>
                <a:spcPts val="1600"/>
              </a:spcBef>
            </a:pPr>
            <a:r>
              <a:rPr lang="en-US" sz="4500" dirty="0"/>
              <a:t>Let’s say there are two Mappers and one Reducer function/task: the mapper task output the following simple key value pairs as follows:</a:t>
            </a:r>
          </a:p>
          <a:p>
            <a:pPr marL="411480" lvl="1" indent="0">
              <a:spcBef>
                <a:spcPts val="1600"/>
              </a:spcBef>
              <a:buNone/>
            </a:pPr>
            <a:r>
              <a:rPr lang="en-US" sz="3800" dirty="0"/>
              <a:t>	Mapper1 -&gt; &lt;hi, 1&gt;     &lt;there, 1&gt;</a:t>
            </a:r>
          </a:p>
          <a:p>
            <a:pPr marL="411480" lvl="1" indent="0">
              <a:spcBef>
                <a:spcPts val="1600"/>
              </a:spcBef>
              <a:buNone/>
            </a:pPr>
            <a:r>
              <a:rPr lang="en-US" sz="3800" dirty="0"/>
              <a:t>	Mapper2 -&gt; &lt;hi, 1&gt;     &lt;you, 1&gt;</a:t>
            </a:r>
          </a:p>
          <a:p>
            <a:pPr>
              <a:spcBef>
                <a:spcPts val="1600"/>
              </a:spcBef>
            </a:pPr>
            <a:r>
              <a:rPr lang="en-US" sz="4500" dirty="0"/>
              <a:t>During the shuffle and sort phase these key value pairs are reorganized into the following, note we using curly brackets to indicate a collection:</a:t>
            </a:r>
          </a:p>
          <a:p>
            <a:pPr marL="411480" lvl="1" indent="0">
              <a:spcBef>
                <a:spcPts val="1600"/>
              </a:spcBef>
              <a:buNone/>
            </a:pPr>
            <a:r>
              <a:rPr lang="en-US" sz="3800" dirty="0"/>
              <a:t>	&lt;hi, {1, 1}&gt; 	   &lt;there, {1}&gt;    &lt;you, {1}&gt;</a:t>
            </a:r>
          </a:p>
          <a:p>
            <a:pPr>
              <a:spcBef>
                <a:spcPts val="1600"/>
              </a:spcBef>
            </a:pPr>
            <a:r>
              <a:rPr lang="en-US" sz="4500" dirty="0"/>
              <a:t>That is, all the values associated with the same key are grouped into a collection, and that collection becomes the value of the key value pair used as input to the reducer</a:t>
            </a:r>
          </a:p>
          <a:p>
            <a:pPr>
              <a:spcBef>
                <a:spcPts val="1600"/>
              </a:spcBef>
            </a:pPr>
            <a:r>
              <a:rPr lang="en-US" sz="4500" dirty="0"/>
              <a:t>The shuffle and sort does one more thing…it sorts the key value pairs to be provided as input to the Reducer(s) in order, by key (and NOT by value)</a:t>
            </a:r>
          </a:p>
          <a:p>
            <a:pPr marL="0" indent="0">
              <a:spcBef>
                <a:spcPts val="1600"/>
              </a:spcBef>
              <a:buNone/>
            </a:pPr>
            <a:r>
              <a:rPr lang="en-US" sz="4500" dirty="0"/>
              <a:t> </a:t>
            </a:r>
          </a:p>
          <a:p>
            <a:pPr marL="0" indent="0">
              <a:buNone/>
            </a:pPr>
            <a:endParaRPr lang="en-US" dirty="0"/>
          </a:p>
        </p:txBody>
      </p:sp>
    </p:spTree>
    <p:extLst>
      <p:ext uri="{BB962C8B-B14F-4D97-AF65-F5344CB8AC3E}">
        <p14:creationId xmlns:p14="http://schemas.microsoft.com/office/powerpoint/2010/main" val="2514380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6B8F-E3A1-A144-8B8C-6FAADA7654C1}"/>
              </a:ext>
            </a:extLst>
          </p:cNvPr>
          <p:cNvSpPr>
            <a:spLocks noGrp="1"/>
          </p:cNvSpPr>
          <p:nvPr>
            <p:ph type="title"/>
          </p:nvPr>
        </p:nvSpPr>
        <p:spPr/>
        <p:txBody>
          <a:bodyPr/>
          <a:lstStyle/>
          <a:p>
            <a:r>
              <a:rPr lang="en-US" dirty="0"/>
              <a:t>MapReduce Explained Simply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43B0CA6B-DC62-9E40-A514-858A49536B10}"/>
              </a:ext>
            </a:extLst>
          </p:cNvPr>
          <p:cNvSpPr>
            <a:spLocks noGrp="1"/>
          </p:cNvSpPr>
          <p:nvPr>
            <p:ph idx="1"/>
          </p:nvPr>
        </p:nvSpPr>
        <p:spPr/>
        <p:txBody>
          <a:bodyPr>
            <a:normAutofit fontScale="92500" lnSpcReduction="10000"/>
          </a:bodyPr>
          <a:lstStyle/>
          <a:p>
            <a:pPr>
              <a:spcBef>
                <a:spcPts val="1600"/>
              </a:spcBef>
            </a:pPr>
            <a:r>
              <a:rPr lang="en-US" sz="3500" dirty="0"/>
              <a:t>So each key value pair passed to a Reducer has the following general form </a:t>
            </a:r>
          </a:p>
          <a:p>
            <a:pPr marL="411480" lvl="1" indent="0">
              <a:spcBef>
                <a:spcPts val="1600"/>
              </a:spcBef>
              <a:buNone/>
            </a:pPr>
            <a:r>
              <a:rPr lang="en-US" sz="3500" dirty="0"/>
              <a:t>	&lt;app-specific-key, {value1, value2, …}&gt;</a:t>
            </a:r>
          </a:p>
          <a:p>
            <a:pPr>
              <a:spcBef>
                <a:spcPts val="1600"/>
              </a:spcBef>
            </a:pPr>
            <a:r>
              <a:rPr lang="en-US" sz="3500" dirty="0"/>
              <a:t>The Reducer accepts an input key value pair of the above form then performs some specific transformation and generates zero or more key value pairs as output</a:t>
            </a:r>
          </a:p>
          <a:p>
            <a:pPr>
              <a:spcBef>
                <a:spcPts val="1600"/>
              </a:spcBef>
            </a:pPr>
            <a:r>
              <a:rPr lang="en-US" sz="3500" dirty="0"/>
              <a:t>The key value pairs output by the Reducer have the following general format</a:t>
            </a:r>
          </a:p>
          <a:p>
            <a:pPr marL="411480" lvl="1" indent="0">
              <a:spcBef>
                <a:spcPts val="1600"/>
              </a:spcBef>
              <a:buNone/>
            </a:pPr>
            <a:r>
              <a:rPr lang="en-US" sz="3500" dirty="0"/>
              <a:t>	&lt;app-specific-key, single-app-specific-value&gt;</a:t>
            </a:r>
          </a:p>
          <a:p>
            <a:pPr>
              <a:spcBef>
                <a:spcPts val="1600"/>
              </a:spcBef>
            </a:pPr>
            <a:r>
              <a:rPr lang="en-US" sz="3500" dirty="0"/>
              <a:t>These key value pairs are written to an output HDFS file or S3 Object</a:t>
            </a:r>
          </a:p>
          <a:p>
            <a:endParaRPr lang="en-US" sz="3000" dirty="0"/>
          </a:p>
          <a:p>
            <a:endParaRPr lang="en-US" sz="3000" dirty="0"/>
          </a:p>
          <a:p>
            <a:pPr marL="0" indent="0">
              <a:buNone/>
            </a:pPr>
            <a:r>
              <a:rPr lang="en-US" sz="3000" dirty="0"/>
              <a:t> </a:t>
            </a:r>
          </a:p>
          <a:p>
            <a:pPr marL="0" indent="0">
              <a:buNone/>
            </a:pPr>
            <a:endParaRPr lang="en-US" dirty="0"/>
          </a:p>
        </p:txBody>
      </p:sp>
    </p:spTree>
    <p:extLst>
      <p:ext uri="{BB962C8B-B14F-4D97-AF65-F5344CB8AC3E}">
        <p14:creationId xmlns:p14="http://schemas.microsoft.com/office/powerpoint/2010/main" val="3797903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34AAE-BEE0-B3ED-300D-0242C6966A57}"/>
              </a:ext>
            </a:extLst>
          </p:cNvPr>
          <p:cNvSpPr>
            <a:spLocks noGrp="1"/>
          </p:cNvSpPr>
          <p:nvPr>
            <p:ph type="title"/>
          </p:nvPr>
        </p:nvSpPr>
        <p:spPr/>
        <p:txBody>
          <a:bodyPr/>
          <a:lstStyle/>
          <a:p>
            <a:r>
              <a:rPr lang="en-US" dirty="0">
                <a:solidFill>
                  <a:srgbClr val="BD061C"/>
                </a:solidFill>
                <a:latin typeface="Arial"/>
              </a:rPr>
              <a:t>Important Facts About MapReduce</a:t>
            </a:r>
            <a:endParaRPr lang="en-US" dirty="0"/>
          </a:p>
        </p:txBody>
      </p:sp>
      <p:graphicFrame>
        <p:nvGraphicFramePr>
          <p:cNvPr id="3" name="Diagram 2" descr="The image contains text that discusses the functioning of the Mapper and Reducer in a distributed computing framework, specifically MapReduce. Here is the extracted text:&#10;&#10;---&#10;&#10;- All instances of the Mapper function work independently and in parallel, including working on different machines of the cluster.&#10;&#10;- All instances of the Reducer function work independently and can work in parallel, including on different machines of the cluster.&#10;&#10;- The Shuffle stage represents (in part) a parallel sort, so Shuffle can also work in parallel on different cluster machines.&#10;&#10;- The Mapper function is often used on a machine where the data is stored. This allows reducing data transmission over the network.&#10;&#10;- A MapReduce job is always a full scan of all the data; there are no indexes or partial reads.">
            <a:extLst>
              <a:ext uri="{FF2B5EF4-FFF2-40B4-BE49-F238E27FC236}">
                <a16:creationId xmlns:a16="http://schemas.microsoft.com/office/drawing/2014/main" id="{94BB612E-B139-3418-373E-671B2D172BF3}"/>
              </a:ext>
            </a:extLst>
          </p:cNvPr>
          <p:cNvGraphicFramePr/>
          <p:nvPr>
            <p:extLst>
              <p:ext uri="{D42A27DB-BD31-4B8C-83A1-F6EECF244321}">
                <p14:modId xmlns:p14="http://schemas.microsoft.com/office/powerpoint/2010/main" val="3809606438"/>
              </p:ext>
            </p:extLst>
          </p:nvPr>
        </p:nvGraphicFramePr>
        <p:xfrm>
          <a:off x="1098551" y="2476500"/>
          <a:ext cx="16084550" cy="673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2415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BD061C"/>
                </a:solidFill>
                <a:latin typeface="Arial"/>
              </a:rPr>
              <a:t>Important Facts About MapReduce</a:t>
            </a:r>
            <a:endParaRPr lang="en-US" dirty="0"/>
          </a:p>
        </p:txBody>
      </p:sp>
      <p:sp>
        <p:nvSpPr>
          <p:cNvPr id="3" name="Content Placeholder 2"/>
          <p:cNvSpPr>
            <a:spLocks noGrp="1"/>
          </p:cNvSpPr>
          <p:nvPr>
            <p:ph idx="1"/>
          </p:nvPr>
        </p:nvSpPr>
        <p:spPr/>
        <p:txBody>
          <a:bodyPr>
            <a:normAutofit fontScale="85000" lnSpcReduction="20000"/>
          </a:bodyPr>
          <a:lstStyle/>
          <a:p>
            <a:r>
              <a:rPr lang="en-US" dirty="0"/>
              <a:t>Viewed from a slightly different angle, MapReduce codifies a generic “recipe” for processing large datasets that consists of two stages</a:t>
            </a:r>
            <a:endParaRPr lang="en-US" sz="1650" dirty="0"/>
          </a:p>
          <a:p>
            <a:pPr lvl="1"/>
            <a:r>
              <a:rPr lang="en-US" dirty="0">
                <a:solidFill>
                  <a:srgbClr val="0070C0"/>
                </a:solidFill>
              </a:rPr>
              <a:t>Map</a:t>
            </a:r>
            <a:r>
              <a:rPr lang="en-US" dirty="0"/>
              <a:t>—First a user-specified computation is applied over all input records as splits) in a dataset. These operations occur in parallel and yield intermediate output </a:t>
            </a:r>
          </a:p>
          <a:p>
            <a:pPr lvl="1"/>
            <a:r>
              <a:rPr lang="en-US" dirty="0">
                <a:solidFill>
                  <a:srgbClr val="0070C0"/>
                </a:solidFill>
              </a:rPr>
              <a:t>Reduce</a:t>
            </a:r>
            <a:r>
              <a:rPr lang="en-US" dirty="0"/>
              <a:t>—Next the intermediate output is grouped and sorted by the framework and then aggregated by another user-specified computation</a:t>
            </a:r>
            <a:endParaRPr lang="en-US" sz="1650" dirty="0"/>
          </a:p>
          <a:p>
            <a:r>
              <a:rPr lang="en-US" dirty="0"/>
              <a:t>The programmer defines these two types of computations, and the execution framework coordinates the actual processing </a:t>
            </a:r>
          </a:p>
          <a:p>
            <a:r>
              <a:rPr lang="en-US" dirty="0"/>
              <a:t>Such a two-stage processing structure may appear to be very restrictive, but many interesting algorithms can be expressed quite concisely…</a:t>
            </a:r>
          </a:p>
          <a:p>
            <a:r>
              <a:rPr lang="en-US" dirty="0"/>
              <a:t>Especially if one decomposes complex algorithms into a sequence of MapReduce jobs.</a:t>
            </a:r>
          </a:p>
        </p:txBody>
      </p:sp>
    </p:spTree>
    <p:extLst>
      <p:ext uri="{BB962C8B-B14F-4D97-AF65-F5344CB8AC3E}">
        <p14:creationId xmlns:p14="http://schemas.microsoft.com/office/powerpoint/2010/main" val="3355496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FB34F-0B33-C0BF-A645-425F785FE2F0}"/>
              </a:ext>
            </a:extLst>
          </p:cNvPr>
          <p:cNvSpPr>
            <a:spLocks noGrp="1"/>
          </p:cNvSpPr>
          <p:nvPr>
            <p:ph type="title"/>
          </p:nvPr>
        </p:nvSpPr>
        <p:spPr/>
        <p:txBody>
          <a:bodyPr/>
          <a:lstStyle/>
          <a:p>
            <a:r>
              <a:rPr lang="en-US" dirty="0"/>
              <a:t>Why ”MapReduce”?</a:t>
            </a:r>
          </a:p>
        </p:txBody>
      </p:sp>
      <p:sp>
        <p:nvSpPr>
          <p:cNvPr id="3" name="Content Placeholder 2">
            <a:extLst>
              <a:ext uri="{FF2B5EF4-FFF2-40B4-BE49-F238E27FC236}">
                <a16:creationId xmlns:a16="http://schemas.microsoft.com/office/drawing/2014/main" id="{72545998-83C4-3755-64E0-6FBD27BCDFD7}"/>
              </a:ext>
            </a:extLst>
          </p:cNvPr>
          <p:cNvSpPr>
            <a:spLocks noGrp="1"/>
          </p:cNvSpPr>
          <p:nvPr>
            <p:ph idx="1"/>
          </p:nvPr>
        </p:nvSpPr>
        <p:spPr>
          <a:xfrm>
            <a:off x="1098550" y="2050699"/>
            <a:ext cx="16084552" cy="7121436"/>
          </a:xfrm>
        </p:spPr>
        <p:txBody>
          <a:bodyPr/>
          <a:lstStyle/>
          <a:p>
            <a:r>
              <a:rPr lang="en-US" sz="2800" dirty="0"/>
              <a:t>Inspired by two functions form the Lisp programming language</a:t>
            </a:r>
          </a:p>
          <a:p>
            <a:r>
              <a:rPr lang="en-US" sz="2800" dirty="0"/>
              <a:t>Map(function, set of values)</a:t>
            </a:r>
          </a:p>
          <a:p>
            <a:pPr lvl="1"/>
            <a:r>
              <a:rPr lang="en-US" sz="2400" dirty="0"/>
              <a:t>Applies a function to each value in a given set</a:t>
            </a:r>
          </a:p>
          <a:p>
            <a:pPr lvl="2"/>
            <a:r>
              <a:rPr lang="en-US" sz="2000" dirty="0"/>
              <a:t>(map ‘length ‘(() (a b) (a b c))) -&gt; (0 1 2 3)</a:t>
            </a:r>
          </a:p>
          <a:p>
            <a:pPr lvl="2"/>
            <a:r>
              <a:rPr lang="en-US" sz="2000" dirty="0"/>
              <a:t>To determine the length of each list in a set of lists</a:t>
            </a:r>
          </a:p>
          <a:p>
            <a:pPr lvl="1"/>
            <a:r>
              <a:rPr lang="en-US" sz="2400" dirty="0"/>
              <a:t>In MapReduce, a map function is applied in parallel to each split of an input data source and produces intermediate key-value pairs as outputs</a:t>
            </a:r>
          </a:p>
          <a:p>
            <a:r>
              <a:rPr lang="en-US" sz="2800" dirty="0"/>
              <a:t>Reduce(function, set of values)</a:t>
            </a:r>
          </a:p>
          <a:p>
            <a:pPr lvl="1"/>
            <a:r>
              <a:rPr lang="en-US" sz="2400" dirty="0"/>
              <a:t>Combines all values in a set together using a binary function</a:t>
            </a:r>
          </a:p>
          <a:p>
            <a:pPr lvl="2"/>
            <a:r>
              <a:rPr lang="en-US" sz="2000" dirty="0"/>
              <a:t>(reduce #’+ ‘(1 2 3 4 5)) -&gt; 15</a:t>
            </a:r>
          </a:p>
          <a:p>
            <a:pPr lvl="2"/>
            <a:r>
              <a:rPr lang="en-US" sz="2000" dirty="0"/>
              <a:t>To sum up the numbers in a set</a:t>
            </a:r>
          </a:p>
          <a:p>
            <a:pPr lvl="1"/>
            <a:r>
              <a:rPr lang="en-US" sz="2400" dirty="0"/>
              <a:t>In MapReduce, a reduce function is responsible for aggregating or summarizing intermediate key-value pairs produced by multiple map functions to generate a final output</a:t>
            </a:r>
          </a:p>
          <a:p>
            <a:pPr lvl="1"/>
            <a:endParaRPr lang="en-US" dirty="0"/>
          </a:p>
        </p:txBody>
      </p:sp>
    </p:spTree>
    <p:extLst>
      <p:ext uri="{BB962C8B-B14F-4D97-AF65-F5344CB8AC3E}">
        <p14:creationId xmlns:p14="http://schemas.microsoft.com/office/powerpoint/2010/main" val="440354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522B2-CF74-CC98-2E19-EA17F61C8107}"/>
              </a:ext>
            </a:extLst>
          </p:cNvPr>
          <p:cNvSpPr>
            <a:spLocks noGrp="1"/>
          </p:cNvSpPr>
          <p:nvPr>
            <p:ph type="title"/>
          </p:nvPr>
        </p:nvSpPr>
        <p:spPr/>
        <p:txBody>
          <a:bodyPr/>
          <a:lstStyle/>
          <a:p>
            <a:r>
              <a:rPr lang="en-US" dirty="0"/>
              <a:t>MapReduce Jobs</a:t>
            </a:r>
          </a:p>
        </p:txBody>
      </p:sp>
      <p:sp>
        <p:nvSpPr>
          <p:cNvPr id="23" name="Rectangle 22">
            <a:extLst>
              <a:ext uri="{FF2B5EF4-FFF2-40B4-BE49-F238E27FC236}">
                <a16:creationId xmlns:a16="http://schemas.microsoft.com/office/drawing/2014/main" id="{284DBC84-B7D0-1D27-A948-0DF8316D7EB5}"/>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Each</a:t>
            </a:r>
            <a:r>
              <a:rPr lang="en-US" sz="2800" kern="0" dirty="0">
                <a:solidFill>
                  <a:srgbClr val="F8F8F8"/>
                </a:solidFill>
                <a:latin typeface="Arial"/>
                <a:ea typeface="Calibri" panose="020F0502020204030204" pitchFamily="34" charset="0"/>
                <a:cs typeface="Times New Roman" panose="02020603050405020304" pitchFamily="18" charset="0"/>
              </a:rPr>
              <a:t> job</a:t>
            </a:r>
            <a:r>
              <a:rPr kumimoji="0" lang="en-US" sz="2800" b="0" i="0" u="none" strike="noStrike" kern="0" cap="none" spc="0" normalizeH="0" baseline="0" noProof="0" dirty="0">
                <a:ln>
                  <a:noFill/>
                </a:ln>
                <a:solidFill>
                  <a:srgbClr val="F8F8F8"/>
                </a:solidFill>
                <a:effectLst/>
                <a:uLnTx/>
                <a:uFillTx/>
                <a:latin typeface="Arial"/>
                <a:ea typeface="Calibri" panose="020F0502020204030204" pitchFamily="34" charset="0"/>
                <a:cs typeface="Times New Roman" panose="02020603050405020304" pitchFamily="18" charset="0"/>
              </a:rPr>
              <a:t> in a job flow is independent of the previous one</a:t>
            </a:r>
          </a:p>
        </p:txBody>
      </p:sp>
      <p:sp>
        <p:nvSpPr>
          <p:cNvPr id="24" name="Rectangle 23">
            <a:extLst>
              <a:ext uri="{FF2B5EF4-FFF2-40B4-BE49-F238E27FC236}">
                <a16:creationId xmlns:a16="http://schemas.microsoft.com/office/drawing/2014/main" id="{F66ABF49-AEA7-BDF0-E861-43AE771F9250}"/>
              </a:ext>
            </a:extLst>
          </p:cNvPr>
          <p:cNvSpPr/>
          <p:nvPr/>
        </p:nvSpPr>
        <p:spPr>
          <a:xfrm>
            <a:off x="1232453" y="3743325"/>
            <a:ext cx="13715999" cy="1038225"/>
          </a:xfrm>
          <a:prstGeom prst="rect">
            <a:avLst/>
          </a:prstGeom>
          <a:solidFill>
            <a:srgbClr val="E98D0A"/>
          </a:solidFill>
          <a:ln w="25400" cap="flat" cmpd="dbl"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en-US" sz="2800" i="0" u="none" strike="noStrike" kern="0" cap="none" spc="0" normalizeH="0" baseline="0" noProof="0" dirty="0">
                <a:ln>
                  <a:noFill/>
                </a:ln>
                <a:effectLst/>
                <a:uLnTx/>
                <a:uFillTx/>
                <a:latin typeface="Arial"/>
                <a:ea typeface="+mn-ea"/>
                <a:cs typeface="+mn-cs"/>
              </a:rPr>
              <a:t>Each </a:t>
            </a:r>
            <a:r>
              <a:rPr lang="en-US" altLang="en-US" sz="2800" kern="0" dirty="0">
                <a:latin typeface="Arial"/>
                <a:ea typeface="+mn-ea"/>
              </a:rPr>
              <a:t>job begins by reading from some persistent store (ex. HDFS), processing the data, and writing it back to a persistent store (ex. S3)</a:t>
            </a:r>
            <a:endParaRPr kumimoji="0" lang="en-US" altLang="en-US" sz="2800" i="0" u="none" strike="noStrike" kern="0" cap="none" spc="0" normalizeH="0" baseline="0" noProof="0" dirty="0">
              <a:ln>
                <a:noFill/>
              </a:ln>
              <a:effectLst/>
              <a:uLnTx/>
              <a:uFillTx/>
              <a:latin typeface="Arial"/>
              <a:ea typeface="+mn-ea"/>
              <a:cs typeface="+mn-cs"/>
            </a:endParaRPr>
          </a:p>
        </p:txBody>
      </p:sp>
      <p:sp>
        <p:nvSpPr>
          <p:cNvPr id="25" name="Rectangle 24">
            <a:extLst>
              <a:ext uri="{FF2B5EF4-FFF2-40B4-BE49-F238E27FC236}">
                <a16:creationId xmlns:a16="http://schemas.microsoft.com/office/drawing/2014/main" id="{9C2E0117-1F37-A5E1-7C05-0F9C7807DCFA}"/>
              </a:ext>
              <a:ext uri="{C183D7F6-B498-43B3-948B-1728B52AA6E4}">
                <adec:decorative xmlns:adec="http://schemas.microsoft.com/office/drawing/2017/decorative" val="1"/>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8F8F8"/>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E4A910CB-4521-D337-991F-FAAB8CA6512F}"/>
              </a:ext>
              <a:ext uri="{C183D7F6-B498-43B3-948B-1728B52AA6E4}">
                <adec:decorative xmlns:adec="http://schemas.microsoft.com/office/drawing/2017/decorative" val="1"/>
              </a:ext>
            </a:extLst>
          </p:cNvPr>
          <p:cNvSpPr/>
          <p:nvPr/>
        </p:nvSpPr>
        <p:spPr>
          <a:xfrm>
            <a:off x="-1" y="3743325"/>
            <a:ext cx="1232454" cy="1038225"/>
          </a:xfrm>
          <a:prstGeom prst="rect">
            <a:avLst/>
          </a:prstGeom>
          <a:solidFill>
            <a:srgbClr val="E98D0A"/>
          </a:solidFill>
          <a:ln w="25400" cap="flat" cmpd="dbl"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8F8F8"/>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10B8A8C0-30CC-5917-824B-EF3FC955A54B}"/>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altLang="en-US" sz="2800" dirty="0">
                <a:solidFill>
                  <a:schemeClr val="tx1"/>
                </a:solidFill>
              </a:rPr>
              <a:t>Job pipelines with numerous iterations (repeating jobs) result in significant IO overhead to the detriment of overall performance</a:t>
            </a:r>
          </a:p>
        </p:txBody>
      </p:sp>
      <p:sp>
        <p:nvSpPr>
          <p:cNvPr id="27" name="Rectangle 26">
            <a:extLst>
              <a:ext uri="{FF2B5EF4-FFF2-40B4-BE49-F238E27FC236}">
                <a16:creationId xmlns:a16="http://schemas.microsoft.com/office/drawing/2014/main" id="{16390BAC-AA44-2EF8-DF89-0AA496BBE0E8}"/>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pic>
        <p:nvPicPr>
          <p:cNvPr id="29" name="Picture 28" descr="The image illustrates the iterative process of reading and writing data in a Hadoop Distributed File System (HDFS) during multiple iterations. Here is an alt text description:&#10;&#10;The diagram shows a sequence of HDFS read and write operations across multiple iterations. The steps are as follows:&#10;&#10;First HDFS Cluster:&#10;&#10;Labeled &quot;HDFS (Cluster).&quot;&#10;An arrow labeled &quot;HDFS Read&quot; points to &quot;Iteration #1.&quot;&#10;Iteration #1:&#10;&#10;A process labeled &quot;Iteration #1.&quot;&#10;An arrow labeled &quot;HDFS Write&quot; points from &quot;Iteration #1&quot; to the next HDFS cluster.&#10;Second HDFS Cluster:&#10;&#10;Labeled &quot;HDFS (Cluster).&quot;&#10;An arrow labeled &quot;HDFS Read&quot; points to &quot;Iteration #2.&quot;&#10;Iteration #2:&#10;&#10;A process labeled &quot;Iteration #2.&quot;&#10;An arrow labeled &quot;HDFS Write&quot; points from &quot;Iteration #2&quot; to the next HDFS cluster.&#10;Third HDFS Cluster:&#10;&#10;Labeled &quot;HDFS (Cluster).&quot;&#10;An arrow labeled &quot;HDFS Read&quot; points to &quot;Iteration #3.&quot;&#10;Iteration #3:&#10;&#10;A process labeled &quot;Iteration #3.&quot;&#10;An arrow labeled &quot;HDFS Write&quot; points from &quot;Iteration #3&quot; to the next HDFS cluster.&#10;Fourth HDFS Cluster:&#10;&#10;Labeled &quot;HDFS (Cluster).&quot;&#10;The diagram highlights the iterative nature of data processing in HDFS, where each iteration involves reading data from HDFS, processing it, and then writing the results back to HDFS.">
            <a:extLst>
              <a:ext uri="{FF2B5EF4-FFF2-40B4-BE49-F238E27FC236}">
                <a16:creationId xmlns:a16="http://schemas.microsoft.com/office/drawing/2014/main" id="{BBECA560-23EE-7D14-FB1C-53316A51B8AC}"/>
              </a:ext>
            </a:extLst>
          </p:cNvPr>
          <p:cNvPicPr>
            <a:picLocks noChangeAspect="1"/>
          </p:cNvPicPr>
          <p:nvPr/>
        </p:nvPicPr>
        <p:blipFill>
          <a:blip r:embed="rId2"/>
          <a:stretch>
            <a:fillRect/>
          </a:stretch>
        </p:blipFill>
        <p:spPr>
          <a:xfrm>
            <a:off x="1794597" y="6737639"/>
            <a:ext cx="14698806" cy="1965613"/>
          </a:xfrm>
          <a:prstGeom prst="rect">
            <a:avLst/>
          </a:prstGeom>
        </p:spPr>
      </p:pic>
    </p:spTree>
    <p:extLst>
      <p:ext uri="{BB962C8B-B14F-4D97-AF65-F5344CB8AC3E}">
        <p14:creationId xmlns:p14="http://schemas.microsoft.com/office/powerpoint/2010/main" val="3719300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Programming by Extension</a:t>
            </a:r>
            <a:br>
              <a:rPr lang="en-US" dirty="0"/>
            </a:br>
            <a:r>
              <a:rPr lang="en-US" sz="4400" dirty="0"/>
              <a:t>Coding Using the MapReduce Framework</a:t>
            </a:r>
            <a:endParaRPr lang="en-US" sz="4650" dirty="0"/>
          </a:p>
        </p:txBody>
      </p:sp>
      <p:sp>
        <p:nvSpPr>
          <p:cNvPr id="3" name="Content Placeholder 2"/>
          <p:cNvSpPr>
            <a:spLocks noGrp="1"/>
          </p:cNvSpPr>
          <p:nvPr>
            <p:ph idx="1"/>
          </p:nvPr>
        </p:nvSpPr>
        <p:spPr>
          <a:xfrm>
            <a:off x="1098550" y="2050699"/>
            <a:ext cx="16084552" cy="3522786"/>
          </a:xfrm>
        </p:spPr>
        <p:txBody>
          <a:bodyPr>
            <a:normAutofit fontScale="62500" lnSpcReduction="20000"/>
          </a:bodyPr>
          <a:lstStyle/>
          <a:p>
            <a:r>
              <a:rPr lang="en-US" dirty="0"/>
              <a:t>Most frameworks have a core of services and offer “plugin” capability for you to add custom code</a:t>
            </a:r>
          </a:p>
          <a:p>
            <a:r>
              <a:rPr lang="en-US" dirty="0"/>
              <a:t>These plugins are generally member functions that must accept specified input types and return specified output types</a:t>
            </a:r>
          </a:p>
          <a:p>
            <a:r>
              <a:rPr lang="en-US" dirty="0"/>
              <a:t>Framework users code these functions and register them with the framework</a:t>
            </a:r>
          </a:p>
          <a:p>
            <a:r>
              <a:rPr lang="en-US" dirty="0"/>
              <a:t>The MapReduce framework supports hooks for standard functions such as map, reduce and others</a:t>
            </a:r>
          </a:p>
        </p:txBody>
      </p:sp>
      <p:pic>
        <p:nvPicPr>
          <p:cNvPr id="5" name="Picture 4" descr="A diagram of a diagram&#10;&#10;Description automatically generated">
            <a:extLst>
              <a:ext uri="{FF2B5EF4-FFF2-40B4-BE49-F238E27FC236}">
                <a16:creationId xmlns:a16="http://schemas.microsoft.com/office/drawing/2014/main" id="{C9266B0E-74E0-8457-A904-441717C0E1C3}"/>
              </a:ext>
            </a:extLst>
          </p:cNvPr>
          <p:cNvPicPr>
            <a:picLocks noChangeAspect="1"/>
          </p:cNvPicPr>
          <p:nvPr/>
        </p:nvPicPr>
        <p:blipFill>
          <a:blip r:embed="rId2"/>
          <a:stretch>
            <a:fillRect/>
          </a:stretch>
        </p:blipFill>
        <p:spPr>
          <a:xfrm>
            <a:off x="4109172" y="5554807"/>
            <a:ext cx="9176038" cy="4123459"/>
          </a:xfrm>
          <a:prstGeom prst="rect">
            <a:avLst/>
          </a:prstGeom>
        </p:spPr>
      </p:pic>
    </p:spTree>
    <p:extLst>
      <p:ext uri="{BB962C8B-B14F-4D97-AF65-F5344CB8AC3E}">
        <p14:creationId xmlns:p14="http://schemas.microsoft.com/office/powerpoint/2010/main" val="2747289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D9E7E-738B-DB43-B267-E464356E93A8}"/>
              </a:ext>
            </a:extLst>
          </p:cNvPr>
          <p:cNvSpPr>
            <a:spLocks noGrp="1"/>
          </p:cNvSpPr>
          <p:nvPr>
            <p:ph type="title"/>
          </p:nvPr>
        </p:nvSpPr>
        <p:spPr/>
        <p:txBody>
          <a:bodyPr/>
          <a:lstStyle/>
          <a:p>
            <a:r>
              <a:rPr lang="en-US" dirty="0"/>
              <a:t>Dataset Abstractions</a:t>
            </a:r>
            <a:br>
              <a:rPr lang="en-US" dirty="0"/>
            </a:br>
            <a:r>
              <a:rPr lang="en-US" sz="4800" dirty="0"/>
              <a:t>From Block to Splits</a:t>
            </a:r>
            <a:endParaRPr lang="en-US" dirty="0"/>
          </a:p>
        </p:txBody>
      </p:sp>
      <p:sp>
        <p:nvSpPr>
          <p:cNvPr id="3" name="Content Placeholder 2">
            <a:extLst>
              <a:ext uri="{FF2B5EF4-FFF2-40B4-BE49-F238E27FC236}">
                <a16:creationId xmlns:a16="http://schemas.microsoft.com/office/drawing/2014/main" id="{D26B8E51-209A-FA45-B282-5B0E911AE1C0}"/>
              </a:ext>
            </a:extLst>
          </p:cNvPr>
          <p:cNvSpPr>
            <a:spLocks noGrp="1"/>
          </p:cNvSpPr>
          <p:nvPr>
            <p:ph idx="4294967295"/>
          </p:nvPr>
        </p:nvSpPr>
        <p:spPr>
          <a:xfrm>
            <a:off x="914400" y="2400300"/>
            <a:ext cx="16459200" cy="7315200"/>
          </a:xfrm>
        </p:spPr>
        <p:txBody>
          <a:bodyPr/>
          <a:lstStyle/>
          <a:p>
            <a:r>
              <a:rPr lang="en-US" sz="2800" dirty="0"/>
              <a:t>Files in HDFS are divided into physical chunks call blocks where each block is a fixed size and stored as regular files in the local OS file system</a:t>
            </a:r>
          </a:p>
          <a:p>
            <a:r>
              <a:rPr lang="en-US" sz="2800" dirty="0"/>
              <a:t>But parallel processing engines and their related tools were designed to be decoupled from any specific file system</a:t>
            </a:r>
          </a:p>
          <a:p>
            <a:r>
              <a:rPr lang="en-US" sz="2800" dirty="0"/>
              <a:t>This allows these tools and parallel processing engines to work with S3, HDFS and other data stores</a:t>
            </a:r>
          </a:p>
          <a:p>
            <a:r>
              <a:rPr lang="en-US" sz="2800" dirty="0"/>
              <a:t>And it is especially useful as certain data stores, such as S3 objects, have no (user accessible) concept of blocks at all they are just sequences of bytes</a:t>
            </a:r>
          </a:p>
          <a:p>
            <a:r>
              <a:rPr lang="en-US" sz="2800" dirty="0"/>
              <a:t>So the question is… how is this decoupling is managed, and the answer is through the concept of splits</a:t>
            </a:r>
          </a:p>
        </p:txBody>
      </p:sp>
    </p:spTree>
    <p:extLst>
      <p:ext uri="{BB962C8B-B14F-4D97-AF65-F5344CB8AC3E}">
        <p14:creationId xmlns:p14="http://schemas.microsoft.com/office/powerpoint/2010/main" val="235700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E50F-C9F2-E82D-2EEA-39F1A3CC86CC}"/>
              </a:ext>
            </a:extLst>
          </p:cNvPr>
          <p:cNvSpPr>
            <a:spLocks noGrp="1"/>
          </p:cNvSpPr>
          <p:nvPr>
            <p:ph type="title"/>
          </p:nvPr>
        </p:nvSpPr>
        <p:spPr/>
        <p:txBody>
          <a:bodyPr/>
          <a:lstStyle/>
          <a:p>
            <a:r>
              <a:rPr lang="en-US" dirty="0"/>
              <a:t>Dataset Abstractions</a:t>
            </a:r>
            <a:br>
              <a:rPr lang="en-US" dirty="0"/>
            </a:br>
            <a:r>
              <a:rPr lang="en-US" sz="4800" dirty="0"/>
              <a:t>Splits</a:t>
            </a:r>
            <a:endParaRPr lang="en-US" dirty="0"/>
          </a:p>
        </p:txBody>
      </p:sp>
      <p:sp>
        <p:nvSpPr>
          <p:cNvPr id="3" name="Content Placeholder 2">
            <a:extLst>
              <a:ext uri="{FF2B5EF4-FFF2-40B4-BE49-F238E27FC236}">
                <a16:creationId xmlns:a16="http://schemas.microsoft.com/office/drawing/2014/main" id="{2B55BE20-33A8-FD3E-8290-1CF8D166F288}"/>
              </a:ext>
            </a:extLst>
          </p:cNvPr>
          <p:cNvSpPr>
            <a:spLocks noGrp="1"/>
          </p:cNvSpPr>
          <p:nvPr>
            <p:ph idx="1"/>
          </p:nvPr>
        </p:nvSpPr>
        <p:spPr/>
        <p:txBody>
          <a:bodyPr/>
          <a:lstStyle/>
          <a:p>
            <a:pPr>
              <a:spcBef>
                <a:spcPts val="1600"/>
              </a:spcBef>
            </a:pPr>
            <a:r>
              <a:rPr lang="en-US" dirty="0"/>
              <a:t>Splits are logical segments of a data store (file, object, etc.) and present a byte-oriented view of the data</a:t>
            </a:r>
          </a:p>
          <a:p>
            <a:pPr>
              <a:spcBef>
                <a:spcPts val="1600"/>
              </a:spcBef>
            </a:pPr>
            <a:r>
              <a:rPr lang="en-US" dirty="0"/>
              <a:t>They represent references to stored data and not the data itself</a:t>
            </a:r>
          </a:p>
          <a:p>
            <a:pPr>
              <a:spcBef>
                <a:spcPts val="1600"/>
              </a:spcBef>
            </a:pPr>
            <a:r>
              <a:rPr lang="en-US" dirty="0"/>
              <a:t>With respect to HDFS split size usually correspond to block size</a:t>
            </a:r>
          </a:p>
          <a:p>
            <a:pPr>
              <a:spcBef>
                <a:spcPts val="1600"/>
              </a:spcBef>
            </a:pPr>
            <a:r>
              <a:rPr lang="en-US" dirty="0"/>
              <a:t>With respect to objects, splits represent fixed size and contiguous sequences of bytes (for S3 this is 64 MB)</a:t>
            </a:r>
          </a:p>
          <a:p>
            <a:pPr>
              <a:spcBef>
                <a:spcPts val="1600"/>
              </a:spcBef>
            </a:pPr>
            <a:r>
              <a:rPr lang="en-US" dirty="0"/>
              <a:t>In MapReduce actual splits are represented by subclasses of the InputSplit class such as FileSplit</a:t>
            </a:r>
          </a:p>
          <a:p>
            <a:pPr>
              <a:spcBef>
                <a:spcPts val="1600"/>
              </a:spcBef>
            </a:pPr>
            <a:r>
              <a:rPr lang="en-US" dirty="0"/>
              <a:t>Each MapReduce Mapper is assigned a split and processes the data within that split.</a:t>
            </a:r>
          </a:p>
          <a:p>
            <a:endParaRPr lang="en-US" dirty="0"/>
          </a:p>
          <a:p>
            <a:endParaRPr lang="en-US" dirty="0"/>
          </a:p>
        </p:txBody>
      </p:sp>
    </p:spTree>
    <p:extLst>
      <p:ext uri="{BB962C8B-B14F-4D97-AF65-F5344CB8AC3E}">
        <p14:creationId xmlns:p14="http://schemas.microsoft.com/office/powerpoint/2010/main" val="4207156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0AEDC-DEF4-C00D-DD13-26DEE4DEAB37}"/>
              </a:ext>
            </a:extLst>
          </p:cNvPr>
          <p:cNvSpPr>
            <a:spLocks noGrp="1"/>
          </p:cNvSpPr>
          <p:nvPr>
            <p:ph type="title"/>
          </p:nvPr>
        </p:nvSpPr>
        <p:spPr/>
        <p:txBody>
          <a:bodyPr/>
          <a:lstStyle/>
          <a:p>
            <a:r>
              <a:rPr lang="en-US" dirty="0"/>
              <a:t>Dataset Abstractions</a:t>
            </a:r>
            <a:br>
              <a:rPr lang="en-US" dirty="0"/>
            </a:br>
            <a:r>
              <a:rPr lang="en-US" sz="4800" dirty="0"/>
              <a:t>Splits</a:t>
            </a:r>
            <a:endParaRPr lang="en-US" dirty="0"/>
          </a:p>
        </p:txBody>
      </p:sp>
      <p:sp>
        <p:nvSpPr>
          <p:cNvPr id="3" name="Rectangle 2">
            <a:extLst>
              <a:ext uri="{FF2B5EF4-FFF2-40B4-BE49-F238E27FC236}">
                <a16:creationId xmlns:a16="http://schemas.microsoft.com/office/drawing/2014/main" id="{B83C1AE4-0404-B828-2317-F0D5941AEF09}"/>
              </a:ext>
            </a:extLst>
          </p:cNvPr>
          <p:cNvSpPr/>
          <p:nvPr/>
        </p:nvSpPr>
        <p:spPr>
          <a:xfrm>
            <a:off x="1232453" y="2388871"/>
            <a:ext cx="13716000" cy="8953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dirty="0">
                <a:solidFill>
                  <a:schemeClr val="bg2"/>
                </a:solidFill>
              </a:rPr>
              <a:t>Classes implementing the InputFormat interface provide the input processing for a MapReduce job</a:t>
            </a:r>
            <a:endParaRPr lang="en-US" sz="2400" i="0" dirty="0">
              <a:solidFill>
                <a:schemeClr val="bg2"/>
              </a:solidFill>
              <a:effectLst/>
            </a:endParaRPr>
          </a:p>
        </p:txBody>
      </p:sp>
      <p:sp>
        <p:nvSpPr>
          <p:cNvPr id="4" name="Rectangle 3">
            <a:extLst>
              <a:ext uri="{FF2B5EF4-FFF2-40B4-BE49-F238E27FC236}">
                <a16:creationId xmlns:a16="http://schemas.microsoft.com/office/drawing/2014/main" id="{6FB8E891-BEF6-FC13-C15F-ED61EB6A0E54}"/>
              </a:ext>
            </a:extLst>
          </p:cNvPr>
          <p:cNvSpPr/>
          <p:nvPr/>
        </p:nvSpPr>
        <p:spPr>
          <a:xfrm>
            <a:off x="1232453" y="3419476"/>
            <a:ext cx="13715999" cy="8953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Instances of these classes divide up the input file(s) into logical chucks represented by instances of subclasses of the InputSplit class, each of which is then assigned to an individual Mapper</a:t>
            </a:r>
          </a:p>
        </p:txBody>
      </p:sp>
      <p:sp>
        <p:nvSpPr>
          <p:cNvPr id="5" name="Rectangle 4">
            <a:extLst>
              <a:ext uri="{FF2B5EF4-FFF2-40B4-BE49-F238E27FC236}">
                <a16:creationId xmlns:a16="http://schemas.microsoft.com/office/drawing/2014/main" id="{A82CCB24-DBB1-5D05-81E2-209DBDEF82B4}"/>
              </a:ext>
            </a:extLst>
          </p:cNvPr>
          <p:cNvSpPr/>
          <p:nvPr/>
        </p:nvSpPr>
        <p:spPr>
          <a:xfrm>
            <a:off x="1232453" y="4438651"/>
            <a:ext cx="13716000" cy="895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altLang="en-US" sz="2400" dirty="0">
                <a:solidFill>
                  <a:schemeClr val="tx1"/>
                </a:solidFill>
              </a:rPr>
              <a:t>Instances of InputFormat classes also provide the RecordReader implementation to be used to obtain input records from a logical InputSplit for processing by the Mapper.</a:t>
            </a:r>
          </a:p>
        </p:txBody>
      </p:sp>
      <p:sp>
        <p:nvSpPr>
          <p:cNvPr id="6" name="Rectangle 5">
            <a:extLst>
              <a:ext uri="{FF2B5EF4-FFF2-40B4-BE49-F238E27FC236}">
                <a16:creationId xmlns:a16="http://schemas.microsoft.com/office/drawing/2014/main" id="{97C31DC5-90BC-2251-4435-E6B601A95C04}"/>
              </a:ext>
              <a:ext uri="{C183D7F6-B498-43B3-948B-1728B52AA6E4}">
                <adec:decorative xmlns:adec="http://schemas.microsoft.com/office/drawing/2017/decorative" val="1"/>
              </a:ext>
            </a:extLst>
          </p:cNvPr>
          <p:cNvSpPr/>
          <p:nvPr/>
        </p:nvSpPr>
        <p:spPr>
          <a:xfrm>
            <a:off x="-1" y="2388871"/>
            <a:ext cx="1232454" cy="8953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7" name="Rectangle 6">
            <a:extLst>
              <a:ext uri="{FF2B5EF4-FFF2-40B4-BE49-F238E27FC236}">
                <a16:creationId xmlns:a16="http://schemas.microsoft.com/office/drawing/2014/main" id="{BA98775E-AB4E-41DB-1832-6BA037AB47F5}"/>
              </a:ext>
              <a:ext uri="{C183D7F6-B498-43B3-948B-1728B52AA6E4}">
                <adec:decorative xmlns:adec="http://schemas.microsoft.com/office/drawing/2017/decorative" val="1"/>
              </a:ext>
            </a:extLst>
          </p:cNvPr>
          <p:cNvSpPr/>
          <p:nvPr/>
        </p:nvSpPr>
        <p:spPr>
          <a:xfrm>
            <a:off x="-1" y="3419476"/>
            <a:ext cx="1232454" cy="8953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8" name="Rectangle 7">
            <a:extLst>
              <a:ext uri="{FF2B5EF4-FFF2-40B4-BE49-F238E27FC236}">
                <a16:creationId xmlns:a16="http://schemas.microsoft.com/office/drawing/2014/main" id="{8AD2459F-21E5-8287-AD71-30613A0E03D8}"/>
              </a:ext>
              <a:ext uri="{C183D7F6-B498-43B3-948B-1728B52AA6E4}">
                <adec:decorative xmlns:adec="http://schemas.microsoft.com/office/drawing/2017/decorative" val="1"/>
              </a:ext>
            </a:extLst>
          </p:cNvPr>
          <p:cNvSpPr/>
          <p:nvPr/>
        </p:nvSpPr>
        <p:spPr>
          <a:xfrm>
            <a:off x="0" y="4438651"/>
            <a:ext cx="1234440" cy="895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pic>
        <p:nvPicPr>
          <p:cNvPr id="10" name="Picture 9" descr="The image provides a detailed flow of data processing involving S3 and HDFS in a parallel execution framework. Here is an alt text description:&#10;&#10;---&#10;&#10;The diagram consists of multiple components showing the interaction between S3 objects and HDFS files through a parallel execution client. The steps are as follows:&#10;&#10;1. **S3 Object:**&#10;   - Represented as a container labeled &quot;S3 Object.&quot;&#10;   - Connected to &quot;S3 InputFormat&quot; via an arrow.&#10;&#10;2. **HDFS File:**&#10;   - Represented as a container labeled &quot;HDFS File&quot; containing blocks:&#10;     - Block 1: 128MB&#10;     - Block 2: 128MB&#10;     - Block 3: 128MB&#10;   - Connected to &quot;HDFS InputFormat&quot; via an arrow.&#10;&#10;3. **InputSplit:**&#10;   - &quot;InputSplit&quot; connected to both &quot;S3 InputFormat&quot; and &quot;HDFS InputFormat.&quot;&#10;&#10;4. **Parallel Execution Client:**&#10;   - Located at the top center of the diagram.&#10;   - Receives input splits from both sides (S3 and HDFS).&#10;   - Arrows labeled &quot;Get input splits&quot; point to the parallel execution client.&#10;&#10;5. **RecordReader:**&#10;   - Two &quot;RecordReader&quot; components are connected to the parallel execution client.&#10;   - Arrows labeled &quot;Get record reader&quot; point from the parallel execution client to the RecordReader components.&#10;&#10;6. **Data Flow:**&#10;   - The flow of data starts from S3 objects and HDFS files, moving through the input formats and splits, then to the parallel execution client, and finally to the record readers.&#10;&#10;The diagram highlights how data from both S3 and HDFS is processed in parallel by reading input splits and using record readers.">
            <a:extLst>
              <a:ext uri="{FF2B5EF4-FFF2-40B4-BE49-F238E27FC236}">
                <a16:creationId xmlns:a16="http://schemas.microsoft.com/office/drawing/2014/main" id="{F5D04CDD-7F62-814D-08D1-18441A0CCB4F}"/>
              </a:ext>
            </a:extLst>
          </p:cNvPr>
          <p:cNvPicPr>
            <a:picLocks noChangeAspect="1"/>
          </p:cNvPicPr>
          <p:nvPr/>
        </p:nvPicPr>
        <p:blipFill>
          <a:blip r:embed="rId2"/>
          <a:stretch>
            <a:fillRect/>
          </a:stretch>
        </p:blipFill>
        <p:spPr>
          <a:xfrm>
            <a:off x="3781858" y="5633605"/>
            <a:ext cx="9851447" cy="3861954"/>
          </a:xfrm>
          <a:prstGeom prst="rect">
            <a:avLst/>
          </a:prstGeom>
        </p:spPr>
      </p:pic>
    </p:spTree>
    <p:extLst>
      <p:ext uri="{BB962C8B-B14F-4D97-AF65-F5344CB8AC3E}">
        <p14:creationId xmlns:p14="http://schemas.microsoft.com/office/powerpoint/2010/main" val="3703569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75B7-61CE-4B9B-652A-AE1608EBB39C}"/>
              </a:ext>
            </a:extLst>
          </p:cNvPr>
          <p:cNvSpPr>
            <a:spLocks noGrp="1"/>
          </p:cNvSpPr>
          <p:nvPr>
            <p:ph type="title"/>
          </p:nvPr>
        </p:nvSpPr>
        <p:spPr/>
        <p:txBody>
          <a:bodyPr/>
          <a:lstStyle/>
          <a:p>
            <a:r>
              <a:rPr lang="en-US" dirty="0"/>
              <a:t>Dataset Abstractions</a:t>
            </a:r>
            <a:br>
              <a:rPr lang="en-US" dirty="0"/>
            </a:br>
            <a:r>
              <a:rPr lang="en-US" sz="4800" dirty="0"/>
              <a:t>Records</a:t>
            </a:r>
            <a:endParaRPr lang="en-US" dirty="0"/>
          </a:p>
        </p:txBody>
      </p:sp>
      <p:sp>
        <p:nvSpPr>
          <p:cNvPr id="10" name="TextBox 9">
            <a:extLst>
              <a:ext uri="{FF2B5EF4-FFF2-40B4-BE49-F238E27FC236}">
                <a16:creationId xmlns:a16="http://schemas.microsoft.com/office/drawing/2014/main" id="{24000F9E-5CD0-5535-2364-380D55204769}"/>
              </a:ext>
            </a:extLst>
          </p:cNvPr>
          <p:cNvSpPr txBox="1"/>
          <p:nvPr/>
        </p:nvSpPr>
        <p:spPr>
          <a:xfrm>
            <a:off x="10001249" y="5558583"/>
            <a:ext cx="39379" cy="399558"/>
          </a:xfrm>
          <a:prstGeom prst="rect">
            <a:avLst/>
          </a:prstGeom>
          <a:noFill/>
        </p:spPr>
        <p:txBody>
          <a:bodyPr wrap="square" rtlCol="0">
            <a:spAutoFit/>
          </a:bodyPr>
          <a:lstStyle/>
          <a:p>
            <a:pPr algn="ctr" defTabSz="1371600" fontAlgn="auto">
              <a:spcBef>
                <a:spcPts val="0"/>
              </a:spcBef>
              <a:spcAft>
                <a:spcPts val="0"/>
              </a:spcAft>
            </a:pPr>
            <a:endParaRPr lang="en-US" sz="2200" dirty="0">
              <a:solidFill>
                <a:srgbClr val="292934"/>
              </a:solidFill>
              <a:latin typeface="Arial"/>
            </a:endParaRPr>
          </a:p>
        </p:txBody>
      </p:sp>
      <p:sp>
        <p:nvSpPr>
          <p:cNvPr id="14" name="Rectangle 13">
            <a:extLst>
              <a:ext uri="{FF2B5EF4-FFF2-40B4-BE49-F238E27FC236}">
                <a16:creationId xmlns:a16="http://schemas.microsoft.com/office/drawing/2014/main" id="{2388CEE6-9787-E0D3-F51B-9622B44081FD}"/>
              </a:ext>
            </a:extLst>
          </p:cNvPr>
          <p:cNvSpPr/>
          <p:nvPr/>
        </p:nvSpPr>
        <p:spPr>
          <a:xfrm>
            <a:off x="870503" y="2446020"/>
            <a:ext cx="889901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200" dirty="0">
                <a:solidFill>
                  <a:schemeClr val="bg2"/>
                </a:solidFill>
              </a:rPr>
              <a:t>But Mappers and Reducers do not process arbitrary sequences of bytes but distinct records within the data</a:t>
            </a:r>
          </a:p>
        </p:txBody>
      </p:sp>
      <p:sp>
        <p:nvSpPr>
          <p:cNvPr id="15" name="Rectangle 14">
            <a:extLst>
              <a:ext uri="{FF2B5EF4-FFF2-40B4-BE49-F238E27FC236}">
                <a16:creationId xmlns:a16="http://schemas.microsoft.com/office/drawing/2014/main" id="{5B17068F-54B1-BE04-5614-5EF192F19C00}"/>
              </a:ext>
            </a:extLst>
          </p:cNvPr>
          <p:cNvSpPr/>
          <p:nvPr/>
        </p:nvSpPr>
        <p:spPr>
          <a:xfrm>
            <a:off x="870503" y="3743325"/>
            <a:ext cx="8899013"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200" dirty="0">
                <a:solidFill>
                  <a:schemeClr val="tx1"/>
                </a:solidFill>
              </a:rPr>
              <a:t>The RecordReader interface provides the mechanism for mappers to read and parse records from splits</a:t>
            </a:r>
          </a:p>
        </p:txBody>
      </p:sp>
      <p:sp>
        <p:nvSpPr>
          <p:cNvPr id="16" name="Rectangle 15">
            <a:extLst>
              <a:ext uri="{FF2B5EF4-FFF2-40B4-BE49-F238E27FC236}">
                <a16:creationId xmlns:a16="http://schemas.microsoft.com/office/drawing/2014/main" id="{B1DE45CD-104E-15B2-BF22-09428B32B2EA}"/>
              </a:ext>
            </a:extLst>
          </p:cNvPr>
          <p:cNvSpPr/>
          <p:nvPr/>
        </p:nvSpPr>
        <p:spPr>
          <a:xfrm>
            <a:off x="870503" y="5010150"/>
            <a:ext cx="8899014"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altLang="en-US" sz="2200" dirty="0">
                <a:solidFill>
                  <a:schemeClr val="tx1"/>
                </a:solidFill>
              </a:rPr>
              <a:t>Its implementing classes encapsulate the logic for decoding and extracting individual records from an underlying data format, such as text files, CSV files, or binary data</a:t>
            </a:r>
          </a:p>
        </p:txBody>
      </p:sp>
      <p:sp>
        <p:nvSpPr>
          <p:cNvPr id="17" name="Rectangle 16">
            <a:extLst>
              <a:ext uri="{FF2B5EF4-FFF2-40B4-BE49-F238E27FC236}">
                <a16:creationId xmlns:a16="http://schemas.microsoft.com/office/drawing/2014/main" id="{4DAD6E7A-C2EA-9EAC-3E50-0CABB8DEBD07}"/>
              </a:ext>
              <a:ext uri="{C183D7F6-B498-43B3-948B-1728B52AA6E4}">
                <adec:decorative xmlns:adec="http://schemas.microsoft.com/office/drawing/2017/decorative" val="1"/>
              </a:ext>
            </a:extLst>
          </p:cNvPr>
          <p:cNvSpPr/>
          <p:nvPr/>
        </p:nvSpPr>
        <p:spPr>
          <a:xfrm>
            <a:off x="-1" y="2476000"/>
            <a:ext cx="799623"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200" dirty="0">
              <a:solidFill>
                <a:schemeClr val="bg2"/>
              </a:solidFill>
            </a:endParaRPr>
          </a:p>
        </p:txBody>
      </p:sp>
      <p:sp>
        <p:nvSpPr>
          <p:cNvPr id="18" name="Rectangle 17">
            <a:extLst>
              <a:ext uri="{FF2B5EF4-FFF2-40B4-BE49-F238E27FC236}">
                <a16:creationId xmlns:a16="http://schemas.microsoft.com/office/drawing/2014/main" id="{D940EED5-22CB-77F3-D432-E920DBC03207}"/>
              </a:ext>
              <a:ext uri="{C183D7F6-B498-43B3-948B-1728B52AA6E4}">
                <adec:decorative xmlns:adec="http://schemas.microsoft.com/office/drawing/2017/decorative" val="1"/>
              </a:ext>
            </a:extLst>
          </p:cNvPr>
          <p:cNvSpPr/>
          <p:nvPr/>
        </p:nvSpPr>
        <p:spPr>
          <a:xfrm>
            <a:off x="-1" y="3743325"/>
            <a:ext cx="799623"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200" dirty="0">
              <a:solidFill>
                <a:schemeClr val="bg2"/>
              </a:solidFill>
            </a:endParaRPr>
          </a:p>
        </p:txBody>
      </p:sp>
      <p:sp>
        <p:nvSpPr>
          <p:cNvPr id="19" name="Rectangle 18">
            <a:extLst>
              <a:ext uri="{FF2B5EF4-FFF2-40B4-BE49-F238E27FC236}">
                <a16:creationId xmlns:a16="http://schemas.microsoft.com/office/drawing/2014/main" id="{1B0FECC8-6548-EF40-25A3-14B6EA31D28C}"/>
              </a:ext>
              <a:ext uri="{C183D7F6-B498-43B3-948B-1728B52AA6E4}">
                <adec:decorative xmlns:adec="http://schemas.microsoft.com/office/drawing/2017/decorative" val="1"/>
              </a:ext>
            </a:extLst>
          </p:cNvPr>
          <p:cNvSpPr/>
          <p:nvPr/>
        </p:nvSpPr>
        <p:spPr>
          <a:xfrm>
            <a:off x="0" y="5010150"/>
            <a:ext cx="800911"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200" dirty="0">
              <a:solidFill>
                <a:schemeClr val="bg2"/>
              </a:solidFill>
            </a:endParaRPr>
          </a:p>
        </p:txBody>
      </p:sp>
      <p:sp>
        <p:nvSpPr>
          <p:cNvPr id="20" name="Rectangle 19">
            <a:extLst>
              <a:ext uri="{FF2B5EF4-FFF2-40B4-BE49-F238E27FC236}">
                <a16:creationId xmlns:a16="http://schemas.microsoft.com/office/drawing/2014/main" id="{31F7DFAA-67C5-59C1-B5E5-D2498F35D46D}"/>
              </a:ext>
            </a:extLst>
          </p:cNvPr>
          <p:cNvSpPr/>
          <p:nvPr/>
        </p:nvSpPr>
        <p:spPr>
          <a:xfrm>
            <a:off x="851453" y="6249640"/>
            <a:ext cx="8899014"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200" dirty="0">
                <a:solidFill>
                  <a:schemeClr val="bg2"/>
                </a:solidFill>
              </a:rPr>
              <a:t>Cross-split record boundaries occur when a single logical record spans more than one split</a:t>
            </a:r>
          </a:p>
        </p:txBody>
      </p:sp>
      <p:sp>
        <p:nvSpPr>
          <p:cNvPr id="21" name="Rectangle 20">
            <a:extLst>
              <a:ext uri="{FF2B5EF4-FFF2-40B4-BE49-F238E27FC236}">
                <a16:creationId xmlns:a16="http://schemas.microsoft.com/office/drawing/2014/main" id="{FF1A3D94-DD95-5416-B2F7-7C08A3CE4085}"/>
              </a:ext>
              <a:ext uri="{C183D7F6-B498-43B3-948B-1728B52AA6E4}">
                <adec:decorative xmlns:adec="http://schemas.microsoft.com/office/drawing/2017/decorative" val="1"/>
              </a:ext>
            </a:extLst>
          </p:cNvPr>
          <p:cNvSpPr/>
          <p:nvPr/>
        </p:nvSpPr>
        <p:spPr>
          <a:xfrm>
            <a:off x="-1" y="6249640"/>
            <a:ext cx="800911"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200" dirty="0"/>
          </a:p>
        </p:txBody>
      </p:sp>
      <p:sp>
        <p:nvSpPr>
          <p:cNvPr id="24" name="TextBox 23">
            <a:extLst>
              <a:ext uri="{FF2B5EF4-FFF2-40B4-BE49-F238E27FC236}">
                <a16:creationId xmlns:a16="http://schemas.microsoft.com/office/drawing/2014/main" id="{1962C74B-7800-49AC-4344-1E79BEF2AD5D}"/>
              </a:ext>
              <a:ext uri="{C183D7F6-B498-43B3-948B-1728B52AA6E4}">
                <adec:decorative xmlns:adec="http://schemas.microsoft.com/office/drawing/2017/decorative" val="1"/>
              </a:ext>
            </a:extLst>
          </p:cNvPr>
          <p:cNvSpPr txBox="1"/>
          <p:nvPr/>
        </p:nvSpPr>
        <p:spPr>
          <a:xfrm>
            <a:off x="10001249" y="7226863"/>
            <a:ext cx="39379" cy="399558"/>
          </a:xfrm>
          <a:prstGeom prst="rect">
            <a:avLst/>
          </a:prstGeom>
          <a:noFill/>
        </p:spPr>
        <p:txBody>
          <a:bodyPr wrap="square" rtlCol="0">
            <a:spAutoFit/>
          </a:bodyPr>
          <a:lstStyle/>
          <a:p>
            <a:pPr algn="ctr" defTabSz="1371600" fontAlgn="auto">
              <a:spcBef>
                <a:spcPts val="0"/>
              </a:spcBef>
              <a:spcAft>
                <a:spcPts val="0"/>
              </a:spcAft>
            </a:pPr>
            <a:endParaRPr lang="en-US" sz="2200" dirty="0">
              <a:solidFill>
                <a:srgbClr val="292934"/>
              </a:solidFill>
              <a:latin typeface="Arial"/>
            </a:endParaRPr>
          </a:p>
        </p:txBody>
      </p:sp>
      <p:sp>
        <p:nvSpPr>
          <p:cNvPr id="33" name="Rectangle 32">
            <a:extLst>
              <a:ext uri="{FF2B5EF4-FFF2-40B4-BE49-F238E27FC236}">
                <a16:creationId xmlns:a16="http://schemas.microsoft.com/office/drawing/2014/main" id="{B84110B0-A7AD-A2EA-3B59-AB1812430B51}"/>
              </a:ext>
            </a:extLst>
          </p:cNvPr>
          <p:cNvSpPr/>
          <p:nvPr/>
        </p:nvSpPr>
        <p:spPr>
          <a:xfrm>
            <a:off x="889553" y="7373590"/>
            <a:ext cx="8899014" cy="1038225"/>
          </a:xfrm>
          <a:prstGeom prst="rect">
            <a:avLst/>
          </a:prstGeom>
          <a:solidFill>
            <a:srgbClr val="00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indent="0" algn="ctr">
              <a:buNone/>
            </a:pPr>
            <a:r>
              <a:rPr lang="en-US" altLang="en-US" sz="2400" dirty="0">
                <a:solidFill>
                  <a:schemeClr val="bg2"/>
                </a:solidFill>
              </a:rPr>
              <a:t>The RecordReader is responsible for identifying and handling cross-split records</a:t>
            </a:r>
          </a:p>
        </p:txBody>
      </p:sp>
      <p:sp>
        <p:nvSpPr>
          <p:cNvPr id="34" name="Rectangle 33">
            <a:extLst>
              <a:ext uri="{FF2B5EF4-FFF2-40B4-BE49-F238E27FC236}">
                <a16:creationId xmlns:a16="http://schemas.microsoft.com/office/drawing/2014/main" id="{29312B4D-9D6F-0AF6-23B0-810D13701D96}"/>
              </a:ext>
              <a:ext uri="{C183D7F6-B498-43B3-948B-1728B52AA6E4}">
                <adec:decorative xmlns:adec="http://schemas.microsoft.com/office/drawing/2017/decorative" val="1"/>
              </a:ext>
            </a:extLst>
          </p:cNvPr>
          <p:cNvSpPr/>
          <p:nvPr/>
        </p:nvSpPr>
        <p:spPr>
          <a:xfrm>
            <a:off x="38099" y="7373590"/>
            <a:ext cx="800911" cy="1038225"/>
          </a:xfrm>
          <a:prstGeom prst="rect">
            <a:avLst/>
          </a:prstGeom>
          <a:solidFill>
            <a:srgbClr val="00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200" dirty="0"/>
          </a:p>
        </p:txBody>
      </p:sp>
      <p:pic>
        <p:nvPicPr>
          <p:cNvPr id="9" name="Picture 8" descr="The image illustrates the process of reading and splitting records for mappers in a distributed computing framework. Here is an alt text description:&#10;&#10;---&#10;&#10;The diagram shows how records are read and split for processing by different mappers:&#10;&#10;1. **RecordReader for Mapper #1:**&#10;   - Processes &quot;Record A.&quot;&#10;   - Connected to a split labeled &quot;Split (128 MB).&quot;&#10;   - This split is processed by &quot;Mapper #1.&quot;&#10;&#10;2. **RecordReader for Mapper #2:**&#10;   - Processes &quot;Record B&quot; and &quot;Record C.&quot;&#10;   - Connected to a split labeled &quot;Split (128 MB).&quot;&#10;   - This split is processed by &quot;Mapper #2.&quot;&#10;&#10;The diagram highlights how each RecordReader handles specific records, which are then assigned to different splits and processed by corresponding mappers.">
            <a:extLst>
              <a:ext uri="{FF2B5EF4-FFF2-40B4-BE49-F238E27FC236}">
                <a16:creationId xmlns:a16="http://schemas.microsoft.com/office/drawing/2014/main" id="{5D636A7E-B699-B486-98F8-416BD348A66E}"/>
              </a:ext>
            </a:extLst>
          </p:cNvPr>
          <p:cNvPicPr>
            <a:picLocks noChangeAspect="1"/>
          </p:cNvPicPr>
          <p:nvPr/>
        </p:nvPicPr>
        <p:blipFill>
          <a:blip r:embed="rId2"/>
          <a:stretch>
            <a:fillRect/>
          </a:stretch>
        </p:blipFill>
        <p:spPr>
          <a:xfrm>
            <a:off x="10419052" y="2570452"/>
            <a:ext cx="7342043" cy="5250006"/>
          </a:xfrm>
          <a:prstGeom prst="rect">
            <a:avLst/>
          </a:prstGeom>
        </p:spPr>
      </p:pic>
    </p:spTree>
    <p:extLst>
      <p:ext uri="{BB962C8B-B14F-4D97-AF65-F5344CB8AC3E}">
        <p14:creationId xmlns:p14="http://schemas.microsoft.com/office/powerpoint/2010/main" val="1374853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Data Representation</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9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Key Value Pairs</a:t>
            </a:r>
            <a:endParaRPr lang="en-US" sz="4650" dirty="0"/>
          </a:p>
        </p:txBody>
      </p:sp>
      <p:sp>
        <p:nvSpPr>
          <p:cNvPr id="3" name="Content Placeholder 2"/>
          <p:cNvSpPr>
            <a:spLocks noGrp="1"/>
          </p:cNvSpPr>
          <p:nvPr>
            <p:ph idx="1"/>
          </p:nvPr>
        </p:nvSpPr>
        <p:spPr/>
        <p:txBody>
          <a:bodyPr>
            <a:normAutofit/>
          </a:bodyPr>
          <a:lstStyle/>
          <a:p>
            <a:r>
              <a:rPr lang="en-US" dirty="0"/>
              <a:t>Most frameworks provide data to user member functions (plugins) and otherwise manage it</a:t>
            </a:r>
          </a:p>
          <a:p>
            <a:r>
              <a:rPr lang="en-US" dirty="0"/>
              <a:t>And this data may be of any type useful to the framework’s user</a:t>
            </a:r>
          </a:p>
          <a:p>
            <a:r>
              <a:rPr lang="en-US" dirty="0"/>
              <a:t>But this means the framework must have a means to hold and pass data of unknown types</a:t>
            </a:r>
          </a:p>
          <a:p>
            <a:r>
              <a:rPr lang="en-US" dirty="0"/>
              <a:t>The way most frameworks handle this is to place user data types in a “wrapper”</a:t>
            </a:r>
          </a:p>
        </p:txBody>
      </p:sp>
    </p:spTree>
    <p:extLst>
      <p:ext uri="{BB962C8B-B14F-4D97-AF65-F5344CB8AC3E}">
        <p14:creationId xmlns:p14="http://schemas.microsoft.com/office/powerpoint/2010/main" val="2360992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Data Representation</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9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Key Value Pairs</a:t>
            </a:r>
            <a:endParaRPr lang="en-US" dirty="0"/>
          </a:p>
        </p:txBody>
      </p:sp>
      <p:sp>
        <p:nvSpPr>
          <p:cNvPr id="3" name="Content Placeholder 2"/>
          <p:cNvSpPr>
            <a:spLocks noGrp="1"/>
          </p:cNvSpPr>
          <p:nvPr>
            <p:ph idx="1"/>
          </p:nvPr>
        </p:nvSpPr>
        <p:spPr>
          <a:xfrm>
            <a:off x="1098550" y="2050699"/>
            <a:ext cx="16084552" cy="4064351"/>
          </a:xfrm>
        </p:spPr>
        <p:txBody>
          <a:bodyPr>
            <a:normAutofit fontScale="77500" lnSpcReduction="20000"/>
          </a:bodyPr>
          <a:lstStyle/>
          <a:p>
            <a:r>
              <a:rPr lang="en-US" dirty="0"/>
              <a:t>So the framework uses the wrapper as a means to handle and move data</a:t>
            </a:r>
          </a:p>
          <a:p>
            <a:r>
              <a:rPr lang="en-US" dirty="0"/>
              <a:t>To hold a wide range of user data types, this wrapper must be very generic</a:t>
            </a:r>
          </a:p>
          <a:p>
            <a:r>
              <a:rPr lang="en-US" dirty="0"/>
              <a:t>The MapReduce framework wraps data in key value pairs which form the basic data structure in MapReduce</a:t>
            </a:r>
          </a:p>
          <a:p>
            <a:r>
              <a:rPr lang="en-US" dirty="0"/>
              <a:t>Key value pairs are used to pass user data types between the plugin functions and the framework (and are used internal to the framework as well)</a:t>
            </a:r>
          </a:p>
          <a:p>
            <a:endParaRPr lang="en-US" dirty="0"/>
          </a:p>
        </p:txBody>
      </p:sp>
      <p:pic>
        <p:nvPicPr>
          <p:cNvPr id="5" name="Picture 4" descr="The image illustrates the workflow of a MapReduce framework, focusing on the handling of key-value pairs by the map and reduce functions. Here is an alt text description:&#10;&#10;---&#10;&#10;The diagram consists of several components showing the interaction between the MapReduce framework and the map and reduce functions through key-value pairs:&#10;&#10;1. **MapReduce Framework (Batch Execution Engine):**&#10;   - A central component labeled &quot;MapReduce Framework (Batch Execution Engine).&quot;&#10;   - Connected to two sets of key-value pairs.&#10;&#10;2. **Key Value Pairs:**&#10;   - Two boxes labeled &quot;Key Value Pairs.&quot;&#10;   - Arrows from the MapReduce framework point to each set of key-value pairs.&#10;&#10;3. **Map Function:**&#10;   - A box labeled &quot;Map Function.&quot;&#10;   - Connected to one set of key-value pairs with an arrow indicating data flow from the key-value pairs to the map function.&#10;&#10;4. **Reduce Function:**&#10;   - A box labeled &quot;Reduce Function.&quot;&#10;   - Connected to the other set of key-value pairs with an arrow indicating data flow from the key-value pairs to the reduce function.&#10;&#10;The diagram highlights how the MapReduce framework processes key-value pairs, distributing them to the map and reduce functions for further processing.">
            <a:extLst>
              <a:ext uri="{FF2B5EF4-FFF2-40B4-BE49-F238E27FC236}">
                <a16:creationId xmlns:a16="http://schemas.microsoft.com/office/drawing/2014/main" id="{CF79DF52-C166-4860-3BF9-9EAE31873F99}"/>
              </a:ext>
            </a:extLst>
          </p:cNvPr>
          <p:cNvPicPr>
            <a:picLocks noChangeAspect="1"/>
          </p:cNvPicPr>
          <p:nvPr/>
        </p:nvPicPr>
        <p:blipFill>
          <a:blip r:embed="rId2"/>
          <a:stretch>
            <a:fillRect/>
          </a:stretch>
        </p:blipFill>
        <p:spPr>
          <a:xfrm>
            <a:off x="4235595" y="6095134"/>
            <a:ext cx="9837593" cy="3437659"/>
          </a:xfrm>
          <a:prstGeom prst="rect">
            <a:avLst/>
          </a:prstGeom>
        </p:spPr>
      </p:pic>
    </p:spTree>
    <p:extLst>
      <p:ext uri="{BB962C8B-B14F-4D97-AF65-F5344CB8AC3E}">
        <p14:creationId xmlns:p14="http://schemas.microsoft.com/office/powerpoint/2010/main" val="689431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Data Representation</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9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Key Value Pairs</a:t>
            </a:r>
            <a:endParaRPr lang="en-US" dirty="0"/>
          </a:p>
        </p:txBody>
      </p:sp>
      <p:sp>
        <p:nvSpPr>
          <p:cNvPr id="3" name="Content Placeholder 2"/>
          <p:cNvSpPr>
            <a:spLocks noGrp="1"/>
          </p:cNvSpPr>
          <p:nvPr>
            <p:ph idx="1"/>
          </p:nvPr>
        </p:nvSpPr>
        <p:spPr/>
        <p:txBody>
          <a:bodyPr>
            <a:normAutofit/>
          </a:bodyPr>
          <a:lstStyle/>
          <a:p>
            <a:pPr>
              <a:spcBef>
                <a:spcPts val="1600"/>
              </a:spcBef>
            </a:pPr>
            <a:r>
              <a:rPr lang="en-US" dirty="0"/>
              <a:t>A key value pair is composed of two items: </a:t>
            </a:r>
          </a:p>
          <a:p>
            <a:pPr lvl="1">
              <a:spcBef>
                <a:spcPts val="1600"/>
              </a:spcBef>
            </a:pPr>
            <a:r>
              <a:rPr lang="en-US" dirty="0"/>
              <a:t>A </a:t>
            </a:r>
            <a:r>
              <a:rPr lang="en-US" b="1" dirty="0"/>
              <a:t>key</a:t>
            </a:r>
            <a:r>
              <a:rPr lang="en-US" dirty="0"/>
              <a:t>, which is a unique identifier for some item of data</a:t>
            </a:r>
          </a:p>
          <a:p>
            <a:pPr lvl="1">
              <a:spcBef>
                <a:spcPts val="1600"/>
              </a:spcBef>
            </a:pPr>
            <a:r>
              <a:rPr lang="en-US" b="1" dirty="0"/>
              <a:t>A value</a:t>
            </a:r>
            <a:r>
              <a:rPr lang="en-US" dirty="0"/>
              <a:t>, which is the item of data itself</a:t>
            </a:r>
          </a:p>
          <a:p>
            <a:r>
              <a:rPr lang="en-US" dirty="0"/>
              <a:t>Keys and values may be primitives such as integers, floating point values, strings, and raw bytes, or they may be arbitrarily complex structures (lists, tuples, associative arrays, etc.). </a:t>
            </a:r>
          </a:p>
          <a:p>
            <a:r>
              <a:rPr lang="en-US" dirty="0"/>
              <a:t>Part of the design of MapReduce algorithms involves imposing the key-value structure on arbitrary datasets</a:t>
            </a:r>
          </a:p>
        </p:txBody>
      </p:sp>
    </p:spTree>
    <p:extLst>
      <p:ext uri="{BB962C8B-B14F-4D97-AF65-F5344CB8AC3E}">
        <p14:creationId xmlns:p14="http://schemas.microsoft.com/office/powerpoint/2010/main" val="2654029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Data Representation</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9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Key Value Pairs</a:t>
            </a:r>
            <a:endParaRPr lang="en-US" sz="4650" dirty="0"/>
          </a:p>
        </p:txBody>
      </p:sp>
      <p:sp>
        <p:nvSpPr>
          <p:cNvPr id="3" name="Content Placeholder 2"/>
          <p:cNvSpPr>
            <a:spLocks noGrp="1"/>
          </p:cNvSpPr>
          <p:nvPr>
            <p:ph idx="1"/>
          </p:nvPr>
        </p:nvSpPr>
        <p:spPr/>
        <p:txBody>
          <a:bodyPr/>
          <a:lstStyle/>
          <a:p>
            <a:pPr>
              <a:spcBef>
                <a:spcPts val="1600"/>
              </a:spcBef>
            </a:pPr>
            <a:r>
              <a:rPr lang="en-US" dirty="0"/>
              <a:t>The key and value can be either simple or complex types. For example, here are simple key value pairs</a:t>
            </a:r>
          </a:p>
          <a:p>
            <a:pPr lvl="1">
              <a:spcBef>
                <a:spcPts val="1600"/>
              </a:spcBef>
            </a:pPr>
            <a:r>
              <a:rPr lang="en-US" dirty="0"/>
              <a:t>&lt;“hello”, 5&gt;</a:t>
            </a:r>
          </a:p>
          <a:p>
            <a:pPr lvl="1">
              <a:spcBef>
                <a:spcPts val="1600"/>
              </a:spcBef>
            </a:pPr>
            <a:r>
              <a:rPr lang="en-US" dirty="0"/>
              <a:t>&lt;”hello”, “there”&gt;</a:t>
            </a:r>
          </a:p>
          <a:p>
            <a:pPr>
              <a:spcBef>
                <a:spcPts val="1600"/>
              </a:spcBef>
            </a:pPr>
            <a:r>
              <a:rPr lang="en-US" dirty="0"/>
              <a:t>Key value pairs can also be complex </a:t>
            </a:r>
          </a:p>
          <a:p>
            <a:pPr lvl="1">
              <a:spcBef>
                <a:spcPts val="1600"/>
              </a:spcBef>
            </a:pPr>
            <a:r>
              <a:rPr lang="en-US" dirty="0"/>
              <a:t>&lt;”hello”, list(1, 2, 3, 4, 5)&gt; or equivalently &lt;”hello”, {1, 2, 3, 4, 5}&gt; </a:t>
            </a:r>
          </a:p>
          <a:p>
            <a:pPr lvl="1">
              <a:spcBef>
                <a:spcPts val="1600"/>
              </a:spcBef>
            </a:pPr>
            <a:r>
              <a:rPr lang="en-US" dirty="0"/>
              <a:t>&lt;struct(“a”, 5), “hello”&gt;</a:t>
            </a:r>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03b</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21</a:t>
            </a:fld>
            <a:endParaRPr lang="en-US" dirty="0"/>
          </a:p>
        </p:txBody>
      </p:sp>
    </p:spTree>
    <p:extLst>
      <p:ext uri="{BB962C8B-B14F-4D97-AF65-F5344CB8AC3E}">
        <p14:creationId xmlns:p14="http://schemas.microsoft.com/office/powerpoint/2010/main" val="3893011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Data Representation</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9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Key Value Pairs</a:t>
            </a:r>
            <a:endParaRPr lang="en-US" dirty="0"/>
          </a:p>
        </p:txBody>
      </p:sp>
      <p:sp>
        <p:nvSpPr>
          <p:cNvPr id="3" name="Content Placeholder 2"/>
          <p:cNvSpPr>
            <a:spLocks noGrp="1"/>
          </p:cNvSpPr>
          <p:nvPr>
            <p:ph idx="1"/>
          </p:nvPr>
        </p:nvSpPr>
        <p:spPr/>
        <p:txBody>
          <a:bodyPr/>
          <a:lstStyle/>
          <a:p>
            <a:r>
              <a:rPr lang="en-US" dirty="0"/>
              <a:t>For a collection of web pages, keys may be URLs and values may be the actual HTML content. </a:t>
            </a:r>
          </a:p>
          <a:p>
            <a:r>
              <a:rPr lang="en-US" dirty="0"/>
              <a:t>For a graph, keys may represent node ids and values may contain the adjacency lists of those nodes</a:t>
            </a:r>
          </a:p>
          <a:p>
            <a:r>
              <a:rPr lang="en-US" dirty="0"/>
              <a:t>In some algorithms, input keys are not particularly  meaningful and are simply ignored during processing</a:t>
            </a:r>
          </a:p>
          <a:p>
            <a:r>
              <a:rPr lang="en-US" dirty="0"/>
              <a:t>While in other cases input keys are used to uniquely identify a data item (such as a unique record id)</a:t>
            </a:r>
          </a:p>
          <a:p>
            <a:endParaRPr lang="en-US" dirty="0"/>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03b</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22</a:t>
            </a:fld>
            <a:endParaRPr lang="en-US" dirty="0"/>
          </a:p>
        </p:txBody>
      </p:sp>
    </p:spTree>
    <p:extLst>
      <p:ext uri="{BB962C8B-B14F-4D97-AF65-F5344CB8AC3E}">
        <p14:creationId xmlns:p14="http://schemas.microsoft.com/office/powerpoint/2010/main" val="4277883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The Big Picture of How MapReduce Works</a:t>
            </a:r>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Data Splitting</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Map Function</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Shuffle and Sort</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Reduce Function</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200" dirty="0">
                <a:solidFill>
                  <a:schemeClr val="bg2"/>
                </a:solidFill>
              </a:rPr>
              <a:t>Input data is read from some persistent data store such as HDFS or S3 and divided into smaller chunks called splits, which are distributed across multiple machines in a cluster. This splitting enables parallel processing of the data, significantly improving overall performance.</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200" dirty="0">
                <a:solidFill>
                  <a:schemeClr val="tx1"/>
                </a:solidFill>
              </a:rPr>
              <a:t>The map function is applied to each split independently. It processes the input data in the form of key-value pairs and transforms it into intermediate key-value pairs. The map function encapsulates the user-defined data processing logic.</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dirty="0">
                <a:solidFill>
                  <a:schemeClr val="tx1"/>
                </a:solidFill>
              </a:rPr>
              <a:t>The intermediate key-value pairs are shuffled and sorted based on their keys. This process ensures that all values associated with a particular key are grouped together, preparing the data for the reduce phase.</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b="0" i="0" dirty="0">
                <a:solidFill>
                  <a:schemeClr val="bg2"/>
                </a:solidFill>
                <a:effectLst/>
              </a:rPr>
              <a:t> </a:t>
            </a:r>
            <a:r>
              <a:rPr lang="en-US" sz="2200" dirty="0">
                <a:solidFill>
                  <a:schemeClr val="bg2"/>
                </a:solidFill>
              </a:rPr>
              <a:t>The reduce function takes a key and a list of associated values as input. It combines these values to produce a single output value. The reduce function encapsulates the aggregation logic and determines how the intermediate data is summarized or transformed</a:t>
            </a: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Output Writing</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bg2"/>
                </a:solidFill>
              </a:rPr>
              <a:t>The final output key-value pairs produced by the reduce function are written to a distributed filesystem or database. This output represents the final results of the MapReduce job and can be used for further analysis or applications.</a:t>
            </a:r>
          </a:p>
        </p:txBody>
      </p:sp>
    </p:spTree>
    <p:extLst>
      <p:ext uri="{BB962C8B-B14F-4D97-AF65-F5344CB8AC3E}">
        <p14:creationId xmlns:p14="http://schemas.microsoft.com/office/powerpoint/2010/main" val="855940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088D5-987F-B546-8964-9A91B76BB83C}"/>
              </a:ext>
            </a:extLst>
          </p:cNvPr>
          <p:cNvSpPr>
            <a:spLocks noGrp="1"/>
          </p:cNvSpPr>
          <p:nvPr>
            <p:ph type="title"/>
          </p:nvPr>
        </p:nvSpPr>
        <p:spPr/>
        <p:txBody>
          <a:bodyPr/>
          <a:lstStyle/>
          <a:p>
            <a:r>
              <a:rPr lang="en-US" dirty="0"/>
              <a:t>Parallel Batch Data Analysis </a:t>
            </a:r>
          </a:p>
        </p:txBody>
      </p:sp>
      <p:pic>
        <p:nvPicPr>
          <p:cNvPr id="3" name="Picture 2" descr="The image is a flowchart depicting the process of handling data with a MapReduce framework. Here's the detailed description:&#10;&#10;1. **Input HDFS Files or S3 Objects**: This is the initial stage where the data is read from HDFS files or S3 objects.&#10;&#10;2. **Data Splitting**: The data is split into smaller chunks for processing. Each chunk is represented as an HDFS file or S3 split.&#10;&#10;3. **Map Function**: Each split record undergoes a transformation through the map function, where the data is processed individually.&#10;&#10;4. **Shuffle and Sort**: The intermediate records generated by the map function are collected, organized, and prepared for the reduce function.&#10;&#10;5. **Reduce Function**: The intermediate records are then transformed by the reduce function to aggregate or combine the data.&#10;&#10;6. **Output Writing**: The final results are written back to HDFS files or S3 objects, completing the process.&#10;&#10;Each stage is visually represented with arrows indicating the flow of data from one step to the next, highlighting the transformations at each stage.">
            <a:extLst>
              <a:ext uri="{FF2B5EF4-FFF2-40B4-BE49-F238E27FC236}">
                <a16:creationId xmlns:a16="http://schemas.microsoft.com/office/drawing/2014/main" id="{944775BF-E9D8-82A1-6E0D-4DA4F7803F34}"/>
              </a:ext>
            </a:extLst>
          </p:cNvPr>
          <p:cNvPicPr>
            <a:picLocks noChangeAspect="1"/>
          </p:cNvPicPr>
          <p:nvPr/>
        </p:nvPicPr>
        <p:blipFill>
          <a:blip r:embed="rId3"/>
          <a:stretch>
            <a:fillRect/>
          </a:stretch>
        </p:blipFill>
        <p:spPr>
          <a:xfrm>
            <a:off x="2781734" y="3041073"/>
            <a:ext cx="12745315" cy="5680363"/>
          </a:xfrm>
          <a:prstGeom prst="rect">
            <a:avLst/>
          </a:prstGeom>
        </p:spPr>
      </p:pic>
    </p:spTree>
    <p:custDataLst>
      <p:tags r:id="rId1"/>
    </p:custDataLst>
    <p:extLst>
      <p:ext uri="{BB962C8B-B14F-4D97-AF65-F5344CB8AC3E}">
        <p14:creationId xmlns:p14="http://schemas.microsoft.com/office/powerpoint/2010/main" val="2484362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CA205B13-FDFF-4DE1-8503-393A8C64D5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81489</TotalTime>
  <Words>2721</Words>
  <Application>Microsoft Office PowerPoint</Application>
  <PresentationFormat>Custom</PresentationFormat>
  <Paragraphs>254</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Breeze</vt:lpstr>
      <vt:lpstr>Module 3: Lesson 3 MapReduce Concepts</vt:lpstr>
      <vt:lpstr>MapReduce Explained Simply </vt:lpstr>
      <vt:lpstr>MapReduce Explained Simply </vt:lpstr>
      <vt:lpstr>MapReduce Explained Simply </vt:lpstr>
      <vt:lpstr>MapReduce Explained Simply </vt:lpstr>
      <vt:lpstr>MapReduce Explained Simply </vt:lpstr>
      <vt:lpstr>MapReduce Explained Simply </vt:lpstr>
      <vt:lpstr>MapReduce Explained Simply </vt:lpstr>
      <vt:lpstr>Important Facts About MapReduce</vt:lpstr>
      <vt:lpstr>Important Facts About MapReduce</vt:lpstr>
      <vt:lpstr>Why ”MapReduce”?</vt:lpstr>
      <vt:lpstr>MapReduce Jobs</vt:lpstr>
      <vt:lpstr>Programming by Extension Coding Using the MapReduce Framework</vt:lpstr>
      <vt:lpstr>Dataset Abstractions From Block to Splits</vt:lpstr>
      <vt:lpstr>Dataset Abstractions Splits</vt:lpstr>
      <vt:lpstr>Dataset Abstractions Splits</vt:lpstr>
      <vt:lpstr>Dataset Abstractions Records</vt:lpstr>
      <vt:lpstr>Data Representation Key Value Pairs</vt:lpstr>
      <vt:lpstr>Data Representation Key Value Pairs</vt:lpstr>
      <vt:lpstr>Data Representation Key Value Pairs</vt:lpstr>
      <vt:lpstr>Data Representation Key Value Pairs</vt:lpstr>
      <vt:lpstr>Data Representation Key Value Pairs</vt:lpstr>
      <vt:lpstr>The Big Picture of How MapReduce Works</vt:lpstr>
      <vt:lpstr>Parallel Batch Data Analysis </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285</cp:revision>
  <cp:lastPrinted>2023-10-30T23:31:26Z</cp:lastPrinted>
  <dcterms:created xsi:type="dcterms:W3CDTF">2019-02-13T16:04:21Z</dcterms:created>
  <dcterms:modified xsi:type="dcterms:W3CDTF">2024-07-08T17:54:30Z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E18114CF-0A9E-40D3-A941-70210083ED8F</vt:lpwstr>
  </property>
  <property fmtid="{D5CDD505-2E9C-101B-9397-08002B2CF9AE}" pid="4" name="ArticulatePath">
    <vt:lpwstr>Module 3 v1 12052023</vt:lpwstr>
  </property>
  <property fmtid="{D5CDD505-2E9C-101B-9397-08002B2CF9AE}" pid="5" name="MediaServiceImageTags">
    <vt:lpwstr/>
  </property>
</Properties>
</file>