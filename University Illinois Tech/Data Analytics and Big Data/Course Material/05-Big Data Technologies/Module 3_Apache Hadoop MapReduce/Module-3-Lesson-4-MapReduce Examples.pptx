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0"/>
  </p:notesMasterIdLst>
  <p:sldIdLst>
    <p:sldId id="873" r:id="rId5"/>
    <p:sldId id="872" r:id="rId6"/>
    <p:sldId id="801" r:id="rId7"/>
    <p:sldId id="817" r:id="rId8"/>
    <p:sldId id="871" r:id="rId9"/>
    <p:sldId id="819" r:id="rId10"/>
    <p:sldId id="821" r:id="rId11"/>
    <p:sldId id="823" r:id="rId12"/>
    <p:sldId id="822" r:id="rId13"/>
    <p:sldId id="478" r:id="rId14"/>
    <p:sldId id="840" r:id="rId15"/>
    <p:sldId id="841" r:id="rId16"/>
    <p:sldId id="842" r:id="rId17"/>
    <p:sldId id="843" r:id="rId18"/>
    <p:sldId id="844" r:id="rId19"/>
  </p:sldIdLst>
  <p:sldSz cx="18288000" cy="10287000"/>
  <p:notesSz cx="6858000" cy="9144000"/>
  <p:custDataLst>
    <p:tags r:id="rId21"/>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9A9A"/>
    <a:srgbClr val="878787"/>
    <a:srgbClr val="999999"/>
    <a:srgbClr val="F94C67"/>
    <a:srgbClr val="1770C0"/>
    <a:srgbClr val="E98D0A"/>
    <a:srgbClr val="3E4F6C"/>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FC9EB6-ABA2-0237-C6AC-4295486E1319}" v="94" dt="2024-07-09T18:34:43.8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69"/>
    <p:restoredTop sz="94044"/>
  </p:normalViewPr>
  <p:slideViewPr>
    <p:cSldViewPr snapToGrid="0" snapToObjects="1">
      <p:cViewPr varScale="1">
        <p:scale>
          <a:sx n="51" d="100"/>
          <a:sy n="51" d="100"/>
        </p:scale>
        <p:origin x="178" y="67"/>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ECFC9EB6-ABA2-0237-C6AC-4295486E1319}"/>
    <pc:docChg chg="modSld">
      <pc:chgData name="Allison Mulshine" userId="S::allison.mulshine@collegiseducation.com::5f656d52-c555-4e5e-9a5b-18226766ffe3" providerId="AD" clId="Web-{ECFC9EB6-ABA2-0237-C6AC-4295486E1319}" dt="2024-07-09T18:34:43.862" v="84" actId="1076"/>
      <pc:docMkLst>
        <pc:docMk/>
      </pc:docMkLst>
      <pc:sldChg chg="addSp delSp modSp">
        <pc:chgData name="Allison Mulshine" userId="S::allison.mulshine@collegiseducation.com::5f656d52-c555-4e5e-9a5b-18226766ffe3" providerId="AD" clId="Web-{ECFC9EB6-ABA2-0237-C6AC-4295486E1319}" dt="2024-07-09T18:31:17.253" v="65" actId="14100"/>
        <pc:sldMkLst>
          <pc:docMk/>
          <pc:sldMk cId="3980947906" sldId="478"/>
        </pc:sldMkLst>
        <pc:grpChg chg="del">
          <ac:chgData name="Allison Mulshine" userId="S::allison.mulshine@collegiseducation.com::5f656d52-c555-4e5e-9a5b-18226766ffe3" providerId="AD" clId="Web-{ECFC9EB6-ABA2-0237-C6AC-4295486E1319}" dt="2024-07-09T18:31:01.175" v="60"/>
          <ac:grpSpMkLst>
            <pc:docMk/>
            <pc:sldMk cId="3980947906" sldId="478"/>
            <ac:grpSpMk id="5" creationId="{14337F53-5EA4-D9C6-95B6-4D7CC27EF5DE}"/>
          </ac:grpSpMkLst>
        </pc:grpChg>
        <pc:picChg chg="add mod">
          <ac:chgData name="Allison Mulshine" userId="S::allison.mulshine@collegiseducation.com::5f656d52-c555-4e5e-9a5b-18226766ffe3" providerId="AD" clId="Web-{ECFC9EB6-ABA2-0237-C6AC-4295486E1319}" dt="2024-07-09T18:31:17.253" v="65" actId="14100"/>
          <ac:picMkLst>
            <pc:docMk/>
            <pc:sldMk cId="3980947906" sldId="478"/>
            <ac:picMk id="9" creationId="{4FC28983-3D56-6D63-47E2-4D6098E6CF88}"/>
          </ac:picMkLst>
        </pc:picChg>
        <pc:cxnChg chg="mod">
          <ac:chgData name="Allison Mulshine" userId="S::allison.mulshine@collegiseducation.com::5f656d52-c555-4e5e-9a5b-18226766ffe3" providerId="AD" clId="Web-{ECFC9EB6-ABA2-0237-C6AC-4295486E1319}" dt="2024-07-09T18:31:01.175" v="60"/>
          <ac:cxnSpMkLst>
            <pc:docMk/>
            <pc:sldMk cId="3980947906" sldId="478"/>
            <ac:cxnSpMk id="13" creationId="{1E12039B-2387-6D60-7EC8-14D2489FF8DB}"/>
          </ac:cxnSpMkLst>
        </pc:cxnChg>
      </pc:sldChg>
      <pc:sldChg chg="addSp delSp modSp">
        <pc:chgData name="Allison Mulshine" userId="S::allison.mulshine@collegiseducation.com::5f656d52-c555-4e5e-9a5b-18226766ffe3" providerId="AD" clId="Web-{ECFC9EB6-ABA2-0237-C6AC-4295486E1319}" dt="2024-07-09T18:22:32.269" v="8" actId="1076"/>
        <pc:sldMkLst>
          <pc:docMk/>
          <pc:sldMk cId="1766296598" sldId="817"/>
        </pc:sldMkLst>
        <pc:grpChg chg="del">
          <ac:chgData name="Allison Mulshine" userId="S::allison.mulshine@collegiseducation.com::5f656d52-c555-4e5e-9a5b-18226766ffe3" providerId="AD" clId="Web-{ECFC9EB6-ABA2-0237-C6AC-4295486E1319}" dt="2024-07-09T18:22:03.816" v="3"/>
          <ac:grpSpMkLst>
            <pc:docMk/>
            <pc:sldMk cId="1766296598" sldId="817"/>
            <ac:grpSpMk id="32" creationId="{806A1EA3-3532-91CE-0503-CBC819F3C680}"/>
          </ac:grpSpMkLst>
        </pc:grpChg>
        <pc:picChg chg="add mod">
          <ac:chgData name="Allison Mulshine" userId="S::allison.mulshine@collegiseducation.com::5f656d52-c555-4e5e-9a5b-18226766ffe3" providerId="AD" clId="Web-{ECFC9EB6-ABA2-0237-C6AC-4295486E1319}" dt="2024-07-09T18:22:32.269" v="8" actId="1076"/>
          <ac:picMkLst>
            <pc:docMk/>
            <pc:sldMk cId="1766296598" sldId="817"/>
            <ac:picMk id="2" creationId="{80DAF330-9160-ACA4-4635-2CEAA10CE380}"/>
          </ac:picMkLst>
        </pc:picChg>
      </pc:sldChg>
      <pc:sldChg chg="addSp delSp modSp">
        <pc:chgData name="Allison Mulshine" userId="S::allison.mulshine@collegiseducation.com::5f656d52-c555-4e5e-9a5b-18226766ffe3" providerId="AD" clId="Web-{ECFC9EB6-ABA2-0237-C6AC-4295486E1319}" dt="2024-07-09T18:25:30.878" v="26" actId="1076"/>
        <pc:sldMkLst>
          <pc:docMk/>
          <pc:sldMk cId="1180808420" sldId="819"/>
        </pc:sldMkLst>
        <pc:spChg chg="mod">
          <ac:chgData name="Allison Mulshine" userId="S::allison.mulshine@collegiseducation.com::5f656d52-c555-4e5e-9a5b-18226766ffe3" providerId="AD" clId="Web-{ECFC9EB6-ABA2-0237-C6AC-4295486E1319}" dt="2024-07-09T18:25:30.878" v="26" actId="1076"/>
          <ac:spMkLst>
            <pc:docMk/>
            <pc:sldMk cId="1180808420" sldId="819"/>
            <ac:spMk id="4" creationId="{EA1AACC0-199C-5743-E1EA-BE8CAAF558DD}"/>
          </ac:spMkLst>
        </pc:spChg>
        <pc:grpChg chg="del mod">
          <ac:chgData name="Allison Mulshine" userId="S::allison.mulshine@collegiseducation.com::5f656d52-c555-4e5e-9a5b-18226766ffe3" providerId="AD" clId="Web-{ECFC9EB6-ABA2-0237-C6AC-4295486E1319}" dt="2024-07-09T18:25:12.628" v="22"/>
          <ac:grpSpMkLst>
            <pc:docMk/>
            <pc:sldMk cId="1180808420" sldId="819"/>
            <ac:grpSpMk id="41" creationId="{9A77FB78-71FC-2082-7C70-515C8EAE418B}"/>
          </ac:grpSpMkLst>
        </pc:grpChg>
        <pc:picChg chg="add mod">
          <ac:chgData name="Allison Mulshine" userId="S::allison.mulshine@collegiseducation.com::5f656d52-c555-4e5e-9a5b-18226766ffe3" providerId="AD" clId="Web-{ECFC9EB6-ABA2-0237-C6AC-4295486E1319}" dt="2024-07-09T18:25:25.519" v="25" actId="1076"/>
          <ac:picMkLst>
            <pc:docMk/>
            <pc:sldMk cId="1180808420" sldId="819"/>
            <ac:picMk id="6" creationId="{1812929E-9D00-B7CC-9EB1-C8138BB6EA44}"/>
          </ac:picMkLst>
        </pc:picChg>
      </pc:sldChg>
      <pc:sldChg chg="addSp delSp modSp">
        <pc:chgData name="Allison Mulshine" userId="S::allison.mulshine@collegiseducation.com::5f656d52-c555-4e5e-9a5b-18226766ffe3" providerId="AD" clId="Web-{ECFC9EB6-ABA2-0237-C6AC-4295486E1319}" dt="2024-07-09T18:27:03.987" v="35" actId="1076"/>
        <pc:sldMkLst>
          <pc:docMk/>
          <pc:sldMk cId="2902148453" sldId="821"/>
        </pc:sldMkLst>
        <pc:grpChg chg="del">
          <ac:chgData name="Allison Mulshine" userId="S::allison.mulshine@collegiseducation.com::5f656d52-c555-4e5e-9a5b-18226766ffe3" providerId="AD" clId="Web-{ECFC9EB6-ABA2-0237-C6AC-4295486E1319}" dt="2024-07-09T18:26:44.112" v="30"/>
          <ac:grpSpMkLst>
            <pc:docMk/>
            <pc:sldMk cId="2902148453" sldId="821"/>
            <ac:grpSpMk id="4" creationId="{ED0E8671-55D4-FFAE-B9A2-596C12ECDFBB}"/>
          </ac:grpSpMkLst>
        </pc:grpChg>
        <pc:picChg chg="add mod">
          <ac:chgData name="Allison Mulshine" userId="S::allison.mulshine@collegiseducation.com::5f656d52-c555-4e5e-9a5b-18226766ffe3" providerId="AD" clId="Web-{ECFC9EB6-ABA2-0237-C6AC-4295486E1319}" dt="2024-07-09T18:27:03.987" v="35" actId="1076"/>
          <ac:picMkLst>
            <pc:docMk/>
            <pc:sldMk cId="2902148453" sldId="821"/>
            <ac:picMk id="5" creationId="{869F77C2-31D0-F2F9-04A8-CFF31509F602}"/>
          </ac:picMkLst>
        </pc:picChg>
      </pc:sldChg>
      <pc:sldChg chg="addSp delSp modSp">
        <pc:chgData name="Allison Mulshine" userId="S::allison.mulshine@collegiseducation.com::5f656d52-c555-4e5e-9a5b-18226766ffe3" providerId="AD" clId="Web-{ECFC9EB6-ABA2-0237-C6AC-4295486E1319}" dt="2024-07-09T18:30:03.253" v="55" actId="1076"/>
        <pc:sldMkLst>
          <pc:docMk/>
          <pc:sldMk cId="435113658" sldId="822"/>
        </pc:sldMkLst>
        <pc:spChg chg="mod">
          <ac:chgData name="Allison Mulshine" userId="S::allison.mulshine@collegiseducation.com::5f656d52-c555-4e5e-9a5b-18226766ffe3" providerId="AD" clId="Web-{ECFC9EB6-ABA2-0237-C6AC-4295486E1319}" dt="2024-07-09T18:30:01.081" v="54" actId="1076"/>
          <ac:spMkLst>
            <pc:docMk/>
            <pc:sldMk cId="435113658" sldId="822"/>
            <ac:spMk id="3" creationId="{7EDA1FD6-6606-FB4A-D4DB-A446E6BD110A}"/>
          </ac:spMkLst>
        </pc:spChg>
        <pc:grpChg chg="del mod">
          <ac:chgData name="Allison Mulshine" userId="S::allison.mulshine@collegiseducation.com::5f656d52-c555-4e5e-9a5b-18226766ffe3" providerId="AD" clId="Web-{ECFC9EB6-ABA2-0237-C6AC-4295486E1319}" dt="2024-07-09T18:29:26.878" v="49"/>
          <ac:grpSpMkLst>
            <pc:docMk/>
            <pc:sldMk cId="435113658" sldId="822"/>
            <ac:grpSpMk id="4" creationId="{CB1A4A55-53B3-90A0-E2D0-18E9353DF3BC}"/>
          </ac:grpSpMkLst>
        </pc:grpChg>
        <pc:picChg chg="add mod">
          <ac:chgData name="Allison Mulshine" userId="S::allison.mulshine@collegiseducation.com::5f656d52-c555-4e5e-9a5b-18226766ffe3" providerId="AD" clId="Web-{ECFC9EB6-ABA2-0237-C6AC-4295486E1319}" dt="2024-07-09T18:30:03.253" v="55" actId="1076"/>
          <ac:picMkLst>
            <pc:docMk/>
            <pc:sldMk cId="435113658" sldId="822"/>
            <ac:picMk id="5" creationId="{63133CB6-11D3-C376-645E-A371B7FAC178}"/>
          </ac:picMkLst>
        </pc:picChg>
      </pc:sldChg>
      <pc:sldChg chg="addSp delSp modSp">
        <pc:chgData name="Allison Mulshine" userId="S::allison.mulshine@collegiseducation.com::5f656d52-c555-4e5e-9a5b-18226766ffe3" providerId="AD" clId="Web-{ECFC9EB6-ABA2-0237-C6AC-4295486E1319}" dt="2024-07-09T18:27:54.472" v="44" actId="1076"/>
        <pc:sldMkLst>
          <pc:docMk/>
          <pc:sldMk cId="3810151011" sldId="823"/>
        </pc:sldMkLst>
        <pc:spChg chg="mod">
          <ac:chgData name="Allison Mulshine" userId="S::allison.mulshine@collegiseducation.com::5f656d52-c555-4e5e-9a5b-18226766ffe3" providerId="AD" clId="Web-{ECFC9EB6-ABA2-0237-C6AC-4295486E1319}" dt="2024-07-09T18:27:45.737" v="39" actId="20577"/>
          <ac:spMkLst>
            <pc:docMk/>
            <pc:sldMk cId="3810151011" sldId="823"/>
            <ac:spMk id="13" creationId="{C64F6492-4846-E4C2-9A8D-24974FCAC84B}"/>
          </ac:spMkLst>
        </pc:spChg>
        <pc:grpChg chg="del mod">
          <ac:chgData name="Allison Mulshine" userId="S::allison.mulshine@collegiseducation.com::5f656d52-c555-4e5e-9a5b-18226766ffe3" providerId="AD" clId="Web-{ECFC9EB6-ABA2-0237-C6AC-4295486E1319}" dt="2024-07-09T18:27:47.769" v="41"/>
          <ac:grpSpMkLst>
            <pc:docMk/>
            <pc:sldMk cId="3810151011" sldId="823"/>
            <ac:grpSpMk id="10" creationId="{44C1E94C-A550-549E-8C7A-9CD11FF89C8C}"/>
          </ac:grpSpMkLst>
        </pc:grpChg>
        <pc:picChg chg="add mod">
          <ac:chgData name="Allison Mulshine" userId="S::allison.mulshine@collegiseducation.com::5f656d52-c555-4e5e-9a5b-18226766ffe3" providerId="AD" clId="Web-{ECFC9EB6-ABA2-0237-C6AC-4295486E1319}" dt="2024-07-09T18:27:54.472" v="44" actId="1076"/>
          <ac:picMkLst>
            <pc:docMk/>
            <pc:sldMk cId="3810151011" sldId="823"/>
            <ac:picMk id="11" creationId="{DF921D8C-6750-EBB2-1E49-EA45B0D891AB}"/>
          </ac:picMkLst>
        </pc:picChg>
      </pc:sldChg>
      <pc:sldChg chg="addSp delSp modSp">
        <pc:chgData name="Allison Mulshine" userId="S::allison.mulshine@collegiseducation.com::5f656d52-c555-4e5e-9a5b-18226766ffe3" providerId="AD" clId="Web-{ECFC9EB6-ABA2-0237-C6AC-4295486E1319}" dt="2024-07-09T18:34:43.862" v="84" actId="1076"/>
        <pc:sldMkLst>
          <pc:docMk/>
          <pc:sldMk cId="2329796506" sldId="842"/>
        </pc:sldMkLst>
        <pc:grpChg chg="del mod">
          <ac:chgData name="Allison Mulshine" userId="S::allison.mulshine@collegiseducation.com::5f656d52-c555-4e5e-9a5b-18226766ffe3" providerId="AD" clId="Web-{ECFC9EB6-ABA2-0237-C6AC-4295486E1319}" dt="2024-07-09T18:32:53.300" v="70"/>
          <ac:grpSpMkLst>
            <pc:docMk/>
            <pc:sldMk cId="2329796506" sldId="842"/>
            <ac:grpSpMk id="3" creationId="{EA32895F-6246-B5A0-0CA4-9AA12586A467}"/>
          </ac:grpSpMkLst>
        </pc:grpChg>
        <pc:picChg chg="add mod">
          <ac:chgData name="Allison Mulshine" userId="S::allison.mulshine@collegiseducation.com::5f656d52-c555-4e5e-9a5b-18226766ffe3" providerId="AD" clId="Web-{ECFC9EB6-ABA2-0237-C6AC-4295486E1319}" dt="2024-07-09T18:34:43.862" v="84" actId="1076"/>
          <ac:picMkLst>
            <pc:docMk/>
            <pc:sldMk cId="2329796506" sldId="842"/>
            <ac:picMk id="4" creationId="{2526F322-FF46-7273-8A91-528C544AA2C1}"/>
          </ac:picMkLst>
        </pc:picChg>
      </pc:sldChg>
      <pc:sldChg chg="addSp delSp modSp">
        <pc:chgData name="Allison Mulshine" userId="S::allison.mulshine@collegiseducation.com::5f656d52-c555-4e5e-9a5b-18226766ffe3" providerId="AD" clId="Web-{ECFC9EB6-ABA2-0237-C6AC-4295486E1319}" dt="2024-07-09T18:34:38.315" v="83" actId="1076"/>
        <pc:sldMkLst>
          <pc:docMk/>
          <pc:sldMk cId="4243432213" sldId="843"/>
        </pc:sldMkLst>
        <pc:grpChg chg="add del">
          <ac:chgData name="Allison Mulshine" userId="S::allison.mulshine@collegiseducation.com::5f656d52-c555-4e5e-9a5b-18226766ffe3" providerId="AD" clId="Web-{ECFC9EB6-ABA2-0237-C6AC-4295486E1319}" dt="2024-07-09T18:34:29.643" v="80"/>
          <ac:grpSpMkLst>
            <pc:docMk/>
            <pc:sldMk cId="4243432213" sldId="843"/>
            <ac:grpSpMk id="14" creationId="{8B7B452C-77D3-E7AA-D538-23F30FC45EF5}"/>
          </ac:grpSpMkLst>
        </pc:grpChg>
        <pc:picChg chg="add mod">
          <ac:chgData name="Allison Mulshine" userId="S::allison.mulshine@collegiseducation.com::5f656d52-c555-4e5e-9a5b-18226766ffe3" providerId="AD" clId="Web-{ECFC9EB6-ABA2-0237-C6AC-4295486E1319}" dt="2024-07-09T18:34:38.315" v="83" actId="1076"/>
          <ac:picMkLst>
            <pc:docMk/>
            <pc:sldMk cId="4243432213" sldId="843"/>
            <ac:picMk id="15" creationId="{41BAC8C2-5E7F-0684-A73E-21F1B8A8A673}"/>
          </ac:picMkLst>
        </pc:picChg>
      </pc:sldChg>
      <pc:sldChg chg="addSp delSp modSp">
        <pc:chgData name="Allison Mulshine" userId="S::allison.mulshine@collegiseducation.com::5f656d52-c555-4e5e-9a5b-18226766ffe3" providerId="AD" clId="Web-{ECFC9EB6-ABA2-0237-C6AC-4295486E1319}" dt="2024-07-09T18:23:40.831" v="15" actId="1076"/>
        <pc:sldMkLst>
          <pc:docMk/>
          <pc:sldMk cId="284792359" sldId="871"/>
        </pc:sldMkLst>
        <pc:grpChg chg="del">
          <ac:chgData name="Allison Mulshine" userId="S::allison.mulshine@collegiseducation.com::5f656d52-c555-4e5e-9a5b-18226766ffe3" providerId="AD" clId="Web-{ECFC9EB6-ABA2-0237-C6AC-4295486E1319}" dt="2024-07-09T18:23:32.081" v="12"/>
          <ac:grpSpMkLst>
            <pc:docMk/>
            <pc:sldMk cId="284792359" sldId="871"/>
            <ac:grpSpMk id="2" creationId="{A64B5C8B-4D43-6A45-9927-2719C7C82242}"/>
          </ac:grpSpMkLst>
        </pc:grpChg>
        <pc:picChg chg="add mod">
          <ac:chgData name="Allison Mulshine" userId="S::allison.mulshine@collegiseducation.com::5f656d52-c555-4e5e-9a5b-18226766ffe3" providerId="AD" clId="Web-{ECFC9EB6-ABA2-0237-C6AC-4295486E1319}" dt="2024-07-09T18:23:40.831" v="15" actId="1076"/>
          <ac:picMkLst>
            <pc:docMk/>
            <pc:sldMk cId="284792359" sldId="871"/>
            <ac:picMk id="6" creationId="{096E4B8E-EEE9-56F8-D709-61DCE1A1A15F}"/>
          </ac:picMkLst>
        </pc:picChg>
      </pc:sldChg>
    </pc:docChg>
  </pc:docChgLst>
  <pc:docChgLst>
    <pc:chgData name="Allison Mulshine" userId="S::allison.mulshine@collegiseducation.com::5f656d52-c555-4e5e-9a5b-18226766ffe3" providerId="AD" clId="Web-{1759594A-4AB6-AF81-F21C-A1BCAAD3ED37}"/>
    <pc:docChg chg="modSld">
      <pc:chgData name="Allison Mulshine" userId="S::allison.mulshine@collegiseducation.com::5f656d52-c555-4e5e-9a5b-18226766ffe3" providerId="AD" clId="Web-{1759594A-4AB6-AF81-F21C-A1BCAAD3ED37}" dt="2024-06-20T19:13:20.754" v="18"/>
      <pc:docMkLst>
        <pc:docMk/>
      </pc:docMkLst>
      <pc:sldChg chg="addSp modSp">
        <pc:chgData name="Allison Mulshine" userId="S::allison.mulshine@collegiseducation.com::5f656d52-c555-4e5e-9a5b-18226766ffe3" providerId="AD" clId="Web-{1759594A-4AB6-AF81-F21C-A1BCAAD3ED37}" dt="2024-06-20T19:10:18.731" v="14"/>
        <pc:sldMkLst>
          <pc:docMk/>
          <pc:sldMk cId="3980947906" sldId="478"/>
        </pc:sldMkLst>
        <pc:grpChg chg="add mod">
          <ac:chgData name="Allison Mulshine" userId="S::allison.mulshine@collegiseducation.com::5f656d52-c555-4e5e-9a5b-18226766ffe3" providerId="AD" clId="Web-{1759594A-4AB6-AF81-F21C-A1BCAAD3ED37}" dt="2024-06-20T19:10:18.731" v="14"/>
          <ac:grpSpMkLst>
            <pc:docMk/>
            <pc:sldMk cId="3980947906" sldId="478"/>
            <ac:grpSpMk id="5" creationId="{14337F53-5EA4-D9C6-95B6-4D7CC27EF5DE}"/>
          </ac:grpSpMkLst>
        </pc:grpChg>
      </pc:sldChg>
      <pc:sldChg chg="modSp">
        <pc:chgData name="Allison Mulshine" userId="S::allison.mulshine@collegiseducation.com::5f656d52-c555-4e5e-9a5b-18226766ffe3" providerId="AD" clId="Web-{1759594A-4AB6-AF81-F21C-A1BCAAD3ED37}" dt="2024-06-20T19:00:42.489" v="4"/>
        <pc:sldMkLst>
          <pc:docMk/>
          <pc:sldMk cId="3053079665" sldId="801"/>
        </pc:sldMkLst>
        <pc:picChg chg="mod">
          <ac:chgData name="Allison Mulshine" userId="S::allison.mulshine@collegiseducation.com::5f656d52-c555-4e5e-9a5b-18226766ffe3" providerId="AD" clId="Web-{1759594A-4AB6-AF81-F21C-A1BCAAD3ED37}" dt="2024-06-20T19:00:42.489" v="4"/>
          <ac:picMkLst>
            <pc:docMk/>
            <pc:sldMk cId="3053079665" sldId="801"/>
            <ac:picMk id="4" creationId="{4F4EF767-BF1B-0B18-E6BF-A7CC16691B11}"/>
          </ac:picMkLst>
        </pc:picChg>
      </pc:sldChg>
      <pc:sldChg chg="modSp">
        <pc:chgData name="Allison Mulshine" userId="S::allison.mulshine@collegiseducation.com::5f656d52-c555-4e5e-9a5b-18226766ffe3" providerId="AD" clId="Web-{1759594A-4AB6-AF81-F21C-A1BCAAD3ED37}" dt="2024-06-20T19:01:33.194" v="5"/>
        <pc:sldMkLst>
          <pc:docMk/>
          <pc:sldMk cId="1766296598" sldId="817"/>
        </pc:sldMkLst>
        <pc:grpChg chg="mod">
          <ac:chgData name="Allison Mulshine" userId="S::allison.mulshine@collegiseducation.com::5f656d52-c555-4e5e-9a5b-18226766ffe3" providerId="AD" clId="Web-{1759594A-4AB6-AF81-F21C-A1BCAAD3ED37}" dt="2024-06-20T19:01:33.194" v="5"/>
          <ac:grpSpMkLst>
            <pc:docMk/>
            <pc:sldMk cId="1766296598" sldId="817"/>
            <ac:grpSpMk id="32" creationId="{806A1EA3-3532-91CE-0503-CBC819F3C680}"/>
          </ac:grpSpMkLst>
        </pc:grpChg>
      </pc:sldChg>
      <pc:sldChg chg="modSp">
        <pc:chgData name="Allison Mulshine" userId="S::allison.mulshine@collegiseducation.com::5f656d52-c555-4e5e-9a5b-18226766ffe3" providerId="AD" clId="Web-{1759594A-4AB6-AF81-F21C-A1BCAAD3ED37}" dt="2024-06-20T19:04:20.248" v="8"/>
        <pc:sldMkLst>
          <pc:docMk/>
          <pc:sldMk cId="1180808420" sldId="819"/>
        </pc:sldMkLst>
        <pc:grpChg chg="mod">
          <ac:chgData name="Allison Mulshine" userId="S::allison.mulshine@collegiseducation.com::5f656d52-c555-4e5e-9a5b-18226766ffe3" providerId="AD" clId="Web-{1759594A-4AB6-AF81-F21C-A1BCAAD3ED37}" dt="2024-06-20T19:04:20.248" v="8"/>
          <ac:grpSpMkLst>
            <pc:docMk/>
            <pc:sldMk cId="1180808420" sldId="819"/>
            <ac:grpSpMk id="41" creationId="{9A77FB78-71FC-2082-7C70-515C8EAE418B}"/>
          </ac:grpSpMkLst>
        </pc:grpChg>
      </pc:sldChg>
      <pc:sldChg chg="addSp modSp">
        <pc:chgData name="Allison Mulshine" userId="S::allison.mulshine@collegiseducation.com::5f656d52-c555-4e5e-9a5b-18226766ffe3" providerId="AD" clId="Web-{1759594A-4AB6-AF81-F21C-A1BCAAD3ED37}" dt="2024-06-20T19:08:00.928" v="10"/>
        <pc:sldMkLst>
          <pc:docMk/>
          <pc:sldMk cId="2902148453" sldId="821"/>
        </pc:sldMkLst>
        <pc:grpChg chg="add mod">
          <ac:chgData name="Allison Mulshine" userId="S::allison.mulshine@collegiseducation.com::5f656d52-c555-4e5e-9a5b-18226766ffe3" providerId="AD" clId="Web-{1759594A-4AB6-AF81-F21C-A1BCAAD3ED37}" dt="2024-06-20T19:08:00.928" v="10"/>
          <ac:grpSpMkLst>
            <pc:docMk/>
            <pc:sldMk cId="2902148453" sldId="821"/>
            <ac:grpSpMk id="4" creationId="{ED0E8671-55D4-FFAE-B9A2-596C12ECDFBB}"/>
          </ac:grpSpMkLst>
        </pc:grpChg>
      </pc:sldChg>
      <pc:sldChg chg="modSp">
        <pc:chgData name="Allison Mulshine" userId="S::allison.mulshine@collegiseducation.com::5f656d52-c555-4e5e-9a5b-18226766ffe3" providerId="AD" clId="Web-{1759594A-4AB6-AF81-F21C-A1BCAAD3ED37}" dt="2024-06-20T19:09:34.307" v="12"/>
        <pc:sldMkLst>
          <pc:docMk/>
          <pc:sldMk cId="435113658" sldId="822"/>
        </pc:sldMkLst>
        <pc:grpChg chg="mod">
          <ac:chgData name="Allison Mulshine" userId="S::allison.mulshine@collegiseducation.com::5f656d52-c555-4e5e-9a5b-18226766ffe3" providerId="AD" clId="Web-{1759594A-4AB6-AF81-F21C-A1BCAAD3ED37}" dt="2024-06-20T19:09:34.307" v="12"/>
          <ac:grpSpMkLst>
            <pc:docMk/>
            <pc:sldMk cId="435113658" sldId="822"/>
            <ac:grpSpMk id="4" creationId="{CB1A4A55-53B3-90A0-E2D0-18E9353DF3BC}"/>
          </ac:grpSpMkLst>
        </pc:grpChg>
      </pc:sldChg>
      <pc:sldChg chg="modSp">
        <pc:chgData name="Allison Mulshine" userId="S::allison.mulshine@collegiseducation.com::5f656d52-c555-4e5e-9a5b-18226766ffe3" providerId="AD" clId="Web-{1759594A-4AB6-AF81-F21C-A1BCAAD3ED37}" dt="2024-06-20T19:08:40.742" v="11"/>
        <pc:sldMkLst>
          <pc:docMk/>
          <pc:sldMk cId="3810151011" sldId="823"/>
        </pc:sldMkLst>
        <pc:grpChg chg="mod">
          <ac:chgData name="Allison Mulshine" userId="S::allison.mulshine@collegiseducation.com::5f656d52-c555-4e5e-9a5b-18226766ffe3" providerId="AD" clId="Web-{1759594A-4AB6-AF81-F21C-A1BCAAD3ED37}" dt="2024-06-20T19:08:40.742" v="11"/>
          <ac:grpSpMkLst>
            <pc:docMk/>
            <pc:sldMk cId="3810151011" sldId="823"/>
            <ac:grpSpMk id="10" creationId="{44C1E94C-A550-549E-8C7A-9CD11FF89C8C}"/>
          </ac:grpSpMkLst>
        </pc:grpChg>
      </pc:sldChg>
      <pc:sldChg chg="addSp modSp">
        <pc:chgData name="Allison Mulshine" userId="S::allison.mulshine@collegiseducation.com::5f656d52-c555-4e5e-9a5b-18226766ffe3" providerId="AD" clId="Web-{1759594A-4AB6-AF81-F21C-A1BCAAD3ED37}" dt="2024-06-20T19:12:33.986" v="16"/>
        <pc:sldMkLst>
          <pc:docMk/>
          <pc:sldMk cId="2329796506" sldId="842"/>
        </pc:sldMkLst>
        <pc:grpChg chg="add mod">
          <ac:chgData name="Allison Mulshine" userId="S::allison.mulshine@collegiseducation.com::5f656d52-c555-4e5e-9a5b-18226766ffe3" providerId="AD" clId="Web-{1759594A-4AB6-AF81-F21C-A1BCAAD3ED37}" dt="2024-06-20T19:12:33.986" v="16"/>
          <ac:grpSpMkLst>
            <pc:docMk/>
            <pc:sldMk cId="2329796506" sldId="842"/>
            <ac:grpSpMk id="3" creationId="{EA32895F-6246-B5A0-0CA4-9AA12586A467}"/>
          </ac:grpSpMkLst>
        </pc:grpChg>
      </pc:sldChg>
      <pc:sldChg chg="addSp modSp">
        <pc:chgData name="Allison Mulshine" userId="S::allison.mulshine@collegiseducation.com::5f656d52-c555-4e5e-9a5b-18226766ffe3" providerId="AD" clId="Web-{1759594A-4AB6-AF81-F21C-A1BCAAD3ED37}" dt="2024-06-20T19:13:20.754" v="18"/>
        <pc:sldMkLst>
          <pc:docMk/>
          <pc:sldMk cId="4243432213" sldId="843"/>
        </pc:sldMkLst>
        <pc:grpChg chg="add mod">
          <ac:chgData name="Allison Mulshine" userId="S::allison.mulshine@collegiseducation.com::5f656d52-c555-4e5e-9a5b-18226766ffe3" providerId="AD" clId="Web-{1759594A-4AB6-AF81-F21C-A1BCAAD3ED37}" dt="2024-06-20T19:13:20.754" v="18"/>
          <ac:grpSpMkLst>
            <pc:docMk/>
            <pc:sldMk cId="4243432213" sldId="843"/>
            <ac:grpSpMk id="14" creationId="{8B7B452C-77D3-E7AA-D538-23F30FC45EF5}"/>
          </ac:grpSpMkLst>
        </pc:grpChg>
      </pc:sldChg>
      <pc:sldChg chg="addSp modSp">
        <pc:chgData name="Allison Mulshine" userId="S::allison.mulshine@collegiseducation.com::5f656d52-c555-4e5e-9a5b-18226766ffe3" providerId="AD" clId="Web-{1759594A-4AB6-AF81-F21C-A1BCAAD3ED37}" dt="2024-06-20T19:02:26.228" v="7"/>
        <pc:sldMkLst>
          <pc:docMk/>
          <pc:sldMk cId="284792359" sldId="871"/>
        </pc:sldMkLst>
        <pc:grpChg chg="add mod">
          <ac:chgData name="Allison Mulshine" userId="S::allison.mulshine@collegiseducation.com::5f656d52-c555-4e5e-9a5b-18226766ffe3" providerId="AD" clId="Web-{1759594A-4AB6-AF81-F21C-A1BCAAD3ED37}" dt="2024-06-20T19:02:26.228" v="7"/>
          <ac:grpSpMkLst>
            <pc:docMk/>
            <pc:sldMk cId="284792359" sldId="871"/>
            <ac:grpSpMk id="2" creationId="{A64B5C8B-4D43-6A45-9927-2719C7C82242}"/>
          </ac:grpSpMkLst>
        </pc:grpChg>
      </pc:sldChg>
      <pc:sldChg chg="modSp">
        <pc:chgData name="Allison Mulshine" userId="S::allison.mulshine@collegiseducation.com::5f656d52-c555-4e5e-9a5b-18226766ffe3" providerId="AD" clId="Web-{1759594A-4AB6-AF81-F21C-A1BCAAD3ED37}" dt="2024-06-20T18:59:08.814" v="1"/>
        <pc:sldMkLst>
          <pc:docMk/>
          <pc:sldMk cId="1635461327" sldId="872"/>
        </pc:sldMkLst>
        <pc:graphicFrameChg chg="mod">
          <ac:chgData name="Allison Mulshine" userId="S::allison.mulshine@collegiseducation.com::5f656d52-c555-4e5e-9a5b-18226766ffe3" providerId="AD" clId="Web-{1759594A-4AB6-AF81-F21C-A1BCAAD3ED37}" dt="2024-06-20T18:59:08.814" v="1"/>
          <ac:graphicFrameMkLst>
            <pc:docMk/>
            <pc:sldMk cId="1635461327" sldId="872"/>
            <ac:graphicFrameMk id="4" creationId="{BD48FFAD-2053-5A87-7411-E458C34B9468}"/>
          </ac:graphicFrameMkLst>
        </pc:graphicFrameChg>
      </pc:sldChg>
    </pc:docChg>
  </pc:docChgLst>
  <pc:docChgLst>
    <pc:chgData name="Judy Tseng" userId="b031a71b-ea40-479f-9c0f-e713aa008bfa" providerId="ADAL" clId="{671EB1A0-F99F-4C92-9F7B-795C1E624004}"/>
    <pc:docChg chg="undo custSel modSld">
      <pc:chgData name="Judy Tseng" userId="b031a71b-ea40-479f-9c0f-e713aa008bfa" providerId="ADAL" clId="{671EB1A0-F99F-4C92-9F7B-795C1E624004}" dt="2024-03-27T20:19:09.866" v="40" actId="962"/>
      <pc:docMkLst>
        <pc:docMk/>
      </pc:docMkLst>
      <pc:sldChg chg="modSp mod">
        <pc:chgData name="Judy Tseng" userId="b031a71b-ea40-479f-9c0f-e713aa008bfa" providerId="ADAL" clId="{671EB1A0-F99F-4C92-9F7B-795C1E624004}" dt="2024-03-27T20:18:37.557" v="33" actId="962"/>
        <pc:sldMkLst>
          <pc:docMk/>
          <pc:sldMk cId="3980947906" sldId="478"/>
        </pc:sldMkLst>
        <pc:spChg chg="mod">
          <ac:chgData name="Judy Tseng" userId="b031a71b-ea40-479f-9c0f-e713aa008bfa" providerId="ADAL" clId="{671EB1A0-F99F-4C92-9F7B-795C1E624004}" dt="2024-03-27T20:18:37.557" v="33" actId="962"/>
          <ac:spMkLst>
            <pc:docMk/>
            <pc:sldMk cId="3980947906" sldId="478"/>
            <ac:spMk id="4" creationId="{EEAFED80-16A8-CB51-4F9B-3B96564EEF1C}"/>
          </ac:spMkLst>
        </pc:spChg>
      </pc:sldChg>
      <pc:sldChg chg="modSp mod">
        <pc:chgData name="Judy Tseng" userId="b031a71b-ea40-479f-9c0f-e713aa008bfa" providerId="ADAL" clId="{671EB1A0-F99F-4C92-9F7B-795C1E624004}" dt="2024-03-27T20:15:51.608" v="4" actId="207"/>
        <pc:sldMkLst>
          <pc:docMk/>
          <pc:sldMk cId="1766296598" sldId="817"/>
        </pc:sldMkLst>
        <pc:spChg chg="mod">
          <ac:chgData name="Judy Tseng" userId="b031a71b-ea40-479f-9c0f-e713aa008bfa" providerId="ADAL" clId="{671EB1A0-F99F-4C92-9F7B-795C1E624004}" dt="2024-03-27T20:15:38.108" v="0" actId="207"/>
          <ac:spMkLst>
            <pc:docMk/>
            <pc:sldMk cId="1766296598" sldId="817"/>
            <ac:spMk id="34" creationId="{97AA973E-D28A-97C8-E854-D878BCEE1352}"/>
          </ac:spMkLst>
        </pc:spChg>
        <pc:spChg chg="mod">
          <ac:chgData name="Judy Tseng" userId="b031a71b-ea40-479f-9c0f-e713aa008bfa" providerId="ADAL" clId="{671EB1A0-F99F-4C92-9F7B-795C1E624004}" dt="2024-03-27T20:15:40.387" v="1" actId="207"/>
          <ac:spMkLst>
            <pc:docMk/>
            <pc:sldMk cId="1766296598" sldId="817"/>
            <ac:spMk id="35" creationId="{8F83F812-DDB0-B9F9-9051-6941DB3307B9}"/>
          </ac:spMkLst>
        </pc:spChg>
        <pc:spChg chg="mod">
          <ac:chgData name="Judy Tseng" userId="b031a71b-ea40-479f-9c0f-e713aa008bfa" providerId="ADAL" clId="{671EB1A0-F99F-4C92-9F7B-795C1E624004}" dt="2024-03-27T20:15:42.475" v="2" actId="207"/>
          <ac:spMkLst>
            <pc:docMk/>
            <pc:sldMk cId="1766296598" sldId="817"/>
            <ac:spMk id="36" creationId="{AAF93CE8-D6CB-053D-F594-1C23BC3AE621}"/>
          </ac:spMkLst>
        </pc:spChg>
        <pc:spChg chg="mod">
          <ac:chgData name="Judy Tseng" userId="b031a71b-ea40-479f-9c0f-e713aa008bfa" providerId="ADAL" clId="{671EB1A0-F99F-4C92-9F7B-795C1E624004}" dt="2024-03-27T20:15:48.220" v="3" actId="207"/>
          <ac:spMkLst>
            <pc:docMk/>
            <pc:sldMk cId="1766296598" sldId="817"/>
            <ac:spMk id="37" creationId="{1314F108-3757-78ED-2083-7CB814F195E3}"/>
          </ac:spMkLst>
        </pc:spChg>
        <pc:spChg chg="mod">
          <ac:chgData name="Judy Tseng" userId="b031a71b-ea40-479f-9c0f-e713aa008bfa" providerId="ADAL" clId="{671EB1A0-F99F-4C92-9F7B-795C1E624004}" dt="2024-03-27T20:15:51.608" v="4" actId="207"/>
          <ac:spMkLst>
            <pc:docMk/>
            <pc:sldMk cId="1766296598" sldId="817"/>
            <ac:spMk id="38" creationId="{96351B00-9F15-C0C3-772D-0BB7011D7CD9}"/>
          </ac:spMkLst>
        </pc:spChg>
      </pc:sldChg>
      <pc:sldChg chg="modSp mod">
        <pc:chgData name="Judy Tseng" userId="b031a71b-ea40-479f-9c0f-e713aa008bfa" providerId="ADAL" clId="{671EB1A0-F99F-4C92-9F7B-795C1E624004}" dt="2024-03-27T20:18:43.907" v="34" actId="962"/>
        <pc:sldMkLst>
          <pc:docMk/>
          <pc:sldMk cId="3786560673" sldId="840"/>
        </pc:sldMkLst>
        <pc:spChg chg="mod">
          <ac:chgData name="Judy Tseng" userId="b031a71b-ea40-479f-9c0f-e713aa008bfa" providerId="ADAL" clId="{671EB1A0-F99F-4C92-9F7B-795C1E624004}" dt="2024-03-27T20:17:22.658" v="17" actId="207"/>
          <ac:spMkLst>
            <pc:docMk/>
            <pc:sldMk cId="3786560673" sldId="840"/>
            <ac:spMk id="4" creationId="{BCF9A5C6-C0BE-47F8-5499-7509F46E3610}"/>
          </ac:spMkLst>
        </pc:spChg>
        <pc:spChg chg="mod">
          <ac:chgData name="Judy Tseng" userId="b031a71b-ea40-479f-9c0f-e713aa008bfa" providerId="ADAL" clId="{671EB1A0-F99F-4C92-9F7B-795C1E624004}" dt="2024-03-27T20:17:17.859" v="16" actId="207"/>
          <ac:spMkLst>
            <pc:docMk/>
            <pc:sldMk cId="3786560673" sldId="840"/>
            <ac:spMk id="6" creationId="{2E6141E3-54C5-95CC-1553-3C11F7AF17AD}"/>
          </ac:spMkLst>
        </pc:spChg>
        <pc:spChg chg="mod">
          <ac:chgData name="Judy Tseng" userId="b031a71b-ea40-479f-9c0f-e713aa008bfa" providerId="ADAL" clId="{671EB1A0-F99F-4C92-9F7B-795C1E624004}" dt="2024-03-27T20:18:43.907" v="34" actId="962"/>
          <ac:spMkLst>
            <pc:docMk/>
            <pc:sldMk cId="3786560673" sldId="840"/>
            <ac:spMk id="10" creationId="{C86EE20D-799D-82A7-68AD-49CDC9D6A32D}"/>
          </ac:spMkLst>
        </pc:spChg>
        <pc:graphicFrameChg chg="modGraphic">
          <ac:chgData name="Judy Tseng" userId="b031a71b-ea40-479f-9c0f-e713aa008bfa" providerId="ADAL" clId="{671EB1A0-F99F-4C92-9F7B-795C1E624004}" dt="2024-03-27T20:17:14.155" v="15" actId="207"/>
          <ac:graphicFrameMkLst>
            <pc:docMk/>
            <pc:sldMk cId="3786560673" sldId="840"/>
            <ac:graphicFrameMk id="3" creationId="{B28C5332-D88E-5E9F-2C76-94787B462BA0}"/>
          </ac:graphicFrameMkLst>
        </pc:graphicFrameChg>
      </pc:sldChg>
      <pc:sldChg chg="modSp mod">
        <pc:chgData name="Judy Tseng" userId="b031a71b-ea40-479f-9c0f-e713aa008bfa" providerId="ADAL" clId="{671EB1A0-F99F-4C92-9F7B-795C1E624004}" dt="2024-03-27T20:18:48.241" v="35" actId="962"/>
        <pc:sldMkLst>
          <pc:docMk/>
          <pc:sldMk cId="1567670877" sldId="841"/>
        </pc:sldMkLst>
        <pc:spChg chg="mod">
          <ac:chgData name="Judy Tseng" userId="b031a71b-ea40-479f-9c0f-e713aa008bfa" providerId="ADAL" clId="{671EB1A0-F99F-4C92-9F7B-795C1E624004}" dt="2024-03-27T20:17:37.239" v="19" actId="207"/>
          <ac:spMkLst>
            <pc:docMk/>
            <pc:sldMk cId="1567670877" sldId="841"/>
            <ac:spMk id="6" creationId="{3B3E26A6-3D68-0EC0-A332-DD81CF883090}"/>
          </ac:spMkLst>
        </pc:spChg>
        <pc:spChg chg="mod">
          <ac:chgData name="Judy Tseng" userId="b031a71b-ea40-479f-9c0f-e713aa008bfa" providerId="ADAL" clId="{671EB1A0-F99F-4C92-9F7B-795C1E624004}" dt="2024-03-27T20:18:48.241" v="35" actId="962"/>
          <ac:spMkLst>
            <pc:docMk/>
            <pc:sldMk cId="1567670877" sldId="841"/>
            <ac:spMk id="13" creationId="{C8336378-B197-D0C2-00D1-6D1DAF29C82C}"/>
          </ac:spMkLst>
        </pc:spChg>
        <pc:graphicFrameChg chg="modGraphic">
          <ac:chgData name="Judy Tseng" userId="b031a71b-ea40-479f-9c0f-e713aa008bfa" providerId="ADAL" clId="{671EB1A0-F99F-4C92-9F7B-795C1E624004}" dt="2024-03-27T20:17:33.385" v="18" actId="207"/>
          <ac:graphicFrameMkLst>
            <pc:docMk/>
            <pc:sldMk cId="1567670877" sldId="841"/>
            <ac:graphicFrameMk id="7" creationId="{FCB754A5-EA6C-4DEF-A283-CB79DF3E5667}"/>
          </ac:graphicFrameMkLst>
        </pc:graphicFrameChg>
      </pc:sldChg>
      <pc:sldChg chg="modSp mod">
        <pc:chgData name="Judy Tseng" userId="b031a71b-ea40-479f-9c0f-e713aa008bfa" providerId="ADAL" clId="{671EB1A0-F99F-4C92-9F7B-795C1E624004}" dt="2024-03-27T20:19:09.866" v="40" actId="962"/>
        <pc:sldMkLst>
          <pc:docMk/>
          <pc:sldMk cId="2329796506" sldId="842"/>
        </pc:sldMkLst>
        <pc:spChg chg="mod">
          <ac:chgData name="Judy Tseng" userId="b031a71b-ea40-479f-9c0f-e713aa008bfa" providerId="ADAL" clId="{671EB1A0-F99F-4C92-9F7B-795C1E624004}" dt="2024-03-27T20:19:09.866" v="40" actId="962"/>
          <ac:spMkLst>
            <pc:docMk/>
            <pc:sldMk cId="2329796506" sldId="842"/>
            <ac:spMk id="6" creationId="{008650F5-B926-C933-4918-2A1692ECB3A3}"/>
          </ac:spMkLst>
        </pc:spChg>
        <pc:spChg chg="mod">
          <ac:chgData name="Judy Tseng" userId="b031a71b-ea40-479f-9c0f-e713aa008bfa" providerId="ADAL" clId="{671EB1A0-F99F-4C92-9F7B-795C1E624004}" dt="2024-03-27T20:18:59.680" v="39" actId="962"/>
          <ac:spMkLst>
            <pc:docMk/>
            <pc:sldMk cId="2329796506" sldId="842"/>
            <ac:spMk id="18" creationId="{0816A682-1153-AC96-5C1A-732797625221}"/>
          </ac:spMkLst>
        </pc:spChg>
        <pc:spChg chg="mod">
          <ac:chgData name="Judy Tseng" userId="b031a71b-ea40-479f-9c0f-e713aa008bfa" providerId="ADAL" clId="{671EB1A0-F99F-4C92-9F7B-795C1E624004}" dt="2024-03-27T20:17:43.532" v="20" actId="207"/>
          <ac:spMkLst>
            <pc:docMk/>
            <pc:sldMk cId="2329796506" sldId="842"/>
            <ac:spMk id="24" creationId="{29B2D765-C7DC-23A1-DDA4-6FA0DF4E4D2D}"/>
          </ac:spMkLst>
        </pc:spChg>
      </pc:sldChg>
      <pc:sldChg chg="modSp mod">
        <pc:chgData name="Judy Tseng" userId="b031a71b-ea40-479f-9c0f-e713aa008bfa" providerId="ADAL" clId="{671EB1A0-F99F-4C92-9F7B-795C1E624004}" dt="2024-03-27T20:17:48.278" v="21" actId="207"/>
        <pc:sldMkLst>
          <pc:docMk/>
          <pc:sldMk cId="4243432213" sldId="843"/>
        </pc:sldMkLst>
        <pc:spChg chg="mod">
          <ac:chgData name="Judy Tseng" userId="b031a71b-ea40-479f-9c0f-e713aa008bfa" providerId="ADAL" clId="{671EB1A0-F99F-4C92-9F7B-795C1E624004}" dt="2024-03-27T20:17:48.278" v="21" actId="207"/>
          <ac:spMkLst>
            <pc:docMk/>
            <pc:sldMk cId="4243432213" sldId="843"/>
            <ac:spMk id="11" creationId="{64404A32-83F5-4D2A-E00D-C7AAE3094978}"/>
          </ac:spMkLst>
        </pc:spChg>
      </pc:sldChg>
      <pc:sldChg chg="modSp mod">
        <pc:chgData name="Judy Tseng" userId="b031a71b-ea40-479f-9c0f-e713aa008bfa" providerId="ADAL" clId="{671EB1A0-F99F-4C92-9F7B-795C1E624004}" dt="2024-03-27T20:17:55.827" v="22" actId="207"/>
        <pc:sldMkLst>
          <pc:docMk/>
          <pc:sldMk cId="1919449408" sldId="844"/>
        </pc:sldMkLst>
        <pc:graphicFrameChg chg="modGraphic">
          <ac:chgData name="Judy Tseng" userId="b031a71b-ea40-479f-9c0f-e713aa008bfa" providerId="ADAL" clId="{671EB1A0-F99F-4C92-9F7B-795C1E624004}" dt="2024-03-27T20:17:55.827" v="22" actId="207"/>
          <ac:graphicFrameMkLst>
            <pc:docMk/>
            <pc:sldMk cId="1919449408" sldId="844"/>
            <ac:graphicFrameMk id="14" creationId="{5577FD51-031A-1528-B142-F216B822541F}"/>
          </ac:graphicFrameMkLst>
        </pc:graphicFrameChg>
      </pc:sldChg>
      <pc:sldChg chg="modSp mod">
        <pc:chgData name="Judy Tseng" userId="b031a71b-ea40-479f-9c0f-e713aa008bfa" providerId="ADAL" clId="{671EB1A0-F99F-4C92-9F7B-795C1E624004}" dt="2024-03-27T20:18:21.519" v="32" actId="962"/>
        <pc:sldMkLst>
          <pc:docMk/>
          <pc:sldMk cId="284792359" sldId="871"/>
        </pc:sldMkLst>
        <pc:spChg chg="mod">
          <ac:chgData name="Judy Tseng" userId="b031a71b-ea40-479f-9c0f-e713aa008bfa" providerId="ADAL" clId="{671EB1A0-F99F-4C92-9F7B-795C1E624004}" dt="2024-03-27T20:18:14.076" v="23" actId="962"/>
          <ac:spMkLst>
            <pc:docMk/>
            <pc:sldMk cId="284792359" sldId="871"/>
            <ac:spMk id="15" creationId="{A7E3F8BA-DFEE-A939-8BF6-CCCA69A0AE1D}"/>
          </ac:spMkLst>
        </pc:spChg>
        <pc:spChg chg="mod">
          <ac:chgData name="Judy Tseng" userId="b031a71b-ea40-479f-9c0f-e713aa008bfa" providerId="ADAL" clId="{671EB1A0-F99F-4C92-9F7B-795C1E624004}" dt="2024-03-27T20:18:14.968" v="24" actId="962"/>
          <ac:spMkLst>
            <pc:docMk/>
            <pc:sldMk cId="284792359" sldId="871"/>
            <ac:spMk id="16" creationId="{FA64C380-425E-27EB-37D5-CC65462EE005}"/>
          </ac:spMkLst>
        </pc:spChg>
        <pc:spChg chg="mod">
          <ac:chgData name="Judy Tseng" userId="b031a71b-ea40-479f-9c0f-e713aa008bfa" providerId="ADAL" clId="{671EB1A0-F99F-4C92-9F7B-795C1E624004}" dt="2024-03-27T20:18:15.765" v="25" actId="962"/>
          <ac:spMkLst>
            <pc:docMk/>
            <pc:sldMk cId="284792359" sldId="871"/>
            <ac:spMk id="18" creationId="{37BC53D1-D4D6-5C88-4519-7B3A5C484F03}"/>
          </ac:spMkLst>
        </pc:spChg>
        <pc:spChg chg="mod">
          <ac:chgData name="Judy Tseng" userId="b031a71b-ea40-479f-9c0f-e713aa008bfa" providerId="ADAL" clId="{671EB1A0-F99F-4C92-9F7B-795C1E624004}" dt="2024-03-27T20:18:16.638" v="26" actId="962"/>
          <ac:spMkLst>
            <pc:docMk/>
            <pc:sldMk cId="284792359" sldId="871"/>
            <ac:spMk id="19" creationId="{5BFFD7FF-B51E-C424-6916-678381A907EC}"/>
          </ac:spMkLst>
        </pc:spChg>
        <pc:spChg chg="mod">
          <ac:chgData name="Judy Tseng" userId="b031a71b-ea40-479f-9c0f-e713aa008bfa" providerId="ADAL" clId="{671EB1A0-F99F-4C92-9F7B-795C1E624004}" dt="2024-03-27T20:16:11.201" v="5" actId="207"/>
          <ac:spMkLst>
            <pc:docMk/>
            <pc:sldMk cId="284792359" sldId="871"/>
            <ac:spMk id="39" creationId="{1C7344A6-7954-FEEB-F666-2944B453FFCE}"/>
          </ac:spMkLst>
        </pc:spChg>
        <pc:spChg chg="mod">
          <ac:chgData name="Judy Tseng" userId="b031a71b-ea40-479f-9c0f-e713aa008bfa" providerId="ADAL" clId="{671EB1A0-F99F-4C92-9F7B-795C1E624004}" dt="2024-03-27T20:16:21.799" v="8" actId="207"/>
          <ac:spMkLst>
            <pc:docMk/>
            <pc:sldMk cId="284792359" sldId="871"/>
            <ac:spMk id="40" creationId="{5EEC873A-A541-8F20-D372-0FF040AE9917}"/>
          </ac:spMkLst>
        </pc:spChg>
        <pc:spChg chg="mod">
          <ac:chgData name="Judy Tseng" userId="b031a71b-ea40-479f-9c0f-e713aa008bfa" providerId="ADAL" clId="{671EB1A0-F99F-4C92-9F7B-795C1E624004}" dt="2024-03-27T20:16:18.199" v="7" actId="207"/>
          <ac:spMkLst>
            <pc:docMk/>
            <pc:sldMk cId="284792359" sldId="871"/>
            <ac:spMk id="41" creationId="{7FB62F23-ABF8-3B80-171C-4D0CA5BF4036}"/>
          </ac:spMkLst>
        </pc:spChg>
        <pc:spChg chg="mod">
          <ac:chgData name="Judy Tseng" userId="b031a71b-ea40-479f-9c0f-e713aa008bfa" providerId="ADAL" clId="{671EB1A0-F99F-4C92-9F7B-795C1E624004}" dt="2024-03-27T20:16:24.896" v="9" actId="207"/>
          <ac:spMkLst>
            <pc:docMk/>
            <pc:sldMk cId="284792359" sldId="871"/>
            <ac:spMk id="42" creationId="{D121CFA3-0BF5-5863-17DD-4FD0AC97E57E}"/>
          </ac:spMkLst>
        </pc:spChg>
        <pc:spChg chg="mod">
          <ac:chgData name="Judy Tseng" userId="b031a71b-ea40-479f-9c0f-e713aa008bfa" providerId="ADAL" clId="{671EB1A0-F99F-4C92-9F7B-795C1E624004}" dt="2024-03-27T20:18:17.437" v="27" actId="962"/>
          <ac:spMkLst>
            <pc:docMk/>
            <pc:sldMk cId="284792359" sldId="871"/>
            <ac:spMk id="45" creationId="{DF6B6F6A-3842-73C3-8005-FC4700749EB8}"/>
          </ac:spMkLst>
        </pc:spChg>
        <pc:spChg chg="mod">
          <ac:chgData name="Judy Tseng" userId="b031a71b-ea40-479f-9c0f-e713aa008bfa" providerId="ADAL" clId="{671EB1A0-F99F-4C92-9F7B-795C1E624004}" dt="2024-03-27T20:18:18.202" v="28" actId="962"/>
          <ac:spMkLst>
            <pc:docMk/>
            <pc:sldMk cId="284792359" sldId="871"/>
            <ac:spMk id="46" creationId="{8E1E57AA-497E-3D40-9EF0-D04973845CF5}"/>
          </ac:spMkLst>
        </pc:spChg>
        <pc:spChg chg="mod">
          <ac:chgData name="Judy Tseng" userId="b031a71b-ea40-479f-9c0f-e713aa008bfa" providerId="ADAL" clId="{671EB1A0-F99F-4C92-9F7B-795C1E624004}" dt="2024-03-27T20:18:18.992" v="29" actId="962"/>
          <ac:spMkLst>
            <pc:docMk/>
            <pc:sldMk cId="284792359" sldId="871"/>
            <ac:spMk id="47" creationId="{1E50FAC5-4B1E-ACFD-7C91-AD6BE677563E}"/>
          </ac:spMkLst>
        </pc:spChg>
        <pc:spChg chg="mod">
          <ac:chgData name="Judy Tseng" userId="b031a71b-ea40-479f-9c0f-e713aa008bfa" providerId="ADAL" clId="{671EB1A0-F99F-4C92-9F7B-795C1E624004}" dt="2024-03-27T20:18:19.903" v="30" actId="962"/>
          <ac:spMkLst>
            <pc:docMk/>
            <pc:sldMk cId="284792359" sldId="871"/>
            <ac:spMk id="48" creationId="{5BDC4883-21DC-0F20-E7A9-1BE748E1C795}"/>
          </ac:spMkLst>
        </pc:spChg>
        <pc:spChg chg="mod">
          <ac:chgData name="Judy Tseng" userId="b031a71b-ea40-479f-9c0f-e713aa008bfa" providerId="ADAL" clId="{671EB1A0-F99F-4C92-9F7B-795C1E624004}" dt="2024-03-27T20:18:20.734" v="31" actId="962"/>
          <ac:spMkLst>
            <pc:docMk/>
            <pc:sldMk cId="284792359" sldId="871"/>
            <ac:spMk id="51" creationId="{66DDC154-BB57-167E-18C1-F7D4AE5C5524}"/>
          </ac:spMkLst>
        </pc:spChg>
        <pc:spChg chg="mod">
          <ac:chgData name="Judy Tseng" userId="b031a71b-ea40-479f-9c0f-e713aa008bfa" providerId="ADAL" clId="{671EB1A0-F99F-4C92-9F7B-795C1E624004}" dt="2024-03-27T20:18:21.519" v="32" actId="962"/>
          <ac:spMkLst>
            <pc:docMk/>
            <pc:sldMk cId="284792359" sldId="871"/>
            <ac:spMk id="52" creationId="{F85D8B68-93CE-EFC5-C414-FEE68FF9EEEA}"/>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2800" dirty="0"/>
            <a:t>Objective</a:t>
          </a:r>
          <a:endParaRPr lang="en-US" sz="1050" dirty="0">
            <a:solidFill>
              <a:srgbClr val="374151"/>
            </a:solidFill>
            <a:ea typeface="+mn-lt"/>
            <a:cs typeface="+mn-lt"/>
          </a:endParaRPr>
        </a:p>
      </dgm:t>
    </dgm:pt>
    <dgm:pt modelId="{4E7FF56D-46AD-054E-9A98-96B3BA155886}" type="parTrans" cxnId="{D3B5A944-F001-C443-B5F2-2B9F33291B32}">
      <dgm:prSet/>
      <dgm:spPr/>
      <dgm:t>
        <a:bodyPr/>
        <a:lstStyle/>
        <a:p>
          <a:endParaRPr lang="en-US" sz="3600"/>
        </a:p>
      </dgm:t>
    </dgm:pt>
    <dgm:pt modelId="{705E8EE7-BF08-CB4D-BD5C-3C2188954C5C}" type="sibTrans" cxnId="{D3B5A944-F001-C443-B5F2-2B9F33291B32}">
      <dgm:prSet/>
      <dgm:spPr/>
      <dgm:t>
        <a:bodyPr/>
        <a:lstStyle/>
        <a:p>
          <a:endParaRPr lang="en-US" sz="3600"/>
        </a:p>
      </dgm:t>
    </dgm:pt>
    <dgm:pt modelId="{115F7D96-A3EF-2846-B835-63F34DBB95AF}">
      <dgm:prSet phldrT="[Text]" custT="1"/>
      <dgm:spPr/>
      <dgm:t>
        <a:bodyPr/>
        <a:lstStyle/>
        <a:p>
          <a:pPr>
            <a:lnSpc>
              <a:spcPct val="100000"/>
            </a:lnSpc>
            <a:defRPr b="1"/>
          </a:pPr>
          <a:r>
            <a:rPr lang="en-US" sz="2800" dirty="0">
              <a:solidFill>
                <a:schemeClr val="tx1"/>
              </a:solidFill>
              <a:cs typeface="Arial"/>
            </a:rPr>
            <a:t>Method</a:t>
          </a:r>
          <a:endParaRPr lang="en-US" sz="2800" dirty="0"/>
        </a:p>
      </dgm:t>
    </dgm:pt>
    <dgm:pt modelId="{8904A24B-91D6-D046-A910-7C149A2C7BA8}" type="sibTrans" cxnId="{62DFFD0E-98E5-A249-88B6-3BDEDDF5AB56}">
      <dgm:prSet/>
      <dgm:spPr/>
      <dgm:t>
        <a:bodyPr/>
        <a:lstStyle/>
        <a:p>
          <a:endParaRPr lang="en-US" sz="3600"/>
        </a:p>
      </dgm:t>
    </dgm:pt>
    <dgm:pt modelId="{C4C03E97-7C04-A340-9B66-1F3D898C4382}" type="parTrans" cxnId="{62DFFD0E-98E5-A249-88B6-3BDEDDF5AB56}">
      <dgm:prSet/>
      <dgm:spPr/>
      <dgm:t>
        <a:bodyPr/>
        <a:lstStyle/>
        <a:p>
          <a:endParaRPr lang="en-US" sz="3600"/>
        </a:p>
      </dgm:t>
    </dgm:pt>
    <dgm:pt modelId="{2AD1ABFC-E0F5-BC4D-BE1B-386FF830E336}">
      <dgm:prSet phldrT="[Text]" custT="1"/>
      <dgm:spPr/>
      <dgm:t>
        <a:bodyPr/>
        <a:lstStyle/>
        <a:p>
          <a:pPr>
            <a:lnSpc>
              <a:spcPct val="100000"/>
            </a:lnSpc>
            <a:defRPr b="1"/>
          </a:pPr>
          <a:r>
            <a:rPr lang="en-US" sz="2800" dirty="0">
              <a:solidFill>
                <a:schemeClr val="tx1"/>
              </a:solidFill>
              <a:cs typeface="Arial"/>
            </a:rPr>
            <a:t>Input</a:t>
          </a:r>
          <a:endParaRPr lang="en-US" sz="2800" dirty="0"/>
        </a:p>
      </dgm:t>
    </dgm:pt>
    <dgm:pt modelId="{753B4962-FB12-1244-A406-B9DB3DBF1F65}" type="sibTrans" cxnId="{9AE2F9BD-BA4F-AB4A-89EC-5A072847CB47}">
      <dgm:prSet/>
      <dgm:spPr/>
      <dgm:t>
        <a:bodyPr/>
        <a:lstStyle/>
        <a:p>
          <a:endParaRPr lang="en-US" sz="3600"/>
        </a:p>
      </dgm:t>
    </dgm:pt>
    <dgm:pt modelId="{0CDCC5C5-6C70-3440-BC3B-B1F9BFCF9347}" type="parTrans" cxnId="{9AE2F9BD-BA4F-AB4A-89EC-5A072847CB47}">
      <dgm:prSet/>
      <dgm:spPr/>
      <dgm:t>
        <a:bodyPr/>
        <a:lstStyle/>
        <a:p>
          <a:endParaRPr lang="en-US" sz="3600"/>
        </a:p>
      </dgm:t>
    </dgm:pt>
    <dgm:pt modelId="{D2590390-8B10-8145-9C93-E300E0652E8B}">
      <dgm:prSet custT="1"/>
      <dgm:spPr/>
      <dgm:t>
        <a:bodyPr/>
        <a:lstStyle/>
        <a:p>
          <a:pPr>
            <a:lnSpc>
              <a:spcPct val="100000"/>
            </a:lnSpc>
          </a:pPr>
          <a:r>
            <a:rPr lang="en-US" sz="2400" dirty="0"/>
            <a:t>Record 1: hello world</a:t>
          </a:r>
        </a:p>
      </dgm:t>
    </dgm:pt>
    <dgm:pt modelId="{D139CECA-241B-0E46-8823-C76324D5CB61}" type="parTrans" cxnId="{C3E654CF-CE9F-CF4F-8F5C-43025F79FCD7}">
      <dgm:prSet/>
      <dgm:spPr/>
      <dgm:t>
        <a:bodyPr/>
        <a:lstStyle/>
        <a:p>
          <a:endParaRPr lang="en-US"/>
        </a:p>
      </dgm:t>
    </dgm:pt>
    <dgm:pt modelId="{A1A45309-C6DF-644D-B9BC-24B03775A8DF}" type="sibTrans" cxnId="{C3E654CF-CE9F-CF4F-8F5C-43025F79FCD7}">
      <dgm:prSet/>
      <dgm:spPr/>
      <dgm:t>
        <a:bodyPr/>
        <a:lstStyle/>
        <a:p>
          <a:endParaRPr lang="en-US"/>
        </a:p>
      </dgm:t>
    </dgm:pt>
    <dgm:pt modelId="{70AD817A-7C8D-1344-A421-1D758CAB816A}">
      <dgm:prSet custT="1"/>
      <dgm:spPr/>
      <dgm:t>
        <a:bodyPr/>
        <a:lstStyle/>
        <a:p>
          <a:pPr>
            <a:lnSpc>
              <a:spcPct val="100000"/>
            </a:lnSpc>
          </a:pPr>
          <a:r>
            <a:rPr lang="en-US" sz="2400" dirty="0"/>
            <a:t>Record 2: hadoop hello</a:t>
          </a:r>
        </a:p>
      </dgm:t>
    </dgm:pt>
    <dgm:pt modelId="{1700B831-664C-504A-AED9-0733A93C6CAE}" type="parTrans" cxnId="{311FB281-FEAE-E046-922D-8B7A2034BA13}">
      <dgm:prSet/>
      <dgm:spPr/>
      <dgm:t>
        <a:bodyPr/>
        <a:lstStyle/>
        <a:p>
          <a:endParaRPr lang="en-US"/>
        </a:p>
      </dgm:t>
    </dgm:pt>
    <dgm:pt modelId="{971B8FD4-4D77-B140-AF3C-FD3D34B63FAD}" type="sibTrans" cxnId="{311FB281-FEAE-E046-922D-8B7A2034BA13}">
      <dgm:prSet/>
      <dgm:spPr/>
      <dgm:t>
        <a:bodyPr/>
        <a:lstStyle/>
        <a:p>
          <a:endParaRPr lang="en-US"/>
        </a:p>
      </dgm:t>
    </dgm:pt>
    <dgm:pt modelId="{132628F9-2026-BB48-9F38-A57CCBE3BC87}">
      <dgm:prSet custT="1"/>
      <dgm:spPr/>
      <dgm:t>
        <a:bodyPr/>
        <a:lstStyle/>
        <a:p>
          <a:pPr>
            <a:lnSpc>
              <a:spcPct val="100000"/>
            </a:lnSpc>
            <a:defRPr b="1"/>
          </a:pPr>
          <a:r>
            <a:rPr lang="en-US" sz="2800" dirty="0"/>
            <a:t>Assume</a:t>
          </a:r>
        </a:p>
      </dgm:t>
    </dgm:pt>
    <dgm:pt modelId="{77C3B960-32AC-2244-976D-DC50928338BA}" type="parTrans" cxnId="{3061CFEB-4CE9-C247-9605-5455A98FCF05}">
      <dgm:prSet/>
      <dgm:spPr/>
      <dgm:t>
        <a:bodyPr/>
        <a:lstStyle/>
        <a:p>
          <a:endParaRPr lang="en-US"/>
        </a:p>
      </dgm:t>
    </dgm:pt>
    <dgm:pt modelId="{F989EA34-0AD2-A64D-B8CD-F2E5F5AE4CF2}" type="sibTrans" cxnId="{3061CFEB-4CE9-C247-9605-5455A98FCF05}">
      <dgm:prSet/>
      <dgm:spPr/>
      <dgm:t>
        <a:bodyPr/>
        <a:lstStyle/>
        <a:p>
          <a:endParaRPr lang="en-US"/>
        </a:p>
      </dgm:t>
    </dgm:pt>
    <dgm:pt modelId="{AAB074C6-0A61-F141-B887-681C1F35A2BC}">
      <dgm:prSet phldrT="[Text]" custT="1"/>
      <dgm:spPr/>
      <dgm:t>
        <a:bodyPr/>
        <a:lstStyle/>
        <a:p>
          <a:pPr>
            <a:lnSpc>
              <a:spcPct val="100000"/>
            </a:lnSpc>
          </a:pPr>
          <a:r>
            <a:rPr lang="en-US" sz="2400" dirty="0"/>
            <a:t>The input file holds two records as follows:</a:t>
          </a:r>
          <a:endParaRPr lang="en-US" sz="2800" dirty="0"/>
        </a:p>
      </dgm:t>
    </dgm:pt>
    <dgm:pt modelId="{5A585677-6987-6D42-8197-7514D060D0AB}" type="parTrans" cxnId="{E43A28F5-6EC7-3A43-A294-C3D8F9775B18}">
      <dgm:prSet/>
      <dgm:spPr/>
      <dgm:t>
        <a:bodyPr/>
        <a:lstStyle/>
        <a:p>
          <a:endParaRPr lang="en-US"/>
        </a:p>
      </dgm:t>
    </dgm:pt>
    <dgm:pt modelId="{F7C78526-D983-3848-928D-1162CFA58E29}" type="sibTrans" cxnId="{E43A28F5-6EC7-3A43-A294-C3D8F9775B18}">
      <dgm:prSet/>
      <dgm:spPr/>
      <dgm:t>
        <a:bodyPr/>
        <a:lstStyle/>
        <a:p>
          <a:endParaRPr lang="en-US"/>
        </a:p>
      </dgm:t>
    </dgm:pt>
    <dgm:pt modelId="{F75FE9C9-3AFC-B24B-BF9B-4CB4D4EF89F9}">
      <dgm:prSet custT="1"/>
      <dgm:spPr/>
      <dgm:t>
        <a:bodyPr/>
        <a:lstStyle/>
        <a:p>
          <a:pPr>
            <a:lnSpc>
              <a:spcPct val="100000"/>
            </a:lnSpc>
          </a:pPr>
          <a:r>
            <a:rPr lang="en-US" sz="2400" dirty="0"/>
            <a:t>Except for a map and reduce function which we will provide, we will accept default plugin functions</a:t>
          </a:r>
        </a:p>
        <a:p>
          <a:pPr>
            <a:lnSpc>
              <a:spcPct val="100000"/>
            </a:lnSpc>
          </a:pPr>
          <a:r>
            <a:rPr lang="en-US" sz="2400" dirty="0"/>
            <a:t>We have configured two mapper and two reducers</a:t>
          </a:r>
        </a:p>
        <a:p>
          <a:pPr>
            <a:lnSpc>
              <a:spcPct val="100000"/>
            </a:lnSpc>
          </a:pPr>
          <a:endParaRPr lang="en-US" sz="2400" dirty="0"/>
        </a:p>
      </dgm:t>
    </dgm:pt>
    <dgm:pt modelId="{4646CD9A-00D8-2943-A85E-E209D1829638}" type="parTrans" cxnId="{71C75329-ADFB-5E44-9122-289F2892235A}">
      <dgm:prSet/>
      <dgm:spPr/>
      <dgm:t>
        <a:bodyPr/>
        <a:lstStyle/>
        <a:p>
          <a:endParaRPr lang="en-US"/>
        </a:p>
      </dgm:t>
    </dgm:pt>
    <dgm:pt modelId="{D9D78DBA-20F9-4244-8D45-D385FB7D2E96}" type="sibTrans" cxnId="{71C75329-ADFB-5E44-9122-289F2892235A}">
      <dgm:prSet/>
      <dgm:spPr/>
      <dgm:t>
        <a:bodyPr/>
        <a:lstStyle/>
        <a:p>
          <a:endParaRPr lang="en-US"/>
        </a:p>
      </dgm:t>
    </dgm:pt>
    <dgm:pt modelId="{87309663-C8A5-0947-B942-20197FCF2C0D}">
      <dgm:prSet phldrT="[Text]" custT="1"/>
      <dgm:spPr/>
      <dgm:t>
        <a:bodyPr/>
        <a:lstStyle/>
        <a:p>
          <a:pPr>
            <a:lnSpc>
              <a:spcPct val="100000"/>
            </a:lnSpc>
          </a:pPr>
          <a:r>
            <a:rPr lang="en-US" sz="2400" dirty="0"/>
            <a:t>We want to use the MapReduce framework running on a cluster to perform the count operation</a:t>
          </a:r>
          <a:endParaRPr lang="en-US" sz="2800" dirty="0"/>
        </a:p>
      </dgm:t>
    </dgm:pt>
    <dgm:pt modelId="{27281DA9-0634-044E-96AC-913B1F05568C}" type="parTrans" cxnId="{A9A6BA9B-F1C4-5649-8FF8-4F4325772F6B}">
      <dgm:prSet/>
      <dgm:spPr/>
      <dgm:t>
        <a:bodyPr/>
        <a:lstStyle/>
        <a:p>
          <a:endParaRPr lang="en-US"/>
        </a:p>
      </dgm:t>
    </dgm:pt>
    <dgm:pt modelId="{D9371774-96DE-B04A-B811-4FF0EAE4B02F}" type="sibTrans" cxnId="{A9A6BA9B-F1C4-5649-8FF8-4F4325772F6B}">
      <dgm:prSet/>
      <dgm:spPr/>
      <dgm:t>
        <a:bodyPr/>
        <a:lstStyle/>
        <a:p>
          <a:endParaRPr lang="en-US"/>
        </a:p>
      </dgm:t>
    </dgm:pt>
    <dgm:pt modelId="{04C6B106-B58C-8B49-99CF-C8FDC4D1CFC1}">
      <dgm:prSet phldrT="[Text]" custT="1"/>
      <dgm:spPr/>
      <dgm:t>
        <a:bodyPr/>
        <a:lstStyle/>
        <a:p>
          <a:pPr>
            <a:lnSpc>
              <a:spcPct val="100000"/>
            </a:lnSpc>
          </a:pPr>
          <a:r>
            <a:rPr lang="en-US" sz="2400"/>
            <a:t>Count the number of occurrences of each unique word in a text file held in HDFS</a:t>
          </a:r>
          <a:endParaRPr lang="en-US" sz="1000" dirty="0">
            <a:solidFill>
              <a:srgbClr val="374151"/>
            </a:solidFill>
            <a:ea typeface="+mn-lt"/>
            <a:cs typeface="+mn-lt"/>
          </a:endParaRPr>
        </a:p>
      </dgm:t>
    </dgm:pt>
    <dgm:pt modelId="{321B981E-A5F9-C34D-862A-4F7202E90F19}" type="parTrans" cxnId="{5925B214-2F31-D94C-BDF7-248EF4427F9B}">
      <dgm:prSet/>
      <dgm:spPr/>
      <dgm:t>
        <a:bodyPr/>
        <a:lstStyle/>
        <a:p>
          <a:endParaRPr lang="en-US"/>
        </a:p>
      </dgm:t>
    </dgm:pt>
    <dgm:pt modelId="{F0D86477-2750-0845-9C2B-67A9EA4E02DB}" type="sibTrans" cxnId="{5925B214-2F31-D94C-BDF7-248EF4427F9B}">
      <dgm:prSet/>
      <dgm:spPr/>
      <dgm:t>
        <a:bodyPr/>
        <a:lstStyle/>
        <a:p>
          <a:endParaRPr lang="en-US"/>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4"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8">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8">
        <dgm:presLayoutVars/>
      </dgm:prSet>
      <dgm:spPr/>
    </dgm:pt>
    <dgm:pt modelId="{E498811C-808C-435A-95EB-9D224CF52F01}" type="pres">
      <dgm:prSet presAssocID="{705E8EE7-BF08-CB4D-BD5C-3C2188954C5C}" presName="sibTrans" presStyleCnt="0"/>
      <dgm:spPr/>
    </dgm:pt>
    <dgm:pt modelId="{2DA928AB-63CA-476E-9590-F71A63129A4F}" type="pres">
      <dgm:prSet presAssocID="{115F7D96-A3EF-2846-B835-63F34DBB95AF}" presName="compNode" presStyleCnt="0"/>
      <dgm:spPr/>
    </dgm:pt>
    <dgm:pt modelId="{B659D329-FFCB-4A99-9159-9545CCFD1864}" type="pres">
      <dgm:prSet presAssocID="{115F7D96-A3EF-2846-B835-63F34DBB95AF}" presName="iconRect" presStyleLbl="node1" presStyleIdx="1" presStyleCnt="4" custFlipVert="1" custFlipHor="1" custScaleX="758" custScaleY="2274"/>
      <dgm:spPr>
        <a:blipFill dpi="0" rotWithShape="1">
          <a:blip xmlns:r="http://schemas.openxmlformats.org/officeDocument/2006/relationships" r:embed="rId3">
            <a:alphaModFix amt="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hat"/>
        </a:ext>
      </dgm:extLst>
    </dgm:pt>
    <dgm:pt modelId="{7AC829E4-3597-4D5D-A451-4211F5528A3B}" type="pres">
      <dgm:prSet presAssocID="{115F7D96-A3EF-2846-B835-63F34DBB95AF}" presName="iconSpace" presStyleCnt="0"/>
      <dgm:spPr/>
    </dgm:pt>
    <dgm:pt modelId="{2F6EFE1B-9CAA-475C-BE46-7AB33E0E0233}" type="pres">
      <dgm:prSet presAssocID="{115F7D96-A3EF-2846-B835-63F34DBB95AF}" presName="parTx" presStyleLbl="revTx" presStyleIdx="2" presStyleCnt="8">
        <dgm:presLayoutVars>
          <dgm:chMax val="0"/>
          <dgm:chPref val="0"/>
        </dgm:presLayoutVars>
      </dgm:prSet>
      <dgm:spPr/>
    </dgm:pt>
    <dgm:pt modelId="{CEFA69B0-E3C1-4A80-B17A-E8897609B570}" type="pres">
      <dgm:prSet presAssocID="{115F7D96-A3EF-2846-B835-63F34DBB95AF}" presName="txSpace" presStyleCnt="0"/>
      <dgm:spPr/>
    </dgm:pt>
    <dgm:pt modelId="{7F4A702B-11E4-4211-A9B6-CAF76DE9963E}" type="pres">
      <dgm:prSet presAssocID="{115F7D96-A3EF-2846-B835-63F34DBB95AF}" presName="desTx" presStyleLbl="revTx" presStyleIdx="3" presStyleCnt="8">
        <dgm:presLayoutVars/>
      </dgm:prSet>
      <dgm:spPr/>
    </dgm:pt>
    <dgm:pt modelId="{71A4AE05-E956-421B-8F79-2FA0766F0D49}" type="pres">
      <dgm:prSet presAssocID="{8904A24B-91D6-D046-A910-7C149A2C7BA8}" presName="sibTrans" presStyleCnt="0"/>
      <dgm:spPr/>
    </dgm:pt>
    <dgm:pt modelId="{8AE20949-93A6-4596-B28C-7582693FC50C}" type="pres">
      <dgm:prSet presAssocID="{2AD1ABFC-E0F5-BC4D-BE1B-386FF830E336}" presName="compNode" presStyleCnt="0"/>
      <dgm:spPr/>
    </dgm:pt>
    <dgm:pt modelId="{24A53ECD-764D-4FF8-9153-CE9D4FBA6DB1}" type="pres">
      <dgm:prSet presAssocID="{2AD1ABFC-E0F5-BC4D-BE1B-386FF830E336}" presName="iconRect" presStyleLbl="node1" presStyleIdx="2" presStyleCnt="4"/>
      <dgm:spPr>
        <a:blipFill dpi="0" rotWithShape="1">
          <a:blip xmlns:r="http://schemas.openxmlformats.org/officeDocument/2006/relationships" r:embed="rId5">
            <a:alphaModFix amt="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amera"/>
        </a:ext>
      </dgm:extLst>
    </dgm:pt>
    <dgm:pt modelId="{AF2092C4-E23D-452B-A583-573F232CB51D}" type="pres">
      <dgm:prSet presAssocID="{2AD1ABFC-E0F5-BC4D-BE1B-386FF830E336}" presName="iconSpace" presStyleCnt="0"/>
      <dgm:spPr/>
    </dgm:pt>
    <dgm:pt modelId="{5D88F1DD-3536-4BA5-BD1D-077D0CA87FCA}" type="pres">
      <dgm:prSet presAssocID="{2AD1ABFC-E0F5-BC4D-BE1B-386FF830E336}" presName="parTx" presStyleLbl="revTx" presStyleIdx="4" presStyleCnt="8">
        <dgm:presLayoutVars>
          <dgm:chMax val="0"/>
          <dgm:chPref val="0"/>
        </dgm:presLayoutVars>
      </dgm:prSet>
      <dgm:spPr/>
    </dgm:pt>
    <dgm:pt modelId="{3AAF35B6-29A1-422E-B3E2-06FE3917C557}" type="pres">
      <dgm:prSet presAssocID="{2AD1ABFC-E0F5-BC4D-BE1B-386FF830E336}" presName="txSpace" presStyleCnt="0"/>
      <dgm:spPr/>
    </dgm:pt>
    <dgm:pt modelId="{18BB71A3-CB54-4F25-B66C-791E75BDECA1}" type="pres">
      <dgm:prSet presAssocID="{2AD1ABFC-E0F5-BC4D-BE1B-386FF830E336}" presName="desTx" presStyleLbl="revTx" presStyleIdx="5" presStyleCnt="8">
        <dgm:presLayoutVars/>
      </dgm:prSet>
      <dgm:spPr/>
    </dgm:pt>
    <dgm:pt modelId="{5B6A25AF-CBE8-4F4D-9454-87909C02CD73}" type="pres">
      <dgm:prSet presAssocID="{753B4962-FB12-1244-A406-B9DB3DBF1F65}" presName="sibTrans" presStyleCnt="0"/>
      <dgm:spPr/>
    </dgm:pt>
    <dgm:pt modelId="{314E9AD5-CA37-C345-9F02-81BE7C5A870C}" type="pres">
      <dgm:prSet presAssocID="{132628F9-2026-BB48-9F38-A57CCBE3BC87}" presName="compNode" presStyleCnt="0"/>
      <dgm:spPr/>
    </dgm:pt>
    <dgm:pt modelId="{0A251239-8986-1C41-828B-EF894D297CBE}" type="pres">
      <dgm:prSet presAssocID="{132628F9-2026-BB48-9F38-A57CCBE3BC87}" presName="iconRect" presStyleLbl="node1" presStyleIdx="3" presStyleCnt="4"/>
      <dgm:spPr>
        <a:noFill/>
        <a:ln>
          <a:noFill/>
        </a:ln>
      </dgm:spPr>
    </dgm:pt>
    <dgm:pt modelId="{320BF4B4-833E-3E4A-ACA3-D36B6146A046}" type="pres">
      <dgm:prSet presAssocID="{132628F9-2026-BB48-9F38-A57CCBE3BC87}" presName="iconSpace" presStyleCnt="0"/>
      <dgm:spPr/>
    </dgm:pt>
    <dgm:pt modelId="{8F797E4D-3560-8542-9D6F-0D78EF7F726D}" type="pres">
      <dgm:prSet presAssocID="{132628F9-2026-BB48-9F38-A57CCBE3BC87}" presName="parTx" presStyleLbl="revTx" presStyleIdx="6" presStyleCnt="8">
        <dgm:presLayoutVars>
          <dgm:chMax val="0"/>
          <dgm:chPref val="0"/>
        </dgm:presLayoutVars>
      </dgm:prSet>
      <dgm:spPr/>
    </dgm:pt>
    <dgm:pt modelId="{E2A78768-1F94-8348-A9D7-338705A76454}" type="pres">
      <dgm:prSet presAssocID="{132628F9-2026-BB48-9F38-A57CCBE3BC87}" presName="txSpace" presStyleCnt="0"/>
      <dgm:spPr/>
    </dgm:pt>
    <dgm:pt modelId="{F20DF406-0A2C-9247-8C63-8C9BCABDCFAE}" type="pres">
      <dgm:prSet presAssocID="{132628F9-2026-BB48-9F38-A57CCBE3BC87}" presName="desTx" presStyleLbl="revTx" presStyleIdx="7" presStyleCnt="8">
        <dgm:presLayoutVars/>
      </dgm:prSet>
      <dgm:spPr/>
    </dgm:pt>
  </dgm:ptLst>
  <dgm:cxnLst>
    <dgm:cxn modelId="{62DFFD0E-98E5-A249-88B6-3BDEDDF5AB56}" srcId="{F0D0BB63-F3DB-7A4D-9E9E-D3BCBD2E7EB3}" destId="{115F7D96-A3EF-2846-B835-63F34DBB95AF}" srcOrd="1" destOrd="0" parTransId="{C4C03E97-7C04-A340-9B66-1F3D898C4382}" sibTransId="{8904A24B-91D6-D046-A910-7C149A2C7BA8}"/>
    <dgm:cxn modelId="{5925B214-2F31-D94C-BDF7-248EF4427F9B}" srcId="{A38895C2-01F9-6245-91B5-24143C38A9C7}" destId="{04C6B106-B58C-8B49-99CF-C8FDC4D1CFC1}" srcOrd="0" destOrd="0" parTransId="{321B981E-A5F9-C34D-862A-4F7202E90F19}" sibTransId="{F0D86477-2750-0845-9C2B-67A9EA4E02DB}"/>
    <dgm:cxn modelId="{9F26151A-6E55-844F-97FC-4519BAEFBF49}" type="presOf" srcId="{AAB074C6-0A61-F141-B887-681C1F35A2BC}" destId="{18BB71A3-CB54-4F25-B66C-791E75BDECA1}" srcOrd="0" destOrd="0" presId="urn:microsoft.com/office/officeart/2018/5/layout/CenteredIconLabelDescriptionList"/>
    <dgm:cxn modelId="{62822F23-6DD4-C34A-BE7D-1660EEE3A2D0}" type="presOf" srcId="{132628F9-2026-BB48-9F38-A57CCBE3BC87}" destId="{8F797E4D-3560-8542-9D6F-0D78EF7F726D}" srcOrd="0" destOrd="0" presId="urn:microsoft.com/office/officeart/2018/5/layout/CenteredIconLabelDescriptionList"/>
    <dgm:cxn modelId="{47BA6325-1C45-41E7-84BF-06DA9C642BBB}" type="presOf" srcId="{115F7D96-A3EF-2846-B835-63F34DBB95AF}" destId="{2F6EFE1B-9CAA-475C-BE46-7AB33E0E0233}" srcOrd="0" destOrd="0" presId="urn:microsoft.com/office/officeart/2018/5/layout/CenteredIconLabelDescriptionList"/>
    <dgm:cxn modelId="{71C75329-ADFB-5E44-9122-289F2892235A}" srcId="{132628F9-2026-BB48-9F38-A57CCBE3BC87}" destId="{F75FE9C9-3AFC-B24B-BF9B-4CB4D4EF89F9}" srcOrd="0" destOrd="0" parTransId="{4646CD9A-00D8-2943-A85E-E209D1829638}" sibTransId="{D9D78DBA-20F9-4244-8D45-D385FB7D2E96}"/>
    <dgm:cxn modelId="{A223745C-024B-4BB6-8489-B64E0CE9C5B3}" type="presOf" srcId="{A38895C2-01F9-6245-91B5-24143C38A9C7}" destId="{A3F5AACB-4941-4375-9257-3C08269C058D}" srcOrd="0" destOrd="0" presId="urn:microsoft.com/office/officeart/2018/5/layout/CenteredIconLabelDescriptionList"/>
    <dgm:cxn modelId="{D3B5A944-F001-C443-B5F2-2B9F33291B32}" srcId="{F0D0BB63-F3DB-7A4D-9E9E-D3BCBD2E7EB3}" destId="{A38895C2-01F9-6245-91B5-24143C38A9C7}" srcOrd="0" destOrd="0" parTransId="{4E7FF56D-46AD-054E-9A98-96B3BA155886}" sibTransId="{705E8EE7-BF08-CB4D-BD5C-3C2188954C5C}"/>
    <dgm:cxn modelId="{E6327948-7520-D54D-B2EB-EB500AF506F7}" type="presOf" srcId="{F75FE9C9-3AFC-B24B-BF9B-4CB4D4EF89F9}" destId="{F20DF406-0A2C-9247-8C63-8C9BCABDCFAE}" srcOrd="0" destOrd="0" presId="urn:microsoft.com/office/officeart/2018/5/layout/CenteredIconLabelDescriptionList"/>
    <dgm:cxn modelId="{C15BCC6A-CCAE-2047-A959-CC719E92F0A2}" type="presOf" srcId="{D2590390-8B10-8145-9C93-E300E0652E8B}" destId="{18BB71A3-CB54-4F25-B66C-791E75BDECA1}" srcOrd="0" destOrd="1" presId="urn:microsoft.com/office/officeart/2018/5/layout/CenteredIconLabelDescriptionList"/>
    <dgm:cxn modelId="{63D5C358-F98A-492D-8528-12CA4FC1EACC}" type="presOf" srcId="{F0D0BB63-F3DB-7A4D-9E9E-D3BCBD2E7EB3}" destId="{DA14DB78-971D-423E-ABBC-4C0BFC9A4508}" srcOrd="0" destOrd="0" presId="urn:microsoft.com/office/officeart/2018/5/layout/CenteredIconLabelDescriptionList"/>
    <dgm:cxn modelId="{4CE7E580-E0AF-4DD4-B883-A88D25A34486}" type="presOf" srcId="{2AD1ABFC-E0F5-BC4D-BE1B-386FF830E336}" destId="{5D88F1DD-3536-4BA5-BD1D-077D0CA87FCA}" srcOrd="0" destOrd="0" presId="urn:microsoft.com/office/officeart/2018/5/layout/CenteredIconLabelDescriptionList"/>
    <dgm:cxn modelId="{311FB281-FEAE-E046-922D-8B7A2034BA13}" srcId="{2AD1ABFC-E0F5-BC4D-BE1B-386FF830E336}" destId="{70AD817A-7C8D-1344-A421-1D758CAB816A}" srcOrd="2" destOrd="0" parTransId="{1700B831-664C-504A-AED9-0733A93C6CAE}" sibTransId="{971B8FD4-4D77-B140-AF3C-FD3D34B63FAD}"/>
    <dgm:cxn modelId="{A9A6BA9B-F1C4-5649-8FF8-4F4325772F6B}" srcId="{115F7D96-A3EF-2846-B835-63F34DBB95AF}" destId="{87309663-C8A5-0947-B942-20197FCF2C0D}" srcOrd="0" destOrd="0" parTransId="{27281DA9-0634-044E-96AC-913B1F05568C}" sibTransId="{D9371774-96DE-B04A-B811-4FF0EAE4B02F}"/>
    <dgm:cxn modelId="{9AE2F9BD-BA4F-AB4A-89EC-5A072847CB47}" srcId="{F0D0BB63-F3DB-7A4D-9E9E-D3BCBD2E7EB3}" destId="{2AD1ABFC-E0F5-BC4D-BE1B-386FF830E336}" srcOrd="2" destOrd="0" parTransId="{0CDCC5C5-6C70-3440-BC3B-B1F9BFCF9347}" sibTransId="{753B4962-FB12-1244-A406-B9DB3DBF1F65}"/>
    <dgm:cxn modelId="{C2999AC7-FA6F-AC4E-A274-69894FEE3F67}" type="presOf" srcId="{04C6B106-B58C-8B49-99CF-C8FDC4D1CFC1}" destId="{FE93FDF4-82DA-45FA-9A1E-C612D39D3B6A}" srcOrd="0" destOrd="0" presId="urn:microsoft.com/office/officeart/2018/5/layout/CenteredIconLabelDescriptionList"/>
    <dgm:cxn modelId="{C3E654CF-CE9F-CF4F-8F5C-43025F79FCD7}" srcId="{2AD1ABFC-E0F5-BC4D-BE1B-386FF830E336}" destId="{D2590390-8B10-8145-9C93-E300E0652E8B}" srcOrd="1" destOrd="0" parTransId="{D139CECA-241B-0E46-8823-C76324D5CB61}" sibTransId="{A1A45309-C6DF-644D-B9BC-24B03775A8DF}"/>
    <dgm:cxn modelId="{EC354CDD-592B-A54E-900F-097743A1C33E}" type="presOf" srcId="{87309663-C8A5-0947-B942-20197FCF2C0D}" destId="{7F4A702B-11E4-4211-A9B6-CAF76DE9963E}" srcOrd="0" destOrd="0" presId="urn:microsoft.com/office/officeart/2018/5/layout/CenteredIconLabelDescriptionList"/>
    <dgm:cxn modelId="{45625AE5-FCC8-8747-B674-0E49FCF0F7E1}" type="presOf" srcId="{70AD817A-7C8D-1344-A421-1D758CAB816A}" destId="{18BB71A3-CB54-4F25-B66C-791E75BDECA1}" srcOrd="0" destOrd="2" presId="urn:microsoft.com/office/officeart/2018/5/layout/CenteredIconLabelDescriptionList"/>
    <dgm:cxn modelId="{3061CFEB-4CE9-C247-9605-5455A98FCF05}" srcId="{F0D0BB63-F3DB-7A4D-9E9E-D3BCBD2E7EB3}" destId="{132628F9-2026-BB48-9F38-A57CCBE3BC87}" srcOrd="3" destOrd="0" parTransId="{77C3B960-32AC-2244-976D-DC50928338BA}" sibTransId="{F989EA34-0AD2-A64D-B8CD-F2E5F5AE4CF2}"/>
    <dgm:cxn modelId="{E43A28F5-6EC7-3A43-A294-C3D8F9775B18}" srcId="{2AD1ABFC-E0F5-BC4D-BE1B-386FF830E336}" destId="{AAB074C6-0A61-F141-B887-681C1F35A2BC}" srcOrd="0" destOrd="0" parTransId="{5A585677-6987-6D42-8197-7514D060D0AB}" sibTransId="{F7C78526-D983-3848-928D-1162CFA58E29}"/>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14E0CDBC-4332-4B5A-9E75-B8331E647B7F}" type="presParOf" srcId="{DA14DB78-971D-423E-ABBC-4C0BFC9A4508}" destId="{2DA928AB-63CA-476E-9590-F71A63129A4F}" srcOrd="2" destOrd="0" presId="urn:microsoft.com/office/officeart/2018/5/layout/CenteredIconLabelDescriptionList"/>
    <dgm:cxn modelId="{A9126A6D-8E03-432C-8DC3-C89F70A133EE}" type="presParOf" srcId="{2DA928AB-63CA-476E-9590-F71A63129A4F}" destId="{B659D329-FFCB-4A99-9159-9545CCFD1864}" srcOrd="0" destOrd="0" presId="urn:microsoft.com/office/officeart/2018/5/layout/CenteredIconLabelDescriptionList"/>
    <dgm:cxn modelId="{546FA4D3-19D6-4AC8-927E-773C08C3C665}" type="presParOf" srcId="{2DA928AB-63CA-476E-9590-F71A63129A4F}" destId="{7AC829E4-3597-4D5D-A451-4211F5528A3B}" srcOrd="1" destOrd="0" presId="urn:microsoft.com/office/officeart/2018/5/layout/CenteredIconLabelDescriptionList"/>
    <dgm:cxn modelId="{6512493F-6C73-4D55-97E3-0F5F55EF79FC}" type="presParOf" srcId="{2DA928AB-63CA-476E-9590-F71A63129A4F}" destId="{2F6EFE1B-9CAA-475C-BE46-7AB33E0E0233}" srcOrd="2" destOrd="0" presId="urn:microsoft.com/office/officeart/2018/5/layout/CenteredIconLabelDescriptionList"/>
    <dgm:cxn modelId="{77DD6E0B-E0C6-4A67-88C5-299CDBF61997}" type="presParOf" srcId="{2DA928AB-63CA-476E-9590-F71A63129A4F}" destId="{CEFA69B0-E3C1-4A80-B17A-E8897609B570}" srcOrd="3" destOrd="0" presId="urn:microsoft.com/office/officeart/2018/5/layout/CenteredIconLabelDescriptionList"/>
    <dgm:cxn modelId="{3962A81A-D98E-4F6B-90D0-485BD69937AD}" type="presParOf" srcId="{2DA928AB-63CA-476E-9590-F71A63129A4F}" destId="{7F4A702B-11E4-4211-A9B6-CAF76DE9963E}" srcOrd="4" destOrd="0" presId="urn:microsoft.com/office/officeart/2018/5/layout/CenteredIconLabelDescriptionList"/>
    <dgm:cxn modelId="{C32BC598-59D2-4E85-AE3D-95282A472606}" type="presParOf" srcId="{DA14DB78-971D-423E-ABBC-4C0BFC9A4508}" destId="{71A4AE05-E956-421B-8F79-2FA0766F0D49}" srcOrd="3" destOrd="0" presId="urn:microsoft.com/office/officeart/2018/5/layout/CenteredIconLabelDescriptionList"/>
    <dgm:cxn modelId="{1CD6B924-43E0-4AB0-9BA7-A8D232200097}" type="presParOf" srcId="{DA14DB78-971D-423E-ABBC-4C0BFC9A4508}" destId="{8AE20949-93A6-4596-B28C-7582693FC50C}" srcOrd="4" destOrd="0" presId="urn:microsoft.com/office/officeart/2018/5/layout/CenteredIconLabelDescriptionList"/>
    <dgm:cxn modelId="{AE590B55-22FD-4BCF-B759-7693BF63E726}" type="presParOf" srcId="{8AE20949-93A6-4596-B28C-7582693FC50C}" destId="{24A53ECD-764D-4FF8-9153-CE9D4FBA6DB1}" srcOrd="0" destOrd="0" presId="urn:microsoft.com/office/officeart/2018/5/layout/CenteredIconLabelDescriptionList"/>
    <dgm:cxn modelId="{6E0CFC99-570C-4326-84D4-7E38D5D91ECA}" type="presParOf" srcId="{8AE20949-93A6-4596-B28C-7582693FC50C}" destId="{AF2092C4-E23D-452B-A583-573F232CB51D}" srcOrd="1" destOrd="0" presId="urn:microsoft.com/office/officeart/2018/5/layout/CenteredIconLabelDescriptionList"/>
    <dgm:cxn modelId="{7001E932-2647-4C58-ADB7-90C3A9268FA3}" type="presParOf" srcId="{8AE20949-93A6-4596-B28C-7582693FC50C}" destId="{5D88F1DD-3536-4BA5-BD1D-077D0CA87FCA}" srcOrd="2" destOrd="0" presId="urn:microsoft.com/office/officeart/2018/5/layout/CenteredIconLabelDescriptionList"/>
    <dgm:cxn modelId="{597C8964-B7DB-4BE7-87EE-B1CBA8F64F8D}" type="presParOf" srcId="{8AE20949-93A6-4596-B28C-7582693FC50C}" destId="{3AAF35B6-29A1-422E-B3E2-06FE3917C557}" srcOrd="3" destOrd="0" presId="urn:microsoft.com/office/officeart/2018/5/layout/CenteredIconLabelDescriptionList"/>
    <dgm:cxn modelId="{80F1E940-E370-45F3-8485-B36045180487}" type="presParOf" srcId="{8AE20949-93A6-4596-B28C-7582693FC50C}" destId="{18BB71A3-CB54-4F25-B66C-791E75BDECA1}" srcOrd="4" destOrd="0" presId="urn:microsoft.com/office/officeart/2018/5/layout/CenteredIconLabelDescriptionList"/>
    <dgm:cxn modelId="{D5F5A5C3-EF36-454C-8927-F3371B97EF2B}" type="presParOf" srcId="{DA14DB78-971D-423E-ABBC-4C0BFC9A4508}" destId="{5B6A25AF-CBE8-4F4D-9454-87909C02CD73}" srcOrd="5" destOrd="0" presId="urn:microsoft.com/office/officeart/2018/5/layout/CenteredIconLabelDescriptionList"/>
    <dgm:cxn modelId="{619CC94B-DA2C-E846-BAE0-A9C586C32F13}" type="presParOf" srcId="{DA14DB78-971D-423E-ABBC-4C0BFC9A4508}" destId="{314E9AD5-CA37-C345-9F02-81BE7C5A870C}" srcOrd="6" destOrd="0" presId="urn:microsoft.com/office/officeart/2018/5/layout/CenteredIconLabelDescriptionList"/>
    <dgm:cxn modelId="{810A3329-323A-3142-A67C-0DC3721728F6}" type="presParOf" srcId="{314E9AD5-CA37-C345-9F02-81BE7C5A870C}" destId="{0A251239-8986-1C41-828B-EF894D297CBE}" srcOrd="0" destOrd="0" presId="urn:microsoft.com/office/officeart/2018/5/layout/CenteredIconLabelDescriptionList"/>
    <dgm:cxn modelId="{99E3EB25-21BF-AA43-B1E6-023013953D14}" type="presParOf" srcId="{314E9AD5-CA37-C345-9F02-81BE7C5A870C}" destId="{320BF4B4-833E-3E4A-ACA3-D36B6146A046}" srcOrd="1" destOrd="0" presId="urn:microsoft.com/office/officeart/2018/5/layout/CenteredIconLabelDescriptionList"/>
    <dgm:cxn modelId="{EDE64665-1D26-D145-849B-44C912DF0478}" type="presParOf" srcId="{314E9AD5-CA37-C345-9F02-81BE7C5A870C}" destId="{8F797E4D-3560-8542-9D6F-0D78EF7F726D}" srcOrd="2" destOrd="0" presId="urn:microsoft.com/office/officeart/2018/5/layout/CenteredIconLabelDescriptionList"/>
    <dgm:cxn modelId="{119CEFB5-F7D9-6D49-AF1E-35AF551673E6}" type="presParOf" srcId="{314E9AD5-CA37-C345-9F02-81BE7C5A870C}" destId="{E2A78768-1F94-8348-A9D7-338705A76454}" srcOrd="3" destOrd="0" presId="urn:microsoft.com/office/officeart/2018/5/layout/CenteredIconLabelDescriptionList"/>
    <dgm:cxn modelId="{3315B749-73AE-E744-947F-CF6FF318334F}" type="presParOf" srcId="{314E9AD5-CA37-C345-9F02-81BE7C5A870C}" destId="{F20DF406-0A2C-9247-8C63-8C9BCABDCFAE}"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1719249" y="768467"/>
          <a:ext cx="10210" cy="2244"/>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995" y="1177407"/>
          <a:ext cx="3446718" cy="517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t>Objective</a:t>
          </a:r>
          <a:endParaRPr lang="en-US" sz="1050" kern="1200" dirty="0">
            <a:solidFill>
              <a:srgbClr val="374151"/>
            </a:solidFill>
            <a:ea typeface="+mn-lt"/>
            <a:cs typeface="+mn-lt"/>
          </a:endParaRPr>
        </a:p>
      </dsp:txBody>
      <dsp:txXfrm>
        <a:off x="995" y="1177407"/>
        <a:ext cx="3446718" cy="517007"/>
      </dsp:txXfrm>
    </dsp:sp>
    <dsp:sp modelId="{FE93FDF4-82DA-45FA-9A1E-C612D39D3B6A}">
      <dsp:nvSpPr>
        <dsp:cNvPr id="0" name=""/>
        <dsp:cNvSpPr/>
      </dsp:nvSpPr>
      <dsp:spPr>
        <a:xfrm>
          <a:off x="995" y="1801792"/>
          <a:ext cx="3446718" cy="3361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a:t>Count the number of occurrences of each unique word in a text file held in HDFS</a:t>
          </a:r>
          <a:endParaRPr lang="en-US" sz="1000" kern="1200" dirty="0">
            <a:solidFill>
              <a:srgbClr val="374151"/>
            </a:solidFill>
            <a:ea typeface="+mn-lt"/>
            <a:cs typeface="+mn-lt"/>
          </a:endParaRPr>
        </a:p>
      </dsp:txBody>
      <dsp:txXfrm>
        <a:off x="995" y="1801792"/>
        <a:ext cx="3446718" cy="3361359"/>
      </dsp:txXfrm>
    </dsp:sp>
    <dsp:sp modelId="{B659D329-FFCB-4A99-9159-9545CCFD1864}">
      <dsp:nvSpPr>
        <dsp:cNvPr id="0" name=""/>
        <dsp:cNvSpPr/>
      </dsp:nvSpPr>
      <dsp:spPr>
        <a:xfrm flipH="1" flipV="1">
          <a:off x="5774215" y="925963"/>
          <a:ext cx="69" cy="623"/>
        </a:xfrm>
        <a:prstGeom prst="rect">
          <a:avLst/>
        </a:prstGeom>
        <a:blipFill dpi="0" rotWithShape="1">
          <a:blip xmlns:r="http://schemas.openxmlformats.org/officeDocument/2006/relationships" r:embed="rId3">
            <a:alphaModFix amt="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2F6EFE1B-9CAA-475C-BE46-7AB33E0E0233}">
      <dsp:nvSpPr>
        <dsp:cNvPr id="0" name=""/>
        <dsp:cNvSpPr/>
      </dsp:nvSpPr>
      <dsp:spPr>
        <a:xfrm>
          <a:off x="4050890" y="1170852"/>
          <a:ext cx="3446718" cy="517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solidFill>
                <a:schemeClr val="tx1"/>
              </a:solidFill>
              <a:cs typeface="Arial"/>
            </a:rPr>
            <a:t>Method</a:t>
          </a:r>
          <a:endParaRPr lang="en-US" sz="2800" kern="1200" dirty="0"/>
        </a:p>
      </dsp:txBody>
      <dsp:txXfrm>
        <a:off x="4050890" y="1170852"/>
        <a:ext cx="3446718" cy="517007"/>
      </dsp:txXfrm>
    </dsp:sp>
    <dsp:sp modelId="{7F4A702B-11E4-4211-A9B6-CAF76DE9963E}">
      <dsp:nvSpPr>
        <dsp:cNvPr id="0" name=""/>
        <dsp:cNvSpPr/>
      </dsp:nvSpPr>
      <dsp:spPr>
        <a:xfrm>
          <a:off x="4050890" y="1795237"/>
          <a:ext cx="3446718" cy="3361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We want to use the MapReduce framework running on a cluster to perform the count operation</a:t>
          </a:r>
          <a:endParaRPr lang="en-US" sz="2800" kern="1200" dirty="0"/>
        </a:p>
      </dsp:txBody>
      <dsp:txXfrm>
        <a:off x="4050890" y="1795237"/>
        <a:ext cx="3446718" cy="3361359"/>
      </dsp:txXfrm>
    </dsp:sp>
    <dsp:sp modelId="{24A53ECD-764D-4FF8-9153-CE9D4FBA6DB1}">
      <dsp:nvSpPr>
        <dsp:cNvPr id="0" name=""/>
        <dsp:cNvSpPr/>
      </dsp:nvSpPr>
      <dsp:spPr>
        <a:xfrm>
          <a:off x="9819572" y="919261"/>
          <a:ext cx="9144" cy="27432"/>
        </a:xfrm>
        <a:prstGeom prst="rect">
          <a:avLst/>
        </a:prstGeom>
        <a:blipFill dpi="0" rotWithShape="1">
          <a:blip xmlns:r="http://schemas.openxmlformats.org/officeDocument/2006/relationships" r:embed="rId5">
            <a:alphaModFix amt="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5D88F1DD-3536-4BA5-BD1D-077D0CA87FCA}">
      <dsp:nvSpPr>
        <dsp:cNvPr id="0" name=""/>
        <dsp:cNvSpPr/>
      </dsp:nvSpPr>
      <dsp:spPr>
        <a:xfrm>
          <a:off x="8100784" y="1177555"/>
          <a:ext cx="3446718" cy="517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solidFill>
                <a:schemeClr val="tx1"/>
              </a:solidFill>
              <a:cs typeface="Arial"/>
            </a:rPr>
            <a:t>Input</a:t>
          </a:r>
          <a:endParaRPr lang="en-US" sz="2800" kern="1200" dirty="0"/>
        </a:p>
      </dsp:txBody>
      <dsp:txXfrm>
        <a:off x="8100784" y="1177555"/>
        <a:ext cx="3446718" cy="517007"/>
      </dsp:txXfrm>
    </dsp:sp>
    <dsp:sp modelId="{18BB71A3-CB54-4F25-B66C-791E75BDECA1}">
      <dsp:nvSpPr>
        <dsp:cNvPr id="0" name=""/>
        <dsp:cNvSpPr/>
      </dsp:nvSpPr>
      <dsp:spPr>
        <a:xfrm>
          <a:off x="8100784" y="1801940"/>
          <a:ext cx="3446718" cy="3361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The input file holds two records as follows:</a:t>
          </a:r>
          <a:endParaRPr lang="en-US" sz="2800" kern="1200" dirty="0"/>
        </a:p>
        <a:p>
          <a:pPr marL="0" lvl="0" indent="0" algn="ctr" defTabSz="1066800">
            <a:lnSpc>
              <a:spcPct val="100000"/>
            </a:lnSpc>
            <a:spcBef>
              <a:spcPct val="0"/>
            </a:spcBef>
            <a:spcAft>
              <a:spcPct val="35000"/>
            </a:spcAft>
            <a:buNone/>
          </a:pPr>
          <a:r>
            <a:rPr lang="en-US" sz="2400" kern="1200" dirty="0"/>
            <a:t>Record 1: hello world</a:t>
          </a:r>
        </a:p>
        <a:p>
          <a:pPr marL="0" lvl="0" indent="0" algn="ctr" defTabSz="1066800">
            <a:lnSpc>
              <a:spcPct val="100000"/>
            </a:lnSpc>
            <a:spcBef>
              <a:spcPct val="0"/>
            </a:spcBef>
            <a:spcAft>
              <a:spcPct val="35000"/>
            </a:spcAft>
            <a:buNone/>
          </a:pPr>
          <a:r>
            <a:rPr lang="en-US" sz="2400" kern="1200" dirty="0"/>
            <a:t>Record 2: hadoop hello</a:t>
          </a:r>
        </a:p>
      </dsp:txBody>
      <dsp:txXfrm>
        <a:off x="8100784" y="1801940"/>
        <a:ext cx="3446718" cy="3361359"/>
      </dsp:txXfrm>
    </dsp:sp>
    <dsp:sp modelId="{0A251239-8986-1C41-828B-EF894D297CBE}">
      <dsp:nvSpPr>
        <dsp:cNvPr id="0" name=""/>
        <dsp:cNvSpPr/>
      </dsp:nvSpPr>
      <dsp:spPr>
        <a:xfrm>
          <a:off x="13869466" y="919261"/>
          <a:ext cx="9144" cy="27432"/>
        </a:xfrm>
        <a:prstGeom prst="rect">
          <a:avLst/>
        </a:prstGeom>
        <a:no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8F797E4D-3560-8542-9D6F-0D78EF7F726D}">
      <dsp:nvSpPr>
        <dsp:cNvPr id="0" name=""/>
        <dsp:cNvSpPr/>
      </dsp:nvSpPr>
      <dsp:spPr>
        <a:xfrm>
          <a:off x="12150679" y="1177555"/>
          <a:ext cx="3446718" cy="517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t>Assume</a:t>
          </a:r>
        </a:p>
      </dsp:txBody>
      <dsp:txXfrm>
        <a:off x="12150679" y="1177555"/>
        <a:ext cx="3446718" cy="517007"/>
      </dsp:txXfrm>
    </dsp:sp>
    <dsp:sp modelId="{F20DF406-0A2C-9247-8C63-8C9BCABDCFAE}">
      <dsp:nvSpPr>
        <dsp:cNvPr id="0" name=""/>
        <dsp:cNvSpPr/>
      </dsp:nvSpPr>
      <dsp:spPr>
        <a:xfrm>
          <a:off x="12150679" y="1801940"/>
          <a:ext cx="3446718" cy="3361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Except for a map and reduce function which we will provide, we will accept default plugin functions</a:t>
          </a:r>
        </a:p>
        <a:p>
          <a:pPr marL="0" lvl="0" indent="0" algn="ctr" defTabSz="1066800">
            <a:lnSpc>
              <a:spcPct val="100000"/>
            </a:lnSpc>
            <a:spcBef>
              <a:spcPct val="0"/>
            </a:spcBef>
            <a:spcAft>
              <a:spcPct val="35000"/>
            </a:spcAft>
            <a:buNone/>
          </a:pPr>
          <a:r>
            <a:rPr lang="en-US" sz="2400" kern="1200" dirty="0"/>
            <a:t>We have configured two mapper and two reducers</a:t>
          </a:r>
        </a:p>
        <a:p>
          <a:pPr marL="0" lvl="0" indent="0" algn="ctr" defTabSz="1066800">
            <a:lnSpc>
              <a:spcPct val="100000"/>
            </a:lnSpc>
            <a:spcBef>
              <a:spcPct val="0"/>
            </a:spcBef>
            <a:spcAft>
              <a:spcPct val="35000"/>
            </a:spcAft>
            <a:buNone/>
          </a:pPr>
          <a:endParaRPr lang="en-US" sz="2400" kern="1200" dirty="0"/>
        </a:p>
      </dsp:txBody>
      <dsp:txXfrm>
        <a:off x="12150679" y="1801940"/>
        <a:ext cx="3446718" cy="3361359"/>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A536A5-2511-45D9-8AD9-23F11C951D17}" type="datetime1">
              <a:rPr lang="en-US" smtClean="0"/>
              <a:t>7/9/2024</a:t>
            </a:fld>
            <a:endParaRPr lang="en-US" dirty="0"/>
          </a:p>
        </p:txBody>
      </p:sp>
      <p:sp>
        <p:nvSpPr>
          <p:cNvPr id="4" name="Footer Placeholder 3"/>
          <p:cNvSpPr>
            <a:spLocks noGrp="1"/>
          </p:cNvSpPr>
          <p:nvPr>
            <p:ph type="ftr" sz="quarter" idx="11"/>
          </p:nvPr>
        </p:nvSpPr>
        <p:spPr/>
        <p:txBody>
          <a:bodyPr/>
          <a:lstStyle/>
          <a:p>
            <a:r>
              <a:rPr lang="sk-SK" dirty="0"/>
              <a:t>CSP554</a:t>
            </a:r>
            <a:r>
              <a:rPr lang="en-US" dirty="0"/>
              <a:t> Module 02a</a:t>
            </a:r>
          </a:p>
        </p:txBody>
      </p:sp>
      <p:sp>
        <p:nvSpPr>
          <p:cNvPr id="5" name="Slide Number Placeholder 4"/>
          <p:cNvSpPr>
            <a:spLocks noGrp="1"/>
          </p:cNvSpPr>
          <p:nvPr>
            <p:ph type="sldNum" sz="quarter" idx="12"/>
          </p:nvPr>
        </p:nvSpPr>
        <p:spPr/>
        <p:txBody>
          <a:bodyPr/>
          <a:lstStyle/>
          <a:p>
            <a:fld id="{9AA7C465-8597-4488-B68C-958448427716}" type="slidenum">
              <a:rPr lang="en-US" smtClean="0"/>
              <a:t>‹#›</a:t>
            </a:fld>
            <a:endParaRPr lang="en-US" dirty="0"/>
          </a:p>
        </p:txBody>
      </p:sp>
    </p:spTree>
    <p:extLst>
      <p:ext uri="{BB962C8B-B14F-4D97-AF65-F5344CB8AC3E}">
        <p14:creationId xmlns:p14="http://schemas.microsoft.com/office/powerpoint/2010/main" val="1593139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FFFD8-C74B-E50E-1CC8-7751BC73E864}"/>
              </a:ext>
            </a:extLst>
          </p:cNvPr>
          <p:cNvSpPr>
            <a:spLocks noGrp="1"/>
          </p:cNvSpPr>
          <p:nvPr>
            <p:ph type="ctrTitle"/>
          </p:nvPr>
        </p:nvSpPr>
        <p:spPr/>
        <p:txBody>
          <a:bodyPr/>
          <a:lstStyle/>
          <a:p>
            <a:r>
              <a:rPr lang="en-US" dirty="0"/>
              <a:t>Module 3: Lesson 4</a:t>
            </a:r>
            <a:br>
              <a:rPr lang="en-US" dirty="0"/>
            </a:br>
            <a:r>
              <a:rPr lang="en-US" sz="5400" dirty="0"/>
              <a:t>MapReduce Examples</a:t>
            </a:r>
            <a:endParaRPr lang="en-US" dirty="0"/>
          </a:p>
        </p:txBody>
      </p:sp>
    </p:spTree>
    <p:custDataLst>
      <p:tags r:id="rId1"/>
    </p:custDataLst>
    <p:extLst>
      <p:ext uri="{BB962C8B-B14F-4D97-AF65-F5344CB8AC3E}">
        <p14:creationId xmlns:p14="http://schemas.microsoft.com/office/powerpoint/2010/main" val="788778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B4649-1207-5962-7DA1-9E693AB4247B}"/>
              </a:ext>
            </a:extLst>
          </p:cNvPr>
          <p:cNvSpPr>
            <a:spLocks noGrp="1"/>
          </p:cNvSpPr>
          <p:nvPr>
            <p:ph type="title"/>
          </p:nvPr>
        </p:nvSpPr>
        <p:spPr/>
        <p:txBody>
          <a:bodyPr/>
          <a:lstStyle/>
          <a:p>
            <a:r>
              <a:rPr lang="en-US" dirty="0"/>
              <a:t>MapReduce Example</a:t>
            </a:r>
          </a:p>
        </p:txBody>
      </p:sp>
      <p:graphicFrame>
        <p:nvGraphicFramePr>
          <p:cNvPr id="4" name="Content Placeholder 6" descr="The image outlines the objective, method, input, and assumptions for a MapReduce job designed to count the number of occurrences of each unique word in a text file held in HDFS. Here is an alt text description:&#10;&#10;---&#10;&#10;The diagram consists of four sections labeled &quot;Objective,&quot; &quot;Method,&quot; &quot;Input,&quot; and &quot;Assume&quot;:&#10;&#10;1. **Objective:**&#10;   - &quot;Count the number of occurrences of each unique word in a text file held in HDFS.&quot;&#10;&#10;2. **Method:**&#10;   - &quot;We want to use the MapReduce framework running on a cluster to perform the count operation.&quot;&#10;&#10;3. **Input:**&#10;   - &quot;The input file holds two records as follows:&#10;     - Record 1: hello world&#10;     - Record 2: hadoop hello&quot;&#10;&#10;4. **Assume:**&#10;   - &quot;Except for a map and reduce function which we will provide, we will accept default plugin functions.&quot;&#10;   - &quot;We have configured two mappers and two reducers.&quot;&#10;">
            <a:extLst>
              <a:ext uri="{FF2B5EF4-FFF2-40B4-BE49-F238E27FC236}">
                <a16:creationId xmlns:a16="http://schemas.microsoft.com/office/drawing/2014/main" id="{BD48FFAD-2053-5A87-7411-E458C34B9468}"/>
              </a:ext>
            </a:extLst>
          </p:cNvPr>
          <p:cNvGraphicFramePr>
            <a:graphicFrameLocks/>
          </p:cNvGraphicFramePr>
          <p:nvPr>
            <p:extLst>
              <p:ext uri="{D42A27DB-BD31-4B8C-83A1-F6EECF244321}">
                <p14:modId xmlns:p14="http://schemas.microsoft.com/office/powerpoint/2010/main" val="3620554205"/>
              </p:ext>
            </p:extLst>
          </p:nvPr>
        </p:nvGraphicFramePr>
        <p:xfrm>
          <a:off x="1098551" y="2204189"/>
          <a:ext cx="15598394" cy="6082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546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33881-BAAA-8FBF-63E6-C1A8B5302390}"/>
              </a:ext>
            </a:extLst>
          </p:cNvPr>
          <p:cNvSpPr>
            <a:spLocks noGrp="1"/>
          </p:cNvSpPr>
          <p:nvPr>
            <p:ph type="title"/>
          </p:nvPr>
        </p:nvSpPr>
        <p:spPr/>
        <p:txBody>
          <a:bodyPr/>
          <a:lstStyle/>
          <a:p>
            <a:r>
              <a:rPr lang="en-US" dirty="0"/>
              <a:t>MapReduce Phases and Steps</a:t>
            </a:r>
          </a:p>
        </p:txBody>
      </p:sp>
      <p:pic>
        <p:nvPicPr>
          <p:cNvPr id="4" name="Picture 3" descr="This image depicts the MapReduce framework, commonly used in distributed computing for processing large data sets. Here is a description of the phases and components involved:&#10;&#10;### Map Phase:&#10;1. **Input**: &#10;   - **Input Format**: Specifies the input data format for the MapReduce job.&#10;2. **Map**:&#10;   - **Mapper Setup**: Initialization code that runs once before any records are processed.&#10;   - **Mapper**: The core function that processes each input record and produces intermediate key-value pairs.&#10;   - **Mapper Cleanup**: Cleanup code that runs once after all records have been processed.&#10;3. **Combine**:&#10;   - **Combiner**: An optional mini-reducer that processes intermediate key-value pairs produced by the mapper.&#10;4. **Partition**:&#10;   - **Partitioner**: Determines how the map output key-value pairs are distributed across reducers.&#10;&#10;### Reduce Phase:&#10;1. **Shuffle &amp; Sort**: &#10;   - Intermediate key-value pairs are transferred from the mappers to reducers and sorted by key.&#10;2. **Reduce**:&#10;   - **Reducer Setup**: Initialization code that runs once before any records are processed.&#10;   - **Reducer**: The core function that processes intermediate key-value pairs produced by the mapper/combiner.&#10;   - **Reducer Cleanup**: Cleanup code that runs once after all records have been processed.&#10;3. **Output**:&#10;   - **Output Format**: Specifies the format of the final output data.&#10;&#10;### Customization Hook:&#10;- Indicates points in the process where users can customize the behavior of the MapReduce job.&#10;&#10;### Note:&#10;- There is a note in the image stating, &quot;We will discuss the Combine step or Combiner function as a MapReduce optimization later.&quot;&#10;&#10;This framework is fundamental in handling big data efficiently by breaking down the data processing task into smaller, manageable chunks processed in parallel.">
            <a:extLst>
              <a:ext uri="{FF2B5EF4-FFF2-40B4-BE49-F238E27FC236}">
                <a16:creationId xmlns:a16="http://schemas.microsoft.com/office/drawing/2014/main" id="{4F4EF767-BF1B-0B18-E6BF-A7CC16691B11}"/>
              </a:ext>
            </a:extLst>
          </p:cNvPr>
          <p:cNvPicPr>
            <a:picLocks noChangeAspect="1"/>
          </p:cNvPicPr>
          <p:nvPr/>
        </p:nvPicPr>
        <p:blipFill>
          <a:blip r:embed="rId2"/>
          <a:stretch>
            <a:fillRect/>
          </a:stretch>
        </p:blipFill>
        <p:spPr>
          <a:xfrm>
            <a:off x="2798618" y="2324407"/>
            <a:ext cx="12822382" cy="7415851"/>
          </a:xfrm>
          <a:prstGeom prst="rect">
            <a:avLst/>
          </a:prstGeom>
        </p:spPr>
      </p:pic>
      <p:sp>
        <p:nvSpPr>
          <p:cNvPr id="3" name="Rectangular Callout 2">
            <a:extLst>
              <a:ext uri="{FF2B5EF4-FFF2-40B4-BE49-F238E27FC236}">
                <a16:creationId xmlns:a16="http://schemas.microsoft.com/office/drawing/2014/main" id="{9C988D82-4DE8-89F2-0956-CEF153FCEBD5}"/>
              </a:ext>
            </a:extLst>
          </p:cNvPr>
          <p:cNvSpPr/>
          <p:nvPr/>
        </p:nvSpPr>
        <p:spPr>
          <a:xfrm>
            <a:off x="13963650" y="2343150"/>
            <a:ext cx="3028950" cy="1428750"/>
          </a:xfrm>
          <a:prstGeom prst="wedgeRectCallout">
            <a:avLst>
              <a:gd name="adj1" fmla="val -208088"/>
              <a:gd name="adj2" fmla="val -2833"/>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We will discuss the </a:t>
            </a:r>
            <a:r>
              <a:rPr lang="en-US" b="1" dirty="0">
                <a:solidFill>
                  <a:schemeClr val="bg2"/>
                </a:solidFill>
              </a:rPr>
              <a:t>Combine</a:t>
            </a:r>
            <a:r>
              <a:rPr lang="en-US" dirty="0">
                <a:solidFill>
                  <a:schemeClr val="bg2"/>
                </a:solidFill>
              </a:rPr>
              <a:t> step or </a:t>
            </a:r>
            <a:r>
              <a:rPr lang="en-US" b="1" dirty="0">
                <a:solidFill>
                  <a:schemeClr val="bg2"/>
                </a:solidFill>
              </a:rPr>
              <a:t>Combiner</a:t>
            </a:r>
            <a:r>
              <a:rPr lang="en-US" dirty="0">
                <a:solidFill>
                  <a:schemeClr val="bg2"/>
                </a:solidFill>
              </a:rPr>
              <a:t> function as a MapReduce optimization later</a:t>
            </a:r>
          </a:p>
        </p:txBody>
      </p:sp>
    </p:spTree>
    <p:extLst>
      <p:ext uri="{BB962C8B-B14F-4D97-AF65-F5344CB8AC3E}">
        <p14:creationId xmlns:p14="http://schemas.microsoft.com/office/powerpoint/2010/main" val="3053079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28F5B6-1DDD-841D-D4D5-B935B461487F}"/>
              </a:ext>
            </a:extLst>
          </p:cNvPr>
          <p:cNvSpPr>
            <a:spLocks noGrp="1"/>
          </p:cNvSpPr>
          <p:nvPr>
            <p:ph type="title"/>
          </p:nvPr>
        </p:nvSpPr>
        <p:spPr/>
        <p:txBody>
          <a:bodyPr/>
          <a:lstStyle/>
          <a:p>
            <a:r>
              <a:rPr lang="en-US" dirty="0"/>
              <a:t>Input Step</a:t>
            </a:r>
          </a:p>
        </p:txBody>
      </p:sp>
      <p:sp>
        <p:nvSpPr>
          <p:cNvPr id="4" name="Content Placeholder 3">
            <a:extLst>
              <a:ext uri="{FF2B5EF4-FFF2-40B4-BE49-F238E27FC236}">
                <a16:creationId xmlns:a16="http://schemas.microsoft.com/office/drawing/2014/main" id="{EA1AACC0-199C-5743-E1EA-BE8CAAF558DD}"/>
              </a:ext>
            </a:extLst>
          </p:cNvPr>
          <p:cNvSpPr>
            <a:spLocks noGrp="1"/>
          </p:cNvSpPr>
          <p:nvPr>
            <p:ph idx="1"/>
          </p:nvPr>
        </p:nvSpPr>
        <p:spPr>
          <a:xfrm>
            <a:off x="1098550" y="2050700"/>
            <a:ext cx="16084552" cy="3821040"/>
          </a:xfrm>
        </p:spPr>
        <p:txBody>
          <a:bodyPr/>
          <a:lstStyle/>
          <a:p>
            <a:pPr>
              <a:spcBef>
                <a:spcPts val="1600"/>
              </a:spcBef>
            </a:pPr>
            <a:r>
              <a:rPr lang="en-US" sz="2800" dirty="0"/>
              <a:t>Splits up the input file(s) into logical InputSplits, each of which is then assigned to an individual Mapper</a:t>
            </a:r>
          </a:p>
          <a:p>
            <a:pPr>
              <a:spcBef>
                <a:spcPts val="1600"/>
              </a:spcBef>
            </a:pPr>
            <a:r>
              <a:rPr lang="en-US" sz="2800" dirty="0"/>
              <a:t>Input split size is usually equal to the HDFS block size but this is configurable</a:t>
            </a:r>
          </a:p>
          <a:p>
            <a:pPr>
              <a:spcBef>
                <a:spcPts val="1600"/>
              </a:spcBef>
            </a:pPr>
            <a:r>
              <a:rPr lang="en-US" sz="2800" dirty="0"/>
              <a:t>Provides the RecordReader implementation to be used to obtain input records from the logical InputSplit for processing by the Mapper</a:t>
            </a:r>
          </a:p>
          <a:p>
            <a:pPr>
              <a:spcBef>
                <a:spcPts val="1600"/>
              </a:spcBef>
            </a:pPr>
            <a:r>
              <a:rPr lang="en-US" sz="2800" dirty="0"/>
              <a:t>The RecordReader makes each record available to the mapper as a key value pair of the form  &lt;record-offset, “record-content”&gt;</a:t>
            </a:r>
          </a:p>
          <a:p>
            <a:endParaRPr lang="en-US" dirty="0"/>
          </a:p>
        </p:txBody>
      </p:sp>
      <p:pic>
        <p:nvPicPr>
          <p:cNvPr id="2" name="Picture 1" descr="This image illustrates the process of reading input data from Hadoop Distributed File System (HDFS) in a MapReduce job. Here is a description of the steps shown in the diagram:&#10;&#10;1. **HDFS**: &#10;   - The initial data is stored in HDFS. In this example, the data contains two lines: &quot;hello world&quot; and &quot;hadoop hello&quot;.&#10;&#10;2. **Input Format**:&#10;   - The InputFormat defines how the input files are split and read. It specifies the logic to split the input data into smaller chunks called input splits.&#10;&#10;3. **Input Split**:&#10;   - The input data is divided into input splits. Each split contains a subset of the data to be processed in parallel.&#10;   - In this example, the first input split contains &quot;hello world&quot;, and the second input split contains &quot;hadoop hello&quot;.&#10;&#10;4. **Record Reader**:&#10;   - The RecordReader converts the input split into records. It reads the data from the input split and transforms it into key-value pairs.&#10;   - Each line in the input split is read and converted into a key-value pair, where the key is the offset (position) in the file, and the value is the line of text.&#10;   - In this example, the first record reader processes the first input split and produces the key-value pair `&lt;offset, &quot;hello world&quot;&gt;`. The second record reader processes the second input split and produces the key-value pair `&lt;offset, &quot;hadoop hello&quot;&gt;`.&#10;&#10;This process allows MapReduce to efficiently handle large datasets by splitting them into manageable chunks and processing them in parallel. The RecordReader plays a crucial role in converting raw input data into a format that can be processed by the mapper functions in the MapReduce framework.">
            <a:extLst>
              <a:ext uri="{FF2B5EF4-FFF2-40B4-BE49-F238E27FC236}">
                <a16:creationId xmlns:a16="http://schemas.microsoft.com/office/drawing/2014/main" id="{80DAF330-9160-ACA4-4635-2CEAA10CE380}"/>
              </a:ext>
            </a:extLst>
          </p:cNvPr>
          <p:cNvPicPr>
            <a:picLocks noChangeAspect="1"/>
          </p:cNvPicPr>
          <p:nvPr/>
        </p:nvPicPr>
        <p:blipFill>
          <a:blip r:embed="rId2"/>
          <a:stretch>
            <a:fillRect/>
          </a:stretch>
        </p:blipFill>
        <p:spPr>
          <a:xfrm>
            <a:off x="2442297" y="6311612"/>
            <a:ext cx="13424188" cy="2298122"/>
          </a:xfrm>
          <a:prstGeom prst="rect">
            <a:avLst/>
          </a:prstGeom>
        </p:spPr>
      </p:pic>
    </p:spTree>
    <p:extLst>
      <p:ext uri="{BB962C8B-B14F-4D97-AF65-F5344CB8AC3E}">
        <p14:creationId xmlns:p14="http://schemas.microsoft.com/office/powerpoint/2010/main" val="1766296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28F5B6-1DDD-841D-D4D5-B935B461487F}"/>
              </a:ext>
            </a:extLst>
          </p:cNvPr>
          <p:cNvSpPr>
            <a:spLocks noGrp="1"/>
          </p:cNvSpPr>
          <p:nvPr>
            <p:ph type="title"/>
          </p:nvPr>
        </p:nvSpPr>
        <p:spPr/>
        <p:txBody>
          <a:bodyPr/>
          <a:lstStyle/>
          <a:p>
            <a:r>
              <a:rPr lang="en-US" dirty="0"/>
              <a:t>Map Step</a:t>
            </a:r>
          </a:p>
        </p:txBody>
      </p:sp>
      <p:sp>
        <p:nvSpPr>
          <p:cNvPr id="4" name="Content Placeholder 3">
            <a:extLst>
              <a:ext uri="{FF2B5EF4-FFF2-40B4-BE49-F238E27FC236}">
                <a16:creationId xmlns:a16="http://schemas.microsoft.com/office/drawing/2014/main" id="{EA1AACC0-199C-5743-E1EA-BE8CAAF558DD}"/>
              </a:ext>
            </a:extLst>
          </p:cNvPr>
          <p:cNvSpPr>
            <a:spLocks noGrp="1"/>
          </p:cNvSpPr>
          <p:nvPr>
            <p:ph idx="1"/>
          </p:nvPr>
        </p:nvSpPr>
        <p:spPr>
          <a:xfrm>
            <a:off x="1098550" y="2050700"/>
            <a:ext cx="16084552" cy="3821040"/>
          </a:xfrm>
        </p:spPr>
        <p:txBody>
          <a:bodyPr/>
          <a:lstStyle/>
          <a:p>
            <a:pPr>
              <a:spcBef>
                <a:spcPts val="1600"/>
              </a:spcBef>
            </a:pPr>
            <a:r>
              <a:rPr lang="en-US" sz="2800" dirty="0"/>
              <a:t>The Mapper is called to process each key value pair obtained by the Record Reader from the split to which it is assigned</a:t>
            </a:r>
          </a:p>
          <a:p>
            <a:pPr>
              <a:spcBef>
                <a:spcPts val="1600"/>
              </a:spcBef>
            </a:pPr>
            <a:r>
              <a:rPr lang="en-US" sz="2800" dirty="0"/>
              <a:t>The mapper parses the record content of the key value pair from a string of words into individual words</a:t>
            </a:r>
          </a:p>
          <a:p>
            <a:pPr>
              <a:spcBef>
                <a:spcPts val="1600"/>
              </a:spcBef>
            </a:pPr>
            <a:r>
              <a:rPr lang="en-US" sz="2800" dirty="0"/>
              <a:t>It then emits a new key value pair for each individual word of the form” &lt;”word”, 1&gt;</a:t>
            </a:r>
          </a:p>
          <a:p>
            <a:pPr>
              <a:spcBef>
                <a:spcPts val="1600"/>
              </a:spcBef>
            </a:pPr>
            <a:r>
              <a:rPr lang="en-US" sz="2800" dirty="0"/>
              <a:t>This is a idiom of the use of MapReduce will becomes clear only when later steps are understood </a:t>
            </a:r>
          </a:p>
          <a:p>
            <a:endParaRPr lang="en-US" dirty="0"/>
          </a:p>
        </p:txBody>
      </p:sp>
      <p:pic>
        <p:nvPicPr>
          <p:cNvPr id="6" name="Picture 5" descr="This image depicts the Map phase in a MapReduce job, focusing on how input data is transformed into intermediate key-value pairs by the Mapper function. Here is a detailed description of the steps:&#10;&#10;1. **Input Split**:&#10;   - The input data is divided into input splits. Each split contains a subset of the data to be processed in parallel.&#10;&#10;2. **Record Reader**:&#10;   - The RecordReader converts the input split into records. It reads the data from the input split and transforms it into key-value pairs.&#10;   - For example, the first input split containing &quot;hello world&quot; is read and converted into the key-value pair `&lt;offset, &quot;hello world&quot;&gt;`, where `offset` is the position in the file.&#10;   - Similarly, the second input split containing &quot;hadoop hello&quot; is read and converted into the key-value pair `&lt;offset, &quot;hadoop hello&quot;&gt;`.&#10;&#10;3. **Mapper**:&#10;   - The Mapper function processes each input record (key-value pair) and produces intermediate key-value pairs.&#10;   - For the first input split, the Mapper processes the key-value pair `&lt;offset, &quot;hello world&quot;&gt;` and outputs two key-value pairs: `&lt;&quot;hello&quot;, 1&gt;` and `&lt;&quot;world&quot;, 1&gt;`.&#10;   - For the second input split, the Mapper processes the key-value pair `&lt;offset, &quot;hadoop hello&quot;&gt;` and outputs two key-value pairs: `&lt;&quot;hadoop&quot;, 1&gt;` and `&lt;&quot;hello&quot;, 1&gt;`.&#10;&#10;This process shows how the Mapper function transforms input text into intermediate key-value pairs, which are then used in the subsequent phases of the MapReduce job. The intermediate key-value pairs generated by the Mapper will be further processed in the Reduce phase to produce the final output.">
            <a:extLst>
              <a:ext uri="{FF2B5EF4-FFF2-40B4-BE49-F238E27FC236}">
                <a16:creationId xmlns:a16="http://schemas.microsoft.com/office/drawing/2014/main" id="{096E4B8E-EEE9-56F8-D709-61DCE1A1A15F}"/>
              </a:ext>
            </a:extLst>
          </p:cNvPr>
          <p:cNvPicPr>
            <a:picLocks noChangeAspect="1"/>
          </p:cNvPicPr>
          <p:nvPr/>
        </p:nvPicPr>
        <p:blipFill>
          <a:blip r:embed="rId2"/>
          <a:stretch>
            <a:fillRect/>
          </a:stretch>
        </p:blipFill>
        <p:spPr>
          <a:xfrm>
            <a:off x="1700646" y="6218959"/>
            <a:ext cx="14284036" cy="2670463"/>
          </a:xfrm>
          <a:prstGeom prst="rect">
            <a:avLst/>
          </a:prstGeom>
        </p:spPr>
      </p:pic>
    </p:spTree>
    <p:extLst>
      <p:ext uri="{BB962C8B-B14F-4D97-AF65-F5344CB8AC3E}">
        <p14:creationId xmlns:p14="http://schemas.microsoft.com/office/powerpoint/2010/main" val="284792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28F5B6-1DDD-841D-D4D5-B935B461487F}"/>
              </a:ext>
            </a:extLst>
          </p:cNvPr>
          <p:cNvSpPr>
            <a:spLocks noGrp="1"/>
          </p:cNvSpPr>
          <p:nvPr>
            <p:ph type="title"/>
          </p:nvPr>
        </p:nvSpPr>
        <p:spPr/>
        <p:txBody>
          <a:bodyPr/>
          <a:lstStyle/>
          <a:p>
            <a:r>
              <a:rPr lang="en-US" dirty="0"/>
              <a:t>Partition Step</a:t>
            </a:r>
          </a:p>
        </p:txBody>
      </p:sp>
      <p:sp>
        <p:nvSpPr>
          <p:cNvPr id="4" name="Content Placeholder 3">
            <a:extLst>
              <a:ext uri="{FF2B5EF4-FFF2-40B4-BE49-F238E27FC236}">
                <a16:creationId xmlns:a16="http://schemas.microsoft.com/office/drawing/2014/main" id="{EA1AACC0-199C-5743-E1EA-BE8CAAF558DD}"/>
              </a:ext>
            </a:extLst>
          </p:cNvPr>
          <p:cNvSpPr>
            <a:spLocks noGrp="1"/>
          </p:cNvSpPr>
          <p:nvPr>
            <p:ph idx="1"/>
          </p:nvPr>
        </p:nvSpPr>
        <p:spPr>
          <a:xfrm>
            <a:off x="1098550" y="1697408"/>
            <a:ext cx="16084552" cy="4654129"/>
          </a:xfrm>
        </p:spPr>
        <p:txBody>
          <a:bodyPr/>
          <a:lstStyle/>
          <a:p>
            <a:pPr>
              <a:spcBef>
                <a:spcPts val="1600"/>
              </a:spcBef>
            </a:pPr>
            <a:r>
              <a:rPr lang="en-US" sz="2800" dirty="0"/>
              <a:t>If there is more than one Reducer the Partitioner determines to which Reducer (partition) each intermediate key-value pair is assigned</a:t>
            </a:r>
          </a:p>
          <a:p>
            <a:pPr>
              <a:spcBef>
                <a:spcPts val="1600"/>
              </a:spcBef>
            </a:pPr>
            <a:r>
              <a:rPr lang="en-US" sz="2800" dirty="0"/>
              <a:t>By default, the Partitioner assigns each key value pair to a Reducer (partition) based on a hash function applied to the key. Note, the key value pairs in a partition are sorted ascending by key</a:t>
            </a:r>
          </a:p>
          <a:p>
            <a:pPr>
              <a:spcBef>
                <a:spcPts val="1600"/>
              </a:spcBef>
            </a:pPr>
            <a:r>
              <a:rPr lang="en-US" sz="2800" dirty="0"/>
              <a:t>In this way the Partitioner ensures that all key-value pairs with the same word (key) are assigned to the same Reducer (partition)</a:t>
            </a:r>
          </a:p>
          <a:p>
            <a:pPr>
              <a:spcBef>
                <a:spcPts val="1600"/>
              </a:spcBef>
            </a:pPr>
            <a:r>
              <a:rPr lang="en-US" sz="2800" dirty="0"/>
              <a:t>It is possible to provide a customized Partitioner that can apply other assignment criteria to each key value pair</a:t>
            </a:r>
          </a:p>
        </p:txBody>
      </p:sp>
      <p:pic>
        <p:nvPicPr>
          <p:cNvPr id="6" name="Picture 5" descr="This image illustrates the partitioning process in a MapReduce job, which distributes the intermediate key-value pairs produced by the Mapper function to different Reducers. Here's a step-by-step explanation:&#10;&#10;1. **Mapper**:&#10;   - The Mapper function processes the input data and generates intermediate key-value pairs.&#10;   - In this example, one Mapper generates the pairs `&lt;&quot;hello&quot;, 1&gt;` and `&lt;&quot;world&quot;, 1&gt;`, while another Mapper generates the pairs `&lt;&quot;hadoop&quot;, 1&gt;` and `&lt;&quot;hello&quot;, 1&gt;`.&#10;&#10;2. **Partitioner**:&#10;   - The Partitioner function determines how the intermediate key-value pairs are distributed among the Reducers.&#10;   - The Partitioner uses a partitioning algorithm (typically based on the key) to assign each key-value pair to a specific Reducer.&#10;   - For example, the Partitioner may decide to send the key-value pair `&lt;&quot;hello&quot;, 1&gt;` to Reducer #1 and the pair `&lt;&quot;world&quot;, 1&gt;` to Reducer #2.&#10;   - Similarly, the Partitioner may send the key-value pair `&lt;&quot;hadoop&quot;, 1&gt;` to Reducer #1 and another `&lt;&quot;hello&quot;, 1&gt;` to Reducer #1 as well.&#10;&#10;3. **Reducers**:&#10;   - The intermediate key-value pairs are sent to their respective Reducers for further processing.&#10;   - In this example:&#10;     - Reducer #1 receives `&lt;&quot;hello&quot;, 1&gt;` from both Mappers and `&lt;&quot;hadoop&quot;, 1&gt;`.&#10;     - Reducer #2 receives `&lt;&quot;world&quot;, 1&gt;`.&#10;&#10;The partitioning process ensures that all values for a particular key are sent to the same Reducer, enabling the Reducer to aggregate and process the data efficiently. This is a crucial step in the MapReduce framework, allowing for parallel processing and efficient handling of large datasets.">
            <a:extLst>
              <a:ext uri="{FF2B5EF4-FFF2-40B4-BE49-F238E27FC236}">
                <a16:creationId xmlns:a16="http://schemas.microsoft.com/office/drawing/2014/main" id="{1812929E-9D00-B7CC-9EB1-C8138BB6EA44}"/>
              </a:ext>
            </a:extLst>
          </p:cNvPr>
          <p:cNvPicPr>
            <a:picLocks noChangeAspect="1"/>
          </p:cNvPicPr>
          <p:nvPr/>
        </p:nvPicPr>
        <p:blipFill>
          <a:blip r:embed="rId2"/>
          <a:stretch>
            <a:fillRect/>
          </a:stretch>
        </p:blipFill>
        <p:spPr>
          <a:xfrm>
            <a:off x="2940195" y="5885152"/>
            <a:ext cx="10724284" cy="3774497"/>
          </a:xfrm>
          <a:prstGeom prst="rect">
            <a:avLst/>
          </a:prstGeom>
        </p:spPr>
      </p:pic>
    </p:spTree>
    <p:extLst>
      <p:ext uri="{BB962C8B-B14F-4D97-AF65-F5344CB8AC3E}">
        <p14:creationId xmlns:p14="http://schemas.microsoft.com/office/powerpoint/2010/main" val="1180808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7672-2591-4E5D-0FA8-FC73B82D1882}"/>
              </a:ext>
            </a:extLst>
          </p:cNvPr>
          <p:cNvSpPr>
            <a:spLocks noGrp="1"/>
          </p:cNvSpPr>
          <p:nvPr>
            <p:ph type="title"/>
          </p:nvPr>
        </p:nvSpPr>
        <p:spPr/>
        <p:txBody>
          <a:bodyPr/>
          <a:lstStyle/>
          <a:p>
            <a:r>
              <a:rPr lang="en-US" dirty="0"/>
              <a:t>Shuffle and Sort Step </a:t>
            </a:r>
          </a:p>
        </p:txBody>
      </p:sp>
      <p:sp>
        <p:nvSpPr>
          <p:cNvPr id="3" name="Content Placeholder 2">
            <a:extLst>
              <a:ext uri="{FF2B5EF4-FFF2-40B4-BE49-F238E27FC236}">
                <a16:creationId xmlns:a16="http://schemas.microsoft.com/office/drawing/2014/main" id="{86B8CB8D-C50C-00A0-1C49-A23DAB43C98F}"/>
              </a:ext>
            </a:extLst>
          </p:cNvPr>
          <p:cNvSpPr>
            <a:spLocks noGrp="1"/>
          </p:cNvSpPr>
          <p:nvPr>
            <p:ph idx="1"/>
          </p:nvPr>
        </p:nvSpPr>
        <p:spPr>
          <a:xfrm>
            <a:off x="1098550" y="2050700"/>
            <a:ext cx="16084552" cy="4547964"/>
          </a:xfrm>
        </p:spPr>
        <p:txBody>
          <a:bodyPr/>
          <a:lstStyle/>
          <a:p>
            <a:pPr>
              <a:spcBef>
                <a:spcPts val="1600"/>
              </a:spcBef>
            </a:pPr>
            <a:r>
              <a:rPr lang="en-US" sz="2800" dirty="0"/>
              <a:t>Each Reducer node fetches (shuffles) key value pairs assigned to it from the Mapper nodes.  </a:t>
            </a:r>
          </a:p>
          <a:p>
            <a:pPr>
              <a:spcBef>
                <a:spcPts val="1600"/>
              </a:spcBef>
            </a:pPr>
            <a:r>
              <a:rPr lang="en-US" sz="2800" dirty="0"/>
              <a:t>These retrieved key value pairs are then merged together and sorted by key ascending again</a:t>
            </a:r>
          </a:p>
          <a:p>
            <a:pPr>
              <a:spcBef>
                <a:spcPts val="1600"/>
              </a:spcBef>
            </a:pPr>
            <a:r>
              <a:rPr lang="en-US" sz="2800" dirty="0"/>
              <a:t>Key value pairs are grouped so all values that share the same key are together as a collection</a:t>
            </a:r>
            <a:endParaRPr lang="en-US" sz="2400" dirty="0"/>
          </a:p>
          <a:p>
            <a:pPr lvl="1">
              <a:spcBef>
                <a:spcPts val="1600"/>
              </a:spcBef>
            </a:pPr>
            <a:r>
              <a:rPr lang="en-US" sz="2400" dirty="0"/>
              <a:t>If we have &lt;“hello”, 1&gt; and &lt;“hello”, 1&gt; as two distinct key value pairs</a:t>
            </a:r>
          </a:p>
          <a:p>
            <a:pPr lvl="1">
              <a:spcBef>
                <a:spcPts val="1600"/>
              </a:spcBef>
            </a:pPr>
            <a:r>
              <a:rPr lang="en-US" sz="2400" dirty="0"/>
              <a:t>Then they are coalesced into a single key value pair &lt;“hello”, {1, 1}&gt;</a:t>
            </a:r>
          </a:p>
          <a:p>
            <a:pPr lvl="1">
              <a:spcBef>
                <a:spcPts val="1600"/>
              </a:spcBef>
            </a:pPr>
            <a:r>
              <a:rPr lang="en-US" sz="2400" dirty="0"/>
              <a:t>If we have &lt;“world”, 1&gt; as a single unique key value pair</a:t>
            </a:r>
          </a:p>
          <a:p>
            <a:pPr lvl="1">
              <a:spcBef>
                <a:spcPts val="1600"/>
              </a:spcBef>
            </a:pPr>
            <a:r>
              <a:rPr lang="en-US" sz="2400" dirty="0"/>
              <a:t>Then it is coalesced so its value is a collection as follows &lt;“world”, {1}&gt;</a:t>
            </a:r>
          </a:p>
          <a:p>
            <a:pPr lvl="1">
              <a:spcBef>
                <a:spcPts val="1600"/>
              </a:spcBef>
            </a:pPr>
            <a:endParaRPr lang="en-US" sz="2400" dirty="0"/>
          </a:p>
        </p:txBody>
      </p:sp>
      <p:pic>
        <p:nvPicPr>
          <p:cNvPr id="5" name="Picture 4" descr="This image shows the Shuffle and Sort phase in a MapReduce job, which organizes the intermediate key-value pairs produced by the Mapper functions before they are processed by the Reducers. Here’s a detailed explanation:&#10;&#10;1. **Mapper**:&#10;   - The Mapper function processes input data and generates intermediate key-value pairs.&#10;   - One Mapper generates `&lt;&quot;hello&quot;, 1&gt;` and `&lt;&quot;world&quot;, 1&gt;`.&#10;   - Another Mapper generates `&lt;&quot;hadoop&quot;, 1&gt;` and `&lt;&quot;hello&quot;, 1&gt;`.&#10;&#10;2. **Partitioner**:&#10;   - The Partitioner function assigns each intermediate key-value pair to a specific Reducer.&#10;   - In this example, the Partitioner sends:&#10;     - `&lt;&quot;hello&quot;, 1&gt;` to Reducer #1&#10;     - `&lt;&quot;world&quot;, 1&gt;` to Reducer #2&#10;     - `&lt;&quot;hadoop&quot;, 1&gt;` and another `&lt;&quot;hello&quot;, 1&gt;` to Reducer #1.&#10;&#10;3. **Shuffle and Sort**:&#10;   - During the shuffle phase, the intermediate key-value pairs are transferred from the Mapper tasks to the Reducer tasks.&#10;   - The sort phase ensures that the key-value pairs are sorted by key before they reach the Reducer.&#10;   - This phase groups the values by key, so all values associated with a particular key are combined together.&#10;   - For example, Reducer #1 will receive `&lt;&quot;hello&quot;, [1, 1]&gt;` and `&lt;&quot;hadoop&quot;, [1]&gt;`, while Reducer #2 will receive `&lt;&quot;world&quot;, [1]&gt;`.&#10;&#10;4. **Reducer**:&#10;   - The Reducer processes the grouped key-value pairs.&#10;   - Reducer #1 processes:&#10;     - `&lt;&quot;hello&quot;, [1, 1]&gt;`&#10;     - `&lt;&quot;hadoop&quot;, [1]&gt;`&#10;   - Reducer #2 processes:&#10;     - `&lt;&quot;world&quot;, [1]&gt;`&#10;&#10;This phase is crucial for organizing the data before it is finally processed by the Reducers. The shuffle and sort operations ensure that all values for a specific key are grouped together, allowing the Reducer to aggregate and perform the final computation efficiently.">
            <a:extLst>
              <a:ext uri="{FF2B5EF4-FFF2-40B4-BE49-F238E27FC236}">
                <a16:creationId xmlns:a16="http://schemas.microsoft.com/office/drawing/2014/main" id="{869F77C2-31D0-F2F9-04A8-CFF31509F602}"/>
              </a:ext>
            </a:extLst>
          </p:cNvPr>
          <p:cNvPicPr>
            <a:picLocks noChangeAspect="1"/>
          </p:cNvPicPr>
          <p:nvPr/>
        </p:nvPicPr>
        <p:blipFill>
          <a:blip r:embed="rId2"/>
          <a:stretch>
            <a:fillRect/>
          </a:stretch>
        </p:blipFill>
        <p:spPr>
          <a:xfrm>
            <a:off x="2934565" y="6604290"/>
            <a:ext cx="12418867" cy="2481694"/>
          </a:xfrm>
          <a:prstGeom prst="rect">
            <a:avLst/>
          </a:prstGeom>
        </p:spPr>
      </p:pic>
    </p:spTree>
    <p:extLst>
      <p:ext uri="{BB962C8B-B14F-4D97-AF65-F5344CB8AC3E}">
        <p14:creationId xmlns:p14="http://schemas.microsoft.com/office/powerpoint/2010/main" val="2902148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E3C0B-E5D5-2020-188B-D3736968E18D}"/>
              </a:ext>
            </a:extLst>
          </p:cNvPr>
          <p:cNvSpPr>
            <a:spLocks noGrp="1"/>
          </p:cNvSpPr>
          <p:nvPr>
            <p:ph type="title"/>
          </p:nvPr>
        </p:nvSpPr>
        <p:spPr/>
        <p:txBody>
          <a:bodyPr/>
          <a:lstStyle/>
          <a:p>
            <a:r>
              <a:rPr lang="en-US" dirty="0"/>
              <a:t>Reduce Step</a:t>
            </a:r>
          </a:p>
        </p:txBody>
      </p:sp>
      <p:sp>
        <p:nvSpPr>
          <p:cNvPr id="3" name="Content Placeholder 2">
            <a:extLst>
              <a:ext uri="{FF2B5EF4-FFF2-40B4-BE49-F238E27FC236}">
                <a16:creationId xmlns:a16="http://schemas.microsoft.com/office/drawing/2014/main" id="{DE3FD037-7CCB-67C5-07FA-530C50CC1938}"/>
              </a:ext>
            </a:extLst>
          </p:cNvPr>
          <p:cNvSpPr>
            <a:spLocks noGrp="1"/>
          </p:cNvSpPr>
          <p:nvPr>
            <p:ph idx="1"/>
          </p:nvPr>
        </p:nvSpPr>
        <p:spPr>
          <a:xfrm>
            <a:off x="1098550" y="2050700"/>
            <a:ext cx="16084552" cy="2542844"/>
          </a:xfrm>
        </p:spPr>
        <p:txBody>
          <a:bodyPr/>
          <a:lstStyle/>
          <a:p>
            <a:pPr>
              <a:spcBef>
                <a:spcPts val="1600"/>
              </a:spcBef>
            </a:pPr>
            <a:r>
              <a:rPr lang="en-US" sz="3200" dirty="0"/>
              <a:t>Each Reducer function processes the key-value pairs assigned to it</a:t>
            </a:r>
          </a:p>
          <a:p>
            <a:pPr>
              <a:spcBef>
                <a:spcPts val="1600"/>
              </a:spcBef>
            </a:pPr>
            <a:r>
              <a:rPr lang="en-US" sz="3200" dirty="0"/>
              <a:t>Then each Reducer generates a new set of output key-value pairs</a:t>
            </a:r>
          </a:p>
          <a:p>
            <a:pPr>
              <a:spcBef>
                <a:spcPts val="1600"/>
              </a:spcBef>
            </a:pPr>
            <a:r>
              <a:rPr lang="en-US" sz="3200" dirty="0"/>
              <a:t>In this case, the Reducers sum up the values (1’s) for each key (word) to determine the number of occurrences of each word</a:t>
            </a:r>
          </a:p>
        </p:txBody>
      </p:sp>
      <p:pic>
        <p:nvPicPr>
          <p:cNvPr id="11" name="Picture 10" descr="This image continues to illustrate the Shuffle and Sort phase in a MapReduce job, focusing on the process of organizing the intermediate key-value pairs and then processing them with the Reducers. Here’s a step-by-step explanation:&#10;&#10;1. **Mapper Output**:&#10;   - The Mapper functions have produced the following intermediate key-value pairs:&#10;     - Mapper 1: `&lt;&quot;hello&quot;, 1&gt;` and `&lt;&quot;world&quot;, 1&gt;`&#10;     - Mapper 2: `&lt;&quot;hadoop&quot;, 1&gt;` and `&lt;&quot;hello&quot;, 1&gt;`&#10;&#10;2. **Partitioner**:&#10;   - The Partitioner assigns each key-value pair to a specific Reducer based on the key.&#10;   - In this example:&#10;     - `&lt;&quot;hello&quot;, 1&gt;` from both Mappers and `&lt;&quot;hadoop&quot;, 1&gt;` are assigned to Reducer #1.&#10;     - `&lt;&quot;world&quot;, 1&gt;` is assigned to Reducer #2.&#10;&#10;3. **Shuffle and Sort**:&#10;   - The intermediate key-value pairs are shuffled and sorted to ensure that all values for the same key are grouped together.&#10;   - After shuffling and sorting:&#10;     - Reducer #1 receives `&lt;&quot;hello&quot;, [1, 1]&gt;` and `&lt;&quot;hadoop&quot;, [1]&gt;`.&#10;     - Reducer #2 receives `&lt;&quot;world&quot;, [1]&gt;`.&#10;&#10;4. **Reducer**:&#10;   - Each Reducer processes the grouped key-value pairs.&#10;   - Reducer #1 processes:&#10;     - `&lt;&quot;hello&quot;, [1, 1]&gt;` and sums the values to produce `&lt;&quot;hello&quot;, 2&gt;`.&#10;     - `&lt;&quot;hadoop&quot;, [1]&gt;` remains `&lt;&quot;hadoop&quot;, 1&gt;`.&#10;   - Reducer #2 processes:&#10;     - `&lt;&quot;world&quot;, [1]&gt;` remains `&lt;&quot;world&quot;, 1&gt;`.&#10;&#10;This phase ensures that the intermediate key-value pairs are correctly distributed and grouped, allowing the Reducers to perform the final aggregation or computation. The output of the Reducers is the final result of the MapReduce job.">
            <a:extLst>
              <a:ext uri="{FF2B5EF4-FFF2-40B4-BE49-F238E27FC236}">
                <a16:creationId xmlns:a16="http://schemas.microsoft.com/office/drawing/2014/main" id="{DF921D8C-6750-EBB2-1E49-EA45B0D891AB}"/>
              </a:ext>
            </a:extLst>
          </p:cNvPr>
          <p:cNvPicPr>
            <a:picLocks noChangeAspect="1"/>
          </p:cNvPicPr>
          <p:nvPr/>
        </p:nvPicPr>
        <p:blipFill>
          <a:blip r:embed="rId2"/>
          <a:stretch>
            <a:fillRect/>
          </a:stretch>
        </p:blipFill>
        <p:spPr>
          <a:xfrm>
            <a:off x="2725881" y="5137871"/>
            <a:ext cx="12836236" cy="3751984"/>
          </a:xfrm>
          <a:prstGeom prst="rect">
            <a:avLst/>
          </a:prstGeom>
        </p:spPr>
      </p:pic>
    </p:spTree>
    <p:extLst>
      <p:ext uri="{BB962C8B-B14F-4D97-AF65-F5344CB8AC3E}">
        <p14:creationId xmlns:p14="http://schemas.microsoft.com/office/powerpoint/2010/main" val="3810151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236C2-796D-EC95-8CFF-EAF76D5DFB3C}"/>
              </a:ext>
            </a:extLst>
          </p:cNvPr>
          <p:cNvSpPr>
            <a:spLocks noGrp="1"/>
          </p:cNvSpPr>
          <p:nvPr>
            <p:ph type="title"/>
          </p:nvPr>
        </p:nvSpPr>
        <p:spPr/>
        <p:txBody>
          <a:bodyPr/>
          <a:lstStyle/>
          <a:p>
            <a:r>
              <a:rPr lang="en-US" dirty="0"/>
              <a:t>Output Step</a:t>
            </a:r>
          </a:p>
        </p:txBody>
      </p:sp>
      <p:sp>
        <p:nvSpPr>
          <p:cNvPr id="3" name="Content Placeholder 2">
            <a:extLst>
              <a:ext uri="{FF2B5EF4-FFF2-40B4-BE49-F238E27FC236}">
                <a16:creationId xmlns:a16="http://schemas.microsoft.com/office/drawing/2014/main" id="{7EDA1FD6-6606-FB4A-D4DB-A446E6BD110A}"/>
              </a:ext>
            </a:extLst>
          </p:cNvPr>
          <p:cNvSpPr>
            <a:spLocks noGrp="1"/>
          </p:cNvSpPr>
          <p:nvPr>
            <p:ph idx="1"/>
          </p:nvPr>
        </p:nvSpPr>
        <p:spPr>
          <a:xfrm>
            <a:off x="1098550" y="1697408"/>
            <a:ext cx="16084552" cy="3987865"/>
          </a:xfrm>
        </p:spPr>
        <p:txBody>
          <a:bodyPr/>
          <a:lstStyle/>
          <a:p>
            <a:pPr>
              <a:spcBef>
                <a:spcPts val="1600"/>
              </a:spcBef>
            </a:pPr>
            <a:r>
              <a:rPr lang="en-US" sz="2800" dirty="0"/>
              <a:t>Provide the RecordWriter to be used to write out the output files of the job</a:t>
            </a:r>
          </a:p>
          <a:p>
            <a:pPr>
              <a:spcBef>
                <a:spcPts val="1600"/>
              </a:spcBef>
            </a:pPr>
            <a:r>
              <a:rPr lang="en-US" sz="2800" dirty="0"/>
              <a:t>Each Reducer writes to a separate data sink (HDFS file, S3 object, etc.) </a:t>
            </a:r>
          </a:p>
          <a:p>
            <a:pPr>
              <a:spcBef>
                <a:spcPts val="1600"/>
              </a:spcBef>
            </a:pPr>
            <a:r>
              <a:rPr lang="en-US" sz="2800" dirty="0"/>
              <a:t>The default OutputFormat is TextOutputFormat, which writes (key, value) pairs on individual lines of text files</a:t>
            </a:r>
          </a:p>
          <a:p>
            <a:pPr lvl="1">
              <a:spcBef>
                <a:spcPts val="1600"/>
              </a:spcBef>
            </a:pPr>
            <a:r>
              <a:rPr lang="en-US" sz="2400" dirty="0"/>
              <a:t>Its keys and values can be of any type since TextOutputFormat turns them to strings by calling toString() on them and, by default, each key-value pair is separated by a tab character</a:t>
            </a:r>
          </a:p>
          <a:p>
            <a:pPr lvl="1">
              <a:spcBef>
                <a:spcPts val="1600"/>
              </a:spcBef>
            </a:pPr>
            <a:r>
              <a:rPr lang="en-US" sz="2400" dirty="0"/>
              <a:t>KeyValueTextOutputFormat is used for reading these output text files since it breaks lines into key-value pairs based on a separator</a:t>
            </a:r>
          </a:p>
        </p:txBody>
      </p:sp>
      <p:pic>
        <p:nvPicPr>
          <p:cNvPr id="5" name="Picture 4" descr="This image illustrates the final stages of a MapReduce job, specifically focusing on the Reducer phase and the output format. Here is a detailed description of each step:&#10;&#10;1. **Reducer Input**:&#10;   - The intermediate key-value pairs, which were shuffled and sorted, are now processed by the Reducers.&#10;   - Reducer #1 receives `&lt;&quot;hadoop&quot;, [1]&gt;` and `&lt;&quot;hello&quot;, [1, 1]&gt;`.&#10;   - Reducer #2 receives `&lt;&quot;world&quot;, [1]&gt;`.&#10;&#10;2. **Reducer**:&#10;   - Each Reducer processes its input key-value pairs:&#10;     - Reducer #1 processes:&#10;       - `&lt;&quot;hadoop&quot;, [1]&gt;` and sums the values to produce `&lt;&quot;hadoop&quot;, 1&gt;`.&#10;       - `&lt;&quot;hello&quot;, [1, 1]&gt;` and sums the values to produce `&lt;&quot;hello&quot;, 2&gt;`.&#10;     - Reducer #2 processes:&#10;       - `&lt;&quot;world&quot;, [1]&gt;` and sums the values to produce `&lt;&quot;world&quot;, 1&gt;`.&#10;&#10;3. **Output Format**:&#10;   - The final output key-value pairs are formatted according to the specified output format.&#10;   - In this example, the output format is a text format where each key-value pair is written as a line of text with the key and value separated by a tab character.&#10;   - Reducer #1's output is formatted as:&#10;     - `hadoop\t1`&#10;     - `hello\t2`&#10;   - Reducer #2's output is formatted as:&#10;     - `world\t1`&#10;&#10;4. **HDFS**:&#10;   - The formatted output is written back to HDFS.&#10;   - The final results stored in HDFS are:&#10;     - `hadoop\t1`&#10;     - `hello\t2`&#10;     - `world\t1`&#10;&#10;This final step completes the MapReduce job, where the aggregated and formatted results are stored in HDFS for further use or analysis.">
            <a:extLst>
              <a:ext uri="{FF2B5EF4-FFF2-40B4-BE49-F238E27FC236}">
                <a16:creationId xmlns:a16="http://schemas.microsoft.com/office/drawing/2014/main" id="{63133CB6-11D3-C376-645E-A371B7FAC178}"/>
              </a:ext>
            </a:extLst>
          </p:cNvPr>
          <p:cNvPicPr>
            <a:picLocks noChangeAspect="1"/>
          </p:cNvPicPr>
          <p:nvPr/>
        </p:nvPicPr>
        <p:blipFill>
          <a:blip r:embed="rId2"/>
          <a:stretch>
            <a:fillRect/>
          </a:stretch>
        </p:blipFill>
        <p:spPr>
          <a:xfrm>
            <a:off x="2792990" y="6208568"/>
            <a:ext cx="12681238" cy="3065318"/>
          </a:xfrm>
          <a:prstGeom prst="rect">
            <a:avLst/>
          </a:prstGeom>
        </p:spPr>
      </p:pic>
    </p:spTree>
    <p:extLst>
      <p:ext uri="{BB962C8B-B14F-4D97-AF65-F5344CB8AC3E}">
        <p14:creationId xmlns:p14="http://schemas.microsoft.com/office/powerpoint/2010/main" val="435113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98" dirty="0"/>
              <a:t>Let’s </a:t>
            </a:r>
            <a:r>
              <a:rPr lang="en-US" spc="-8" dirty="0"/>
              <a:t>illustrate with another</a:t>
            </a:r>
            <a:r>
              <a:rPr lang="en-US" spc="23" dirty="0"/>
              <a:t> </a:t>
            </a:r>
            <a:r>
              <a:rPr lang="en-US" spc="-8" dirty="0"/>
              <a:t>example</a:t>
            </a:r>
            <a:endParaRPr lang="en-US" dirty="0"/>
          </a:p>
        </p:txBody>
      </p:sp>
      <p:sp>
        <p:nvSpPr>
          <p:cNvPr id="3" name="Rectangle 2">
            <a:extLst>
              <a:ext uri="{FF2B5EF4-FFF2-40B4-BE49-F238E27FC236}">
                <a16:creationId xmlns:a16="http://schemas.microsoft.com/office/drawing/2014/main" id="{F15B656E-FC44-75CD-6931-4F315FD978B5}"/>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How many movies did each user rate in the MovieLens data set?</a:t>
            </a:r>
          </a:p>
        </p:txBody>
      </p:sp>
      <p:sp>
        <p:nvSpPr>
          <p:cNvPr id="4" name="Rectangle 3">
            <a:extLst>
              <a:ext uri="{FF2B5EF4-FFF2-40B4-BE49-F238E27FC236}">
                <a16:creationId xmlns:a16="http://schemas.microsoft.com/office/drawing/2014/main" id="{EEAFED80-16A8-CB51-4F9B-3B96564EEF1C}"/>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9" name="Picture 8" descr="This image depicts a scenario where two users, identified by their user IDs, have rated various movies. Here is a detailed description:&#10;&#10;1. **User Information**:&#10;   - **USER ID = 196**:&#10;     - Represented by a cartoon illustration of a man.&#10;     - This user has rated the movies shown.&#10;   - **USER ID = 244**:&#10;     - Represented by a cartoon illustration of a woman.&#10;     - This user has also rated the movies shown.&#10;&#10;2. **Movies Rated**:&#10;   - The movies that have been rated are displayed on the right side of the image. These include:&#10;     - **Antz**: An animated film about an ant named Z.&#10;     - **Forrest Gump**: A drama film starring Tom Hanks.&#10;     - **Dumbo**: A classic animated film from Walt Disney.&#10;     - **The Lion King**: A Disney animated film about a lion cub named Simba.&#10;     - **Finding Nemo**: A Pixar animated film about a clownfish named Marlin searching for his son, Nemo.&#10;     - **Toy Story**: Another Pixar animated film about toys coming to life.&#10;&#10;3. **Connections**:&#10;   - The cartoon illustrations of the users are connected with arrows to the movies they have rated, indicating that each user has provided ratings for these films.&#10;&#10;This setup appears to illustrate a user-based movie rating system, possibly for a recommendation engine or data analysis on user preferences in movies.">
            <a:extLst>
              <a:ext uri="{FF2B5EF4-FFF2-40B4-BE49-F238E27FC236}">
                <a16:creationId xmlns:a16="http://schemas.microsoft.com/office/drawing/2014/main" id="{4FC28983-3D56-6D63-47E2-4D6098E6CF88}"/>
              </a:ext>
            </a:extLst>
          </p:cNvPr>
          <p:cNvPicPr>
            <a:picLocks noChangeAspect="1"/>
          </p:cNvPicPr>
          <p:nvPr/>
        </p:nvPicPr>
        <p:blipFill>
          <a:blip r:embed="rId2"/>
          <a:stretch>
            <a:fillRect/>
          </a:stretch>
        </p:blipFill>
        <p:spPr>
          <a:xfrm>
            <a:off x="2615046" y="4123029"/>
            <a:ext cx="11478490" cy="5490728"/>
          </a:xfrm>
          <a:prstGeom prst="rect">
            <a:avLst/>
          </a:prstGeom>
        </p:spPr>
      </p:pic>
    </p:spTree>
    <p:extLst>
      <p:ext uri="{BB962C8B-B14F-4D97-AF65-F5344CB8AC3E}">
        <p14:creationId xmlns:p14="http://schemas.microsoft.com/office/powerpoint/2010/main" val="3980947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D26AB-7D26-5FC0-3F3F-56033051241F}"/>
              </a:ext>
            </a:extLst>
          </p:cNvPr>
          <p:cNvSpPr>
            <a:spLocks noGrp="1"/>
          </p:cNvSpPr>
          <p:nvPr>
            <p:ph type="title"/>
          </p:nvPr>
        </p:nvSpPr>
        <p:spPr/>
        <p:txBody>
          <a:bodyPr/>
          <a:lstStyle/>
          <a:p>
            <a:r>
              <a:rPr lang="en-US" spc="-8" dirty="0"/>
              <a:t>MovieLens Data</a:t>
            </a:r>
            <a:endParaRPr lang="en-US" dirty="0"/>
          </a:p>
        </p:txBody>
      </p:sp>
      <p:graphicFrame>
        <p:nvGraphicFramePr>
          <p:cNvPr id="3" name="object 3">
            <a:extLst>
              <a:ext uri="{FF2B5EF4-FFF2-40B4-BE49-F238E27FC236}">
                <a16:creationId xmlns:a16="http://schemas.microsoft.com/office/drawing/2014/main" id="{B28C5332-D88E-5E9F-2C76-94787B462BA0}"/>
              </a:ext>
            </a:extLst>
          </p:cNvPr>
          <p:cNvGraphicFramePr>
            <a:graphicFrameLocks noGrp="1"/>
          </p:cNvGraphicFramePr>
          <p:nvPr>
            <p:extLst>
              <p:ext uri="{D42A27DB-BD31-4B8C-83A1-F6EECF244321}">
                <p14:modId xmlns:p14="http://schemas.microsoft.com/office/powerpoint/2010/main" val="2570305079"/>
              </p:ext>
            </p:extLst>
          </p:nvPr>
        </p:nvGraphicFramePr>
        <p:xfrm>
          <a:off x="5800629" y="4864234"/>
          <a:ext cx="6373581" cy="4938714"/>
        </p:xfrm>
        <a:graphic>
          <a:graphicData uri="http://schemas.openxmlformats.org/drawingml/2006/table">
            <a:tbl>
              <a:tblPr firstRow="1" bandRow="1"/>
              <a:tblGrid>
                <a:gridCol w="1241139">
                  <a:extLst>
                    <a:ext uri="{9D8B030D-6E8A-4147-A177-3AD203B41FA5}">
                      <a16:colId xmlns:a16="http://schemas.microsoft.com/office/drawing/2014/main" val="20000"/>
                    </a:ext>
                  </a:extLst>
                </a:gridCol>
                <a:gridCol w="1747685">
                  <a:extLst>
                    <a:ext uri="{9D8B030D-6E8A-4147-A177-3AD203B41FA5}">
                      <a16:colId xmlns:a16="http://schemas.microsoft.com/office/drawing/2014/main" val="20001"/>
                    </a:ext>
                  </a:extLst>
                </a:gridCol>
                <a:gridCol w="1415846">
                  <a:extLst>
                    <a:ext uri="{9D8B030D-6E8A-4147-A177-3AD203B41FA5}">
                      <a16:colId xmlns:a16="http://schemas.microsoft.com/office/drawing/2014/main" val="20002"/>
                    </a:ext>
                  </a:extLst>
                </a:gridCol>
                <a:gridCol w="1968911">
                  <a:extLst>
                    <a:ext uri="{9D8B030D-6E8A-4147-A177-3AD203B41FA5}">
                      <a16:colId xmlns:a16="http://schemas.microsoft.com/office/drawing/2014/main" val="20003"/>
                    </a:ext>
                  </a:extLst>
                </a:gridCol>
              </a:tblGrid>
              <a:tr h="549593">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31750">
                        <a:lnSpc>
                          <a:spcPts val="2280"/>
                        </a:lnSpc>
                      </a:pPr>
                      <a:r>
                        <a:rPr lang="en-US" sz="2000" kern="0" spc="-8" dirty="0">
                          <a:solidFill>
                            <a:schemeClr val="tx1"/>
                          </a:solidFill>
                        </a:rPr>
                        <a:t>USER </a:t>
                      </a:r>
                      <a:r>
                        <a:rPr lang="en-US" sz="2000" kern="0" spc="-15" dirty="0">
                          <a:solidFill>
                            <a:schemeClr val="tx1"/>
                          </a:solidFill>
                        </a:rPr>
                        <a:t>ID</a:t>
                      </a:r>
                      <a:endParaRPr sz="2000" dirty="0">
                        <a:solidFill>
                          <a:schemeClr val="tx1"/>
                        </a:solidFill>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2000" kern="0" spc="-15" dirty="0">
                          <a:solidFill>
                            <a:schemeClr val="tx1"/>
                          </a:solidFill>
                        </a:rPr>
                        <a:t>MOVIE</a:t>
                      </a:r>
                      <a:r>
                        <a:rPr lang="en-US" sz="2000" kern="0" spc="15" dirty="0">
                          <a:solidFill>
                            <a:schemeClr val="tx1"/>
                          </a:solidFill>
                        </a:rPr>
                        <a:t> </a:t>
                      </a:r>
                      <a:r>
                        <a:rPr lang="en-US" sz="2000" kern="0" spc="-38" dirty="0">
                          <a:solidFill>
                            <a:schemeClr val="tx1"/>
                          </a:solidFill>
                        </a:rPr>
                        <a:t>ID</a:t>
                      </a:r>
                      <a:endParaRPr sz="20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2000" kern="0" spc="-38" dirty="0">
                          <a:solidFill>
                            <a:schemeClr val="tx1"/>
                          </a:solidFill>
                        </a:rPr>
                        <a:t>RATING</a:t>
                      </a:r>
                      <a:endParaRPr sz="20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R="24130" algn="r">
                        <a:lnSpc>
                          <a:spcPts val="2280"/>
                        </a:lnSpc>
                      </a:pPr>
                      <a:r>
                        <a:rPr lang="en-US" sz="2000" kern="0" spc="-38" dirty="0">
                          <a:solidFill>
                            <a:schemeClr val="tx1"/>
                          </a:solidFill>
                        </a:rPr>
                        <a:t>TIMESTAMP</a:t>
                      </a:r>
                      <a:endParaRPr sz="2000" dirty="0">
                        <a:solidFill>
                          <a:schemeClr val="tx1"/>
                        </a:solidFill>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extLst>
                  <a:ext uri="{0D108BD9-81ED-4DB2-BD59-A6C34878D82A}">
                    <a16:rowId xmlns:a16="http://schemas.microsoft.com/office/drawing/2014/main" val="343352298"/>
                  </a:ext>
                </a:extLst>
              </a:tr>
              <a:tr h="54959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280"/>
                        </a:lnSpc>
                      </a:pPr>
                      <a:r>
                        <a:rPr sz="3000" spc="-15" dirty="0"/>
                        <a:t>196</a:t>
                      </a:r>
                      <a:endParaRPr sz="3000" dirty="0">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3000" spc="-15" dirty="0"/>
                        <a:t>242</a:t>
                      </a:r>
                      <a:endParaRPr sz="30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3000" dirty="0"/>
                        <a:t>3</a:t>
                      </a:r>
                      <a:endParaRPr sz="30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280"/>
                        </a:lnSpc>
                      </a:pPr>
                      <a:r>
                        <a:rPr sz="3000" spc="-15" dirty="0"/>
                        <a:t>881250949</a:t>
                      </a:r>
                      <a:endParaRPr sz="3000" dirty="0">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0"/>
                  </a:ext>
                </a:extLst>
              </a:tr>
              <a:tr h="65722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34"/>
                        </a:spcBef>
                      </a:pPr>
                      <a:r>
                        <a:rPr sz="3000" spc="-10" dirty="0"/>
                        <a:t>186</a:t>
                      </a:r>
                      <a:endParaRPr sz="30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3000" spc="-10" dirty="0"/>
                        <a:t>302</a:t>
                      </a:r>
                      <a:endParaRPr sz="30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3000" dirty="0"/>
                        <a:t>3</a:t>
                      </a:r>
                      <a:endParaRPr sz="30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34"/>
                        </a:spcBef>
                      </a:pPr>
                      <a:r>
                        <a:rPr sz="3000" spc="-10" dirty="0"/>
                        <a:t>891717742</a:t>
                      </a:r>
                      <a:endParaRPr sz="30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3000" spc="-15" dirty="0"/>
                        <a:t>196</a:t>
                      </a:r>
                      <a:endParaRPr sz="30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spc="-15" dirty="0"/>
                        <a:t>377</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dirty="0"/>
                        <a:t>1</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3000" spc="-15" dirty="0"/>
                        <a:t>878887116</a:t>
                      </a:r>
                      <a:endParaRPr sz="30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2"/>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3000" spc="-10" dirty="0"/>
                        <a:t>244</a:t>
                      </a:r>
                      <a:endParaRPr sz="30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spc="-10" dirty="0"/>
                        <a:t>51</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dirty="0"/>
                        <a:t>2</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3000" spc="-10" dirty="0"/>
                        <a:t>880606923</a:t>
                      </a:r>
                      <a:endParaRPr sz="30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3000" spc="-15" dirty="0"/>
                        <a:t>166</a:t>
                      </a:r>
                      <a:endParaRPr sz="30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spc="-15" dirty="0"/>
                        <a:t>346</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dirty="0"/>
                        <a:t>1</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3000" spc="-15" dirty="0"/>
                        <a:t>886397596</a:t>
                      </a:r>
                      <a:endParaRPr sz="30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4"/>
                  </a:ext>
                </a:extLst>
              </a:tr>
              <a:tr h="65627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3000" spc="-10" dirty="0"/>
                        <a:t>186</a:t>
                      </a:r>
                      <a:endParaRPr sz="30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spc="-10" dirty="0"/>
                        <a:t>474</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dirty="0"/>
                        <a:t>4</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3000" spc="-10" dirty="0"/>
                        <a:t>884182806</a:t>
                      </a:r>
                      <a:endParaRPr sz="30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5486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345"/>
                        </a:lnSpc>
                        <a:spcBef>
                          <a:spcPts val="434"/>
                        </a:spcBef>
                      </a:pPr>
                      <a:r>
                        <a:rPr sz="3000" spc="-15" dirty="0"/>
                        <a:t>186</a:t>
                      </a:r>
                      <a:endParaRPr sz="30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3000" spc="-15" dirty="0"/>
                        <a:t>265</a:t>
                      </a:r>
                      <a:endParaRPr sz="30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3000" dirty="0"/>
                        <a:t>2</a:t>
                      </a:r>
                      <a:endParaRPr sz="30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345"/>
                        </a:lnSpc>
                        <a:spcBef>
                          <a:spcPts val="434"/>
                        </a:spcBef>
                      </a:pPr>
                      <a:r>
                        <a:rPr sz="3000" spc="-15" dirty="0"/>
                        <a:t>881171488</a:t>
                      </a:r>
                      <a:endParaRPr sz="30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6"/>
                  </a:ext>
                </a:extLst>
              </a:tr>
            </a:tbl>
          </a:graphicData>
        </a:graphic>
      </p:graphicFrame>
      <p:sp>
        <p:nvSpPr>
          <p:cNvPr id="4" name="Rectangular Callout 3">
            <a:extLst>
              <a:ext uri="{FF2B5EF4-FFF2-40B4-BE49-F238E27FC236}">
                <a16:creationId xmlns:a16="http://schemas.microsoft.com/office/drawing/2014/main" id="{BCF9A5C6-C0BE-47F8-5499-7509F46E3610}"/>
              </a:ext>
            </a:extLst>
          </p:cNvPr>
          <p:cNvSpPr/>
          <p:nvPr/>
        </p:nvSpPr>
        <p:spPr>
          <a:xfrm>
            <a:off x="12607578" y="3735324"/>
            <a:ext cx="2949879" cy="1097787"/>
          </a:xfrm>
          <a:prstGeom prst="wedgeRectCallout">
            <a:avLst>
              <a:gd name="adj1" fmla="val -150704"/>
              <a:gd name="adj2" fmla="val 44923"/>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Movie rating:</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1 to 5 stars</a:t>
            </a:r>
          </a:p>
        </p:txBody>
      </p:sp>
      <p:sp>
        <p:nvSpPr>
          <p:cNvPr id="6" name="Rectangle 5">
            <a:extLst>
              <a:ext uri="{FF2B5EF4-FFF2-40B4-BE49-F238E27FC236}">
                <a16:creationId xmlns:a16="http://schemas.microsoft.com/office/drawing/2014/main" id="{2E6141E3-54C5-95CC-1553-3C11F7AF17AD}"/>
              </a:ext>
            </a:extLst>
          </p:cNvPr>
          <p:cNvSpPr/>
          <p:nvPr/>
        </p:nvSpPr>
        <p:spPr>
          <a:xfrm>
            <a:off x="2885979" y="5657850"/>
            <a:ext cx="1981200" cy="2324100"/>
          </a:xfrm>
          <a:prstGeom prst="rect">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0" normalizeH="0" baseline="0" noProof="0" dirty="0">
                <a:ln>
                  <a:noFill/>
                </a:ln>
                <a:effectLst/>
                <a:uLnTx/>
                <a:uFillTx/>
                <a:latin typeface="Arial"/>
                <a:ea typeface="+mn-ea"/>
                <a:cs typeface="+mn-cs"/>
              </a:rPr>
              <a:t>For instance, user 196 rated two movies</a:t>
            </a:r>
          </a:p>
        </p:txBody>
      </p:sp>
      <p:cxnSp>
        <p:nvCxnSpPr>
          <p:cNvPr id="7" name="Straight Arrow Connector 6">
            <a:extLst>
              <a:ext uri="{FF2B5EF4-FFF2-40B4-BE49-F238E27FC236}">
                <a16:creationId xmlns:a16="http://schemas.microsoft.com/office/drawing/2014/main" id="{5E11673A-FAA6-8EA9-B289-AA6B4BC14E8C}"/>
              </a:ext>
            </a:extLst>
          </p:cNvPr>
          <p:cNvCxnSpPr>
            <a:stCxn id="6" idx="3"/>
          </p:cNvCxnSpPr>
          <p:nvPr/>
        </p:nvCxnSpPr>
        <p:spPr>
          <a:xfrm flipV="1">
            <a:off x="4867179" y="5657850"/>
            <a:ext cx="933450" cy="1162050"/>
          </a:xfrm>
          <a:prstGeom prst="straightConnector1">
            <a:avLst/>
          </a:prstGeom>
          <a:noFill/>
          <a:ln w="38100" cap="flat" cmpd="sng" algn="ctr">
            <a:solidFill>
              <a:srgbClr val="93A299"/>
            </a:solidFill>
            <a:prstDash val="solid"/>
            <a:tailEnd type="triangle"/>
          </a:ln>
          <a:effectLst/>
        </p:spPr>
      </p:cxnSp>
      <p:cxnSp>
        <p:nvCxnSpPr>
          <p:cNvPr id="8" name="Straight Arrow Connector 7">
            <a:extLst>
              <a:ext uri="{FF2B5EF4-FFF2-40B4-BE49-F238E27FC236}">
                <a16:creationId xmlns:a16="http://schemas.microsoft.com/office/drawing/2014/main" id="{2840F3AA-17DC-06C9-19D8-2AD56297C4C4}"/>
              </a:ext>
            </a:extLst>
          </p:cNvPr>
          <p:cNvCxnSpPr>
            <a:cxnSpLocks/>
            <a:stCxn id="6" idx="3"/>
          </p:cNvCxnSpPr>
          <p:nvPr/>
        </p:nvCxnSpPr>
        <p:spPr>
          <a:xfrm>
            <a:off x="4867179" y="6819900"/>
            <a:ext cx="933450" cy="228600"/>
          </a:xfrm>
          <a:prstGeom prst="straightConnector1">
            <a:avLst/>
          </a:prstGeom>
          <a:noFill/>
          <a:ln w="38100" cap="flat" cmpd="sng" algn="ctr">
            <a:solidFill>
              <a:srgbClr val="93A299"/>
            </a:solidFill>
            <a:prstDash val="solid"/>
            <a:tailEnd type="triangle"/>
          </a:ln>
          <a:effectLst/>
        </p:spPr>
      </p:cxnSp>
      <p:sp>
        <p:nvSpPr>
          <p:cNvPr id="9" name="Rectangle 8">
            <a:extLst>
              <a:ext uri="{FF2B5EF4-FFF2-40B4-BE49-F238E27FC236}">
                <a16:creationId xmlns:a16="http://schemas.microsoft.com/office/drawing/2014/main" id="{BF974266-5C10-0E46-8DEE-77CDDCC55330}"/>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How many movies did each user rate in the MovieLens data set?</a:t>
            </a:r>
          </a:p>
        </p:txBody>
      </p:sp>
      <p:sp>
        <p:nvSpPr>
          <p:cNvPr id="10" name="Rectangle 9">
            <a:extLst>
              <a:ext uri="{FF2B5EF4-FFF2-40B4-BE49-F238E27FC236}">
                <a16:creationId xmlns:a16="http://schemas.microsoft.com/office/drawing/2014/main" id="{C86EE20D-799D-82A7-68AD-49CDC9D6A32D}"/>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Tree>
    <p:extLst>
      <p:ext uri="{BB962C8B-B14F-4D97-AF65-F5344CB8AC3E}">
        <p14:creationId xmlns:p14="http://schemas.microsoft.com/office/powerpoint/2010/main" val="378656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DA487-52EA-84E9-34E0-6925D16AD83F}"/>
              </a:ext>
            </a:extLst>
          </p:cNvPr>
          <p:cNvSpPr>
            <a:spLocks noGrp="1"/>
          </p:cNvSpPr>
          <p:nvPr>
            <p:ph type="title"/>
          </p:nvPr>
        </p:nvSpPr>
        <p:spPr/>
        <p:txBody>
          <a:bodyPr/>
          <a:lstStyle/>
          <a:p>
            <a:r>
              <a:rPr lang="en-US" spc="-8" dirty="0"/>
              <a:t>Map Phase</a:t>
            </a:r>
            <a:endParaRPr lang="en-US" dirty="0"/>
          </a:p>
        </p:txBody>
      </p:sp>
      <p:sp>
        <p:nvSpPr>
          <p:cNvPr id="3" name="object 6">
            <a:extLst>
              <a:ext uri="{FF2B5EF4-FFF2-40B4-BE49-F238E27FC236}">
                <a16:creationId xmlns:a16="http://schemas.microsoft.com/office/drawing/2014/main" id="{B5199C6C-6AEC-4817-5AFE-7E49B2282263}"/>
              </a:ext>
            </a:extLst>
          </p:cNvPr>
          <p:cNvSpPr/>
          <p:nvPr/>
        </p:nvSpPr>
        <p:spPr>
          <a:xfrm>
            <a:off x="7786956" y="6526085"/>
            <a:ext cx="3089909" cy="662939"/>
          </a:xfrm>
          <a:custGeom>
            <a:avLst/>
            <a:gdLst/>
            <a:ahLst/>
            <a:cxnLst/>
            <a:rect l="l" t="t" r="r" b="b"/>
            <a:pathLst>
              <a:path w="2059939" h="441960">
                <a:moveTo>
                  <a:pt x="1986279" y="0"/>
                </a:moveTo>
                <a:lnTo>
                  <a:pt x="73660" y="0"/>
                </a:lnTo>
                <a:lnTo>
                  <a:pt x="45005" y="5794"/>
                </a:lnTo>
                <a:lnTo>
                  <a:pt x="21590" y="21589"/>
                </a:lnTo>
                <a:lnTo>
                  <a:pt x="5794" y="45005"/>
                </a:lnTo>
                <a:lnTo>
                  <a:pt x="0" y="73659"/>
                </a:lnTo>
                <a:lnTo>
                  <a:pt x="0" y="368299"/>
                </a:lnTo>
                <a:lnTo>
                  <a:pt x="5794" y="396954"/>
                </a:lnTo>
                <a:lnTo>
                  <a:pt x="21590" y="420369"/>
                </a:lnTo>
                <a:lnTo>
                  <a:pt x="45005" y="436165"/>
                </a:lnTo>
                <a:lnTo>
                  <a:pt x="73660" y="441959"/>
                </a:lnTo>
                <a:lnTo>
                  <a:pt x="1986279" y="441959"/>
                </a:lnTo>
                <a:lnTo>
                  <a:pt x="2014934" y="436165"/>
                </a:lnTo>
                <a:lnTo>
                  <a:pt x="2038350" y="420369"/>
                </a:lnTo>
                <a:lnTo>
                  <a:pt x="2054145" y="396954"/>
                </a:lnTo>
                <a:lnTo>
                  <a:pt x="2059939" y="368299"/>
                </a:lnTo>
                <a:lnTo>
                  <a:pt x="2059939" y="73659"/>
                </a:lnTo>
                <a:lnTo>
                  <a:pt x="2054145" y="45005"/>
                </a:lnTo>
                <a:lnTo>
                  <a:pt x="2038350" y="21589"/>
                </a:lnTo>
                <a:lnTo>
                  <a:pt x="2014934" y="5794"/>
                </a:lnTo>
                <a:lnTo>
                  <a:pt x="1986279" y="0"/>
                </a:lnTo>
                <a:close/>
              </a:path>
            </a:pathLst>
          </a:custGeom>
          <a:solidFill>
            <a:srgbClr val="F3C72D"/>
          </a:solidFill>
        </p:spPr>
        <p:txBody>
          <a:bodyPr wrap="square" lIns="0" tIns="0" rIns="0" bIns="0" rtlCol="0"/>
          <a:lstStyle/>
          <a:p>
            <a:pPr defTabSz="1371600" fontAlgn="auto">
              <a:spcBef>
                <a:spcPts val="0"/>
              </a:spcBef>
              <a:spcAft>
                <a:spcPts val="0"/>
              </a:spcAft>
            </a:pPr>
            <a:endParaRPr sz="2700" dirty="0">
              <a:solidFill>
                <a:srgbClr val="292934"/>
              </a:solidFill>
              <a:latin typeface="Arial"/>
            </a:endParaRPr>
          </a:p>
        </p:txBody>
      </p:sp>
      <p:sp>
        <p:nvSpPr>
          <p:cNvPr id="4" name="object 7">
            <a:extLst>
              <a:ext uri="{FF2B5EF4-FFF2-40B4-BE49-F238E27FC236}">
                <a16:creationId xmlns:a16="http://schemas.microsoft.com/office/drawing/2014/main" id="{198A5A1F-A9DE-249A-B9B9-5B07A40BB31D}"/>
              </a:ext>
            </a:extLst>
          </p:cNvPr>
          <p:cNvSpPr/>
          <p:nvPr/>
        </p:nvSpPr>
        <p:spPr>
          <a:xfrm>
            <a:off x="7787110" y="6526085"/>
            <a:ext cx="3089909" cy="662939"/>
          </a:xfrm>
          <a:custGeom>
            <a:avLst/>
            <a:gdLst/>
            <a:ahLst/>
            <a:cxnLst/>
            <a:rect l="l" t="t" r="r" b="b"/>
            <a:pathLst>
              <a:path w="2059939" h="441960">
                <a:moveTo>
                  <a:pt x="1986176" y="0"/>
                </a:moveTo>
                <a:lnTo>
                  <a:pt x="73556" y="0"/>
                </a:lnTo>
                <a:lnTo>
                  <a:pt x="66063" y="380"/>
                </a:lnTo>
                <a:lnTo>
                  <a:pt x="21486" y="21589"/>
                </a:lnTo>
                <a:lnTo>
                  <a:pt x="1420" y="58800"/>
                </a:lnTo>
                <a:lnTo>
                  <a:pt x="0" y="71627"/>
                </a:lnTo>
                <a:lnTo>
                  <a:pt x="4" y="370458"/>
                </a:lnTo>
                <a:lnTo>
                  <a:pt x="12469" y="409447"/>
                </a:lnTo>
                <a:lnTo>
                  <a:pt x="44854" y="436117"/>
                </a:lnTo>
                <a:lnTo>
                  <a:pt x="73556" y="441959"/>
                </a:lnTo>
                <a:lnTo>
                  <a:pt x="1986176" y="441959"/>
                </a:lnTo>
                <a:lnTo>
                  <a:pt x="2027451" y="429386"/>
                </a:lnTo>
                <a:lnTo>
                  <a:pt x="2049089" y="406526"/>
                </a:lnTo>
                <a:lnTo>
                  <a:pt x="73556" y="406399"/>
                </a:lnTo>
                <a:lnTo>
                  <a:pt x="67841" y="406145"/>
                </a:lnTo>
                <a:lnTo>
                  <a:pt x="49786" y="398017"/>
                </a:lnTo>
                <a:lnTo>
                  <a:pt x="49045" y="398017"/>
                </a:lnTo>
                <a:lnTo>
                  <a:pt x="43965" y="392937"/>
                </a:lnTo>
                <a:lnTo>
                  <a:pt x="44899" y="392937"/>
                </a:lnTo>
                <a:lnTo>
                  <a:pt x="40028" y="386968"/>
                </a:lnTo>
                <a:lnTo>
                  <a:pt x="35456" y="370458"/>
                </a:lnTo>
                <a:lnTo>
                  <a:pt x="35456" y="73659"/>
                </a:lnTo>
                <a:lnTo>
                  <a:pt x="44519" y="49148"/>
                </a:lnTo>
                <a:lnTo>
                  <a:pt x="43965" y="49148"/>
                </a:lnTo>
                <a:lnTo>
                  <a:pt x="49045" y="44068"/>
                </a:lnTo>
                <a:lnTo>
                  <a:pt x="50118" y="44068"/>
                </a:lnTo>
                <a:lnTo>
                  <a:pt x="54887" y="40131"/>
                </a:lnTo>
                <a:lnTo>
                  <a:pt x="71524" y="35559"/>
                </a:lnTo>
                <a:lnTo>
                  <a:pt x="2049168" y="35559"/>
                </a:lnTo>
                <a:lnTo>
                  <a:pt x="2047263" y="32511"/>
                </a:lnTo>
                <a:lnTo>
                  <a:pt x="2014878" y="5841"/>
                </a:lnTo>
                <a:lnTo>
                  <a:pt x="1993669" y="380"/>
                </a:lnTo>
                <a:lnTo>
                  <a:pt x="1986176" y="0"/>
                </a:lnTo>
                <a:close/>
              </a:path>
              <a:path w="2059939" h="441960">
                <a:moveTo>
                  <a:pt x="2013662" y="394754"/>
                </a:moveTo>
                <a:lnTo>
                  <a:pt x="2004972" y="401827"/>
                </a:lnTo>
                <a:lnTo>
                  <a:pt x="2002813" y="402716"/>
                </a:lnTo>
                <a:lnTo>
                  <a:pt x="1999638" y="404113"/>
                </a:lnTo>
                <a:lnTo>
                  <a:pt x="1995955" y="405256"/>
                </a:lnTo>
                <a:lnTo>
                  <a:pt x="1992145" y="406018"/>
                </a:lnTo>
                <a:lnTo>
                  <a:pt x="1988208" y="406526"/>
                </a:lnTo>
                <a:lnTo>
                  <a:pt x="2049089" y="406526"/>
                </a:lnTo>
                <a:lnTo>
                  <a:pt x="2051073" y="403351"/>
                </a:lnTo>
                <a:lnTo>
                  <a:pt x="2053633" y="398017"/>
                </a:lnTo>
                <a:lnTo>
                  <a:pt x="2010814" y="398017"/>
                </a:lnTo>
                <a:lnTo>
                  <a:pt x="2013662" y="394754"/>
                </a:lnTo>
                <a:close/>
              </a:path>
              <a:path w="2059939" h="441960">
                <a:moveTo>
                  <a:pt x="43965" y="392937"/>
                </a:moveTo>
                <a:lnTo>
                  <a:pt x="49045" y="398017"/>
                </a:lnTo>
                <a:lnTo>
                  <a:pt x="47212" y="395771"/>
                </a:lnTo>
                <a:lnTo>
                  <a:pt x="43965" y="392937"/>
                </a:lnTo>
                <a:close/>
              </a:path>
              <a:path w="2059939" h="441960">
                <a:moveTo>
                  <a:pt x="47212" y="395771"/>
                </a:moveTo>
                <a:lnTo>
                  <a:pt x="49045" y="398017"/>
                </a:lnTo>
                <a:lnTo>
                  <a:pt x="49786" y="398017"/>
                </a:lnTo>
                <a:lnTo>
                  <a:pt x="47212" y="395771"/>
                </a:lnTo>
                <a:close/>
              </a:path>
              <a:path w="2059939" h="441960">
                <a:moveTo>
                  <a:pt x="2015894" y="392937"/>
                </a:moveTo>
                <a:lnTo>
                  <a:pt x="2013662" y="394754"/>
                </a:lnTo>
                <a:lnTo>
                  <a:pt x="2010814" y="398017"/>
                </a:lnTo>
                <a:lnTo>
                  <a:pt x="2015894" y="392937"/>
                </a:lnTo>
                <a:close/>
              </a:path>
              <a:path w="2059939" h="441960">
                <a:moveTo>
                  <a:pt x="2055578" y="392937"/>
                </a:moveTo>
                <a:lnTo>
                  <a:pt x="2015894" y="392937"/>
                </a:lnTo>
                <a:lnTo>
                  <a:pt x="2010814" y="398017"/>
                </a:lnTo>
                <a:lnTo>
                  <a:pt x="2053633" y="398017"/>
                </a:lnTo>
                <a:lnTo>
                  <a:pt x="2054121" y="397001"/>
                </a:lnTo>
                <a:lnTo>
                  <a:pt x="2055578" y="392937"/>
                </a:lnTo>
                <a:close/>
              </a:path>
              <a:path w="2059939" h="441960">
                <a:moveTo>
                  <a:pt x="44899" y="392937"/>
                </a:moveTo>
                <a:lnTo>
                  <a:pt x="43965" y="392937"/>
                </a:lnTo>
                <a:lnTo>
                  <a:pt x="47212" y="395771"/>
                </a:lnTo>
                <a:lnTo>
                  <a:pt x="44899" y="392937"/>
                </a:lnTo>
                <a:close/>
              </a:path>
              <a:path w="2059939" h="441960">
                <a:moveTo>
                  <a:pt x="2012544" y="46164"/>
                </a:moveTo>
                <a:lnTo>
                  <a:pt x="2024403" y="71627"/>
                </a:lnTo>
                <a:lnTo>
                  <a:pt x="2024277" y="366521"/>
                </a:lnTo>
                <a:lnTo>
                  <a:pt x="2013662" y="394754"/>
                </a:lnTo>
                <a:lnTo>
                  <a:pt x="2015894" y="392937"/>
                </a:lnTo>
                <a:lnTo>
                  <a:pt x="2055578" y="392937"/>
                </a:lnTo>
                <a:lnTo>
                  <a:pt x="2056534" y="390270"/>
                </a:lnTo>
                <a:lnTo>
                  <a:pt x="2058312" y="383158"/>
                </a:lnTo>
                <a:lnTo>
                  <a:pt x="2059455" y="375919"/>
                </a:lnTo>
                <a:lnTo>
                  <a:pt x="2059728" y="370458"/>
                </a:lnTo>
                <a:lnTo>
                  <a:pt x="2059733" y="71627"/>
                </a:lnTo>
                <a:lnTo>
                  <a:pt x="2059455" y="66166"/>
                </a:lnTo>
                <a:lnTo>
                  <a:pt x="2058312" y="58800"/>
                </a:lnTo>
                <a:lnTo>
                  <a:pt x="2056534" y="51688"/>
                </a:lnTo>
                <a:lnTo>
                  <a:pt x="2055624" y="49148"/>
                </a:lnTo>
                <a:lnTo>
                  <a:pt x="2015894" y="49148"/>
                </a:lnTo>
                <a:lnTo>
                  <a:pt x="2012544" y="46164"/>
                </a:lnTo>
                <a:close/>
              </a:path>
              <a:path w="2059939" h="441960">
                <a:moveTo>
                  <a:pt x="49045" y="44068"/>
                </a:moveTo>
                <a:lnTo>
                  <a:pt x="43965" y="49148"/>
                </a:lnTo>
                <a:lnTo>
                  <a:pt x="46061" y="47419"/>
                </a:lnTo>
                <a:lnTo>
                  <a:pt x="49045" y="44068"/>
                </a:lnTo>
                <a:close/>
              </a:path>
              <a:path w="2059939" h="441960">
                <a:moveTo>
                  <a:pt x="46061" y="47419"/>
                </a:moveTo>
                <a:lnTo>
                  <a:pt x="43965" y="49148"/>
                </a:lnTo>
                <a:lnTo>
                  <a:pt x="44519" y="49148"/>
                </a:lnTo>
                <a:lnTo>
                  <a:pt x="46061" y="47419"/>
                </a:lnTo>
                <a:close/>
              </a:path>
              <a:path w="2059939" h="441960">
                <a:moveTo>
                  <a:pt x="2010814" y="44068"/>
                </a:moveTo>
                <a:lnTo>
                  <a:pt x="2012544" y="46164"/>
                </a:lnTo>
                <a:lnTo>
                  <a:pt x="2015894" y="49148"/>
                </a:lnTo>
                <a:lnTo>
                  <a:pt x="2010814" y="44068"/>
                </a:lnTo>
                <a:close/>
              </a:path>
              <a:path w="2059939" h="441960">
                <a:moveTo>
                  <a:pt x="2053694" y="44068"/>
                </a:moveTo>
                <a:lnTo>
                  <a:pt x="2010814" y="44068"/>
                </a:lnTo>
                <a:lnTo>
                  <a:pt x="2015894" y="49148"/>
                </a:lnTo>
                <a:lnTo>
                  <a:pt x="2055624" y="49148"/>
                </a:lnTo>
                <a:lnTo>
                  <a:pt x="2054121" y="44957"/>
                </a:lnTo>
                <a:lnTo>
                  <a:pt x="2053694" y="44068"/>
                </a:lnTo>
                <a:close/>
              </a:path>
              <a:path w="2059939" h="441960">
                <a:moveTo>
                  <a:pt x="50118" y="44068"/>
                </a:moveTo>
                <a:lnTo>
                  <a:pt x="49045" y="44068"/>
                </a:lnTo>
                <a:lnTo>
                  <a:pt x="46061" y="47419"/>
                </a:lnTo>
                <a:lnTo>
                  <a:pt x="50118" y="44068"/>
                </a:lnTo>
                <a:close/>
              </a:path>
              <a:path w="2059939" h="441960">
                <a:moveTo>
                  <a:pt x="2049168" y="35559"/>
                </a:moveTo>
                <a:lnTo>
                  <a:pt x="1986176" y="35559"/>
                </a:lnTo>
                <a:lnTo>
                  <a:pt x="1991891" y="35940"/>
                </a:lnTo>
                <a:lnTo>
                  <a:pt x="1995574" y="36702"/>
                </a:lnTo>
                <a:lnTo>
                  <a:pt x="2012544" y="46164"/>
                </a:lnTo>
                <a:lnTo>
                  <a:pt x="2010814" y="44068"/>
                </a:lnTo>
                <a:lnTo>
                  <a:pt x="2053694" y="44068"/>
                </a:lnTo>
                <a:lnTo>
                  <a:pt x="2051073" y="38607"/>
                </a:lnTo>
                <a:lnTo>
                  <a:pt x="2049168" y="35559"/>
                </a:lnTo>
                <a:close/>
              </a:path>
            </a:pathLst>
          </a:custGeom>
          <a:solidFill>
            <a:srgbClr val="B3921F"/>
          </a:solidFill>
        </p:spPr>
        <p:txBody>
          <a:bodyPr wrap="square" lIns="0" tIns="0" rIns="0" bIns="0" rtlCol="0"/>
          <a:lstStyle/>
          <a:p>
            <a:pPr defTabSz="1371600" fontAlgn="auto">
              <a:spcBef>
                <a:spcPts val="0"/>
              </a:spcBef>
              <a:spcAft>
                <a:spcPts val="0"/>
              </a:spcAft>
            </a:pPr>
            <a:endParaRPr sz="2700" dirty="0">
              <a:solidFill>
                <a:srgbClr val="292934"/>
              </a:solidFill>
              <a:latin typeface="Arial"/>
            </a:endParaRPr>
          </a:p>
        </p:txBody>
      </p:sp>
      <p:sp>
        <p:nvSpPr>
          <p:cNvPr id="5" name="object 8">
            <a:extLst>
              <a:ext uri="{FF2B5EF4-FFF2-40B4-BE49-F238E27FC236}">
                <a16:creationId xmlns:a16="http://schemas.microsoft.com/office/drawing/2014/main" id="{BFDC1E41-B05C-6B12-8403-920E66CE75C5}"/>
              </a:ext>
            </a:extLst>
          </p:cNvPr>
          <p:cNvSpPr txBox="1"/>
          <p:nvPr/>
        </p:nvSpPr>
        <p:spPr>
          <a:xfrm>
            <a:off x="7317915" y="6607143"/>
            <a:ext cx="4724400" cy="434734"/>
          </a:xfrm>
          <a:prstGeom prst="rect">
            <a:avLst/>
          </a:prstGeom>
        </p:spPr>
        <p:txBody>
          <a:bodyPr vert="horz" wrap="square" lIns="0" tIns="19050" rIns="0" bIns="0" rtlCol="0">
            <a:spAutoFit/>
          </a:bodyPr>
          <a:lstStyle/>
          <a:p>
            <a:pPr marR="730568" algn="ctr" defTabSz="1371600" fontAlgn="auto">
              <a:spcBef>
                <a:spcPts val="150"/>
              </a:spcBef>
              <a:spcAft>
                <a:spcPts val="0"/>
              </a:spcAft>
            </a:pPr>
            <a:r>
              <a:rPr sz="2700" spc="-8" dirty="0">
                <a:solidFill>
                  <a:srgbClr val="292934"/>
                </a:solidFill>
                <a:latin typeface="Trebuchet MS"/>
                <a:cs typeface="Trebuchet MS"/>
              </a:rPr>
              <a:t>Mapper</a:t>
            </a:r>
            <a:endParaRPr sz="2700" dirty="0">
              <a:solidFill>
                <a:srgbClr val="292934"/>
              </a:solidFill>
              <a:latin typeface="Trebuchet MS"/>
              <a:cs typeface="Trebuchet MS"/>
            </a:endParaRPr>
          </a:p>
        </p:txBody>
      </p:sp>
      <p:sp>
        <p:nvSpPr>
          <p:cNvPr id="6" name="Rectangular Callout 5">
            <a:extLst>
              <a:ext uri="{FF2B5EF4-FFF2-40B4-BE49-F238E27FC236}">
                <a16:creationId xmlns:a16="http://schemas.microsoft.com/office/drawing/2014/main" id="{3B3E26A6-3D68-0EC0-A332-DD81CF883090}"/>
              </a:ext>
            </a:extLst>
          </p:cNvPr>
          <p:cNvSpPr/>
          <p:nvPr/>
        </p:nvSpPr>
        <p:spPr>
          <a:xfrm>
            <a:off x="7715250" y="3867663"/>
            <a:ext cx="3239348" cy="2008013"/>
          </a:xfrm>
          <a:prstGeom prst="wedgeRectCallout">
            <a:avLst>
              <a:gd name="adj1" fmla="val -7380"/>
              <a:gd name="adj2" fmla="val 76270"/>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For each record output the key value pair </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&lt;User ID, Movie ID&gt;</a:t>
            </a:r>
          </a:p>
        </p:txBody>
      </p:sp>
      <p:graphicFrame>
        <p:nvGraphicFramePr>
          <p:cNvPr id="7" name="object 3">
            <a:extLst>
              <a:ext uri="{FF2B5EF4-FFF2-40B4-BE49-F238E27FC236}">
                <a16:creationId xmlns:a16="http://schemas.microsoft.com/office/drawing/2014/main" id="{FCB754A5-EA6C-4DEF-A283-CB79DF3E5667}"/>
              </a:ext>
            </a:extLst>
          </p:cNvPr>
          <p:cNvGraphicFramePr>
            <a:graphicFrameLocks noGrp="1"/>
          </p:cNvGraphicFramePr>
          <p:nvPr>
            <p:extLst>
              <p:ext uri="{D42A27DB-BD31-4B8C-83A1-F6EECF244321}">
                <p14:modId xmlns:p14="http://schemas.microsoft.com/office/powerpoint/2010/main" val="3938479314"/>
              </p:ext>
            </p:extLst>
          </p:nvPr>
        </p:nvGraphicFramePr>
        <p:xfrm>
          <a:off x="2005264" y="4357626"/>
          <a:ext cx="4566986" cy="4946905"/>
        </p:xfrm>
        <a:graphic>
          <a:graphicData uri="http://schemas.openxmlformats.org/drawingml/2006/table">
            <a:tbl>
              <a:tblPr firstRow="1" bandRow="1"/>
              <a:tblGrid>
                <a:gridCol w="844072">
                  <a:extLst>
                    <a:ext uri="{9D8B030D-6E8A-4147-A177-3AD203B41FA5}">
                      <a16:colId xmlns:a16="http://schemas.microsoft.com/office/drawing/2014/main" val="20000"/>
                    </a:ext>
                  </a:extLst>
                </a:gridCol>
                <a:gridCol w="1012371">
                  <a:extLst>
                    <a:ext uri="{9D8B030D-6E8A-4147-A177-3AD203B41FA5}">
                      <a16:colId xmlns:a16="http://schemas.microsoft.com/office/drawing/2014/main" val="20001"/>
                    </a:ext>
                  </a:extLst>
                </a:gridCol>
                <a:gridCol w="1061357">
                  <a:extLst>
                    <a:ext uri="{9D8B030D-6E8A-4147-A177-3AD203B41FA5}">
                      <a16:colId xmlns:a16="http://schemas.microsoft.com/office/drawing/2014/main" val="20002"/>
                    </a:ext>
                  </a:extLst>
                </a:gridCol>
                <a:gridCol w="1649186">
                  <a:extLst>
                    <a:ext uri="{9D8B030D-6E8A-4147-A177-3AD203B41FA5}">
                      <a16:colId xmlns:a16="http://schemas.microsoft.com/office/drawing/2014/main" val="20003"/>
                    </a:ext>
                  </a:extLst>
                </a:gridCol>
              </a:tblGrid>
              <a:tr h="549593">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31750">
                        <a:lnSpc>
                          <a:spcPts val="2280"/>
                        </a:lnSpc>
                      </a:pPr>
                      <a:r>
                        <a:rPr lang="en-US" sz="1600" kern="0" spc="-8" dirty="0">
                          <a:solidFill>
                            <a:schemeClr val="tx1"/>
                          </a:solidFill>
                        </a:rPr>
                        <a:t>USER </a:t>
                      </a:r>
                      <a:r>
                        <a:rPr lang="en-US" sz="1600" kern="0" spc="-15" dirty="0">
                          <a:solidFill>
                            <a:schemeClr val="tx1"/>
                          </a:solidFill>
                        </a:rPr>
                        <a:t>ID</a:t>
                      </a:r>
                      <a:endParaRPr sz="1600" dirty="0">
                        <a:solidFill>
                          <a:schemeClr val="tx1"/>
                        </a:solidFill>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1600" kern="0" spc="-15" dirty="0">
                          <a:solidFill>
                            <a:schemeClr val="tx1"/>
                          </a:solidFill>
                        </a:rPr>
                        <a:t>MOVIE</a:t>
                      </a:r>
                      <a:r>
                        <a:rPr lang="en-US" sz="1600" kern="0" spc="15" dirty="0">
                          <a:solidFill>
                            <a:schemeClr val="tx1"/>
                          </a:solidFill>
                        </a:rPr>
                        <a:t> </a:t>
                      </a:r>
                      <a:r>
                        <a:rPr lang="en-US" sz="1600" kern="0" spc="-38" dirty="0">
                          <a:solidFill>
                            <a:schemeClr val="tx1"/>
                          </a:solidFill>
                        </a:rPr>
                        <a:t>ID</a:t>
                      </a:r>
                      <a:endParaRPr sz="16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1600" kern="0" spc="-38" dirty="0">
                          <a:solidFill>
                            <a:schemeClr val="tx1"/>
                          </a:solidFill>
                        </a:rPr>
                        <a:t>RATING</a:t>
                      </a:r>
                      <a:endParaRPr sz="16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R="24130" algn="r">
                        <a:lnSpc>
                          <a:spcPts val="2280"/>
                        </a:lnSpc>
                      </a:pPr>
                      <a:r>
                        <a:rPr lang="en-US" sz="1600" kern="0" spc="-38" dirty="0">
                          <a:solidFill>
                            <a:schemeClr val="tx1"/>
                          </a:solidFill>
                        </a:rPr>
                        <a:t>TIMESTAMP</a:t>
                      </a:r>
                      <a:endParaRPr sz="1600" dirty="0">
                        <a:solidFill>
                          <a:schemeClr val="tx1"/>
                        </a:solidFill>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extLst>
                  <a:ext uri="{0D108BD9-81ED-4DB2-BD59-A6C34878D82A}">
                    <a16:rowId xmlns:a16="http://schemas.microsoft.com/office/drawing/2014/main" val="343352298"/>
                  </a:ext>
                </a:extLst>
              </a:tr>
              <a:tr h="54959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280"/>
                        </a:lnSpc>
                      </a:pPr>
                      <a:r>
                        <a:rPr sz="2400" spc="-15" dirty="0"/>
                        <a:t>196</a:t>
                      </a:r>
                      <a:endParaRPr sz="2400" dirty="0">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2400" spc="-15" dirty="0"/>
                        <a:t>242</a:t>
                      </a:r>
                      <a:endParaRPr sz="24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2400" dirty="0"/>
                        <a:t>3</a:t>
                      </a:r>
                      <a:endParaRPr sz="24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280"/>
                        </a:lnSpc>
                      </a:pPr>
                      <a:r>
                        <a:rPr sz="2400" spc="-15" dirty="0"/>
                        <a:t>881250949</a:t>
                      </a:r>
                      <a:endParaRPr sz="2400" dirty="0">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0"/>
                  </a:ext>
                </a:extLst>
              </a:tr>
              <a:tr h="65722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34"/>
                        </a:spcBef>
                      </a:pPr>
                      <a:r>
                        <a:rPr sz="2400" spc="-10" dirty="0"/>
                        <a:t>186</a:t>
                      </a:r>
                      <a:endParaRPr sz="24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2400" spc="-10" dirty="0"/>
                        <a:t>302</a:t>
                      </a:r>
                      <a:endParaRPr sz="24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2400" dirty="0"/>
                        <a:t>3</a:t>
                      </a:r>
                      <a:endParaRPr sz="24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34"/>
                        </a:spcBef>
                      </a:pPr>
                      <a:r>
                        <a:rPr sz="2400" spc="-10" dirty="0"/>
                        <a:t>891717742</a:t>
                      </a:r>
                      <a:endParaRPr sz="24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2400" spc="-15" dirty="0"/>
                        <a:t>196</a:t>
                      </a:r>
                      <a:endParaRPr sz="24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spc="-15" dirty="0"/>
                        <a:t>377</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dirty="0"/>
                        <a:t>1</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2400" spc="-15" dirty="0"/>
                        <a:t>878887116</a:t>
                      </a:r>
                      <a:endParaRPr sz="24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2"/>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2400" spc="-10" dirty="0"/>
                        <a:t>244</a:t>
                      </a:r>
                      <a:endParaRPr sz="24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spc="-10" dirty="0"/>
                        <a:t>51</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dirty="0"/>
                        <a:t>2</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2400" spc="-10" dirty="0"/>
                        <a:t>880606923</a:t>
                      </a:r>
                      <a:endParaRPr sz="24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2400" spc="-15" dirty="0"/>
                        <a:t>166</a:t>
                      </a:r>
                      <a:endParaRPr sz="24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spc="-15" dirty="0"/>
                        <a:t>346</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dirty="0"/>
                        <a:t>1</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2400" spc="-15" dirty="0"/>
                        <a:t>886397596</a:t>
                      </a:r>
                      <a:endParaRPr sz="24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4"/>
                  </a:ext>
                </a:extLst>
              </a:tr>
              <a:tr h="65627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2400" spc="-10" dirty="0"/>
                        <a:t>186</a:t>
                      </a:r>
                      <a:endParaRPr sz="24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spc="-10" dirty="0"/>
                        <a:t>474</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dirty="0"/>
                        <a:t>4</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2400" spc="-10" dirty="0"/>
                        <a:t>884182806</a:t>
                      </a:r>
                      <a:endParaRPr sz="24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5486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345"/>
                        </a:lnSpc>
                        <a:spcBef>
                          <a:spcPts val="434"/>
                        </a:spcBef>
                      </a:pPr>
                      <a:r>
                        <a:rPr sz="2400" spc="-15" dirty="0"/>
                        <a:t>186</a:t>
                      </a:r>
                      <a:endParaRPr sz="24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2400" spc="-15" dirty="0"/>
                        <a:t>265</a:t>
                      </a:r>
                      <a:endParaRPr sz="24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2400" dirty="0"/>
                        <a:t>2</a:t>
                      </a:r>
                      <a:endParaRPr sz="24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345"/>
                        </a:lnSpc>
                        <a:spcBef>
                          <a:spcPts val="434"/>
                        </a:spcBef>
                      </a:pPr>
                      <a:r>
                        <a:rPr sz="2400" spc="-15" dirty="0"/>
                        <a:t>881171488</a:t>
                      </a:r>
                      <a:endParaRPr sz="24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6"/>
                  </a:ext>
                </a:extLst>
              </a:tr>
            </a:tbl>
          </a:graphicData>
        </a:graphic>
      </p:graphicFrame>
      <p:sp>
        <p:nvSpPr>
          <p:cNvPr id="8" name="object 8">
            <a:extLst>
              <a:ext uri="{FF2B5EF4-FFF2-40B4-BE49-F238E27FC236}">
                <a16:creationId xmlns:a16="http://schemas.microsoft.com/office/drawing/2014/main" id="{060EBDEC-8747-3F4E-3ECF-49B53F0EA349}"/>
              </a:ext>
            </a:extLst>
          </p:cNvPr>
          <p:cNvSpPr txBox="1"/>
          <p:nvPr/>
        </p:nvSpPr>
        <p:spPr>
          <a:xfrm>
            <a:off x="12173216" y="4945149"/>
            <a:ext cx="3417159" cy="3758721"/>
          </a:xfrm>
          <a:prstGeom prst="rect">
            <a:avLst/>
          </a:prstGeom>
          <a:solidFill>
            <a:srgbClr val="FFFFFF">
              <a:lumMod val="95000"/>
            </a:srgbClr>
          </a:solidFill>
        </p:spPr>
        <p:txBody>
          <a:bodyPr vert="horz" wrap="square" lIns="0" tIns="19050" rIns="0" bIns="0" rtlCol="0">
            <a:spAutoFit/>
          </a:bodyPr>
          <a:lstStyle/>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0070C0"/>
                </a:solidFill>
                <a:effectLst/>
                <a:uLnTx/>
                <a:uFillTx/>
                <a:latin typeface="Trebuchet MS"/>
                <a:cs typeface="Trebuchet MS"/>
              </a:rPr>
              <a:t>&lt;User ID, Movie ID&gt;</a:t>
            </a:r>
          </a:p>
          <a:p>
            <a:pPr marL="19050" marR="0" lvl="0" indent="0" algn="ctr" defTabSz="1371600" eaLnBrk="1" fontAlgn="auto" latinLnBrk="0" hangingPunct="1">
              <a:lnSpc>
                <a:spcPct val="100000"/>
              </a:lnSpc>
              <a:spcBef>
                <a:spcPts val="0"/>
              </a:spcBef>
              <a:spcAft>
                <a:spcPts val="0"/>
              </a:spcAft>
              <a:buClrTx/>
              <a:buSzTx/>
              <a:buFontTx/>
              <a:buNone/>
              <a:tabLst/>
              <a:defRPr/>
            </a:pP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kumimoji="0" sz="2700" b="0" i="0" u="none" strike="noStrike" kern="0" cap="none" spc="-15" normalizeH="0" baseline="0" noProof="0" dirty="0">
                <a:ln>
                  <a:noFill/>
                </a:ln>
                <a:solidFill>
                  <a:srgbClr val="292934"/>
                </a:solidFill>
                <a:effectLst/>
                <a:uLnTx/>
                <a:uFillTx/>
                <a:latin typeface="Trebuchet MS"/>
                <a:cs typeface="Trebuchet MS"/>
              </a:rPr>
              <a:t>196</a:t>
            </a:r>
            <a:r>
              <a:rPr kumimoji="0" lang="en-US" sz="2700" b="0" i="0" u="none" strike="noStrike" kern="0" cap="none" spc="-15" normalizeH="0" baseline="0" noProof="0" dirty="0">
                <a:ln>
                  <a:noFill/>
                </a:ln>
                <a:solidFill>
                  <a:srgbClr val="292934"/>
                </a:solidFill>
                <a:effectLst/>
                <a:uLnTx/>
                <a:uFillTx/>
                <a:latin typeface="Trebuchet MS"/>
                <a:cs typeface="Trebuchet MS"/>
              </a:rPr>
              <a:t>, </a:t>
            </a:r>
            <a:r>
              <a:rPr kumimoji="0" sz="2700" b="0" i="0" u="none" strike="noStrike" kern="0" cap="none" spc="-15" normalizeH="0" baseline="0" noProof="0" dirty="0">
                <a:ln>
                  <a:noFill/>
                </a:ln>
                <a:solidFill>
                  <a:srgbClr val="292934"/>
                </a:solidFill>
                <a:effectLst/>
                <a:uLnTx/>
                <a:uFillTx/>
                <a:latin typeface="Trebuchet MS"/>
                <a:cs typeface="Trebuchet MS"/>
              </a:rPr>
              <a:t>242</a:t>
            </a:r>
            <a:r>
              <a:rPr kumimoji="0" lang="en-US" sz="2700" b="0" i="0" u="none" strike="noStrike" kern="0" cap="none" spc="-15" normalizeH="0" baseline="0" noProof="0" dirty="0">
                <a:ln>
                  <a:noFill/>
                </a:ln>
                <a:solidFill>
                  <a:srgbClr val="292934"/>
                </a:solidFill>
                <a:effectLst/>
                <a:uLnTx/>
                <a:uFillTx/>
                <a:latin typeface="Trebuchet MS"/>
                <a:cs typeface="Trebuchet MS"/>
              </a:rPr>
              <a:t>&gt; </a:t>
            </a:r>
            <a:r>
              <a:rPr kumimoji="0" sz="2700" b="0" i="0" u="none" strike="noStrike" kern="0" cap="none" spc="-15" normalizeH="0" baseline="0" noProof="0" dirty="0">
                <a:ln>
                  <a:noFill/>
                </a:ln>
                <a:solidFill>
                  <a:srgbClr val="292934"/>
                </a:solidFill>
                <a:effectLst/>
                <a:uLnTx/>
                <a:uFillTx/>
                <a:latin typeface="Trebuchet MS"/>
                <a:cs typeface="Trebuchet MS"/>
              </a:rPr>
              <a:t> </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kumimoji="0" sz="2700" b="0" i="0" u="none" strike="noStrike" kern="0" cap="none" spc="-15" normalizeH="0" baseline="0" noProof="0" dirty="0">
                <a:ln>
                  <a:noFill/>
                </a:ln>
                <a:solidFill>
                  <a:srgbClr val="292934"/>
                </a:solidFill>
                <a:effectLst/>
                <a:uLnTx/>
                <a:uFillTx/>
                <a:latin typeface="Trebuchet MS"/>
                <a:cs typeface="Trebuchet MS"/>
              </a:rPr>
              <a:t>186</a:t>
            </a:r>
            <a:r>
              <a:rPr kumimoji="0" lang="en-US" sz="2700" b="0" i="0" u="none" strike="noStrike" kern="0" cap="none" spc="-15" normalizeH="0" baseline="0" noProof="0" dirty="0">
                <a:ln>
                  <a:noFill/>
                </a:ln>
                <a:solidFill>
                  <a:srgbClr val="292934"/>
                </a:solidFill>
                <a:effectLst/>
                <a:uLnTx/>
                <a:uFillTx/>
                <a:latin typeface="Trebuchet MS"/>
                <a:cs typeface="Trebuchet MS"/>
              </a:rPr>
              <a:t>, </a:t>
            </a:r>
            <a:r>
              <a:rPr kumimoji="0" sz="2700" b="0" i="0" u="none" strike="noStrike" kern="0" cap="none" spc="-15" normalizeH="0" baseline="0" noProof="0" dirty="0">
                <a:ln>
                  <a:noFill/>
                </a:ln>
                <a:solidFill>
                  <a:srgbClr val="292934"/>
                </a:solidFill>
                <a:effectLst/>
                <a:uLnTx/>
                <a:uFillTx/>
                <a:latin typeface="Trebuchet MS"/>
                <a:cs typeface="Trebuchet MS"/>
              </a:rPr>
              <a:t>302</a:t>
            </a:r>
            <a:r>
              <a:rPr kumimoji="0" lang="en-US" sz="2700" b="0" i="0" u="none" strike="noStrike" kern="0" cap="none" spc="-15" normalizeH="0" baseline="0" noProof="0" dirty="0">
                <a:ln>
                  <a:noFill/>
                </a:ln>
                <a:solidFill>
                  <a:srgbClr val="292934"/>
                </a:solidFill>
                <a:effectLst/>
                <a:uLnTx/>
                <a:uFillTx/>
                <a:latin typeface="Trebuchet MS"/>
                <a:cs typeface="Trebuchet MS"/>
              </a:rPr>
              <a:t>&gt;</a:t>
            </a:r>
            <a:r>
              <a:rPr kumimoji="0" sz="2700" b="0" i="0" u="none" strike="noStrike" kern="0" cap="none" spc="-15" normalizeH="0" baseline="0" noProof="0" dirty="0">
                <a:ln>
                  <a:noFill/>
                </a:ln>
                <a:solidFill>
                  <a:srgbClr val="292934"/>
                </a:solidFill>
                <a:effectLst/>
                <a:uLnTx/>
                <a:uFillTx/>
                <a:latin typeface="Trebuchet MS"/>
                <a:cs typeface="Trebuchet MS"/>
              </a:rPr>
              <a:t> </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kumimoji="0" sz="2700" b="0" i="0" u="none" strike="noStrike" kern="0" cap="none" spc="-15" normalizeH="0" baseline="0" noProof="0" dirty="0">
                <a:ln>
                  <a:noFill/>
                </a:ln>
                <a:solidFill>
                  <a:srgbClr val="292934"/>
                </a:solidFill>
                <a:effectLst/>
                <a:uLnTx/>
                <a:uFillTx/>
                <a:latin typeface="Trebuchet MS"/>
                <a:cs typeface="Trebuchet MS"/>
              </a:rPr>
              <a:t>196</a:t>
            </a:r>
            <a:r>
              <a:rPr kumimoji="0" lang="en-US" sz="2700" b="0" i="0" u="none" strike="noStrike" kern="0" cap="none" spc="-15" normalizeH="0" baseline="0" noProof="0" dirty="0">
                <a:ln>
                  <a:noFill/>
                </a:ln>
                <a:solidFill>
                  <a:srgbClr val="292934"/>
                </a:solidFill>
                <a:effectLst/>
                <a:uLnTx/>
                <a:uFillTx/>
                <a:latin typeface="Trebuchet MS"/>
                <a:cs typeface="Trebuchet MS"/>
              </a:rPr>
              <a:t>, </a:t>
            </a:r>
            <a:r>
              <a:rPr kumimoji="0" sz="2700" b="0" i="0" u="none" strike="noStrike" kern="0" cap="none" spc="-15" normalizeH="0" baseline="0" noProof="0" dirty="0">
                <a:ln>
                  <a:noFill/>
                </a:ln>
                <a:solidFill>
                  <a:srgbClr val="292934"/>
                </a:solidFill>
                <a:effectLst/>
                <a:uLnTx/>
                <a:uFillTx/>
                <a:latin typeface="Trebuchet MS"/>
                <a:cs typeface="Trebuchet MS"/>
              </a:rPr>
              <a:t>377</a:t>
            </a:r>
            <a:r>
              <a:rPr kumimoji="0" lang="en-US" sz="2700" b="0" i="0" u="none" strike="noStrike" kern="0" cap="none" spc="-15" normalizeH="0" baseline="0" noProof="0" dirty="0">
                <a:ln>
                  <a:noFill/>
                </a:ln>
                <a:solidFill>
                  <a:srgbClr val="292934"/>
                </a:solidFill>
                <a:effectLst/>
                <a:uLnTx/>
                <a:uFillTx/>
                <a:latin typeface="Trebuchet MS"/>
                <a:cs typeface="Trebuchet MS"/>
              </a:rPr>
              <a:t>&gt;</a:t>
            </a:r>
            <a:r>
              <a:rPr kumimoji="0" sz="2700" b="0" i="0" u="none" strike="noStrike" kern="0" cap="none" spc="-15" normalizeH="0" baseline="0" noProof="0" dirty="0">
                <a:ln>
                  <a:noFill/>
                </a:ln>
                <a:solidFill>
                  <a:srgbClr val="292934"/>
                </a:solidFill>
                <a:effectLst/>
                <a:uLnTx/>
                <a:uFillTx/>
                <a:latin typeface="Trebuchet MS"/>
                <a:cs typeface="Trebuchet MS"/>
              </a:rPr>
              <a:t> </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kumimoji="0" sz="2700" b="0" i="0" u="none" strike="noStrike" kern="0" cap="none" spc="-15" normalizeH="0" baseline="0" noProof="0" dirty="0">
                <a:ln>
                  <a:noFill/>
                </a:ln>
                <a:solidFill>
                  <a:srgbClr val="292934"/>
                </a:solidFill>
                <a:effectLst/>
                <a:uLnTx/>
                <a:uFillTx/>
                <a:latin typeface="Trebuchet MS"/>
                <a:cs typeface="Trebuchet MS"/>
              </a:rPr>
              <a:t>244</a:t>
            </a:r>
            <a:r>
              <a:rPr kumimoji="0" lang="en-US" sz="2700" b="0" i="0" u="none" strike="noStrike" kern="0" cap="none" spc="-15" normalizeH="0" baseline="0" noProof="0" dirty="0">
                <a:ln>
                  <a:noFill/>
                </a:ln>
                <a:solidFill>
                  <a:srgbClr val="292934"/>
                </a:solidFill>
                <a:effectLst/>
                <a:uLnTx/>
                <a:uFillTx/>
                <a:latin typeface="Trebuchet MS"/>
                <a:cs typeface="Trebuchet MS"/>
              </a:rPr>
              <a:t>, </a:t>
            </a:r>
            <a:r>
              <a:rPr kumimoji="0" sz="2700" b="0" i="0" u="none" strike="noStrike" kern="0" cap="none" spc="-15" normalizeH="0" baseline="0" noProof="0" dirty="0">
                <a:ln>
                  <a:noFill/>
                </a:ln>
                <a:solidFill>
                  <a:srgbClr val="292934"/>
                </a:solidFill>
                <a:effectLst/>
                <a:uLnTx/>
                <a:uFillTx/>
                <a:latin typeface="Trebuchet MS"/>
                <a:cs typeface="Trebuchet MS"/>
              </a:rPr>
              <a:t>51</a:t>
            </a:r>
            <a:r>
              <a:rPr kumimoji="0" lang="en-US" sz="2700" b="0" i="0" u="none" strike="noStrike" kern="0" cap="none" spc="-15" normalizeH="0" baseline="0" noProof="0" dirty="0">
                <a:ln>
                  <a:noFill/>
                </a:ln>
                <a:solidFill>
                  <a:srgbClr val="292934"/>
                </a:solidFill>
                <a:effectLst/>
                <a:uLnTx/>
                <a:uFillTx/>
                <a:latin typeface="Trebuchet MS"/>
                <a:cs typeface="Trebuchet MS"/>
              </a:rPr>
              <a:t>&gt;</a:t>
            </a:r>
            <a:r>
              <a:rPr kumimoji="0" sz="2700" b="0" i="0" u="none" strike="noStrike" kern="0" cap="none" spc="-15" normalizeH="0" baseline="0" noProof="0" dirty="0">
                <a:ln>
                  <a:noFill/>
                </a:ln>
                <a:solidFill>
                  <a:srgbClr val="292934"/>
                </a:solidFill>
                <a:effectLst/>
                <a:uLnTx/>
                <a:uFillTx/>
                <a:latin typeface="Trebuchet MS"/>
                <a:cs typeface="Trebuchet MS"/>
              </a:rPr>
              <a:t> </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kumimoji="0" sz="2700" b="0" i="0" u="none" strike="noStrike" kern="0" cap="none" spc="-15" normalizeH="0" baseline="0" noProof="0" dirty="0">
                <a:ln>
                  <a:noFill/>
                </a:ln>
                <a:solidFill>
                  <a:srgbClr val="292934"/>
                </a:solidFill>
                <a:effectLst/>
                <a:uLnTx/>
                <a:uFillTx/>
                <a:latin typeface="Trebuchet MS"/>
                <a:cs typeface="Trebuchet MS"/>
              </a:rPr>
              <a:t>166</a:t>
            </a:r>
            <a:r>
              <a:rPr kumimoji="0" lang="en-US" sz="2700" b="0" i="0" u="none" strike="noStrike" kern="0" cap="none" spc="-15" normalizeH="0" baseline="0" noProof="0" dirty="0">
                <a:ln>
                  <a:noFill/>
                </a:ln>
                <a:solidFill>
                  <a:srgbClr val="292934"/>
                </a:solidFill>
                <a:effectLst/>
                <a:uLnTx/>
                <a:uFillTx/>
                <a:latin typeface="Trebuchet MS"/>
                <a:cs typeface="Trebuchet MS"/>
              </a:rPr>
              <a:t>, </a:t>
            </a:r>
            <a:r>
              <a:rPr kumimoji="0" sz="2700" b="0" i="0" u="none" strike="noStrike" kern="0" cap="none" spc="-15" normalizeH="0" baseline="0" noProof="0" dirty="0">
                <a:ln>
                  <a:noFill/>
                </a:ln>
                <a:solidFill>
                  <a:srgbClr val="292934"/>
                </a:solidFill>
                <a:effectLst/>
                <a:uLnTx/>
                <a:uFillTx/>
                <a:latin typeface="Trebuchet MS"/>
                <a:cs typeface="Trebuchet MS"/>
              </a:rPr>
              <a:t>346</a:t>
            </a:r>
            <a:r>
              <a:rPr kumimoji="0" lang="en-US" sz="2700" b="0" i="0" u="none" strike="noStrike" kern="0" cap="none" spc="-15" normalizeH="0" baseline="0" noProof="0" dirty="0">
                <a:ln>
                  <a:noFill/>
                </a:ln>
                <a:solidFill>
                  <a:srgbClr val="292934"/>
                </a:solidFill>
                <a:effectLst/>
                <a:uLnTx/>
                <a:uFillTx/>
                <a:latin typeface="Trebuchet MS"/>
                <a:cs typeface="Trebuchet MS"/>
              </a:rPr>
              <a:t>&gt;</a:t>
            </a:r>
            <a:r>
              <a:rPr kumimoji="0" sz="2700" b="0" i="0" u="none" strike="noStrike" kern="0" cap="none" spc="-15" normalizeH="0" baseline="0" noProof="0" dirty="0">
                <a:ln>
                  <a:noFill/>
                </a:ln>
                <a:solidFill>
                  <a:srgbClr val="292934"/>
                </a:solidFill>
                <a:effectLst/>
                <a:uLnTx/>
                <a:uFillTx/>
                <a:latin typeface="Trebuchet MS"/>
                <a:cs typeface="Trebuchet MS"/>
              </a:rPr>
              <a:t> </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kumimoji="0" sz="2700" b="0" i="0" u="none" strike="noStrike" kern="0" cap="none" spc="-15" normalizeH="0" baseline="0" noProof="0" dirty="0">
                <a:ln>
                  <a:noFill/>
                </a:ln>
                <a:solidFill>
                  <a:srgbClr val="292934"/>
                </a:solidFill>
                <a:effectLst/>
                <a:uLnTx/>
                <a:uFillTx/>
                <a:latin typeface="Trebuchet MS"/>
                <a:cs typeface="Trebuchet MS"/>
              </a:rPr>
              <a:t>186</a:t>
            </a:r>
            <a:r>
              <a:rPr kumimoji="0" lang="en-US" sz="2700" b="0" i="0" u="none" strike="noStrike" kern="0" cap="none" spc="-15" normalizeH="0" baseline="0" noProof="0" dirty="0">
                <a:ln>
                  <a:noFill/>
                </a:ln>
                <a:solidFill>
                  <a:srgbClr val="292934"/>
                </a:solidFill>
                <a:effectLst/>
                <a:uLnTx/>
                <a:uFillTx/>
                <a:latin typeface="Trebuchet MS"/>
                <a:cs typeface="Trebuchet MS"/>
              </a:rPr>
              <a:t>, </a:t>
            </a:r>
            <a:r>
              <a:rPr kumimoji="0" sz="2700" b="0" i="0" u="none" strike="noStrike" kern="0" cap="none" spc="-15" normalizeH="0" baseline="0" noProof="0" dirty="0">
                <a:ln>
                  <a:noFill/>
                </a:ln>
                <a:solidFill>
                  <a:srgbClr val="292934"/>
                </a:solidFill>
                <a:effectLst/>
                <a:uLnTx/>
                <a:uFillTx/>
                <a:latin typeface="Trebuchet MS"/>
                <a:cs typeface="Trebuchet MS"/>
              </a:rPr>
              <a:t>274</a:t>
            </a:r>
            <a:r>
              <a:rPr kumimoji="0" lang="en-US" sz="2700" b="0" i="0" u="none" strike="noStrike" kern="0" cap="none" spc="-15" normalizeH="0" baseline="0" noProof="0" dirty="0">
                <a:ln>
                  <a:noFill/>
                </a:ln>
                <a:solidFill>
                  <a:srgbClr val="292934"/>
                </a:solidFill>
                <a:effectLst/>
                <a:uLnTx/>
                <a:uFillTx/>
                <a:latin typeface="Trebuchet MS"/>
                <a:cs typeface="Trebuchet MS"/>
              </a:rPr>
              <a:t>&gt;</a:t>
            </a:r>
            <a:endParaRPr kumimoji="0" lang="en-US" sz="2700" b="0" i="0" u="none" strike="noStrike" kern="0" cap="none" spc="614"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kumimoji="0" sz="2700" b="0" i="0" u="none" strike="noStrike" kern="0" cap="none" spc="-15" normalizeH="0" baseline="0" noProof="0" dirty="0">
                <a:ln>
                  <a:noFill/>
                </a:ln>
                <a:solidFill>
                  <a:srgbClr val="292934"/>
                </a:solidFill>
                <a:effectLst/>
                <a:uLnTx/>
                <a:uFillTx/>
                <a:latin typeface="Trebuchet MS"/>
                <a:cs typeface="Trebuchet MS"/>
              </a:rPr>
              <a:t>186</a:t>
            </a:r>
            <a:r>
              <a:rPr kumimoji="0" lang="en-US" sz="2700" b="0" i="0" u="none" strike="noStrike" kern="0" cap="none" spc="-15" normalizeH="0" baseline="0" noProof="0" dirty="0">
                <a:ln>
                  <a:noFill/>
                </a:ln>
                <a:solidFill>
                  <a:srgbClr val="292934"/>
                </a:solidFill>
                <a:effectLst/>
                <a:uLnTx/>
                <a:uFillTx/>
                <a:latin typeface="Trebuchet MS"/>
                <a:cs typeface="Trebuchet MS"/>
              </a:rPr>
              <a:t>, </a:t>
            </a:r>
            <a:r>
              <a:rPr kumimoji="0" sz="2700" b="0" i="0" u="none" strike="noStrike" kern="0" cap="none" spc="-15" normalizeH="0" baseline="0" noProof="0" dirty="0">
                <a:ln>
                  <a:noFill/>
                </a:ln>
                <a:solidFill>
                  <a:srgbClr val="292934"/>
                </a:solidFill>
                <a:effectLst/>
                <a:uLnTx/>
                <a:uFillTx/>
                <a:latin typeface="Trebuchet MS"/>
                <a:cs typeface="Trebuchet MS"/>
              </a:rPr>
              <a:t>265</a:t>
            </a:r>
            <a:r>
              <a:rPr kumimoji="0" lang="en-US" sz="2700" b="0" i="0" u="none" strike="noStrike" kern="0" cap="none" spc="-15" normalizeH="0" baseline="0" noProof="0" dirty="0">
                <a:ln>
                  <a:noFill/>
                </a:ln>
                <a:solidFill>
                  <a:srgbClr val="292934"/>
                </a:solidFill>
                <a:effectLst/>
                <a:uLnTx/>
                <a:uFillTx/>
                <a:latin typeface="Trebuchet MS"/>
                <a:cs typeface="Trebuchet MS"/>
              </a:rPr>
              <a:t>&gt;</a:t>
            </a:r>
            <a:endParaRPr kumimoji="0" sz="2700" b="0" i="0" u="none" strike="noStrike" kern="0" cap="none" spc="0" normalizeH="0" baseline="0" noProof="0" dirty="0">
              <a:ln>
                <a:noFill/>
              </a:ln>
              <a:solidFill>
                <a:srgbClr val="292934"/>
              </a:solidFill>
              <a:effectLst/>
              <a:uLnTx/>
              <a:uFillTx/>
              <a:latin typeface="Trebuchet MS"/>
              <a:cs typeface="Trebuchet MS"/>
            </a:endParaRPr>
          </a:p>
        </p:txBody>
      </p:sp>
      <p:cxnSp>
        <p:nvCxnSpPr>
          <p:cNvPr id="9" name="Straight Arrow Connector 8">
            <a:extLst>
              <a:ext uri="{FF2B5EF4-FFF2-40B4-BE49-F238E27FC236}">
                <a16:creationId xmlns:a16="http://schemas.microsoft.com/office/drawing/2014/main" id="{D97F9BF4-E059-90F6-3406-CC57490F091C}"/>
              </a:ext>
            </a:extLst>
          </p:cNvPr>
          <p:cNvCxnSpPr>
            <a:cxnSpLocks/>
            <a:stCxn id="7" idx="3"/>
          </p:cNvCxnSpPr>
          <p:nvPr/>
        </p:nvCxnSpPr>
        <p:spPr>
          <a:xfrm>
            <a:off x="6572250" y="6831078"/>
            <a:ext cx="1188720" cy="7872"/>
          </a:xfrm>
          <a:prstGeom prst="straightConnector1">
            <a:avLst/>
          </a:prstGeom>
          <a:noFill/>
          <a:ln w="38100" cap="flat" cmpd="sng" algn="ctr">
            <a:solidFill>
              <a:srgbClr val="93A299"/>
            </a:solidFill>
            <a:prstDash val="solid"/>
            <a:tailEnd type="triangle"/>
          </a:ln>
          <a:effectLst/>
        </p:spPr>
      </p:cxnSp>
      <p:cxnSp>
        <p:nvCxnSpPr>
          <p:cNvPr id="10" name="Straight Arrow Connector 9">
            <a:extLst>
              <a:ext uri="{FF2B5EF4-FFF2-40B4-BE49-F238E27FC236}">
                <a16:creationId xmlns:a16="http://schemas.microsoft.com/office/drawing/2014/main" id="{BB58A043-F47B-086E-1D64-F39850C0BB17}"/>
              </a:ext>
            </a:extLst>
          </p:cNvPr>
          <p:cNvCxnSpPr>
            <a:cxnSpLocks/>
          </p:cNvCxnSpPr>
          <p:nvPr/>
        </p:nvCxnSpPr>
        <p:spPr>
          <a:xfrm>
            <a:off x="10876865" y="6853618"/>
            <a:ext cx="1188720" cy="7872"/>
          </a:xfrm>
          <a:prstGeom prst="straightConnector1">
            <a:avLst/>
          </a:prstGeom>
          <a:noFill/>
          <a:ln w="38100" cap="flat" cmpd="sng" algn="ctr">
            <a:solidFill>
              <a:srgbClr val="93A299"/>
            </a:solidFill>
            <a:prstDash val="solid"/>
            <a:tailEnd type="triangle"/>
          </a:ln>
          <a:effectLst/>
        </p:spPr>
      </p:cxnSp>
      <p:sp>
        <p:nvSpPr>
          <p:cNvPr id="12" name="Rectangle 11">
            <a:extLst>
              <a:ext uri="{FF2B5EF4-FFF2-40B4-BE49-F238E27FC236}">
                <a16:creationId xmlns:a16="http://schemas.microsoft.com/office/drawing/2014/main" id="{6957849B-2C81-1591-F896-50A915B88ABF}"/>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Map users to the movies they watched</a:t>
            </a:r>
          </a:p>
        </p:txBody>
      </p:sp>
      <p:sp>
        <p:nvSpPr>
          <p:cNvPr id="13" name="Rectangle 12">
            <a:extLst>
              <a:ext uri="{FF2B5EF4-FFF2-40B4-BE49-F238E27FC236}">
                <a16:creationId xmlns:a16="http://schemas.microsoft.com/office/drawing/2014/main" id="{C8336378-B197-D0C2-00D1-6D1DAF29C82C}"/>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Tree>
    <p:extLst>
      <p:ext uri="{BB962C8B-B14F-4D97-AF65-F5344CB8AC3E}">
        <p14:creationId xmlns:p14="http://schemas.microsoft.com/office/powerpoint/2010/main" val="1567670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68CC-88A1-CDF2-6640-876951F7B9B4}"/>
              </a:ext>
            </a:extLst>
          </p:cNvPr>
          <p:cNvSpPr>
            <a:spLocks noGrp="1"/>
          </p:cNvSpPr>
          <p:nvPr>
            <p:ph type="title"/>
          </p:nvPr>
        </p:nvSpPr>
        <p:spPr/>
        <p:txBody>
          <a:bodyPr/>
          <a:lstStyle/>
          <a:p>
            <a:r>
              <a:rPr lang="en-US" spc="-8" dirty="0"/>
              <a:t>Shuffle and</a:t>
            </a:r>
            <a:r>
              <a:rPr lang="en-US" spc="-68" dirty="0"/>
              <a:t> </a:t>
            </a:r>
            <a:r>
              <a:rPr lang="en-US" dirty="0"/>
              <a:t>Sort</a:t>
            </a:r>
          </a:p>
        </p:txBody>
      </p:sp>
      <p:sp>
        <p:nvSpPr>
          <p:cNvPr id="21" name="TextBox 20">
            <a:extLst>
              <a:ext uri="{FF2B5EF4-FFF2-40B4-BE49-F238E27FC236}">
                <a16:creationId xmlns:a16="http://schemas.microsoft.com/office/drawing/2014/main" id="{895067E3-4F93-CF94-15F6-36A8A2895402}"/>
              </a:ext>
            </a:extLst>
          </p:cNvPr>
          <p:cNvSpPr txBox="1"/>
          <p:nvPr/>
        </p:nvSpPr>
        <p:spPr>
          <a:xfrm>
            <a:off x="1098551" y="7732060"/>
            <a:ext cx="16084550" cy="1754326"/>
          </a:xfrm>
          <a:prstGeom prst="rect">
            <a:avLst/>
          </a:prstGeom>
          <a:noFill/>
        </p:spPr>
        <p:txBody>
          <a:bodyPr wrap="square" rtlCol="0">
            <a:spAutoFit/>
          </a:bodyPr>
          <a:lstStyle/>
          <a:p>
            <a:pPr algn="ctr" defTabSz="1371600" fontAlgn="auto">
              <a:spcBef>
                <a:spcPts val="0"/>
              </a:spcBef>
              <a:spcAft>
                <a:spcPts val="0"/>
              </a:spcAft>
            </a:pPr>
            <a:r>
              <a:rPr lang="en-US" sz="2700" dirty="0">
                <a:solidFill>
                  <a:srgbClr val="292934"/>
                </a:solidFill>
                <a:latin typeface="Arial"/>
              </a:rPr>
              <a:t>After shuffle and sort, all values associated with the same key are grouped together</a:t>
            </a:r>
          </a:p>
          <a:p>
            <a:pPr algn="ctr" defTabSz="1371600" fontAlgn="auto">
              <a:spcBef>
                <a:spcPts val="0"/>
              </a:spcBef>
              <a:spcAft>
                <a:spcPts val="0"/>
              </a:spcAft>
            </a:pPr>
            <a:endParaRPr lang="en-US" sz="2700" dirty="0">
              <a:solidFill>
                <a:srgbClr val="292934"/>
              </a:solidFill>
              <a:latin typeface="Arial"/>
            </a:endParaRPr>
          </a:p>
          <a:p>
            <a:pPr algn="ctr" defTabSz="1371600" fontAlgn="auto">
              <a:spcBef>
                <a:spcPts val="0"/>
              </a:spcBef>
              <a:spcAft>
                <a:spcPts val="0"/>
              </a:spcAft>
            </a:pPr>
            <a:r>
              <a:rPr lang="en-US" sz="2700" dirty="0">
                <a:solidFill>
                  <a:srgbClr val="292934"/>
                </a:solidFill>
                <a:latin typeface="Arial"/>
              </a:rPr>
              <a:t>The key-value pairs are presented to reducers in sorted order by their keys</a:t>
            </a:r>
          </a:p>
          <a:p>
            <a:pPr defTabSz="1371600" fontAlgn="auto">
              <a:spcBef>
                <a:spcPts val="0"/>
              </a:spcBef>
              <a:spcAft>
                <a:spcPts val="0"/>
              </a:spcAft>
            </a:pPr>
            <a:endParaRPr lang="en-US" sz="2700" dirty="0">
              <a:solidFill>
                <a:srgbClr val="292934"/>
              </a:solidFill>
              <a:latin typeface="Arial"/>
            </a:endParaRPr>
          </a:p>
        </p:txBody>
      </p:sp>
      <p:sp>
        <p:nvSpPr>
          <p:cNvPr id="5" name="Rectangle 4">
            <a:extLst>
              <a:ext uri="{FF2B5EF4-FFF2-40B4-BE49-F238E27FC236}">
                <a16:creationId xmlns:a16="http://schemas.microsoft.com/office/drawing/2014/main" id="{63E379E9-EC08-85E6-7865-15F9D4810156}"/>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Group values sharing the same key and sort by key</a:t>
            </a:r>
          </a:p>
        </p:txBody>
      </p:sp>
      <p:sp>
        <p:nvSpPr>
          <p:cNvPr id="6" name="Rectangle 5">
            <a:extLst>
              <a:ext uri="{FF2B5EF4-FFF2-40B4-BE49-F238E27FC236}">
                <a16:creationId xmlns:a16="http://schemas.microsoft.com/office/drawing/2014/main" id="{008650F5-B926-C933-4918-2A1692ECB3A3}"/>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4" name="Picture 3" descr="This image illustrates the Shuffle and Sort phase in a MapReduce job, where intermediate key-value pairs produced by the Mapper function are organized by key. Here’s a detailed description:&#10;&#10;1. **Intermediate Key-Value Pairs**:&#10;   - The Mapper function has output key-value pairs of `&lt;user-id, movie-id&gt;`, such as:&#10;     - `&lt;196, 242&gt;`&#10;     - `&lt;186, 302&gt;`&#10;     - `&lt;196, 377&gt;`&#10;     - `&lt;244, 51&gt;`&#10;     - `&lt;166, 346&gt;`&#10;     - `&lt;186, 274&gt;`&#10;     - `&lt;186, 265&gt;`&#10;&#10;2. **Collect and Group**:&#10;   - The goal is to collect all Movie IDs that share the same User ID together.&#10;   - For example, all Movie IDs rated by user 186 should be grouped together.&#10;&#10;3. **Shuffle and Sort**:&#10;   - This phase takes the intermediate key-value pairs and organizes them by key (User ID).&#10;   - The key-value pairs are shuffled and sorted to group all Movie IDs for each User ID.&#10;   - The output of this phase is a new set of key-value pairs where each key is a User ID and each value is a list of Movie IDs.&#10;&#10;4. **Grouped Output**:&#10;   - After shuffling and sorting, the key-value pairs are:&#10;     - `&lt;166, {346}&gt;`&#10;     - `&lt;186, {302, 274, 265}&gt;`&#10;     - `&lt;196, {242, 377}&gt;`&#10;     - `&lt;244, {51}&gt;`&#10;&#10;This phase ensures that all data related to the same key (User ID) is grouped together, allowing for efficient processing in the subsequent Reduce phase. The final grouped key-value pairs will be processed by the Reducer to generate the desired output.">
            <a:extLst>
              <a:ext uri="{FF2B5EF4-FFF2-40B4-BE49-F238E27FC236}">
                <a16:creationId xmlns:a16="http://schemas.microsoft.com/office/drawing/2014/main" id="{2526F322-FF46-7273-8A91-528C544AA2C1}"/>
              </a:ext>
            </a:extLst>
          </p:cNvPr>
          <p:cNvPicPr>
            <a:picLocks noChangeAspect="1"/>
          </p:cNvPicPr>
          <p:nvPr/>
        </p:nvPicPr>
        <p:blipFill>
          <a:blip r:embed="rId2"/>
          <a:stretch>
            <a:fillRect/>
          </a:stretch>
        </p:blipFill>
        <p:spPr>
          <a:xfrm>
            <a:off x="3050598" y="4172383"/>
            <a:ext cx="12186804" cy="3189143"/>
          </a:xfrm>
          <a:prstGeom prst="rect">
            <a:avLst/>
          </a:prstGeom>
        </p:spPr>
      </p:pic>
    </p:spTree>
    <p:extLst>
      <p:ext uri="{BB962C8B-B14F-4D97-AF65-F5344CB8AC3E}">
        <p14:creationId xmlns:p14="http://schemas.microsoft.com/office/powerpoint/2010/main" val="2329796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6857-13EB-4315-36AB-964A9F371D68}"/>
              </a:ext>
            </a:extLst>
          </p:cNvPr>
          <p:cNvSpPr>
            <a:spLocks noGrp="1"/>
          </p:cNvSpPr>
          <p:nvPr>
            <p:ph type="title"/>
          </p:nvPr>
        </p:nvSpPr>
        <p:spPr/>
        <p:txBody>
          <a:bodyPr/>
          <a:lstStyle/>
          <a:p>
            <a:r>
              <a:rPr lang="en-US" sz="6000" dirty="0"/>
              <a:t>Reduce Phase</a:t>
            </a:r>
            <a:endParaRPr lang="en-US" dirty="0"/>
          </a:p>
        </p:txBody>
      </p:sp>
      <p:sp>
        <p:nvSpPr>
          <p:cNvPr id="12" name="Rectangle 11">
            <a:extLst>
              <a:ext uri="{FF2B5EF4-FFF2-40B4-BE49-F238E27FC236}">
                <a16:creationId xmlns:a16="http://schemas.microsoft.com/office/drawing/2014/main" id="{9E62C9B8-2E70-1EBA-0FB0-03A8E70CF44E}"/>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Count the number of movies that each user reviewed</a:t>
            </a:r>
          </a:p>
        </p:txBody>
      </p:sp>
      <p:sp>
        <p:nvSpPr>
          <p:cNvPr id="13" name="Rectangle 12">
            <a:extLst>
              <a:ext uri="{FF2B5EF4-FFF2-40B4-BE49-F238E27FC236}">
                <a16:creationId xmlns:a16="http://schemas.microsoft.com/office/drawing/2014/main" id="{02A75905-7FBD-0EB8-8232-ED0B9A125D76}"/>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15" name="Picture 14" descr="This image illustrates the Reduce phase in a MapReduce job, where the grouped key-value pairs from the Shuffle and Sort phase are processed to generate the final output. Here’s a detailed description:&#10;&#10;1. **Input to Reducer**:&#10;   - The input to the Reducer consists of key-value pairs where each key is a User ID, and each value is a list of Movie IDs that the user has rated.&#10;   - Example input key-value pairs are:&#10;     - `&lt;166, {346}&gt;`&#10;     - `&lt;186, {302, 274, 265}&gt;`&#10;     - `&lt;196, {242, 377}&gt;`&#10;     - `&lt;244, {51}&gt;`&#10;&#10;2. **Reducer Function**:&#10;   - The Reducer processes each input key-value pair.&#10;   - For each User ID, the Reducer counts the number of Movie IDs in the list.&#10;   - The output is a new key-value pair where the key is the User ID, and the value is the count of Movie IDs.&#10;&#10;3. **Output**:&#10;   - The final output key-value pairs are:&#10;     - `&lt;166, 1&gt;` (User 166 has rated 1 movie)&#10;     - `&lt;186, 3&gt;` (User 186 has rated 3 movies)&#10;     - `&lt;196, 2&gt;` (User 196 has rated 2 movies)&#10;     - `&lt;244, 1&gt;` (User 244 has rated 1 movie)&#10;&#10;This phase aggregates the data to provide a count of movies reviewed by each user, demonstrating how the Reduce function processes and summarizes the grouped data from the Shuffle and Sort phase. The final output can be used for analysis or further processing, depending on the application’s requirements.">
            <a:extLst>
              <a:ext uri="{FF2B5EF4-FFF2-40B4-BE49-F238E27FC236}">
                <a16:creationId xmlns:a16="http://schemas.microsoft.com/office/drawing/2014/main" id="{41BAC8C2-5E7F-0684-A73E-21F1B8A8A673}"/>
              </a:ext>
            </a:extLst>
          </p:cNvPr>
          <p:cNvPicPr>
            <a:picLocks noChangeAspect="1"/>
          </p:cNvPicPr>
          <p:nvPr/>
        </p:nvPicPr>
        <p:blipFill>
          <a:blip r:embed="rId2"/>
          <a:stretch>
            <a:fillRect/>
          </a:stretch>
        </p:blipFill>
        <p:spPr>
          <a:xfrm>
            <a:off x="1662112" y="4265469"/>
            <a:ext cx="14942993" cy="4021281"/>
          </a:xfrm>
          <a:prstGeom prst="rect">
            <a:avLst/>
          </a:prstGeom>
        </p:spPr>
      </p:pic>
    </p:spTree>
    <p:extLst>
      <p:ext uri="{BB962C8B-B14F-4D97-AF65-F5344CB8AC3E}">
        <p14:creationId xmlns:p14="http://schemas.microsoft.com/office/powerpoint/2010/main" val="4243432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106DC-22AF-F1C1-369E-479414DE3224}"/>
              </a:ext>
            </a:extLst>
          </p:cNvPr>
          <p:cNvSpPr>
            <a:spLocks noGrp="1"/>
          </p:cNvSpPr>
          <p:nvPr>
            <p:ph type="title"/>
          </p:nvPr>
        </p:nvSpPr>
        <p:spPr/>
        <p:txBody>
          <a:bodyPr/>
          <a:lstStyle/>
          <a:p>
            <a:r>
              <a:rPr lang="en-US" dirty="0"/>
              <a:t>Putting </a:t>
            </a:r>
            <a:r>
              <a:rPr lang="en-US" spc="-8" dirty="0"/>
              <a:t>it </a:t>
            </a:r>
            <a:r>
              <a:rPr lang="en-US" dirty="0"/>
              <a:t>All</a:t>
            </a:r>
            <a:r>
              <a:rPr lang="en-US" spc="-570" dirty="0"/>
              <a:t> </a:t>
            </a:r>
            <a:r>
              <a:rPr lang="en-US" spc="-113" dirty="0"/>
              <a:t>Together</a:t>
            </a:r>
            <a:endParaRPr lang="en-US" dirty="0"/>
          </a:p>
        </p:txBody>
      </p:sp>
      <p:sp>
        <p:nvSpPr>
          <p:cNvPr id="3" name="object 4">
            <a:extLst>
              <a:ext uri="{FF2B5EF4-FFF2-40B4-BE49-F238E27FC236}">
                <a16:creationId xmlns:a16="http://schemas.microsoft.com/office/drawing/2014/main" id="{FBF7D440-F9DB-08B2-51C2-7843E0D7369C}"/>
              </a:ext>
            </a:extLst>
          </p:cNvPr>
          <p:cNvSpPr txBox="1"/>
          <p:nvPr/>
        </p:nvSpPr>
        <p:spPr>
          <a:xfrm>
            <a:off x="2845484" y="7921559"/>
            <a:ext cx="2112224" cy="388568"/>
          </a:xfrm>
          <a:prstGeom prst="rect">
            <a:avLst/>
          </a:prstGeom>
        </p:spPr>
        <p:txBody>
          <a:bodyPr vert="horz" wrap="square" lIns="0" tIns="19050" rIns="0" bIns="0" rtlCol="0">
            <a:spAutoFit/>
          </a:bodyPr>
          <a:lstStyle/>
          <a:p>
            <a:pPr marL="19050" defTabSz="1371600" fontAlgn="auto">
              <a:spcBef>
                <a:spcPts val="150"/>
              </a:spcBef>
              <a:spcAft>
                <a:spcPts val="0"/>
              </a:spcAft>
            </a:pPr>
            <a:r>
              <a:rPr lang="en-US" sz="2400" spc="-15" dirty="0">
                <a:solidFill>
                  <a:srgbClr val="292934"/>
                </a:solidFill>
                <a:latin typeface="Trebuchet MS"/>
                <a:cs typeface="Trebuchet MS"/>
              </a:rPr>
              <a:t>&lt;</a:t>
            </a:r>
            <a:r>
              <a:rPr sz="2400" spc="-15" dirty="0">
                <a:solidFill>
                  <a:srgbClr val="292934"/>
                </a:solidFill>
                <a:latin typeface="Trebuchet MS"/>
                <a:cs typeface="Trebuchet MS"/>
              </a:rPr>
              <a:t>166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346</a:t>
            </a:r>
            <a:r>
              <a:rPr lang="en-US" sz="2400" spc="-15" dirty="0">
                <a:solidFill>
                  <a:srgbClr val="292934"/>
                </a:solidFill>
                <a:latin typeface="Trebuchet MS"/>
                <a:cs typeface="Trebuchet MS"/>
              </a:rPr>
              <a:t>}&gt;</a:t>
            </a:r>
            <a:endParaRPr sz="2400" dirty="0">
              <a:solidFill>
                <a:srgbClr val="292934"/>
              </a:solidFill>
              <a:latin typeface="Trebuchet MS"/>
              <a:cs typeface="Trebuchet MS"/>
            </a:endParaRPr>
          </a:p>
        </p:txBody>
      </p:sp>
      <p:sp>
        <p:nvSpPr>
          <p:cNvPr id="4" name="object 5">
            <a:extLst>
              <a:ext uri="{FF2B5EF4-FFF2-40B4-BE49-F238E27FC236}">
                <a16:creationId xmlns:a16="http://schemas.microsoft.com/office/drawing/2014/main" id="{4C2549C6-5826-DAA1-41F8-2C909089880F}"/>
              </a:ext>
            </a:extLst>
          </p:cNvPr>
          <p:cNvSpPr txBox="1"/>
          <p:nvPr/>
        </p:nvSpPr>
        <p:spPr>
          <a:xfrm>
            <a:off x="11742929" y="7921561"/>
            <a:ext cx="1843376" cy="388568"/>
          </a:xfrm>
          <a:prstGeom prst="rect">
            <a:avLst/>
          </a:prstGeom>
        </p:spPr>
        <p:txBody>
          <a:bodyPr vert="horz" wrap="square" lIns="0" tIns="19050" rIns="0" bIns="0" rtlCol="0">
            <a:spAutoFit/>
          </a:bodyPr>
          <a:lstStyle/>
          <a:p>
            <a:pPr marL="19050" defTabSz="1371600" fontAlgn="auto">
              <a:spcBef>
                <a:spcPts val="150"/>
              </a:spcBef>
              <a:spcAft>
                <a:spcPts val="0"/>
              </a:spcAft>
            </a:pPr>
            <a:r>
              <a:rPr lang="en-US" sz="2400" spc="-8" dirty="0">
                <a:solidFill>
                  <a:srgbClr val="292934"/>
                </a:solidFill>
                <a:latin typeface="Trebuchet MS"/>
                <a:cs typeface="Trebuchet MS"/>
              </a:rPr>
              <a:t>&lt;</a:t>
            </a:r>
            <a:r>
              <a:rPr sz="2400" spc="-8" dirty="0">
                <a:solidFill>
                  <a:srgbClr val="292934"/>
                </a:solidFill>
                <a:latin typeface="Trebuchet MS"/>
                <a:cs typeface="Trebuchet MS"/>
              </a:rPr>
              <a:t>244</a:t>
            </a:r>
            <a:r>
              <a:rPr lang="en-US" sz="2400" spc="-8" dirty="0">
                <a:solidFill>
                  <a:srgbClr val="292934"/>
                </a:solidFill>
                <a:latin typeface="Trebuchet MS"/>
                <a:cs typeface="Trebuchet MS"/>
              </a:rPr>
              <a:t>, {</a:t>
            </a:r>
            <a:r>
              <a:rPr sz="2400" spc="-8" dirty="0">
                <a:solidFill>
                  <a:srgbClr val="292934"/>
                </a:solidFill>
                <a:latin typeface="Trebuchet MS"/>
                <a:cs typeface="Trebuchet MS"/>
              </a:rPr>
              <a:t>51</a:t>
            </a:r>
            <a:r>
              <a:rPr lang="en-US" sz="2400" spc="-8" dirty="0">
                <a:solidFill>
                  <a:srgbClr val="292934"/>
                </a:solidFill>
                <a:latin typeface="Trebuchet MS"/>
                <a:cs typeface="Trebuchet MS"/>
              </a:rPr>
              <a:t>}&gt;</a:t>
            </a:r>
            <a:endParaRPr sz="2400" dirty="0">
              <a:solidFill>
                <a:srgbClr val="292934"/>
              </a:solidFill>
              <a:latin typeface="Trebuchet MS"/>
              <a:cs typeface="Trebuchet MS"/>
            </a:endParaRPr>
          </a:p>
        </p:txBody>
      </p:sp>
      <p:sp>
        <p:nvSpPr>
          <p:cNvPr id="5" name="object 6">
            <a:extLst>
              <a:ext uri="{FF2B5EF4-FFF2-40B4-BE49-F238E27FC236}">
                <a16:creationId xmlns:a16="http://schemas.microsoft.com/office/drawing/2014/main" id="{ED2F6676-F18C-CE50-3106-F8965BF56979}"/>
              </a:ext>
            </a:extLst>
          </p:cNvPr>
          <p:cNvSpPr txBox="1"/>
          <p:nvPr/>
        </p:nvSpPr>
        <p:spPr>
          <a:xfrm>
            <a:off x="2512596" y="5360620"/>
            <a:ext cx="12230097" cy="1309333"/>
          </a:xfrm>
          <a:prstGeom prst="rect">
            <a:avLst/>
          </a:prstGeom>
        </p:spPr>
        <p:txBody>
          <a:bodyPr vert="horz" wrap="square" lIns="0" tIns="19050" rIns="0" bIns="0" rtlCol="0">
            <a:spAutoFit/>
          </a:bodyPr>
          <a:lstStyle/>
          <a:p>
            <a:pPr algn="ctr" defTabSz="1371600" fontAlgn="auto">
              <a:spcBef>
                <a:spcPts val="150"/>
              </a:spcBef>
              <a:spcAft>
                <a:spcPts val="0"/>
              </a:spcAft>
            </a:pPr>
            <a:r>
              <a:rPr sz="2400" b="1" spc="-8" dirty="0">
                <a:solidFill>
                  <a:srgbClr val="292934"/>
                </a:solidFill>
                <a:latin typeface="Trebuchet MS"/>
                <a:cs typeface="Trebuchet MS"/>
              </a:rPr>
              <a:t>MAPPER</a:t>
            </a:r>
            <a:endParaRPr sz="2400" dirty="0">
              <a:solidFill>
                <a:srgbClr val="292934"/>
              </a:solidFill>
              <a:latin typeface="Trebuchet MS"/>
              <a:cs typeface="Trebuchet MS"/>
            </a:endParaRPr>
          </a:p>
          <a:p>
            <a:pPr defTabSz="1371600" fontAlgn="auto">
              <a:spcBef>
                <a:spcPts val="68"/>
              </a:spcBef>
              <a:spcAft>
                <a:spcPts val="0"/>
              </a:spcAft>
            </a:pPr>
            <a:endParaRPr sz="3200" dirty="0">
              <a:solidFill>
                <a:srgbClr val="292934"/>
              </a:solidFill>
              <a:latin typeface="Times New Roman"/>
              <a:cs typeface="Times New Roman"/>
            </a:endParaRPr>
          </a:p>
          <a:p>
            <a:pPr algn="ctr" defTabSz="1371600" fontAlgn="auto">
              <a:spcBef>
                <a:spcPts val="0"/>
              </a:spcBef>
              <a:spcAft>
                <a:spcPts val="0"/>
              </a:spcAft>
            </a:pPr>
            <a:r>
              <a:rPr lang="en-US" sz="2400" spc="-15" dirty="0">
                <a:solidFill>
                  <a:srgbClr val="292934"/>
                </a:solidFill>
                <a:latin typeface="Trebuchet MS"/>
                <a:cs typeface="Trebuchet MS"/>
              </a:rPr>
              <a:t>&lt;</a:t>
            </a:r>
            <a:r>
              <a:rPr sz="2400" spc="-15" dirty="0">
                <a:solidFill>
                  <a:srgbClr val="292934"/>
                </a:solidFill>
                <a:latin typeface="Trebuchet MS"/>
                <a:cs typeface="Trebuchet MS"/>
              </a:rPr>
              <a:t>196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242</a:t>
            </a:r>
            <a:r>
              <a:rPr lang="en-US" sz="2400" spc="-15" dirty="0">
                <a:solidFill>
                  <a:srgbClr val="292934"/>
                </a:solidFill>
                <a:latin typeface="Trebuchet MS"/>
                <a:cs typeface="Trebuchet MS"/>
              </a:rPr>
              <a:t>&gt;</a:t>
            </a:r>
            <a:r>
              <a:rPr sz="2400" spc="-15" dirty="0">
                <a:solidFill>
                  <a:srgbClr val="292934"/>
                </a:solidFill>
                <a:latin typeface="Trebuchet MS"/>
                <a:cs typeface="Trebuchet MS"/>
              </a:rPr>
              <a:t> </a:t>
            </a:r>
            <a:r>
              <a:rPr lang="en-US" sz="2400" spc="-15" dirty="0">
                <a:solidFill>
                  <a:srgbClr val="292934"/>
                </a:solidFill>
                <a:latin typeface="Trebuchet MS"/>
                <a:cs typeface="Trebuchet MS"/>
              </a:rPr>
              <a:t>&lt;</a:t>
            </a:r>
            <a:r>
              <a:rPr sz="2400" spc="-15" dirty="0">
                <a:solidFill>
                  <a:srgbClr val="292934"/>
                </a:solidFill>
                <a:latin typeface="Trebuchet MS"/>
                <a:cs typeface="Trebuchet MS"/>
              </a:rPr>
              <a:t>186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302</a:t>
            </a:r>
            <a:r>
              <a:rPr lang="en-US" sz="2400" spc="-15" dirty="0">
                <a:solidFill>
                  <a:srgbClr val="292934"/>
                </a:solidFill>
                <a:latin typeface="Trebuchet MS"/>
                <a:cs typeface="Trebuchet MS"/>
              </a:rPr>
              <a:t>&gt;</a:t>
            </a:r>
            <a:r>
              <a:rPr sz="2400" spc="-15" dirty="0">
                <a:solidFill>
                  <a:srgbClr val="292934"/>
                </a:solidFill>
                <a:latin typeface="Trebuchet MS"/>
                <a:cs typeface="Trebuchet MS"/>
              </a:rPr>
              <a:t> </a:t>
            </a:r>
            <a:r>
              <a:rPr lang="en-US" sz="2400" spc="-15" dirty="0">
                <a:solidFill>
                  <a:srgbClr val="292934"/>
                </a:solidFill>
                <a:latin typeface="Trebuchet MS"/>
                <a:cs typeface="Trebuchet MS"/>
              </a:rPr>
              <a:t>&lt;</a:t>
            </a:r>
            <a:r>
              <a:rPr sz="2400" spc="-15" dirty="0">
                <a:solidFill>
                  <a:srgbClr val="292934"/>
                </a:solidFill>
                <a:latin typeface="Trebuchet MS"/>
                <a:cs typeface="Trebuchet MS"/>
              </a:rPr>
              <a:t>196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377</a:t>
            </a:r>
            <a:r>
              <a:rPr lang="en-US" sz="2400" spc="-15" dirty="0">
                <a:solidFill>
                  <a:srgbClr val="292934"/>
                </a:solidFill>
                <a:latin typeface="Trebuchet MS"/>
                <a:cs typeface="Trebuchet MS"/>
              </a:rPr>
              <a:t>&gt;</a:t>
            </a:r>
            <a:r>
              <a:rPr sz="2400" spc="-15" dirty="0">
                <a:solidFill>
                  <a:srgbClr val="292934"/>
                </a:solidFill>
                <a:latin typeface="Trebuchet MS"/>
                <a:cs typeface="Trebuchet MS"/>
              </a:rPr>
              <a:t> </a:t>
            </a:r>
            <a:r>
              <a:rPr lang="en-US" sz="2400" spc="-15" dirty="0">
                <a:solidFill>
                  <a:srgbClr val="292934"/>
                </a:solidFill>
                <a:latin typeface="Trebuchet MS"/>
                <a:cs typeface="Trebuchet MS"/>
              </a:rPr>
              <a:t>&lt;</a:t>
            </a:r>
            <a:r>
              <a:rPr sz="2400" spc="-8" dirty="0">
                <a:solidFill>
                  <a:srgbClr val="292934"/>
                </a:solidFill>
                <a:latin typeface="Trebuchet MS"/>
                <a:cs typeface="Trebuchet MS"/>
              </a:rPr>
              <a:t>244</a:t>
            </a:r>
            <a:r>
              <a:rPr lang="en-US" sz="2400" spc="-8" dirty="0">
                <a:solidFill>
                  <a:srgbClr val="292934"/>
                </a:solidFill>
                <a:latin typeface="Trebuchet MS"/>
                <a:cs typeface="Trebuchet MS"/>
              </a:rPr>
              <a:t>, </a:t>
            </a:r>
            <a:r>
              <a:rPr sz="2400" spc="-8" dirty="0">
                <a:solidFill>
                  <a:srgbClr val="292934"/>
                </a:solidFill>
                <a:latin typeface="Trebuchet MS"/>
                <a:cs typeface="Trebuchet MS"/>
              </a:rPr>
              <a:t>51</a:t>
            </a:r>
            <a:r>
              <a:rPr lang="en-US" sz="2400" spc="-8" dirty="0">
                <a:solidFill>
                  <a:srgbClr val="292934"/>
                </a:solidFill>
                <a:latin typeface="Trebuchet MS"/>
                <a:cs typeface="Trebuchet MS"/>
              </a:rPr>
              <a:t>&gt;</a:t>
            </a:r>
            <a:r>
              <a:rPr sz="2400" spc="-8" dirty="0">
                <a:solidFill>
                  <a:srgbClr val="292934"/>
                </a:solidFill>
                <a:latin typeface="Trebuchet MS"/>
                <a:cs typeface="Trebuchet MS"/>
              </a:rPr>
              <a:t> </a:t>
            </a:r>
            <a:r>
              <a:rPr lang="en-US" sz="2400" spc="-8" dirty="0">
                <a:solidFill>
                  <a:srgbClr val="292934"/>
                </a:solidFill>
                <a:latin typeface="Trebuchet MS"/>
                <a:cs typeface="Trebuchet MS"/>
              </a:rPr>
              <a:t>&lt;</a:t>
            </a:r>
            <a:r>
              <a:rPr sz="2400" spc="-15" dirty="0">
                <a:solidFill>
                  <a:srgbClr val="292934"/>
                </a:solidFill>
                <a:latin typeface="Trebuchet MS"/>
                <a:cs typeface="Trebuchet MS"/>
              </a:rPr>
              <a:t>166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3</a:t>
            </a:r>
            <a:r>
              <a:rPr lang="en-US" sz="2400" spc="-15" dirty="0">
                <a:solidFill>
                  <a:srgbClr val="292934"/>
                </a:solidFill>
                <a:latin typeface="Trebuchet MS"/>
                <a:cs typeface="Trebuchet MS"/>
              </a:rPr>
              <a:t>46&gt;</a:t>
            </a:r>
            <a:r>
              <a:rPr sz="2400" spc="-15" dirty="0">
                <a:solidFill>
                  <a:srgbClr val="292934"/>
                </a:solidFill>
                <a:latin typeface="Trebuchet MS"/>
                <a:cs typeface="Trebuchet MS"/>
              </a:rPr>
              <a:t> </a:t>
            </a:r>
            <a:r>
              <a:rPr lang="en-US" sz="2400" spc="-15" dirty="0">
                <a:solidFill>
                  <a:srgbClr val="292934"/>
                </a:solidFill>
                <a:latin typeface="Trebuchet MS"/>
                <a:cs typeface="Trebuchet MS"/>
              </a:rPr>
              <a:t>&lt;</a:t>
            </a:r>
            <a:r>
              <a:rPr sz="2400" spc="-15" dirty="0">
                <a:solidFill>
                  <a:srgbClr val="292934"/>
                </a:solidFill>
                <a:latin typeface="Trebuchet MS"/>
                <a:cs typeface="Trebuchet MS"/>
              </a:rPr>
              <a:t>186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274</a:t>
            </a:r>
            <a:r>
              <a:rPr lang="en-US" sz="2400" spc="-15" dirty="0">
                <a:solidFill>
                  <a:srgbClr val="292934"/>
                </a:solidFill>
                <a:latin typeface="Trebuchet MS"/>
                <a:cs typeface="Trebuchet MS"/>
              </a:rPr>
              <a:t>&gt;</a:t>
            </a:r>
            <a:r>
              <a:rPr sz="2400" spc="614" dirty="0">
                <a:solidFill>
                  <a:srgbClr val="292934"/>
                </a:solidFill>
                <a:latin typeface="Trebuchet MS"/>
                <a:cs typeface="Trebuchet MS"/>
              </a:rPr>
              <a:t> </a:t>
            </a:r>
            <a:r>
              <a:rPr lang="en-US" sz="2400" spc="614" dirty="0">
                <a:solidFill>
                  <a:srgbClr val="292934"/>
                </a:solidFill>
                <a:latin typeface="Trebuchet MS"/>
                <a:cs typeface="Trebuchet MS"/>
              </a:rPr>
              <a:t>&lt;</a:t>
            </a:r>
            <a:r>
              <a:rPr sz="2400" spc="-15" dirty="0">
                <a:solidFill>
                  <a:srgbClr val="292934"/>
                </a:solidFill>
                <a:latin typeface="Trebuchet MS"/>
                <a:cs typeface="Trebuchet MS"/>
              </a:rPr>
              <a:t>186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265</a:t>
            </a:r>
            <a:r>
              <a:rPr lang="en-US" sz="2400" spc="-15" dirty="0">
                <a:solidFill>
                  <a:srgbClr val="292934"/>
                </a:solidFill>
                <a:latin typeface="Trebuchet MS"/>
                <a:cs typeface="Trebuchet MS"/>
              </a:rPr>
              <a:t>&gt;</a:t>
            </a:r>
            <a:endParaRPr sz="2400" dirty="0">
              <a:solidFill>
                <a:srgbClr val="292934"/>
              </a:solidFill>
              <a:latin typeface="Trebuchet MS"/>
              <a:cs typeface="Trebuchet MS"/>
            </a:endParaRPr>
          </a:p>
        </p:txBody>
      </p:sp>
      <p:sp>
        <p:nvSpPr>
          <p:cNvPr id="6" name="object 7">
            <a:extLst>
              <a:ext uri="{FF2B5EF4-FFF2-40B4-BE49-F238E27FC236}">
                <a16:creationId xmlns:a16="http://schemas.microsoft.com/office/drawing/2014/main" id="{4DF6DFAE-E818-04F0-DA78-C25E99B8C5F0}"/>
              </a:ext>
            </a:extLst>
          </p:cNvPr>
          <p:cNvSpPr txBox="1"/>
          <p:nvPr/>
        </p:nvSpPr>
        <p:spPr>
          <a:xfrm>
            <a:off x="3506504" y="8708137"/>
            <a:ext cx="10257251" cy="1029769"/>
          </a:xfrm>
          <a:prstGeom prst="rect">
            <a:avLst/>
          </a:prstGeom>
        </p:spPr>
        <p:txBody>
          <a:bodyPr vert="horz" wrap="square" lIns="0" tIns="19050" rIns="0" bIns="0" rtlCol="0">
            <a:spAutoFit/>
          </a:bodyPr>
          <a:lstStyle/>
          <a:p>
            <a:pPr marR="9525" algn="ctr" defTabSz="1371600" fontAlgn="auto">
              <a:spcBef>
                <a:spcPts val="150"/>
              </a:spcBef>
              <a:spcAft>
                <a:spcPts val="0"/>
              </a:spcAft>
            </a:pPr>
            <a:r>
              <a:rPr sz="2400" b="1" spc="-8" dirty="0">
                <a:solidFill>
                  <a:srgbClr val="292934"/>
                </a:solidFill>
                <a:latin typeface="Trebuchet MS"/>
                <a:cs typeface="Trebuchet MS"/>
              </a:rPr>
              <a:t>REDUCER</a:t>
            </a:r>
            <a:endParaRPr lang="en-US" sz="2400" dirty="0">
              <a:solidFill>
                <a:srgbClr val="292934"/>
              </a:solidFill>
              <a:latin typeface="Trebuchet MS"/>
              <a:cs typeface="Trebuchet MS"/>
            </a:endParaRPr>
          </a:p>
          <a:p>
            <a:pPr marR="9525" algn="ctr" defTabSz="1371600" fontAlgn="auto">
              <a:spcBef>
                <a:spcPts val="150"/>
              </a:spcBef>
              <a:spcAft>
                <a:spcPts val="0"/>
              </a:spcAft>
            </a:pPr>
            <a:endParaRPr sz="1400" dirty="0"/>
          </a:p>
          <a:p>
            <a:pPr algn="ctr" defTabSz="1371600" fontAlgn="auto">
              <a:spcBef>
                <a:spcPts val="0"/>
              </a:spcBef>
              <a:spcAft>
                <a:spcPts val="0"/>
              </a:spcAft>
              <a:tabLst>
                <a:tab pos="1054418" algn="l"/>
                <a:tab pos="2213610" algn="l"/>
                <a:tab pos="3268980" algn="l"/>
              </a:tabLst>
            </a:pPr>
            <a:r>
              <a:rPr lang="en-US" sz="2400" spc="-8" dirty="0">
                <a:solidFill>
                  <a:srgbClr val="292934"/>
                </a:solidFill>
                <a:latin typeface="Trebuchet MS"/>
                <a:cs typeface="Trebuchet MS"/>
              </a:rPr>
              <a:t>&lt;</a:t>
            </a:r>
            <a:r>
              <a:rPr sz="2400" spc="-8" dirty="0">
                <a:solidFill>
                  <a:srgbClr val="292934"/>
                </a:solidFill>
                <a:latin typeface="Trebuchet MS"/>
                <a:cs typeface="Trebuchet MS"/>
              </a:rPr>
              <a:t>1</a:t>
            </a:r>
            <a:r>
              <a:rPr sz="2400" spc="-15" dirty="0">
                <a:solidFill>
                  <a:srgbClr val="292934"/>
                </a:solidFill>
                <a:latin typeface="Trebuchet MS"/>
                <a:cs typeface="Trebuchet MS"/>
              </a:rPr>
              <a:t>6</a:t>
            </a:r>
            <a:r>
              <a:rPr sz="2400" spc="-8" dirty="0">
                <a:solidFill>
                  <a:srgbClr val="292934"/>
                </a:solidFill>
                <a:latin typeface="Trebuchet MS"/>
                <a:cs typeface="Trebuchet MS"/>
              </a:rPr>
              <a:t>6</a:t>
            </a:r>
            <a:r>
              <a:rPr lang="en-US" sz="2400" spc="-15" dirty="0">
                <a:solidFill>
                  <a:srgbClr val="292934"/>
                </a:solidFill>
                <a:latin typeface="Trebuchet MS"/>
                <a:cs typeface="Trebuchet MS"/>
              </a:rPr>
              <a:t>, </a:t>
            </a:r>
            <a:r>
              <a:rPr sz="2400" dirty="0">
                <a:solidFill>
                  <a:srgbClr val="292934"/>
                </a:solidFill>
                <a:latin typeface="Trebuchet MS"/>
                <a:cs typeface="Trebuchet MS"/>
              </a:rPr>
              <a:t>1</a:t>
            </a:r>
            <a:r>
              <a:rPr lang="en-US" sz="2400" dirty="0">
                <a:solidFill>
                  <a:srgbClr val="292934"/>
                </a:solidFill>
                <a:latin typeface="Trebuchet MS"/>
                <a:cs typeface="Trebuchet MS"/>
              </a:rPr>
              <a:t>&gt;</a:t>
            </a:r>
            <a:r>
              <a:rPr sz="2400" dirty="0">
                <a:solidFill>
                  <a:srgbClr val="292934"/>
                </a:solidFill>
                <a:latin typeface="Trebuchet MS"/>
                <a:cs typeface="Trebuchet MS"/>
              </a:rPr>
              <a:t>	</a:t>
            </a:r>
            <a:r>
              <a:rPr lang="en-US" sz="2400" dirty="0">
                <a:solidFill>
                  <a:srgbClr val="292934"/>
                </a:solidFill>
                <a:latin typeface="Trebuchet MS"/>
                <a:cs typeface="Trebuchet MS"/>
              </a:rPr>
              <a:t>&lt;</a:t>
            </a:r>
            <a:r>
              <a:rPr sz="2400" spc="-8" dirty="0">
                <a:solidFill>
                  <a:srgbClr val="292934"/>
                </a:solidFill>
                <a:latin typeface="Trebuchet MS"/>
                <a:cs typeface="Trebuchet MS"/>
              </a:rPr>
              <a:t>1</a:t>
            </a:r>
            <a:r>
              <a:rPr sz="2400" spc="-15" dirty="0">
                <a:solidFill>
                  <a:srgbClr val="292934"/>
                </a:solidFill>
                <a:latin typeface="Trebuchet MS"/>
                <a:cs typeface="Trebuchet MS"/>
              </a:rPr>
              <a:t>8</a:t>
            </a:r>
            <a:r>
              <a:rPr sz="2400" spc="-8" dirty="0">
                <a:solidFill>
                  <a:srgbClr val="292934"/>
                </a:solidFill>
                <a:latin typeface="Trebuchet MS"/>
                <a:cs typeface="Trebuchet MS"/>
              </a:rPr>
              <a:t>6</a:t>
            </a:r>
            <a:r>
              <a:rPr lang="en-US" sz="2400" spc="-15" dirty="0">
                <a:solidFill>
                  <a:srgbClr val="292934"/>
                </a:solidFill>
                <a:latin typeface="Trebuchet MS"/>
                <a:cs typeface="Trebuchet MS"/>
              </a:rPr>
              <a:t>, </a:t>
            </a:r>
            <a:r>
              <a:rPr sz="2400" dirty="0">
                <a:solidFill>
                  <a:srgbClr val="292934"/>
                </a:solidFill>
                <a:latin typeface="Trebuchet MS"/>
                <a:cs typeface="Trebuchet MS"/>
              </a:rPr>
              <a:t>3</a:t>
            </a:r>
            <a:r>
              <a:rPr lang="en-US" sz="2400" dirty="0">
                <a:solidFill>
                  <a:srgbClr val="292934"/>
                </a:solidFill>
                <a:latin typeface="Trebuchet MS"/>
                <a:cs typeface="Trebuchet MS"/>
              </a:rPr>
              <a:t>&gt;</a:t>
            </a:r>
            <a:r>
              <a:rPr sz="2400" dirty="0">
                <a:solidFill>
                  <a:srgbClr val="292934"/>
                </a:solidFill>
                <a:latin typeface="Trebuchet MS"/>
                <a:cs typeface="Trebuchet MS"/>
              </a:rPr>
              <a:t>	</a:t>
            </a:r>
            <a:r>
              <a:rPr lang="en-US" sz="2400" dirty="0">
                <a:solidFill>
                  <a:srgbClr val="292934"/>
                </a:solidFill>
                <a:latin typeface="Trebuchet MS"/>
                <a:cs typeface="Trebuchet MS"/>
              </a:rPr>
              <a:t>&lt;</a:t>
            </a:r>
            <a:r>
              <a:rPr sz="2400" spc="-8" dirty="0">
                <a:solidFill>
                  <a:srgbClr val="292934"/>
                </a:solidFill>
                <a:latin typeface="Trebuchet MS"/>
                <a:cs typeface="Trebuchet MS"/>
              </a:rPr>
              <a:t>1</a:t>
            </a:r>
            <a:r>
              <a:rPr sz="2400" spc="-15" dirty="0">
                <a:solidFill>
                  <a:srgbClr val="292934"/>
                </a:solidFill>
                <a:latin typeface="Trebuchet MS"/>
                <a:cs typeface="Trebuchet MS"/>
              </a:rPr>
              <a:t>9</a:t>
            </a:r>
            <a:r>
              <a:rPr sz="2400" spc="-8" dirty="0">
                <a:solidFill>
                  <a:srgbClr val="292934"/>
                </a:solidFill>
                <a:latin typeface="Trebuchet MS"/>
                <a:cs typeface="Trebuchet MS"/>
              </a:rPr>
              <a:t>6</a:t>
            </a:r>
            <a:r>
              <a:rPr lang="en-US" sz="2400" spc="-15" dirty="0">
                <a:solidFill>
                  <a:srgbClr val="292934"/>
                </a:solidFill>
                <a:latin typeface="Trebuchet MS"/>
                <a:cs typeface="Trebuchet MS"/>
              </a:rPr>
              <a:t>, </a:t>
            </a:r>
            <a:r>
              <a:rPr sz="2400" dirty="0">
                <a:solidFill>
                  <a:srgbClr val="292934"/>
                </a:solidFill>
                <a:latin typeface="Trebuchet MS"/>
                <a:cs typeface="Trebuchet MS"/>
              </a:rPr>
              <a:t>2</a:t>
            </a:r>
            <a:r>
              <a:rPr lang="en-US" sz="2400" dirty="0">
                <a:solidFill>
                  <a:srgbClr val="292934"/>
                </a:solidFill>
                <a:latin typeface="Trebuchet MS"/>
                <a:cs typeface="Trebuchet MS"/>
              </a:rPr>
              <a:t>&gt;       &lt;</a:t>
            </a:r>
            <a:r>
              <a:rPr sz="2400" spc="-15" dirty="0">
                <a:solidFill>
                  <a:srgbClr val="292934"/>
                </a:solidFill>
                <a:latin typeface="Trebuchet MS"/>
                <a:cs typeface="Trebuchet MS"/>
              </a:rPr>
              <a:t>2</a:t>
            </a:r>
            <a:r>
              <a:rPr sz="2400" spc="-8" dirty="0">
                <a:solidFill>
                  <a:srgbClr val="292934"/>
                </a:solidFill>
                <a:latin typeface="Trebuchet MS"/>
                <a:cs typeface="Trebuchet MS"/>
              </a:rPr>
              <a:t>4</a:t>
            </a:r>
            <a:r>
              <a:rPr sz="2400" spc="-15" dirty="0">
                <a:solidFill>
                  <a:srgbClr val="292934"/>
                </a:solidFill>
                <a:latin typeface="Trebuchet MS"/>
                <a:cs typeface="Trebuchet MS"/>
              </a:rPr>
              <a:t>4</a:t>
            </a:r>
            <a:r>
              <a:rPr lang="en-US" sz="2400" spc="-8" dirty="0">
                <a:solidFill>
                  <a:srgbClr val="292934"/>
                </a:solidFill>
                <a:latin typeface="Trebuchet MS"/>
                <a:cs typeface="Trebuchet MS"/>
              </a:rPr>
              <a:t>, </a:t>
            </a:r>
            <a:r>
              <a:rPr sz="2400" spc="-8" dirty="0">
                <a:solidFill>
                  <a:srgbClr val="292934"/>
                </a:solidFill>
                <a:latin typeface="Trebuchet MS"/>
                <a:cs typeface="Trebuchet MS"/>
              </a:rPr>
              <a:t>1</a:t>
            </a:r>
            <a:r>
              <a:rPr lang="en-US" sz="2400" spc="-8" dirty="0">
                <a:solidFill>
                  <a:srgbClr val="292934"/>
                </a:solidFill>
                <a:latin typeface="Trebuchet MS"/>
                <a:cs typeface="Trebuchet MS"/>
              </a:rPr>
              <a:t>&gt;</a:t>
            </a:r>
            <a:endParaRPr sz="2400" dirty="0">
              <a:solidFill>
                <a:srgbClr val="292934"/>
              </a:solidFill>
              <a:latin typeface="Trebuchet MS"/>
              <a:cs typeface="Trebuchet MS"/>
            </a:endParaRPr>
          </a:p>
        </p:txBody>
      </p:sp>
      <p:sp>
        <p:nvSpPr>
          <p:cNvPr id="7" name="object 8">
            <a:extLst>
              <a:ext uri="{FF2B5EF4-FFF2-40B4-BE49-F238E27FC236}">
                <a16:creationId xmlns:a16="http://schemas.microsoft.com/office/drawing/2014/main" id="{858B09C9-30F2-6C75-0868-1341EA7CF9DE}"/>
              </a:ext>
            </a:extLst>
          </p:cNvPr>
          <p:cNvSpPr/>
          <p:nvPr/>
        </p:nvSpPr>
        <p:spPr>
          <a:xfrm>
            <a:off x="8566785" y="4878706"/>
            <a:ext cx="114300" cy="521018"/>
          </a:xfrm>
          <a:custGeom>
            <a:avLst/>
            <a:gdLst/>
            <a:ahLst/>
            <a:cxnLst/>
            <a:rect l="l" t="t" r="r" b="b"/>
            <a:pathLst>
              <a:path w="76200" h="347345">
                <a:moveTo>
                  <a:pt x="38100" y="271144"/>
                </a:moveTo>
                <a:lnTo>
                  <a:pt x="0" y="271144"/>
                </a:lnTo>
                <a:lnTo>
                  <a:pt x="38100" y="347344"/>
                </a:lnTo>
                <a:lnTo>
                  <a:pt x="69850" y="283844"/>
                </a:lnTo>
                <a:lnTo>
                  <a:pt x="38100" y="283844"/>
                </a:lnTo>
                <a:lnTo>
                  <a:pt x="38100" y="271144"/>
                </a:lnTo>
                <a:close/>
              </a:path>
              <a:path w="76200" h="347345">
                <a:moveTo>
                  <a:pt x="50800" y="0"/>
                </a:moveTo>
                <a:lnTo>
                  <a:pt x="38100" y="0"/>
                </a:lnTo>
                <a:lnTo>
                  <a:pt x="38100" y="283844"/>
                </a:lnTo>
                <a:lnTo>
                  <a:pt x="50800" y="283844"/>
                </a:lnTo>
                <a:lnTo>
                  <a:pt x="50800" y="0"/>
                </a:lnTo>
                <a:close/>
              </a:path>
              <a:path w="76200" h="347345">
                <a:moveTo>
                  <a:pt x="76200" y="271144"/>
                </a:moveTo>
                <a:lnTo>
                  <a:pt x="50800" y="271144"/>
                </a:lnTo>
                <a:lnTo>
                  <a:pt x="50800" y="283844"/>
                </a:lnTo>
                <a:lnTo>
                  <a:pt x="69850" y="283844"/>
                </a:lnTo>
                <a:lnTo>
                  <a:pt x="76200" y="271144"/>
                </a:lnTo>
                <a:close/>
              </a:path>
            </a:pathLst>
          </a:custGeom>
          <a:solidFill>
            <a:srgbClr val="000000"/>
          </a:solidFill>
        </p:spPr>
        <p:txBody>
          <a:bodyPr wrap="square" lIns="0" tIns="0" rIns="0" bIns="0" rtlCol="0"/>
          <a:lstStyle/>
          <a:p>
            <a:pPr defTabSz="1371600" fontAlgn="auto">
              <a:spcBef>
                <a:spcPts val="0"/>
              </a:spcBef>
              <a:spcAft>
                <a:spcPts val="0"/>
              </a:spcAft>
            </a:pPr>
            <a:endParaRPr sz="2400" dirty="0">
              <a:solidFill>
                <a:srgbClr val="292934"/>
              </a:solidFill>
              <a:latin typeface="Arial"/>
            </a:endParaRPr>
          </a:p>
        </p:txBody>
      </p:sp>
      <p:sp>
        <p:nvSpPr>
          <p:cNvPr id="8" name="object 9">
            <a:extLst>
              <a:ext uri="{FF2B5EF4-FFF2-40B4-BE49-F238E27FC236}">
                <a16:creationId xmlns:a16="http://schemas.microsoft.com/office/drawing/2014/main" id="{9ABD22D1-0238-BA2A-6091-439A0E01ACA7}"/>
              </a:ext>
            </a:extLst>
          </p:cNvPr>
          <p:cNvSpPr/>
          <p:nvPr/>
        </p:nvSpPr>
        <p:spPr>
          <a:xfrm>
            <a:off x="8566785" y="5916550"/>
            <a:ext cx="114300" cy="274320"/>
          </a:xfrm>
          <a:custGeom>
            <a:avLst/>
            <a:gdLst/>
            <a:ahLst/>
            <a:cxnLst/>
            <a:rect l="l" t="t" r="r" b="b"/>
            <a:pathLst>
              <a:path w="76200" h="260985">
                <a:moveTo>
                  <a:pt x="38100" y="184531"/>
                </a:moveTo>
                <a:lnTo>
                  <a:pt x="0" y="184531"/>
                </a:lnTo>
                <a:lnTo>
                  <a:pt x="38100" y="260731"/>
                </a:lnTo>
                <a:lnTo>
                  <a:pt x="69850" y="197231"/>
                </a:lnTo>
                <a:lnTo>
                  <a:pt x="38100" y="197231"/>
                </a:lnTo>
                <a:lnTo>
                  <a:pt x="38100" y="184531"/>
                </a:lnTo>
                <a:close/>
              </a:path>
              <a:path w="76200" h="260985">
                <a:moveTo>
                  <a:pt x="50800" y="0"/>
                </a:moveTo>
                <a:lnTo>
                  <a:pt x="38100" y="0"/>
                </a:lnTo>
                <a:lnTo>
                  <a:pt x="38100" y="197231"/>
                </a:lnTo>
                <a:lnTo>
                  <a:pt x="50800" y="197231"/>
                </a:lnTo>
                <a:lnTo>
                  <a:pt x="50800" y="0"/>
                </a:lnTo>
                <a:close/>
              </a:path>
              <a:path w="76200" h="260985">
                <a:moveTo>
                  <a:pt x="76200" y="184531"/>
                </a:moveTo>
                <a:lnTo>
                  <a:pt x="50800" y="184531"/>
                </a:lnTo>
                <a:lnTo>
                  <a:pt x="50800" y="197231"/>
                </a:lnTo>
                <a:lnTo>
                  <a:pt x="69850" y="197231"/>
                </a:lnTo>
                <a:lnTo>
                  <a:pt x="76200" y="184531"/>
                </a:lnTo>
                <a:close/>
              </a:path>
            </a:pathLst>
          </a:custGeom>
          <a:solidFill>
            <a:srgbClr val="000000"/>
          </a:solidFill>
        </p:spPr>
        <p:txBody>
          <a:bodyPr wrap="square" lIns="0" tIns="0" rIns="0" bIns="0" rtlCol="0"/>
          <a:lstStyle/>
          <a:p>
            <a:pPr defTabSz="1371600" fontAlgn="auto">
              <a:spcBef>
                <a:spcPts val="0"/>
              </a:spcBef>
              <a:spcAft>
                <a:spcPts val="0"/>
              </a:spcAft>
            </a:pPr>
            <a:endParaRPr sz="2400" dirty="0">
              <a:solidFill>
                <a:srgbClr val="292934"/>
              </a:solidFill>
              <a:latin typeface="Arial"/>
            </a:endParaRPr>
          </a:p>
        </p:txBody>
      </p:sp>
      <p:sp>
        <p:nvSpPr>
          <p:cNvPr id="9" name="object 10">
            <a:extLst>
              <a:ext uri="{FF2B5EF4-FFF2-40B4-BE49-F238E27FC236}">
                <a16:creationId xmlns:a16="http://schemas.microsoft.com/office/drawing/2014/main" id="{E31156A1-06FD-7696-E66C-9A2068E8486D}"/>
              </a:ext>
            </a:extLst>
          </p:cNvPr>
          <p:cNvSpPr/>
          <p:nvPr/>
        </p:nvSpPr>
        <p:spPr>
          <a:xfrm>
            <a:off x="8566785" y="6693028"/>
            <a:ext cx="114300" cy="388619"/>
          </a:xfrm>
          <a:custGeom>
            <a:avLst/>
            <a:gdLst/>
            <a:ahLst/>
            <a:cxnLst/>
            <a:rect l="l" t="t" r="r" b="b"/>
            <a:pathLst>
              <a:path w="76200" h="259079">
                <a:moveTo>
                  <a:pt x="25400" y="182752"/>
                </a:moveTo>
                <a:lnTo>
                  <a:pt x="0" y="182752"/>
                </a:lnTo>
                <a:lnTo>
                  <a:pt x="38100" y="258952"/>
                </a:lnTo>
                <a:lnTo>
                  <a:pt x="69850" y="195452"/>
                </a:lnTo>
                <a:lnTo>
                  <a:pt x="25400" y="195452"/>
                </a:lnTo>
                <a:lnTo>
                  <a:pt x="25400" y="182752"/>
                </a:lnTo>
                <a:close/>
              </a:path>
              <a:path w="76200" h="259079">
                <a:moveTo>
                  <a:pt x="38100" y="0"/>
                </a:moveTo>
                <a:lnTo>
                  <a:pt x="25400" y="0"/>
                </a:lnTo>
                <a:lnTo>
                  <a:pt x="25400" y="195452"/>
                </a:lnTo>
                <a:lnTo>
                  <a:pt x="38100" y="195452"/>
                </a:lnTo>
                <a:lnTo>
                  <a:pt x="38100" y="0"/>
                </a:lnTo>
                <a:close/>
              </a:path>
              <a:path w="76200" h="259079">
                <a:moveTo>
                  <a:pt x="76200" y="182752"/>
                </a:moveTo>
                <a:lnTo>
                  <a:pt x="38100" y="182752"/>
                </a:lnTo>
                <a:lnTo>
                  <a:pt x="38100" y="195452"/>
                </a:lnTo>
                <a:lnTo>
                  <a:pt x="69850" y="195452"/>
                </a:lnTo>
                <a:lnTo>
                  <a:pt x="76200" y="182752"/>
                </a:lnTo>
                <a:close/>
              </a:path>
            </a:pathLst>
          </a:custGeom>
          <a:solidFill>
            <a:srgbClr val="000000"/>
          </a:solidFill>
        </p:spPr>
        <p:txBody>
          <a:bodyPr wrap="square" lIns="0" tIns="0" rIns="0" bIns="0" rtlCol="0"/>
          <a:lstStyle/>
          <a:p>
            <a:pPr defTabSz="1371600" fontAlgn="auto">
              <a:spcBef>
                <a:spcPts val="0"/>
              </a:spcBef>
              <a:spcAft>
                <a:spcPts val="0"/>
              </a:spcAft>
            </a:pPr>
            <a:endParaRPr sz="2400" dirty="0">
              <a:solidFill>
                <a:srgbClr val="292934"/>
              </a:solidFill>
              <a:latin typeface="Arial"/>
            </a:endParaRPr>
          </a:p>
        </p:txBody>
      </p:sp>
      <p:sp>
        <p:nvSpPr>
          <p:cNvPr id="10" name="object 11">
            <a:extLst>
              <a:ext uri="{FF2B5EF4-FFF2-40B4-BE49-F238E27FC236}">
                <a16:creationId xmlns:a16="http://schemas.microsoft.com/office/drawing/2014/main" id="{FFFFA8EF-D01A-49C3-A542-92823AA8CA27}"/>
              </a:ext>
            </a:extLst>
          </p:cNvPr>
          <p:cNvSpPr/>
          <p:nvPr/>
        </p:nvSpPr>
        <p:spPr>
          <a:xfrm>
            <a:off x="8543925" y="8396859"/>
            <a:ext cx="114300" cy="274662"/>
          </a:xfrm>
          <a:prstGeom prst="rect">
            <a:avLst/>
          </a:prstGeom>
          <a:blipFill>
            <a:blip r:embed="rId3" cstate="print"/>
            <a:stretch>
              <a:fillRect/>
            </a:stretch>
          </a:blipFill>
        </p:spPr>
        <p:txBody>
          <a:bodyPr wrap="square" lIns="0" tIns="0" rIns="0" bIns="0" rtlCol="0"/>
          <a:lstStyle/>
          <a:p>
            <a:pPr defTabSz="1371600" fontAlgn="auto">
              <a:spcBef>
                <a:spcPts val="0"/>
              </a:spcBef>
              <a:spcAft>
                <a:spcPts val="0"/>
              </a:spcAft>
            </a:pPr>
            <a:endParaRPr sz="2400" dirty="0">
              <a:solidFill>
                <a:srgbClr val="292934"/>
              </a:solidFill>
              <a:latin typeface="Arial"/>
            </a:endParaRPr>
          </a:p>
        </p:txBody>
      </p:sp>
      <p:sp>
        <p:nvSpPr>
          <p:cNvPr id="11" name="object 12">
            <a:extLst>
              <a:ext uri="{FF2B5EF4-FFF2-40B4-BE49-F238E27FC236}">
                <a16:creationId xmlns:a16="http://schemas.microsoft.com/office/drawing/2014/main" id="{0BC9AB65-124E-503E-174F-B6FF3CD22B1C}"/>
              </a:ext>
            </a:extLst>
          </p:cNvPr>
          <p:cNvSpPr/>
          <p:nvPr/>
        </p:nvSpPr>
        <p:spPr>
          <a:xfrm>
            <a:off x="8559164" y="9159621"/>
            <a:ext cx="114300" cy="274662"/>
          </a:xfrm>
          <a:prstGeom prst="rect">
            <a:avLst/>
          </a:prstGeom>
          <a:blipFill>
            <a:blip r:embed="rId3" cstate="print"/>
            <a:stretch>
              <a:fillRect/>
            </a:stretch>
          </a:blipFill>
        </p:spPr>
        <p:txBody>
          <a:bodyPr wrap="square" lIns="0" tIns="0" rIns="0" bIns="0" rtlCol="0"/>
          <a:lstStyle/>
          <a:p>
            <a:pPr defTabSz="1371600" fontAlgn="auto">
              <a:spcBef>
                <a:spcPts val="0"/>
              </a:spcBef>
              <a:spcAft>
                <a:spcPts val="0"/>
              </a:spcAft>
            </a:pPr>
            <a:endParaRPr sz="2400" dirty="0">
              <a:solidFill>
                <a:srgbClr val="292934"/>
              </a:solidFill>
              <a:latin typeface="Arial"/>
            </a:endParaRPr>
          </a:p>
        </p:txBody>
      </p:sp>
      <p:sp>
        <p:nvSpPr>
          <p:cNvPr id="12" name="object 13">
            <a:extLst>
              <a:ext uri="{FF2B5EF4-FFF2-40B4-BE49-F238E27FC236}">
                <a16:creationId xmlns:a16="http://schemas.microsoft.com/office/drawing/2014/main" id="{8C2325E5-358C-F0AC-37C0-516BD9E8F453}"/>
              </a:ext>
            </a:extLst>
          </p:cNvPr>
          <p:cNvSpPr txBox="1"/>
          <p:nvPr/>
        </p:nvSpPr>
        <p:spPr>
          <a:xfrm>
            <a:off x="5047991" y="7120604"/>
            <a:ext cx="6799584" cy="1234953"/>
          </a:xfrm>
          <a:prstGeom prst="rect">
            <a:avLst/>
          </a:prstGeom>
        </p:spPr>
        <p:txBody>
          <a:bodyPr vert="horz" wrap="square" lIns="0" tIns="19050" rIns="0" bIns="0" rtlCol="0">
            <a:spAutoFit/>
          </a:bodyPr>
          <a:lstStyle/>
          <a:p>
            <a:pPr marL="246698" defTabSz="1371600" fontAlgn="auto">
              <a:spcBef>
                <a:spcPts val="150"/>
              </a:spcBef>
              <a:spcAft>
                <a:spcPts val="0"/>
              </a:spcAft>
            </a:pPr>
            <a:r>
              <a:rPr lang="en-US" sz="2400" b="1" dirty="0">
                <a:solidFill>
                  <a:srgbClr val="292934"/>
                </a:solidFill>
                <a:latin typeface="Trebuchet MS"/>
                <a:cs typeface="Trebuchet MS"/>
              </a:rPr>
              <a:t>                 </a:t>
            </a:r>
            <a:r>
              <a:rPr sz="2400" b="1" dirty="0">
                <a:solidFill>
                  <a:srgbClr val="292934"/>
                </a:solidFill>
                <a:latin typeface="Trebuchet MS"/>
                <a:cs typeface="Trebuchet MS"/>
              </a:rPr>
              <a:t>SHUFFLE </a:t>
            </a:r>
            <a:r>
              <a:rPr sz="2400" b="1" spc="-8" dirty="0">
                <a:solidFill>
                  <a:srgbClr val="292934"/>
                </a:solidFill>
                <a:latin typeface="Trebuchet MS"/>
                <a:cs typeface="Trebuchet MS"/>
              </a:rPr>
              <a:t>AND</a:t>
            </a:r>
            <a:r>
              <a:rPr sz="2400" b="1" spc="-210" dirty="0">
                <a:solidFill>
                  <a:srgbClr val="292934"/>
                </a:solidFill>
                <a:latin typeface="Trebuchet MS"/>
                <a:cs typeface="Trebuchet MS"/>
              </a:rPr>
              <a:t> </a:t>
            </a:r>
            <a:r>
              <a:rPr sz="2400" b="1" spc="-38" dirty="0">
                <a:solidFill>
                  <a:srgbClr val="292934"/>
                </a:solidFill>
                <a:latin typeface="Trebuchet MS"/>
                <a:cs typeface="Trebuchet MS"/>
              </a:rPr>
              <a:t>SORT</a:t>
            </a:r>
            <a:endParaRPr sz="2400" dirty="0">
              <a:solidFill>
                <a:srgbClr val="292934"/>
              </a:solidFill>
              <a:latin typeface="Trebuchet MS"/>
              <a:cs typeface="Trebuchet MS"/>
            </a:endParaRPr>
          </a:p>
          <a:p>
            <a:pPr defTabSz="1371600" fontAlgn="auto">
              <a:spcBef>
                <a:spcPts val="38"/>
              </a:spcBef>
              <a:spcAft>
                <a:spcPts val="0"/>
              </a:spcAft>
            </a:pPr>
            <a:endParaRPr sz="2800" dirty="0">
              <a:solidFill>
                <a:srgbClr val="292934"/>
              </a:solidFill>
              <a:latin typeface="Times New Roman"/>
              <a:cs typeface="Times New Roman"/>
            </a:endParaRPr>
          </a:p>
          <a:p>
            <a:pPr marL="19050" defTabSz="1371600" fontAlgn="auto">
              <a:spcBef>
                <a:spcPts val="8"/>
              </a:spcBef>
              <a:spcAft>
                <a:spcPts val="0"/>
              </a:spcAft>
              <a:tabLst>
                <a:tab pos="2874645" algn="l"/>
              </a:tabLst>
            </a:pPr>
            <a:r>
              <a:rPr lang="en-US" sz="2400" spc="-15" dirty="0">
                <a:solidFill>
                  <a:srgbClr val="292934"/>
                </a:solidFill>
                <a:latin typeface="Trebuchet MS"/>
                <a:cs typeface="Trebuchet MS"/>
              </a:rPr>
              <a:t> &lt;</a:t>
            </a:r>
            <a:r>
              <a:rPr sz="2400" spc="-15" dirty="0">
                <a:solidFill>
                  <a:srgbClr val="292934"/>
                </a:solidFill>
                <a:latin typeface="Trebuchet MS"/>
                <a:cs typeface="Trebuchet MS"/>
              </a:rPr>
              <a:t>186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302,274,265</a:t>
            </a:r>
            <a:r>
              <a:rPr lang="en-US" sz="2400" spc="-15" dirty="0">
                <a:solidFill>
                  <a:srgbClr val="292934"/>
                </a:solidFill>
                <a:latin typeface="Trebuchet MS"/>
                <a:cs typeface="Trebuchet MS"/>
              </a:rPr>
              <a:t>}&gt;       &lt;</a:t>
            </a:r>
            <a:r>
              <a:rPr sz="2400" spc="-15" dirty="0">
                <a:solidFill>
                  <a:srgbClr val="292934"/>
                </a:solidFill>
                <a:latin typeface="Trebuchet MS"/>
                <a:cs typeface="Trebuchet MS"/>
              </a:rPr>
              <a:t>196</a:t>
            </a:r>
            <a:r>
              <a:rPr lang="en-US" sz="2400" spc="-15" dirty="0">
                <a:solidFill>
                  <a:srgbClr val="292934"/>
                </a:solidFill>
                <a:latin typeface="Trebuchet MS"/>
                <a:cs typeface="Trebuchet MS"/>
              </a:rPr>
              <a:t>, {</a:t>
            </a:r>
            <a:r>
              <a:rPr sz="2400" spc="-15" dirty="0">
                <a:solidFill>
                  <a:srgbClr val="292934"/>
                </a:solidFill>
                <a:latin typeface="Trebuchet MS"/>
                <a:cs typeface="Trebuchet MS"/>
              </a:rPr>
              <a:t>242,377</a:t>
            </a:r>
            <a:r>
              <a:rPr lang="en-US" sz="2400" spc="-15" dirty="0">
                <a:solidFill>
                  <a:srgbClr val="292934"/>
                </a:solidFill>
                <a:latin typeface="Trebuchet MS"/>
                <a:cs typeface="Trebuchet MS"/>
              </a:rPr>
              <a:t>}&gt;</a:t>
            </a:r>
            <a:endParaRPr sz="2400" dirty="0">
              <a:solidFill>
                <a:srgbClr val="292934"/>
              </a:solidFill>
              <a:latin typeface="Trebuchet MS"/>
              <a:cs typeface="Trebuchet MS"/>
            </a:endParaRPr>
          </a:p>
        </p:txBody>
      </p:sp>
      <p:sp>
        <p:nvSpPr>
          <p:cNvPr id="13" name="object 14">
            <a:extLst>
              <a:ext uri="{FF2B5EF4-FFF2-40B4-BE49-F238E27FC236}">
                <a16:creationId xmlns:a16="http://schemas.microsoft.com/office/drawing/2014/main" id="{E336806A-370C-B1F5-E017-1028F43E1588}"/>
              </a:ext>
            </a:extLst>
          </p:cNvPr>
          <p:cNvSpPr/>
          <p:nvPr/>
        </p:nvSpPr>
        <p:spPr>
          <a:xfrm>
            <a:off x="8540114" y="7636383"/>
            <a:ext cx="114300" cy="373380"/>
          </a:xfrm>
          <a:prstGeom prst="rect">
            <a:avLst/>
          </a:prstGeom>
          <a:blipFill>
            <a:blip r:embed="rId4" cstate="print"/>
            <a:stretch>
              <a:fillRect/>
            </a:stretch>
          </a:blipFill>
        </p:spPr>
        <p:txBody>
          <a:bodyPr wrap="square" lIns="0" tIns="0" rIns="0" bIns="0" rtlCol="0"/>
          <a:lstStyle/>
          <a:p>
            <a:pPr defTabSz="1371600" fontAlgn="auto">
              <a:spcBef>
                <a:spcPts val="0"/>
              </a:spcBef>
              <a:spcAft>
                <a:spcPts val="0"/>
              </a:spcAft>
            </a:pPr>
            <a:endParaRPr sz="2400" dirty="0">
              <a:solidFill>
                <a:srgbClr val="292934"/>
              </a:solidFill>
              <a:latin typeface="Arial"/>
            </a:endParaRPr>
          </a:p>
        </p:txBody>
      </p:sp>
      <p:graphicFrame>
        <p:nvGraphicFramePr>
          <p:cNvPr id="14" name="object 3">
            <a:extLst>
              <a:ext uri="{FF2B5EF4-FFF2-40B4-BE49-F238E27FC236}">
                <a16:creationId xmlns:a16="http://schemas.microsoft.com/office/drawing/2014/main" id="{5577FD51-031A-1528-B142-F216B822541F}"/>
              </a:ext>
            </a:extLst>
          </p:cNvPr>
          <p:cNvGraphicFramePr>
            <a:graphicFrameLocks noGrp="1"/>
          </p:cNvGraphicFramePr>
          <p:nvPr>
            <p:extLst>
              <p:ext uri="{D42A27DB-BD31-4B8C-83A1-F6EECF244321}">
                <p14:modId xmlns:p14="http://schemas.microsoft.com/office/powerpoint/2010/main" val="519570160"/>
              </p:ext>
            </p:extLst>
          </p:nvPr>
        </p:nvGraphicFramePr>
        <p:xfrm>
          <a:off x="6874435" y="2254963"/>
          <a:ext cx="3422328" cy="2811239"/>
        </p:xfrm>
        <a:graphic>
          <a:graphicData uri="http://schemas.openxmlformats.org/drawingml/2006/table">
            <a:tbl>
              <a:tblPr firstRow="1" bandRow="1"/>
              <a:tblGrid>
                <a:gridCol w="632516">
                  <a:extLst>
                    <a:ext uri="{9D8B030D-6E8A-4147-A177-3AD203B41FA5}">
                      <a16:colId xmlns:a16="http://schemas.microsoft.com/office/drawing/2014/main" val="20000"/>
                    </a:ext>
                  </a:extLst>
                </a:gridCol>
                <a:gridCol w="758633">
                  <a:extLst>
                    <a:ext uri="{9D8B030D-6E8A-4147-A177-3AD203B41FA5}">
                      <a16:colId xmlns:a16="http://schemas.microsoft.com/office/drawing/2014/main" val="20001"/>
                    </a:ext>
                  </a:extLst>
                </a:gridCol>
                <a:gridCol w="795341">
                  <a:extLst>
                    <a:ext uri="{9D8B030D-6E8A-4147-A177-3AD203B41FA5}">
                      <a16:colId xmlns:a16="http://schemas.microsoft.com/office/drawing/2014/main" val="20002"/>
                    </a:ext>
                  </a:extLst>
                </a:gridCol>
                <a:gridCol w="1235838">
                  <a:extLst>
                    <a:ext uri="{9D8B030D-6E8A-4147-A177-3AD203B41FA5}">
                      <a16:colId xmlns:a16="http://schemas.microsoft.com/office/drawing/2014/main" val="20003"/>
                    </a:ext>
                  </a:extLst>
                </a:gridCol>
              </a:tblGrid>
              <a:tr h="433296">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31750">
                        <a:lnSpc>
                          <a:spcPts val="2280"/>
                        </a:lnSpc>
                      </a:pPr>
                      <a:r>
                        <a:rPr lang="en-US" sz="1100" kern="0" spc="-8" dirty="0">
                          <a:solidFill>
                            <a:schemeClr val="tx1"/>
                          </a:solidFill>
                        </a:rPr>
                        <a:t>USER </a:t>
                      </a:r>
                      <a:r>
                        <a:rPr lang="en-US" sz="1100" kern="0" spc="-15" dirty="0">
                          <a:solidFill>
                            <a:schemeClr val="tx1"/>
                          </a:solidFill>
                        </a:rPr>
                        <a:t>ID</a:t>
                      </a:r>
                      <a:endParaRPr sz="1100" dirty="0">
                        <a:solidFill>
                          <a:schemeClr val="tx1"/>
                        </a:solidFill>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1100" kern="0" spc="-15" dirty="0">
                          <a:solidFill>
                            <a:schemeClr val="tx1"/>
                          </a:solidFill>
                        </a:rPr>
                        <a:t>MOVIE</a:t>
                      </a:r>
                      <a:r>
                        <a:rPr lang="en-US" sz="1100" kern="0" spc="15" dirty="0">
                          <a:solidFill>
                            <a:schemeClr val="tx1"/>
                          </a:solidFill>
                        </a:rPr>
                        <a:t> </a:t>
                      </a:r>
                      <a:r>
                        <a:rPr lang="en-US" sz="1100" kern="0" spc="-38" dirty="0">
                          <a:solidFill>
                            <a:schemeClr val="tx1"/>
                          </a:solidFill>
                        </a:rPr>
                        <a:t>ID</a:t>
                      </a:r>
                      <a:endParaRPr sz="11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1100" kern="0" spc="-38" dirty="0">
                          <a:solidFill>
                            <a:schemeClr val="tx1"/>
                          </a:solidFill>
                        </a:rPr>
                        <a:t>RATING</a:t>
                      </a:r>
                      <a:endParaRPr sz="11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R="24130" algn="r">
                        <a:lnSpc>
                          <a:spcPts val="2280"/>
                        </a:lnSpc>
                      </a:pPr>
                      <a:r>
                        <a:rPr lang="en-US" sz="1100" kern="0" spc="-38" dirty="0">
                          <a:solidFill>
                            <a:schemeClr val="tx1"/>
                          </a:solidFill>
                        </a:rPr>
                        <a:t>TIMESTAMP</a:t>
                      </a:r>
                      <a:endParaRPr sz="1100" dirty="0">
                        <a:solidFill>
                          <a:schemeClr val="tx1"/>
                        </a:solidFill>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extLst>
                  <a:ext uri="{0D108BD9-81ED-4DB2-BD59-A6C34878D82A}">
                    <a16:rowId xmlns:a16="http://schemas.microsoft.com/office/drawing/2014/main" val="343352298"/>
                  </a:ext>
                </a:extLst>
              </a:tr>
              <a:tr h="2728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280"/>
                        </a:lnSpc>
                      </a:pPr>
                      <a:r>
                        <a:rPr sz="1600" spc="-15" dirty="0"/>
                        <a:t>196</a:t>
                      </a:r>
                      <a:endParaRPr sz="1600" dirty="0">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1600" spc="-15" dirty="0"/>
                        <a:t>242</a:t>
                      </a:r>
                      <a:endParaRPr sz="16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1600" dirty="0"/>
                        <a:t>3</a:t>
                      </a:r>
                      <a:endParaRPr sz="16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280"/>
                        </a:lnSpc>
                      </a:pPr>
                      <a:r>
                        <a:rPr sz="1600" spc="-15" dirty="0"/>
                        <a:t>881250949</a:t>
                      </a:r>
                      <a:endParaRPr sz="1600" dirty="0">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0"/>
                  </a:ext>
                </a:extLst>
              </a:tr>
              <a:tr h="32625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34"/>
                        </a:spcBef>
                      </a:pPr>
                      <a:r>
                        <a:rPr sz="1600" spc="-10" dirty="0"/>
                        <a:t>186</a:t>
                      </a:r>
                      <a:endParaRPr sz="16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1600" spc="-10" dirty="0"/>
                        <a:t>302</a:t>
                      </a:r>
                      <a:endParaRPr sz="16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1600" dirty="0"/>
                        <a:t>3</a:t>
                      </a:r>
                      <a:endParaRPr sz="16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34"/>
                        </a:spcBef>
                      </a:pPr>
                      <a:r>
                        <a:rPr sz="1600" spc="-10" dirty="0"/>
                        <a:t>891717742</a:t>
                      </a:r>
                      <a:endParaRPr sz="16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272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1600" spc="-15" dirty="0"/>
                        <a:t>196</a:t>
                      </a:r>
                      <a:endParaRPr sz="16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1600" spc="-15" dirty="0"/>
                        <a:t>377</a:t>
                      </a:r>
                      <a:endParaRPr sz="16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1600" dirty="0"/>
                        <a:t>1</a:t>
                      </a:r>
                      <a:endParaRPr sz="16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1600" spc="-15" dirty="0"/>
                        <a:t>878887116</a:t>
                      </a:r>
                      <a:endParaRPr sz="16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2"/>
                  </a:ext>
                </a:extLst>
              </a:tr>
              <a:tr h="3272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1600" spc="-10" dirty="0"/>
                        <a:t>244</a:t>
                      </a:r>
                      <a:endParaRPr sz="16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1600" spc="-10" dirty="0"/>
                        <a:t>51</a:t>
                      </a:r>
                      <a:endParaRPr sz="16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1600" dirty="0"/>
                        <a:t>2</a:t>
                      </a:r>
                      <a:endParaRPr sz="16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1600" spc="-10" dirty="0"/>
                        <a:t>880606923</a:t>
                      </a:r>
                      <a:endParaRPr sz="16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272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1600" spc="-15" dirty="0"/>
                        <a:t>166</a:t>
                      </a:r>
                      <a:endParaRPr sz="16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1600" spc="-15" dirty="0"/>
                        <a:t>346</a:t>
                      </a:r>
                      <a:endParaRPr sz="16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1600" dirty="0"/>
                        <a:t>1</a:t>
                      </a:r>
                      <a:endParaRPr sz="16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1600" spc="-15" dirty="0"/>
                        <a:t>886397596</a:t>
                      </a:r>
                      <a:endParaRPr sz="16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4"/>
                  </a:ext>
                </a:extLst>
              </a:tr>
              <a:tr h="32578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1600" spc="-10" dirty="0"/>
                        <a:t>186</a:t>
                      </a:r>
                      <a:endParaRPr sz="16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1600" spc="-10" dirty="0"/>
                        <a:t>474</a:t>
                      </a:r>
                      <a:endParaRPr sz="16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1600" dirty="0"/>
                        <a:t>4</a:t>
                      </a:r>
                      <a:endParaRPr sz="16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1600" spc="-10" dirty="0"/>
                        <a:t>884182806</a:t>
                      </a:r>
                      <a:endParaRPr sz="16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8244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345"/>
                        </a:lnSpc>
                        <a:spcBef>
                          <a:spcPts val="434"/>
                        </a:spcBef>
                      </a:pPr>
                      <a:r>
                        <a:rPr sz="1600" spc="-15" dirty="0"/>
                        <a:t>186</a:t>
                      </a:r>
                      <a:endParaRPr sz="16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1600" spc="-15" dirty="0"/>
                        <a:t>265</a:t>
                      </a:r>
                      <a:endParaRPr sz="16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1600" dirty="0"/>
                        <a:t>2</a:t>
                      </a:r>
                      <a:endParaRPr sz="16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345"/>
                        </a:lnSpc>
                        <a:spcBef>
                          <a:spcPts val="434"/>
                        </a:spcBef>
                      </a:pPr>
                      <a:r>
                        <a:rPr sz="1600" spc="-15" dirty="0"/>
                        <a:t>881171488</a:t>
                      </a:r>
                      <a:endParaRPr sz="16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19194494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84F878A2-5FCC-4E5A-A4A7-C807685051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81490</TotalTime>
  <Words>1563</Words>
  <Application>Microsoft Office PowerPoint</Application>
  <PresentationFormat>Custom</PresentationFormat>
  <Paragraphs>311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Breeze</vt:lpstr>
      <vt:lpstr>Module 3: Lesson 4 MapReduce Examples</vt:lpstr>
      <vt:lpstr>MapReduce Example</vt:lpstr>
      <vt:lpstr>MapReduce Phases and Steps</vt:lpstr>
      <vt:lpstr>Input Step</vt:lpstr>
      <vt:lpstr>Map Step</vt:lpstr>
      <vt:lpstr>Partition Step</vt:lpstr>
      <vt:lpstr>Shuffle and Sort Step </vt:lpstr>
      <vt:lpstr>Reduce Step</vt:lpstr>
      <vt:lpstr>Output Step</vt:lpstr>
      <vt:lpstr>Let’s illustrate with another example</vt:lpstr>
      <vt:lpstr>MovieLens Data</vt:lpstr>
      <vt:lpstr>Map Phase</vt:lpstr>
      <vt:lpstr>Shuffle and Sort</vt:lpstr>
      <vt:lpstr>Reduce Phase</vt:lpstr>
      <vt:lpstr>Putting it All Together</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Judy Tseng</cp:lastModifiedBy>
  <cp:revision>311</cp:revision>
  <cp:lastPrinted>2023-10-30T23:31:26Z</cp:lastPrinted>
  <dcterms:created xsi:type="dcterms:W3CDTF">2019-02-13T16:04:21Z</dcterms:created>
  <dcterms:modified xsi:type="dcterms:W3CDTF">2024-07-09T18:34:47Z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579ADAE2-B3D2-4EC6-A105-852F4219BF08</vt:lpwstr>
  </property>
  <property fmtid="{D5CDD505-2E9C-101B-9397-08002B2CF9AE}" pid="4" name="ArticulatePath">
    <vt:lpwstr>Module 3 v1 12052023</vt:lpwstr>
  </property>
  <property fmtid="{D5CDD505-2E9C-101B-9397-08002B2CF9AE}" pid="5" name="MediaServiceImageTags">
    <vt:lpwstr/>
  </property>
</Properties>
</file>