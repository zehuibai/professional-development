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7" r:id="rId4"/>
  </p:sldMasterIdLst>
  <p:notesMasterIdLst>
    <p:notesMasterId r:id="rId24"/>
  </p:notesMasterIdLst>
  <p:sldIdLst>
    <p:sldId id="772" r:id="rId5"/>
    <p:sldId id="897" r:id="rId6"/>
    <p:sldId id="900" r:id="rId7"/>
    <p:sldId id="905" r:id="rId8"/>
    <p:sldId id="902" r:id="rId9"/>
    <p:sldId id="901" r:id="rId10"/>
    <p:sldId id="903" r:id="rId11"/>
    <p:sldId id="898" r:id="rId12"/>
    <p:sldId id="896" r:id="rId13"/>
    <p:sldId id="889" r:id="rId14"/>
    <p:sldId id="890" r:id="rId15"/>
    <p:sldId id="891" r:id="rId16"/>
    <p:sldId id="892" r:id="rId17"/>
    <p:sldId id="893" r:id="rId18"/>
    <p:sldId id="894" r:id="rId19"/>
    <p:sldId id="919" r:id="rId20"/>
    <p:sldId id="906" r:id="rId21"/>
    <p:sldId id="908" r:id="rId22"/>
    <p:sldId id="907" r:id="rId23"/>
  </p:sldIdLst>
  <p:sldSz cx="18288000" cy="10287000"/>
  <p:notesSz cx="6858000" cy="9144000"/>
  <p:custDataLst>
    <p:tags r:id="rId25"/>
  </p:custDataLst>
  <p:defaultTextStyle>
    <a:defPPr>
      <a:defRPr lang="en-US"/>
    </a:defPPr>
    <a:lvl1pPr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9144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18288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27432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36576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45720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54864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64008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73152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3240" userDrawn="1">
          <p15:clr>
            <a:srgbClr val="A4A3A4"/>
          </p15:clr>
        </p15:guide>
        <p15:guide id="2" pos="57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A9A9A"/>
    <a:srgbClr val="878787"/>
    <a:srgbClr val="999999"/>
    <a:srgbClr val="F94C67"/>
    <a:srgbClr val="1770C0"/>
    <a:srgbClr val="E98D0A"/>
    <a:srgbClr val="3E4F6C"/>
    <a:srgbClr val="969696"/>
    <a:srgbClr val="3F4F6C"/>
    <a:srgbClr val="C5072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51FECA0-3F73-E82E-150E-6BA95471E4EB}" v="126" dt="2024-07-09T18:53:35.65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569"/>
    <p:restoredTop sz="94044"/>
  </p:normalViewPr>
  <p:slideViewPr>
    <p:cSldViewPr snapToGrid="0" snapToObjects="1">
      <p:cViewPr varScale="1">
        <p:scale>
          <a:sx n="70" d="100"/>
          <a:sy n="70" d="100"/>
        </p:scale>
        <p:origin x="666" y="72"/>
      </p:cViewPr>
      <p:guideLst>
        <p:guide orient="horz" pos="3240"/>
        <p:guide pos="576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gs" Target="tags/tag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lison Mulshine" userId="S::allison.mulshine@collegiseducation.com::5f656d52-c555-4e5e-9a5b-18226766ffe3" providerId="AD" clId="Web-{0CE3166B-CEC1-AF72-9890-153533D0EFC7}"/>
    <pc:docChg chg="modSld">
      <pc:chgData name="Allison Mulshine" userId="S::allison.mulshine@collegiseducation.com::5f656d52-c555-4e5e-9a5b-18226766ffe3" providerId="AD" clId="Web-{0CE3166B-CEC1-AF72-9890-153533D0EFC7}" dt="2024-06-20T19:42:51.059" v="21"/>
      <pc:docMkLst>
        <pc:docMk/>
      </pc:docMkLst>
      <pc:sldChg chg="addSp modSp">
        <pc:chgData name="Allison Mulshine" userId="S::allison.mulshine@collegiseducation.com::5f656d52-c555-4e5e-9a5b-18226766ffe3" providerId="AD" clId="Web-{0CE3166B-CEC1-AF72-9890-153533D0EFC7}" dt="2024-06-20T19:35:24.579" v="7"/>
        <pc:sldMkLst>
          <pc:docMk/>
          <pc:sldMk cId="3778857679" sldId="889"/>
        </pc:sldMkLst>
        <pc:grpChg chg="add mod">
          <ac:chgData name="Allison Mulshine" userId="S::allison.mulshine@collegiseducation.com::5f656d52-c555-4e5e-9a5b-18226766ffe3" providerId="AD" clId="Web-{0CE3166B-CEC1-AF72-9890-153533D0EFC7}" dt="2024-06-20T19:35:24.579" v="7"/>
          <ac:grpSpMkLst>
            <pc:docMk/>
            <pc:sldMk cId="3778857679" sldId="889"/>
            <ac:grpSpMk id="27" creationId="{270AA80E-70FA-AE7D-4276-944E04496B89}"/>
          </ac:grpSpMkLst>
        </pc:grpChg>
      </pc:sldChg>
      <pc:sldChg chg="addSp modSp">
        <pc:chgData name="Allison Mulshine" userId="S::allison.mulshine@collegiseducation.com::5f656d52-c555-4e5e-9a5b-18226766ffe3" providerId="AD" clId="Web-{0CE3166B-CEC1-AF72-9890-153533D0EFC7}" dt="2024-06-20T19:36:19.143" v="9"/>
        <pc:sldMkLst>
          <pc:docMk/>
          <pc:sldMk cId="949993384" sldId="891"/>
        </pc:sldMkLst>
        <pc:grpChg chg="add mod">
          <ac:chgData name="Allison Mulshine" userId="S::allison.mulshine@collegiseducation.com::5f656d52-c555-4e5e-9a5b-18226766ffe3" providerId="AD" clId="Web-{0CE3166B-CEC1-AF72-9890-153533D0EFC7}" dt="2024-06-20T19:36:19.143" v="9"/>
          <ac:grpSpMkLst>
            <pc:docMk/>
            <pc:sldMk cId="949993384" sldId="891"/>
            <ac:grpSpMk id="40" creationId="{EA6AF6B4-D2A8-5589-2422-CE8B141B474D}"/>
          </ac:grpSpMkLst>
        </pc:grpChg>
      </pc:sldChg>
      <pc:sldChg chg="addSp modSp">
        <pc:chgData name="Allison Mulshine" userId="S::allison.mulshine@collegiseducation.com::5f656d52-c555-4e5e-9a5b-18226766ffe3" providerId="AD" clId="Web-{0CE3166B-CEC1-AF72-9890-153533D0EFC7}" dt="2024-06-20T19:37:26.176" v="11"/>
        <pc:sldMkLst>
          <pc:docMk/>
          <pc:sldMk cId="3640457357" sldId="892"/>
        </pc:sldMkLst>
        <pc:grpChg chg="add mod">
          <ac:chgData name="Allison Mulshine" userId="S::allison.mulshine@collegiseducation.com::5f656d52-c555-4e5e-9a5b-18226766ffe3" providerId="AD" clId="Web-{0CE3166B-CEC1-AF72-9890-153533D0EFC7}" dt="2024-06-20T19:37:26.176" v="11"/>
          <ac:grpSpMkLst>
            <pc:docMk/>
            <pc:sldMk cId="3640457357" sldId="892"/>
            <ac:grpSpMk id="41" creationId="{5941EA24-4952-4628-86D9-906C5439A913}"/>
          </ac:grpSpMkLst>
        </pc:grpChg>
      </pc:sldChg>
      <pc:sldChg chg="addSp modSp">
        <pc:chgData name="Allison Mulshine" userId="S::allison.mulshine@collegiseducation.com::5f656d52-c555-4e5e-9a5b-18226766ffe3" providerId="AD" clId="Web-{0CE3166B-CEC1-AF72-9890-153533D0EFC7}" dt="2024-06-20T19:38:49.615" v="13"/>
        <pc:sldMkLst>
          <pc:docMk/>
          <pc:sldMk cId="1310730315" sldId="893"/>
        </pc:sldMkLst>
        <pc:grpChg chg="add mod">
          <ac:chgData name="Allison Mulshine" userId="S::allison.mulshine@collegiseducation.com::5f656d52-c555-4e5e-9a5b-18226766ffe3" providerId="AD" clId="Web-{0CE3166B-CEC1-AF72-9890-153533D0EFC7}" dt="2024-06-20T19:38:49.615" v="13"/>
          <ac:grpSpMkLst>
            <pc:docMk/>
            <pc:sldMk cId="1310730315" sldId="893"/>
            <ac:grpSpMk id="4" creationId="{BA557A16-D94D-4F74-8B69-7AFAA9081EE8}"/>
          </ac:grpSpMkLst>
        </pc:grpChg>
      </pc:sldChg>
      <pc:sldChg chg="addSp modSp">
        <pc:chgData name="Allison Mulshine" userId="S::allison.mulshine@collegiseducation.com::5f656d52-c555-4e5e-9a5b-18226766ffe3" providerId="AD" clId="Web-{0CE3166B-CEC1-AF72-9890-153533D0EFC7}" dt="2024-06-20T19:39:38.116" v="15"/>
        <pc:sldMkLst>
          <pc:docMk/>
          <pc:sldMk cId="3152819259" sldId="894"/>
        </pc:sldMkLst>
        <pc:grpChg chg="add mod">
          <ac:chgData name="Allison Mulshine" userId="S::allison.mulshine@collegiseducation.com::5f656d52-c555-4e5e-9a5b-18226766ffe3" providerId="AD" clId="Web-{0CE3166B-CEC1-AF72-9890-153533D0EFC7}" dt="2024-06-20T19:39:38.116" v="15"/>
          <ac:grpSpMkLst>
            <pc:docMk/>
            <pc:sldMk cId="3152819259" sldId="894"/>
            <ac:grpSpMk id="3" creationId="{C2A88834-CE25-BF4E-4704-6E36DA9A2AE4}"/>
          </ac:grpSpMkLst>
        </pc:grpChg>
      </pc:sldChg>
      <pc:sldChg chg="modSp">
        <pc:chgData name="Allison Mulshine" userId="S::allison.mulshine@collegiseducation.com::5f656d52-c555-4e5e-9a5b-18226766ffe3" providerId="AD" clId="Web-{0CE3166B-CEC1-AF72-9890-153533D0EFC7}" dt="2024-06-20T19:34:35.921" v="5"/>
        <pc:sldMkLst>
          <pc:docMk/>
          <pc:sldMk cId="1721510739" sldId="896"/>
        </pc:sldMkLst>
        <pc:grpChg chg="mod">
          <ac:chgData name="Allison Mulshine" userId="S::allison.mulshine@collegiseducation.com::5f656d52-c555-4e5e-9a5b-18226766ffe3" providerId="AD" clId="Web-{0CE3166B-CEC1-AF72-9890-153533D0EFC7}" dt="2024-06-20T19:34:35.921" v="5"/>
          <ac:grpSpMkLst>
            <pc:docMk/>
            <pc:sldMk cId="1721510739" sldId="896"/>
            <ac:grpSpMk id="61" creationId="{E60A16FF-9173-4805-8D9D-E82255309C7E}"/>
          </ac:grpSpMkLst>
        </pc:grpChg>
      </pc:sldChg>
      <pc:sldChg chg="modSp">
        <pc:chgData name="Allison Mulshine" userId="S::allison.mulshine@collegiseducation.com::5f656d52-c555-4e5e-9a5b-18226766ffe3" providerId="AD" clId="Web-{0CE3166B-CEC1-AF72-9890-153533D0EFC7}" dt="2024-06-20T19:30:36.728" v="0"/>
        <pc:sldMkLst>
          <pc:docMk/>
          <pc:sldMk cId="601879707" sldId="900"/>
        </pc:sldMkLst>
        <pc:picChg chg="mod">
          <ac:chgData name="Allison Mulshine" userId="S::allison.mulshine@collegiseducation.com::5f656d52-c555-4e5e-9a5b-18226766ffe3" providerId="AD" clId="Web-{0CE3166B-CEC1-AF72-9890-153533D0EFC7}" dt="2024-06-20T19:30:36.728" v="0"/>
          <ac:picMkLst>
            <pc:docMk/>
            <pc:sldMk cId="601879707" sldId="900"/>
            <ac:picMk id="3" creationId="{96D51F84-CF69-FC76-5225-06C508023799}"/>
          </ac:picMkLst>
        </pc:picChg>
      </pc:sldChg>
      <pc:sldChg chg="modSp">
        <pc:chgData name="Allison Mulshine" userId="S::allison.mulshine@collegiseducation.com::5f656d52-c555-4e5e-9a5b-18226766ffe3" providerId="AD" clId="Web-{0CE3166B-CEC1-AF72-9890-153533D0EFC7}" dt="2024-06-20T19:33:33.779" v="4"/>
        <pc:sldMkLst>
          <pc:docMk/>
          <pc:sldMk cId="3216022469" sldId="901"/>
        </pc:sldMkLst>
        <pc:grpChg chg="mod">
          <ac:chgData name="Allison Mulshine" userId="S::allison.mulshine@collegiseducation.com::5f656d52-c555-4e5e-9a5b-18226766ffe3" providerId="AD" clId="Web-{0CE3166B-CEC1-AF72-9890-153533D0EFC7}" dt="2024-06-20T19:33:33.779" v="4"/>
          <ac:grpSpMkLst>
            <pc:docMk/>
            <pc:sldMk cId="3216022469" sldId="901"/>
            <ac:grpSpMk id="140" creationId="{E73EF1E9-3F9C-D799-E332-4BEDC432B3DD}"/>
          </ac:grpSpMkLst>
        </pc:grpChg>
      </pc:sldChg>
      <pc:sldChg chg="modSp">
        <pc:chgData name="Allison Mulshine" userId="S::allison.mulshine@collegiseducation.com::5f656d52-c555-4e5e-9a5b-18226766ffe3" providerId="AD" clId="Web-{0CE3166B-CEC1-AF72-9890-153533D0EFC7}" dt="2024-06-20T19:32:38.731" v="3"/>
        <pc:sldMkLst>
          <pc:docMk/>
          <pc:sldMk cId="623013944" sldId="902"/>
        </pc:sldMkLst>
        <pc:grpChg chg="mod">
          <ac:chgData name="Allison Mulshine" userId="S::allison.mulshine@collegiseducation.com::5f656d52-c555-4e5e-9a5b-18226766ffe3" providerId="AD" clId="Web-{0CE3166B-CEC1-AF72-9890-153533D0EFC7}" dt="2024-06-20T19:32:38.731" v="3"/>
          <ac:grpSpMkLst>
            <pc:docMk/>
            <pc:sldMk cId="623013944" sldId="902"/>
            <ac:grpSpMk id="33" creationId="{DC1E145A-63FE-E016-A627-6E7E3DDC4544}"/>
          </ac:grpSpMkLst>
        </pc:grpChg>
      </pc:sldChg>
      <pc:sldChg chg="addSp modSp">
        <pc:chgData name="Allison Mulshine" userId="S::allison.mulshine@collegiseducation.com::5f656d52-c555-4e5e-9a5b-18226766ffe3" providerId="AD" clId="Web-{0CE3166B-CEC1-AF72-9890-153533D0EFC7}" dt="2024-06-20T19:31:37.073" v="2"/>
        <pc:sldMkLst>
          <pc:docMk/>
          <pc:sldMk cId="567280916" sldId="905"/>
        </pc:sldMkLst>
        <pc:grpChg chg="add mod">
          <ac:chgData name="Allison Mulshine" userId="S::allison.mulshine@collegiseducation.com::5f656d52-c555-4e5e-9a5b-18226766ffe3" providerId="AD" clId="Web-{0CE3166B-CEC1-AF72-9890-153533D0EFC7}" dt="2024-06-20T19:31:37.073" v="2"/>
          <ac:grpSpMkLst>
            <pc:docMk/>
            <pc:sldMk cId="567280916" sldId="905"/>
            <ac:grpSpMk id="16" creationId="{E1731FD1-D60B-572A-8FCF-F9AAC18C4CDA}"/>
          </ac:grpSpMkLst>
        </pc:grpChg>
      </pc:sldChg>
      <pc:sldChg chg="addSp modSp">
        <pc:chgData name="Allison Mulshine" userId="S::allison.mulshine@collegiseducation.com::5f656d52-c555-4e5e-9a5b-18226766ffe3" providerId="AD" clId="Web-{0CE3166B-CEC1-AF72-9890-153533D0EFC7}" dt="2024-06-20T19:40:46.993" v="17"/>
        <pc:sldMkLst>
          <pc:docMk/>
          <pc:sldMk cId="1766404032" sldId="906"/>
        </pc:sldMkLst>
        <pc:grpChg chg="add mod">
          <ac:chgData name="Allison Mulshine" userId="S::allison.mulshine@collegiseducation.com::5f656d52-c555-4e5e-9a5b-18226766ffe3" providerId="AD" clId="Web-{0CE3166B-CEC1-AF72-9890-153533D0EFC7}" dt="2024-06-20T19:40:46.993" v="17"/>
          <ac:grpSpMkLst>
            <pc:docMk/>
            <pc:sldMk cId="1766404032" sldId="906"/>
            <ac:grpSpMk id="3" creationId="{515A76CD-EF41-663D-E541-F9126887E65D}"/>
          </ac:grpSpMkLst>
        </pc:grpChg>
      </pc:sldChg>
      <pc:sldChg chg="addSp modSp">
        <pc:chgData name="Allison Mulshine" userId="S::allison.mulshine@collegiseducation.com::5f656d52-c555-4e5e-9a5b-18226766ffe3" providerId="AD" clId="Web-{0CE3166B-CEC1-AF72-9890-153533D0EFC7}" dt="2024-06-20T19:42:51.059" v="21"/>
        <pc:sldMkLst>
          <pc:docMk/>
          <pc:sldMk cId="4280619819" sldId="907"/>
        </pc:sldMkLst>
        <pc:grpChg chg="add mod">
          <ac:chgData name="Allison Mulshine" userId="S::allison.mulshine@collegiseducation.com::5f656d52-c555-4e5e-9a5b-18226766ffe3" providerId="AD" clId="Web-{0CE3166B-CEC1-AF72-9890-153533D0EFC7}" dt="2024-06-20T19:42:51.059" v="21"/>
          <ac:grpSpMkLst>
            <pc:docMk/>
            <pc:sldMk cId="4280619819" sldId="907"/>
            <ac:grpSpMk id="7" creationId="{E565D4F7-7922-F31E-0FBE-FFFBF7A44779}"/>
          </ac:grpSpMkLst>
        </pc:grpChg>
      </pc:sldChg>
      <pc:sldChg chg="addSp modSp">
        <pc:chgData name="Allison Mulshine" userId="S::allison.mulshine@collegiseducation.com::5f656d52-c555-4e5e-9a5b-18226766ffe3" providerId="AD" clId="Web-{0CE3166B-CEC1-AF72-9890-153533D0EFC7}" dt="2024-06-20T19:41:41.541" v="19"/>
        <pc:sldMkLst>
          <pc:docMk/>
          <pc:sldMk cId="266457504" sldId="908"/>
        </pc:sldMkLst>
        <pc:grpChg chg="add mod">
          <ac:chgData name="Allison Mulshine" userId="S::allison.mulshine@collegiseducation.com::5f656d52-c555-4e5e-9a5b-18226766ffe3" providerId="AD" clId="Web-{0CE3166B-CEC1-AF72-9890-153533D0EFC7}" dt="2024-06-20T19:41:41.541" v="19"/>
          <ac:grpSpMkLst>
            <pc:docMk/>
            <pc:sldMk cId="266457504" sldId="908"/>
            <ac:grpSpMk id="10" creationId="{3B143AF0-7066-F345-3040-00C1EC22D8E9}"/>
          </ac:grpSpMkLst>
        </pc:grpChg>
      </pc:sldChg>
    </pc:docChg>
  </pc:docChgLst>
  <pc:docChgLst>
    <pc:chgData name="Allison Mulshine" userId="S::allison.mulshine@collegiseducation.com::5f656d52-c555-4e5e-9a5b-18226766ffe3" providerId="AD" clId="Web-{B51FECA0-3F73-E82E-150E-6BA95471E4EB}"/>
    <pc:docChg chg="modSld">
      <pc:chgData name="Allison Mulshine" userId="S::allison.mulshine@collegiseducation.com::5f656d52-c555-4e5e-9a5b-18226766ffe3" providerId="AD" clId="Web-{B51FECA0-3F73-E82E-150E-6BA95471E4EB}" dt="2024-07-09T18:53:35.658" v="114" actId="1076"/>
      <pc:docMkLst>
        <pc:docMk/>
      </pc:docMkLst>
      <pc:sldChg chg="addSp delSp modSp">
        <pc:chgData name="Allison Mulshine" userId="S::allison.mulshine@collegiseducation.com::5f656d52-c555-4e5e-9a5b-18226766ffe3" providerId="AD" clId="Web-{B51FECA0-3F73-E82E-150E-6BA95471E4EB}" dt="2024-07-09T18:45:42.312" v="55" actId="1076"/>
        <pc:sldMkLst>
          <pc:docMk/>
          <pc:sldMk cId="3778857679" sldId="889"/>
        </pc:sldMkLst>
        <pc:grpChg chg="del">
          <ac:chgData name="Allison Mulshine" userId="S::allison.mulshine@collegiseducation.com::5f656d52-c555-4e5e-9a5b-18226766ffe3" providerId="AD" clId="Web-{B51FECA0-3F73-E82E-150E-6BA95471E4EB}" dt="2024-07-09T18:45:30.812" v="50"/>
          <ac:grpSpMkLst>
            <pc:docMk/>
            <pc:sldMk cId="3778857679" sldId="889"/>
            <ac:grpSpMk id="27" creationId="{270AA80E-70FA-AE7D-4276-944E04496B89}"/>
          </ac:grpSpMkLst>
        </pc:grpChg>
        <pc:picChg chg="add mod">
          <ac:chgData name="Allison Mulshine" userId="S::allison.mulshine@collegiseducation.com::5f656d52-c555-4e5e-9a5b-18226766ffe3" providerId="AD" clId="Web-{B51FECA0-3F73-E82E-150E-6BA95471E4EB}" dt="2024-07-09T18:45:42.312" v="55" actId="1076"/>
          <ac:picMkLst>
            <pc:docMk/>
            <pc:sldMk cId="3778857679" sldId="889"/>
            <ac:picMk id="28" creationId="{E9A19FD8-2514-25E1-FA19-7A3B98585F71}"/>
          </ac:picMkLst>
        </pc:picChg>
      </pc:sldChg>
      <pc:sldChg chg="addSp delSp modSp">
        <pc:chgData name="Allison Mulshine" userId="S::allison.mulshine@collegiseducation.com::5f656d52-c555-4e5e-9a5b-18226766ffe3" providerId="AD" clId="Web-{B51FECA0-3F73-E82E-150E-6BA95471E4EB}" dt="2024-07-09T18:46:34.922" v="61" actId="14100"/>
        <pc:sldMkLst>
          <pc:docMk/>
          <pc:sldMk cId="949993384" sldId="891"/>
        </pc:sldMkLst>
        <pc:grpChg chg="del">
          <ac:chgData name="Allison Mulshine" userId="S::allison.mulshine@collegiseducation.com::5f656d52-c555-4e5e-9a5b-18226766ffe3" providerId="AD" clId="Web-{B51FECA0-3F73-E82E-150E-6BA95471E4EB}" dt="2024-07-09T18:46:27.687" v="59"/>
          <ac:grpSpMkLst>
            <pc:docMk/>
            <pc:sldMk cId="949993384" sldId="891"/>
            <ac:grpSpMk id="40" creationId="{EA6AF6B4-D2A8-5589-2422-CE8B141B474D}"/>
          </ac:grpSpMkLst>
        </pc:grpChg>
        <pc:picChg chg="add mod">
          <ac:chgData name="Allison Mulshine" userId="S::allison.mulshine@collegiseducation.com::5f656d52-c555-4e5e-9a5b-18226766ffe3" providerId="AD" clId="Web-{B51FECA0-3F73-E82E-150E-6BA95471E4EB}" dt="2024-07-09T18:46:34.922" v="61" actId="14100"/>
          <ac:picMkLst>
            <pc:docMk/>
            <pc:sldMk cId="949993384" sldId="891"/>
            <ac:picMk id="41" creationId="{39593D21-F729-B5EE-D602-BA9929D8BF45}"/>
          </ac:picMkLst>
        </pc:picChg>
      </pc:sldChg>
      <pc:sldChg chg="addSp delSp modSp">
        <pc:chgData name="Allison Mulshine" userId="S::allison.mulshine@collegiseducation.com::5f656d52-c555-4e5e-9a5b-18226766ffe3" providerId="AD" clId="Web-{B51FECA0-3F73-E82E-150E-6BA95471E4EB}" dt="2024-07-09T18:47:55.813" v="70" actId="1076"/>
        <pc:sldMkLst>
          <pc:docMk/>
          <pc:sldMk cId="3640457357" sldId="892"/>
        </pc:sldMkLst>
        <pc:grpChg chg="del mod">
          <ac:chgData name="Allison Mulshine" userId="S::allison.mulshine@collegiseducation.com::5f656d52-c555-4e5e-9a5b-18226766ffe3" providerId="AD" clId="Web-{B51FECA0-3F73-E82E-150E-6BA95471E4EB}" dt="2024-07-09T18:47:47.235" v="67"/>
          <ac:grpSpMkLst>
            <pc:docMk/>
            <pc:sldMk cId="3640457357" sldId="892"/>
            <ac:grpSpMk id="41" creationId="{5941EA24-4952-4628-86D9-906C5439A913}"/>
          </ac:grpSpMkLst>
        </pc:grpChg>
        <pc:picChg chg="add mod">
          <ac:chgData name="Allison Mulshine" userId="S::allison.mulshine@collegiseducation.com::5f656d52-c555-4e5e-9a5b-18226766ffe3" providerId="AD" clId="Web-{B51FECA0-3F73-E82E-150E-6BA95471E4EB}" dt="2024-07-09T18:47:55.813" v="70" actId="1076"/>
          <ac:picMkLst>
            <pc:docMk/>
            <pc:sldMk cId="3640457357" sldId="892"/>
            <ac:picMk id="50" creationId="{CBCE9FA2-297E-538F-466B-553C8E32E8B1}"/>
          </ac:picMkLst>
        </pc:picChg>
      </pc:sldChg>
      <pc:sldChg chg="addSp delSp modSp">
        <pc:chgData name="Allison Mulshine" userId="S::allison.mulshine@collegiseducation.com::5f656d52-c555-4e5e-9a5b-18226766ffe3" providerId="AD" clId="Web-{B51FECA0-3F73-E82E-150E-6BA95471E4EB}" dt="2024-07-09T18:48:57.594" v="78" actId="1076"/>
        <pc:sldMkLst>
          <pc:docMk/>
          <pc:sldMk cId="1310730315" sldId="893"/>
        </pc:sldMkLst>
        <pc:grpChg chg="del">
          <ac:chgData name="Allison Mulshine" userId="S::allison.mulshine@collegiseducation.com::5f656d52-c555-4e5e-9a5b-18226766ffe3" providerId="AD" clId="Web-{B51FECA0-3F73-E82E-150E-6BA95471E4EB}" dt="2024-07-09T18:48:49.766" v="75"/>
          <ac:grpSpMkLst>
            <pc:docMk/>
            <pc:sldMk cId="1310730315" sldId="893"/>
            <ac:grpSpMk id="4" creationId="{BA557A16-D94D-4F74-8B69-7AFAA9081EE8}"/>
          </ac:grpSpMkLst>
        </pc:grpChg>
        <pc:picChg chg="add mod">
          <ac:chgData name="Allison Mulshine" userId="S::allison.mulshine@collegiseducation.com::5f656d52-c555-4e5e-9a5b-18226766ffe3" providerId="AD" clId="Web-{B51FECA0-3F73-E82E-150E-6BA95471E4EB}" dt="2024-07-09T18:48:57.594" v="78" actId="1076"/>
          <ac:picMkLst>
            <pc:docMk/>
            <pc:sldMk cId="1310730315" sldId="893"/>
            <ac:picMk id="5" creationId="{DD777FBF-58AC-2BB4-48A4-B6EF329C0F72}"/>
          </ac:picMkLst>
        </pc:picChg>
      </pc:sldChg>
      <pc:sldChg chg="addSp delSp modSp">
        <pc:chgData name="Allison Mulshine" userId="S::allison.mulshine@collegiseducation.com::5f656d52-c555-4e5e-9a5b-18226766ffe3" providerId="AD" clId="Web-{B51FECA0-3F73-E82E-150E-6BA95471E4EB}" dt="2024-07-09T18:49:48.407" v="86" actId="1076"/>
        <pc:sldMkLst>
          <pc:docMk/>
          <pc:sldMk cId="3152819259" sldId="894"/>
        </pc:sldMkLst>
        <pc:grpChg chg="del">
          <ac:chgData name="Allison Mulshine" userId="S::allison.mulshine@collegiseducation.com::5f656d52-c555-4e5e-9a5b-18226766ffe3" providerId="AD" clId="Web-{B51FECA0-3F73-E82E-150E-6BA95471E4EB}" dt="2024-07-09T18:49:41.548" v="83"/>
          <ac:grpSpMkLst>
            <pc:docMk/>
            <pc:sldMk cId="3152819259" sldId="894"/>
            <ac:grpSpMk id="3" creationId="{C2A88834-CE25-BF4E-4704-6E36DA9A2AE4}"/>
          </ac:grpSpMkLst>
        </pc:grpChg>
        <pc:picChg chg="add mod">
          <ac:chgData name="Allison Mulshine" userId="S::allison.mulshine@collegiseducation.com::5f656d52-c555-4e5e-9a5b-18226766ffe3" providerId="AD" clId="Web-{B51FECA0-3F73-E82E-150E-6BA95471E4EB}" dt="2024-07-09T18:49:48.407" v="86" actId="1076"/>
          <ac:picMkLst>
            <pc:docMk/>
            <pc:sldMk cId="3152819259" sldId="894"/>
            <ac:picMk id="4" creationId="{F2927E6F-84A7-CF84-2D85-4D13889D8640}"/>
          </ac:picMkLst>
        </pc:picChg>
      </pc:sldChg>
      <pc:sldChg chg="addSp delSp modSp">
        <pc:chgData name="Allison Mulshine" userId="S::allison.mulshine@collegiseducation.com::5f656d52-c555-4e5e-9a5b-18226766ffe3" providerId="AD" clId="Web-{B51FECA0-3F73-E82E-150E-6BA95471E4EB}" dt="2024-07-09T18:44:46.578" v="45" actId="14100"/>
        <pc:sldMkLst>
          <pc:docMk/>
          <pc:sldMk cId="1721510739" sldId="896"/>
        </pc:sldMkLst>
        <pc:grpChg chg="del">
          <ac:chgData name="Allison Mulshine" userId="S::allison.mulshine@collegiseducation.com::5f656d52-c555-4e5e-9a5b-18226766ffe3" providerId="AD" clId="Web-{B51FECA0-3F73-E82E-150E-6BA95471E4EB}" dt="2024-07-09T18:44:38.140" v="43"/>
          <ac:grpSpMkLst>
            <pc:docMk/>
            <pc:sldMk cId="1721510739" sldId="896"/>
            <ac:grpSpMk id="61" creationId="{E60A16FF-9173-4805-8D9D-E82255309C7E}"/>
          </ac:grpSpMkLst>
        </pc:grpChg>
        <pc:picChg chg="add mod">
          <ac:chgData name="Allison Mulshine" userId="S::allison.mulshine@collegiseducation.com::5f656d52-c555-4e5e-9a5b-18226766ffe3" providerId="AD" clId="Web-{B51FECA0-3F73-E82E-150E-6BA95471E4EB}" dt="2024-07-09T18:44:46.578" v="45" actId="14100"/>
          <ac:picMkLst>
            <pc:docMk/>
            <pc:sldMk cId="1721510739" sldId="896"/>
            <ac:picMk id="3" creationId="{B42BDF26-E874-7489-A0F2-82185D434943}"/>
          </ac:picMkLst>
        </pc:picChg>
        <pc:cxnChg chg="mod">
          <ac:chgData name="Allison Mulshine" userId="S::allison.mulshine@collegiseducation.com::5f656d52-c555-4e5e-9a5b-18226766ffe3" providerId="AD" clId="Web-{B51FECA0-3F73-E82E-150E-6BA95471E4EB}" dt="2024-07-09T18:44:38.140" v="43"/>
          <ac:cxnSpMkLst>
            <pc:docMk/>
            <pc:sldMk cId="1721510739" sldId="896"/>
            <ac:cxnSpMk id="53" creationId="{48759795-1594-1F6F-84C9-20EEAFC24320}"/>
          </ac:cxnSpMkLst>
        </pc:cxnChg>
        <pc:cxnChg chg="mod">
          <ac:chgData name="Allison Mulshine" userId="S::allison.mulshine@collegiseducation.com::5f656d52-c555-4e5e-9a5b-18226766ffe3" providerId="AD" clId="Web-{B51FECA0-3F73-E82E-150E-6BA95471E4EB}" dt="2024-07-09T18:44:38.140" v="43"/>
          <ac:cxnSpMkLst>
            <pc:docMk/>
            <pc:sldMk cId="1721510739" sldId="896"/>
            <ac:cxnSpMk id="55" creationId="{2832169C-B4E2-5D55-1922-EDDFCEADCD2C}"/>
          </ac:cxnSpMkLst>
        </pc:cxnChg>
        <pc:cxnChg chg="mod">
          <ac:chgData name="Allison Mulshine" userId="S::allison.mulshine@collegiseducation.com::5f656d52-c555-4e5e-9a5b-18226766ffe3" providerId="AD" clId="Web-{B51FECA0-3F73-E82E-150E-6BA95471E4EB}" dt="2024-07-09T18:44:38.140" v="43"/>
          <ac:cxnSpMkLst>
            <pc:docMk/>
            <pc:sldMk cId="1721510739" sldId="896"/>
            <ac:cxnSpMk id="59" creationId="{4F5DFCEB-C623-9D45-A85A-73DF041A2621}"/>
          </ac:cxnSpMkLst>
        </pc:cxnChg>
        <pc:cxnChg chg="mod">
          <ac:chgData name="Allison Mulshine" userId="S::allison.mulshine@collegiseducation.com::5f656d52-c555-4e5e-9a5b-18226766ffe3" providerId="AD" clId="Web-{B51FECA0-3F73-E82E-150E-6BA95471E4EB}" dt="2024-07-09T18:44:38.140" v="43"/>
          <ac:cxnSpMkLst>
            <pc:docMk/>
            <pc:sldMk cId="1721510739" sldId="896"/>
            <ac:cxnSpMk id="60" creationId="{00B878AA-9045-2217-A6DD-E5EBE16D0864}"/>
          </ac:cxnSpMkLst>
        </pc:cxnChg>
      </pc:sldChg>
      <pc:sldChg chg="addSp delSp modSp">
        <pc:chgData name="Allison Mulshine" userId="S::allison.mulshine@collegiseducation.com::5f656d52-c555-4e5e-9a5b-18226766ffe3" providerId="AD" clId="Web-{B51FECA0-3F73-E82E-150E-6BA95471E4EB}" dt="2024-07-09T18:43:17.483" v="38" actId="1076"/>
        <pc:sldMkLst>
          <pc:docMk/>
          <pc:sldMk cId="3216022469" sldId="901"/>
        </pc:sldMkLst>
        <pc:spChg chg="add del mod">
          <ac:chgData name="Allison Mulshine" userId="S::allison.mulshine@collegiseducation.com::5f656d52-c555-4e5e-9a5b-18226766ffe3" providerId="AD" clId="Web-{B51FECA0-3F73-E82E-150E-6BA95471E4EB}" dt="2024-07-09T18:43:06.905" v="35"/>
          <ac:spMkLst>
            <pc:docMk/>
            <pc:sldMk cId="3216022469" sldId="901"/>
            <ac:spMk id="141" creationId="{6CBE94CA-10DC-46F3-F2EC-1E1792E6A49F}"/>
          </ac:spMkLst>
        </pc:spChg>
        <pc:grpChg chg="add del">
          <ac:chgData name="Allison Mulshine" userId="S::allison.mulshine@collegiseducation.com::5f656d52-c555-4e5e-9a5b-18226766ffe3" providerId="AD" clId="Web-{B51FECA0-3F73-E82E-150E-6BA95471E4EB}" dt="2024-07-09T18:43:00.874" v="31"/>
          <ac:grpSpMkLst>
            <pc:docMk/>
            <pc:sldMk cId="3216022469" sldId="901"/>
            <ac:grpSpMk id="140" creationId="{E73EF1E9-3F9C-D799-E332-4BEDC432B3DD}"/>
          </ac:grpSpMkLst>
        </pc:grpChg>
        <pc:picChg chg="add mod">
          <ac:chgData name="Allison Mulshine" userId="S::allison.mulshine@collegiseducation.com::5f656d52-c555-4e5e-9a5b-18226766ffe3" providerId="AD" clId="Web-{B51FECA0-3F73-E82E-150E-6BA95471E4EB}" dt="2024-07-09T18:43:17.483" v="38" actId="1076"/>
          <ac:picMkLst>
            <pc:docMk/>
            <pc:sldMk cId="3216022469" sldId="901"/>
            <ac:picMk id="3" creationId="{35B86CD8-EAAD-6D1C-7EA8-BD609F83BB88}"/>
          </ac:picMkLst>
        </pc:picChg>
        <pc:cxnChg chg="mod">
          <ac:chgData name="Allison Mulshine" userId="S::allison.mulshine@collegiseducation.com::5f656d52-c555-4e5e-9a5b-18226766ffe3" providerId="AD" clId="Web-{B51FECA0-3F73-E82E-150E-6BA95471E4EB}" dt="2024-07-09T18:43:00.874" v="31"/>
          <ac:cxnSpMkLst>
            <pc:docMk/>
            <pc:sldMk cId="3216022469" sldId="901"/>
            <ac:cxnSpMk id="101" creationId="{A9DEB4B7-C818-7E44-3B66-02AFEDED7074}"/>
          </ac:cxnSpMkLst>
        </pc:cxnChg>
        <pc:cxnChg chg="mod">
          <ac:chgData name="Allison Mulshine" userId="S::allison.mulshine@collegiseducation.com::5f656d52-c555-4e5e-9a5b-18226766ffe3" providerId="AD" clId="Web-{B51FECA0-3F73-E82E-150E-6BA95471E4EB}" dt="2024-07-09T18:43:00.874" v="31"/>
          <ac:cxnSpMkLst>
            <pc:docMk/>
            <pc:sldMk cId="3216022469" sldId="901"/>
            <ac:cxnSpMk id="109" creationId="{AC419D75-B3FE-66EE-8681-4489FDD18DE5}"/>
          </ac:cxnSpMkLst>
        </pc:cxnChg>
        <pc:cxnChg chg="mod">
          <ac:chgData name="Allison Mulshine" userId="S::allison.mulshine@collegiseducation.com::5f656d52-c555-4e5e-9a5b-18226766ffe3" providerId="AD" clId="Web-{B51FECA0-3F73-E82E-150E-6BA95471E4EB}" dt="2024-07-09T18:43:00.874" v="31"/>
          <ac:cxnSpMkLst>
            <pc:docMk/>
            <pc:sldMk cId="3216022469" sldId="901"/>
            <ac:cxnSpMk id="112" creationId="{12BAE1F3-BF88-6B77-79F6-5D7F4F5301FB}"/>
          </ac:cxnSpMkLst>
        </pc:cxnChg>
        <pc:cxnChg chg="mod">
          <ac:chgData name="Allison Mulshine" userId="S::allison.mulshine@collegiseducation.com::5f656d52-c555-4e5e-9a5b-18226766ffe3" providerId="AD" clId="Web-{B51FECA0-3F73-E82E-150E-6BA95471E4EB}" dt="2024-07-09T18:43:00.874" v="31"/>
          <ac:cxnSpMkLst>
            <pc:docMk/>
            <pc:sldMk cId="3216022469" sldId="901"/>
            <ac:cxnSpMk id="124" creationId="{9E378144-87EF-B770-0B05-5ECB2C5C587E}"/>
          </ac:cxnSpMkLst>
        </pc:cxnChg>
        <pc:cxnChg chg="mod">
          <ac:chgData name="Allison Mulshine" userId="S::allison.mulshine@collegiseducation.com::5f656d52-c555-4e5e-9a5b-18226766ffe3" providerId="AD" clId="Web-{B51FECA0-3F73-E82E-150E-6BA95471E4EB}" dt="2024-07-09T18:43:00.874" v="31"/>
          <ac:cxnSpMkLst>
            <pc:docMk/>
            <pc:sldMk cId="3216022469" sldId="901"/>
            <ac:cxnSpMk id="128" creationId="{C68813F4-925F-B01E-6238-635AA9AF87F9}"/>
          </ac:cxnSpMkLst>
        </pc:cxnChg>
        <pc:cxnChg chg="mod">
          <ac:chgData name="Allison Mulshine" userId="S::allison.mulshine@collegiseducation.com::5f656d52-c555-4e5e-9a5b-18226766ffe3" providerId="AD" clId="Web-{B51FECA0-3F73-E82E-150E-6BA95471E4EB}" dt="2024-07-09T18:43:00.874" v="31"/>
          <ac:cxnSpMkLst>
            <pc:docMk/>
            <pc:sldMk cId="3216022469" sldId="901"/>
            <ac:cxnSpMk id="129" creationId="{BD6B7461-B4F5-263C-9A60-CA9A280FFF22}"/>
          </ac:cxnSpMkLst>
        </pc:cxnChg>
        <pc:cxnChg chg="mod">
          <ac:chgData name="Allison Mulshine" userId="S::allison.mulshine@collegiseducation.com::5f656d52-c555-4e5e-9a5b-18226766ffe3" providerId="AD" clId="Web-{B51FECA0-3F73-E82E-150E-6BA95471E4EB}" dt="2024-07-09T18:43:00.874" v="31"/>
          <ac:cxnSpMkLst>
            <pc:docMk/>
            <pc:sldMk cId="3216022469" sldId="901"/>
            <ac:cxnSpMk id="135" creationId="{114E68E0-AD1F-2035-5988-BA9364AF3CB6}"/>
          </ac:cxnSpMkLst>
        </pc:cxnChg>
        <pc:cxnChg chg="mod">
          <ac:chgData name="Allison Mulshine" userId="S::allison.mulshine@collegiseducation.com::5f656d52-c555-4e5e-9a5b-18226766ffe3" providerId="AD" clId="Web-{B51FECA0-3F73-E82E-150E-6BA95471E4EB}" dt="2024-07-09T18:43:00.874" v="31"/>
          <ac:cxnSpMkLst>
            <pc:docMk/>
            <pc:sldMk cId="3216022469" sldId="901"/>
            <ac:cxnSpMk id="136" creationId="{332029FE-4360-972F-8327-D20CAEE045FF}"/>
          </ac:cxnSpMkLst>
        </pc:cxnChg>
        <pc:cxnChg chg="mod">
          <ac:chgData name="Allison Mulshine" userId="S::allison.mulshine@collegiseducation.com::5f656d52-c555-4e5e-9a5b-18226766ffe3" providerId="AD" clId="Web-{B51FECA0-3F73-E82E-150E-6BA95471E4EB}" dt="2024-07-09T18:43:00.874" v="31"/>
          <ac:cxnSpMkLst>
            <pc:docMk/>
            <pc:sldMk cId="3216022469" sldId="901"/>
            <ac:cxnSpMk id="137" creationId="{EBB9F36B-EA40-D2D9-E0A0-81E382367CC6}"/>
          </ac:cxnSpMkLst>
        </pc:cxnChg>
      </pc:sldChg>
      <pc:sldChg chg="addSp delSp modSp">
        <pc:chgData name="Allison Mulshine" userId="S::allison.mulshine@collegiseducation.com::5f656d52-c555-4e5e-9a5b-18226766ffe3" providerId="AD" clId="Web-{B51FECA0-3F73-E82E-150E-6BA95471E4EB}" dt="2024-07-09T18:41:31.108" v="18" actId="1076"/>
        <pc:sldMkLst>
          <pc:docMk/>
          <pc:sldMk cId="623013944" sldId="902"/>
        </pc:sldMkLst>
        <pc:grpChg chg="del">
          <ac:chgData name="Allison Mulshine" userId="S::allison.mulshine@collegiseducation.com::5f656d52-c555-4e5e-9a5b-18226766ffe3" providerId="AD" clId="Web-{B51FECA0-3F73-E82E-150E-6BA95471E4EB}" dt="2024-07-09T18:41:03.811" v="13"/>
          <ac:grpSpMkLst>
            <pc:docMk/>
            <pc:sldMk cId="623013944" sldId="902"/>
            <ac:grpSpMk id="33" creationId="{DC1E145A-63FE-E016-A627-6E7E3DDC4544}"/>
          </ac:grpSpMkLst>
        </pc:grpChg>
        <pc:picChg chg="add mod">
          <ac:chgData name="Allison Mulshine" userId="S::allison.mulshine@collegiseducation.com::5f656d52-c555-4e5e-9a5b-18226766ffe3" providerId="AD" clId="Web-{B51FECA0-3F73-E82E-150E-6BA95471E4EB}" dt="2024-07-09T18:41:31.108" v="18" actId="1076"/>
          <ac:picMkLst>
            <pc:docMk/>
            <pc:sldMk cId="623013944" sldId="902"/>
            <ac:picMk id="35" creationId="{8F62B6AF-B7A9-60E9-01B9-4CEBB45F15A5}"/>
          </ac:picMkLst>
        </pc:picChg>
        <pc:cxnChg chg="mod">
          <ac:chgData name="Allison Mulshine" userId="S::allison.mulshine@collegiseducation.com::5f656d52-c555-4e5e-9a5b-18226766ffe3" providerId="AD" clId="Web-{B51FECA0-3F73-E82E-150E-6BA95471E4EB}" dt="2024-07-09T18:41:03.811" v="13"/>
          <ac:cxnSpMkLst>
            <pc:docMk/>
            <pc:sldMk cId="623013944" sldId="902"/>
            <ac:cxnSpMk id="17" creationId="{4B57A5AE-C11E-60B8-A2C2-C37A77ABBC1B}"/>
          </ac:cxnSpMkLst>
        </pc:cxnChg>
        <pc:cxnChg chg="mod">
          <ac:chgData name="Allison Mulshine" userId="S::allison.mulshine@collegiseducation.com::5f656d52-c555-4e5e-9a5b-18226766ffe3" providerId="AD" clId="Web-{B51FECA0-3F73-E82E-150E-6BA95471E4EB}" dt="2024-07-09T18:41:03.811" v="13"/>
          <ac:cxnSpMkLst>
            <pc:docMk/>
            <pc:sldMk cId="623013944" sldId="902"/>
            <ac:cxnSpMk id="20" creationId="{04A32426-CD3D-CDC2-6B38-CD8086D7CAAC}"/>
          </ac:cxnSpMkLst>
        </pc:cxnChg>
        <pc:cxnChg chg="mod">
          <ac:chgData name="Allison Mulshine" userId="S::allison.mulshine@collegiseducation.com::5f656d52-c555-4e5e-9a5b-18226766ffe3" providerId="AD" clId="Web-{B51FECA0-3F73-E82E-150E-6BA95471E4EB}" dt="2024-07-09T18:41:03.811" v="13"/>
          <ac:cxnSpMkLst>
            <pc:docMk/>
            <pc:sldMk cId="623013944" sldId="902"/>
            <ac:cxnSpMk id="22" creationId="{CFE9D6E8-1918-65C0-5E2E-F7F4DC494942}"/>
          </ac:cxnSpMkLst>
        </pc:cxnChg>
        <pc:cxnChg chg="mod">
          <ac:chgData name="Allison Mulshine" userId="S::allison.mulshine@collegiseducation.com::5f656d52-c555-4e5e-9a5b-18226766ffe3" providerId="AD" clId="Web-{B51FECA0-3F73-E82E-150E-6BA95471E4EB}" dt="2024-07-09T18:41:03.811" v="13"/>
          <ac:cxnSpMkLst>
            <pc:docMk/>
            <pc:sldMk cId="623013944" sldId="902"/>
            <ac:cxnSpMk id="25" creationId="{A289D702-4F4A-4CFA-C85E-F629FD27915A}"/>
          </ac:cxnSpMkLst>
        </pc:cxnChg>
        <pc:cxnChg chg="mod">
          <ac:chgData name="Allison Mulshine" userId="S::allison.mulshine@collegiseducation.com::5f656d52-c555-4e5e-9a5b-18226766ffe3" providerId="AD" clId="Web-{B51FECA0-3F73-E82E-150E-6BA95471E4EB}" dt="2024-07-09T18:41:03.811" v="13"/>
          <ac:cxnSpMkLst>
            <pc:docMk/>
            <pc:sldMk cId="623013944" sldId="902"/>
            <ac:cxnSpMk id="26" creationId="{94F71288-95A9-E2F6-88C2-524FBB713278}"/>
          </ac:cxnSpMkLst>
        </pc:cxnChg>
        <pc:cxnChg chg="mod">
          <ac:chgData name="Allison Mulshine" userId="S::allison.mulshine@collegiseducation.com::5f656d52-c555-4e5e-9a5b-18226766ffe3" providerId="AD" clId="Web-{B51FECA0-3F73-E82E-150E-6BA95471E4EB}" dt="2024-07-09T18:41:03.811" v="13"/>
          <ac:cxnSpMkLst>
            <pc:docMk/>
            <pc:sldMk cId="623013944" sldId="902"/>
            <ac:cxnSpMk id="27" creationId="{CEC84FA9-E649-DD88-F21A-8603A45ED419}"/>
          </ac:cxnSpMkLst>
        </pc:cxnChg>
        <pc:cxnChg chg="mod">
          <ac:chgData name="Allison Mulshine" userId="S::allison.mulshine@collegiseducation.com::5f656d52-c555-4e5e-9a5b-18226766ffe3" providerId="AD" clId="Web-{B51FECA0-3F73-E82E-150E-6BA95471E4EB}" dt="2024-07-09T18:41:03.811" v="13"/>
          <ac:cxnSpMkLst>
            <pc:docMk/>
            <pc:sldMk cId="623013944" sldId="902"/>
            <ac:cxnSpMk id="29" creationId="{7DDF22E7-BC09-A7A6-18E2-A6179D879B78}"/>
          </ac:cxnSpMkLst>
        </pc:cxnChg>
        <pc:cxnChg chg="mod">
          <ac:chgData name="Allison Mulshine" userId="S::allison.mulshine@collegiseducation.com::5f656d52-c555-4e5e-9a5b-18226766ffe3" providerId="AD" clId="Web-{B51FECA0-3F73-E82E-150E-6BA95471E4EB}" dt="2024-07-09T18:41:03.811" v="13"/>
          <ac:cxnSpMkLst>
            <pc:docMk/>
            <pc:sldMk cId="623013944" sldId="902"/>
            <ac:cxnSpMk id="30" creationId="{3C6D5FA4-3E5F-1659-BC54-C74551FDE004}"/>
          </ac:cxnSpMkLst>
        </pc:cxnChg>
        <pc:cxnChg chg="mod">
          <ac:chgData name="Allison Mulshine" userId="S::allison.mulshine@collegiseducation.com::5f656d52-c555-4e5e-9a5b-18226766ffe3" providerId="AD" clId="Web-{B51FECA0-3F73-E82E-150E-6BA95471E4EB}" dt="2024-07-09T18:41:03.811" v="13"/>
          <ac:cxnSpMkLst>
            <pc:docMk/>
            <pc:sldMk cId="623013944" sldId="902"/>
            <ac:cxnSpMk id="31" creationId="{0FA9EC44-EC51-6B46-5221-4A9939DFD277}"/>
          </ac:cxnSpMkLst>
        </pc:cxnChg>
      </pc:sldChg>
      <pc:sldChg chg="addSp delSp modSp">
        <pc:chgData name="Allison Mulshine" userId="S::allison.mulshine@collegiseducation.com::5f656d52-c555-4e5e-9a5b-18226766ffe3" providerId="AD" clId="Web-{B51FECA0-3F73-E82E-150E-6BA95471E4EB}" dt="2024-07-09T18:40:11.764" v="9" actId="1076"/>
        <pc:sldMkLst>
          <pc:docMk/>
          <pc:sldMk cId="567280916" sldId="905"/>
        </pc:sldMkLst>
        <pc:grpChg chg="del">
          <ac:chgData name="Allison Mulshine" userId="S::allison.mulshine@collegiseducation.com::5f656d52-c555-4e5e-9a5b-18226766ffe3" providerId="AD" clId="Web-{B51FECA0-3F73-E82E-150E-6BA95471E4EB}" dt="2024-07-09T18:39:52.045" v="3"/>
          <ac:grpSpMkLst>
            <pc:docMk/>
            <pc:sldMk cId="567280916" sldId="905"/>
            <ac:grpSpMk id="16" creationId="{E1731FD1-D60B-572A-8FCF-F9AAC18C4CDA}"/>
          </ac:grpSpMkLst>
        </pc:grpChg>
        <pc:picChg chg="add mod">
          <ac:chgData name="Allison Mulshine" userId="S::allison.mulshine@collegiseducation.com::5f656d52-c555-4e5e-9a5b-18226766ffe3" providerId="AD" clId="Web-{B51FECA0-3F73-E82E-150E-6BA95471E4EB}" dt="2024-07-09T18:40:11.764" v="9" actId="1076"/>
          <ac:picMkLst>
            <pc:docMk/>
            <pc:sldMk cId="567280916" sldId="905"/>
            <ac:picMk id="17" creationId="{B0A2F7EB-4903-B183-20A2-77954FEE521E}"/>
          </ac:picMkLst>
        </pc:picChg>
      </pc:sldChg>
      <pc:sldChg chg="addSp delSp modSp">
        <pc:chgData name="Allison Mulshine" userId="S::allison.mulshine@collegiseducation.com::5f656d52-c555-4e5e-9a5b-18226766ffe3" providerId="AD" clId="Web-{B51FECA0-3F73-E82E-150E-6BA95471E4EB}" dt="2024-07-09T18:50:40.923" v="93" actId="1076"/>
        <pc:sldMkLst>
          <pc:docMk/>
          <pc:sldMk cId="1766404032" sldId="906"/>
        </pc:sldMkLst>
        <pc:grpChg chg="del">
          <ac:chgData name="Allison Mulshine" userId="S::allison.mulshine@collegiseducation.com::5f656d52-c555-4e5e-9a5b-18226766ffe3" providerId="AD" clId="Web-{B51FECA0-3F73-E82E-150E-6BA95471E4EB}" dt="2024-07-09T18:50:34.564" v="90"/>
          <ac:grpSpMkLst>
            <pc:docMk/>
            <pc:sldMk cId="1766404032" sldId="906"/>
            <ac:grpSpMk id="3" creationId="{515A76CD-EF41-663D-E541-F9126887E65D}"/>
          </ac:grpSpMkLst>
        </pc:grpChg>
        <pc:picChg chg="add mod">
          <ac:chgData name="Allison Mulshine" userId="S::allison.mulshine@collegiseducation.com::5f656d52-c555-4e5e-9a5b-18226766ffe3" providerId="AD" clId="Web-{B51FECA0-3F73-E82E-150E-6BA95471E4EB}" dt="2024-07-09T18:50:40.923" v="93" actId="1076"/>
          <ac:picMkLst>
            <pc:docMk/>
            <pc:sldMk cId="1766404032" sldId="906"/>
            <ac:picMk id="4" creationId="{6B5F8584-A120-702E-2C65-91DE0C713C97}"/>
          </ac:picMkLst>
        </pc:picChg>
      </pc:sldChg>
      <pc:sldChg chg="addSp delSp modSp">
        <pc:chgData name="Allison Mulshine" userId="S::allison.mulshine@collegiseducation.com::5f656d52-c555-4e5e-9a5b-18226766ffe3" providerId="AD" clId="Web-{B51FECA0-3F73-E82E-150E-6BA95471E4EB}" dt="2024-07-09T18:53:35.658" v="114" actId="1076"/>
        <pc:sldMkLst>
          <pc:docMk/>
          <pc:sldMk cId="4280619819" sldId="907"/>
        </pc:sldMkLst>
        <pc:grpChg chg="del mod">
          <ac:chgData name="Allison Mulshine" userId="S::allison.mulshine@collegiseducation.com::5f656d52-c555-4e5e-9a5b-18226766ffe3" providerId="AD" clId="Web-{B51FECA0-3F73-E82E-150E-6BA95471E4EB}" dt="2024-07-09T18:53:26.252" v="111"/>
          <ac:grpSpMkLst>
            <pc:docMk/>
            <pc:sldMk cId="4280619819" sldId="907"/>
            <ac:grpSpMk id="7" creationId="{E565D4F7-7922-F31E-0FBE-FFFBF7A44779}"/>
          </ac:grpSpMkLst>
        </pc:grpChg>
        <pc:picChg chg="add mod">
          <ac:chgData name="Allison Mulshine" userId="S::allison.mulshine@collegiseducation.com::5f656d52-c555-4e5e-9a5b-18226766ffe3" providerId="AD" clId="Web-{B51FECA0-3F73-E82E-150E-6BA95471E4EB}" dt="2024-07-09T18:53:35.658" v="114" actId="1076"/>
          <ac:picMkLst>
            <pc:docMk/>
            <pc:sldMk cId="4280619819" sldId="907"/>
            <ac:picMk id="10" creationId="{5F1992AA-9FF8-F1BD-9859-E87473290EAA}"/>
          </ac:picMkLst>
        </pc:picChg>
      </pc:sldChg>
      <pc:sldChg chg="addSp delSp modSp">
        <pc:chgData name="Allison Mulshine" userId="S::allison.mulshine@collegiseducation.com::5f656d52-c555-4e5e-9a5b-18226766ffe3" providerId="AD" clId="Web-{B51FECA0-3F73-E82E-150E-6BA95471E4EB}" dt="2024-07-09T18:52:26.002" v="104" actId="14100"/>
        <pc:sldMkLst>
          <pc:docMk/>
          <pc:sldMk cId="266457504" sldId="908"/>
        </pc:sldMkLst>
        <pc:spChg chg="mod">
          <ac:chgData name="Allison Mulshine" userId="S::allison.mulshine@collegiseducation.com::5f656d52-c555-4e5e-9a5b-18226766ffe3" providerId="AD" clId="Web-{B51FECA0-3F73-E82E-150E-6BA95471E4EB}" dt="2024-07-09T18:51:06.517" v="95" actId="1076"/>
          <ac:spMkLst>
            <pc:docMk/>
            <pc:sldMk cId="266457504" sldId="908"/>
            <ac:spMk id="4" creationId="{2FAF09B7-C17B-4CBF-9F77-DAD6A85F3CAD}"/>
          </ac:spMkLst>
        </pc:spChg>
        <pc:grpChg chg="del mod">
          <ac:chgData name="Allison Mulshine" userId="S::allison.mulshine@collegiseducation.com::5f656d52-c555-4e5e-9a5b-18226766ffe3" providerId="AD" clId="Web-{B51FECA0-3F73-E82E-150E-6BA95471E4EB}" dt="2024-07-09T18:52:11.908" v="100"/>
          <ac:grpSpMkLst>
            <pc:docMk/>
            <pc:sldMk cId="266457504" sldId="908"/>
            <ac:grpSpMk id="10" creationId="{3B143AF0-7066-F345-3040-00C1EC22D8E9}"/>
          </ac:grpSpMkLst>
        </pc:grpChg>
        <pc:picChg chg="add mod">
          <ac:chgData name="Allison Mulshine" userId="S::allison.mulshine@collegiseducation.com::5f656d52-c555-4e5e-9a5b-18226766ffe3" providerId="AD" clId="Web-{B51FECA0-3F73-E82E-150E-6BA95471E4EB}" dt="2024-07-09T18:52:26.002" v="104" actId="14100"/>
          <ac:picMkLst>
            <pc:docMk/>
            <pc:sldMk cId="266457504" sldId="908"/>
            <ac:picMk id="11" creationId="{9FF7712A-AAC7-8E9E-DD75-52C2C2AEF21E}"/>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9D919ED-7EBC-0349-92FD-49744747E976}" type="datetimeFigureOut">
              <a:rPr lang="en-US" smtClean="0"/>
              <a:t>7/9/2024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A71147B-6250-B74A-893B-83F308D48EF2}" type="slidenum">
              <a:rPr lang="en-US" smtClean="0"/>
              <a:t>‹#›</a:t>
            </a:fld>
            <a:endParaRPr lang="en-US" dirty="0"/>
          </a:p>
        </p:txBody>
      </p:sp>
    </p:spTree>
    <p:extLst>
      <p:ext uri="{BB962C8B-B14F-4D97-AF65-F5344CB8AC3E}">
        <p14:creationId xmlns:p14="http://schemas.microsoft.com/office/powerpoint/2010/main" val="22121406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2A486D6-E442-077A-EEB3-88D208F2FC4C}"/>
              </a:ext>
            </a:extLst>
          </p:cNvPr>
          <p:cNvSpPr/>
          <p:nvPr/>
        </p:nvSpPr>
        <p:spPr>
          <a:xfrm>
            <a:off x="2657477" y="1943101"/>
            <a:ext cx="12973050" cy="4730750"/>
          </a:xfrm>
          <a:prstGeom prst="rect">
            <a:avLst/>
          </a:prstGeom>
          <a:noFill/>
          <a:ln w="12700" cap="flat" cmpd="sng">
            <a:solidFill>
              <a:schemeClr val="bg1"/>
            </a:solidFill>
            <a:prstDash val="solid"/>
          </a:ln>
          <a:effectLst>
            <a:outerShdw blurRad="63500" sx="100500" sy="100500" algn="ctr" rotWithShape="0">
              <a:prstClr val="black">
                <a:alpha val="50000"/>
              </a:prstClr>
            </a:outerShdw>
          </a:effectLst>
        </p:spPr>
        <p:txBody>
          <a:bodyPr>
            <a:normAutofit/>
          </a:bodyPr>
          <a:lstStyle/>
          <a:p>
            <a:pPr defTabSz="1828800" fontAlgn="auto">
              <a:spcBef>
                <a:spcPts val="4000"/>
              </a:spcBef>
              <a:spcAft>
                <a:spcPts val="0"/>
              </a:spcAft>
              <a:buClr>
                <a:schemeClr val="accent1">
                  <a:lumMod val="60000"/>
                  <a:lumOff val="40000"/>
                </a:schemeClr>
              </a:buClr>
              <a:buSzPct val="110000"/>
              <a:buFont typeface="Wingdings 2" pitchFamily="18" charset="2"/>
              <a:buNone/>
              <a:defRPr/>
            </a:pPr>
            <a:endParaRPr sz="6400" dirty="0">
              <a:solidFill>
                <a:schemeClr val="tx1">
                  <a:lumMod val="65000"/>
                  <a:lumOff val="35000"/>
                </a:schemeClr>
              </a:solidFill>
              <a:latin typeface="+mn-lt"/>
              <a:ea typeface="+mn-ea"/>
            </a:endParaRPr>
          </a:p>
        </p:txBody>
      </p:sp>
      <p:sp>
        <p:nvSpPr>
          <p:cNvPr id="2" name="Title 1"/>
          <p:cNvSpPr>
            <a:spLocks noGrp="1"/>
          </p:cNvSpPr>
          <p:nvPr>
            <p:ph type="ctrTitle"/>
          </p:nvPr>
        </p:nvSpPr>
        <p:spPr>
          <a:xfrm>
            <a:off x="2645842" y="2286000"/>
            <a:ext cx="12996316" cy="2587300"/>
          </a:xfrm>
        </p:spPr>
        <p:txBody>
          <a:bodyPr lIns="182880" rIns="182880" rtlCol="0">
            <a:noAutofit/>
          </a:bodyPr>
          <a:lstStyle>
            <a:lvl1pPr marL="0" indent="0" algn="ctr" defTabSz="1828800" rtl="0" eaLnBrk="1" latinLnBrk="0" hangingPunct="1">
              <a:spcBef>
                <a:spcPct val="0"/>
              </a:spcBef>
              <a:buClr>
                <a:schemeClr val="accent1">
                  <a:lumMod val="60000"/>
                  <a:lumOff val="40000"/>
                </a:schemeClr>
              </a:buClr>
              <a:buSzPct val="110000"/>
              <a:buFont typeface="Wingdings 2" pitchFamily="18" charset="2"/>
              <a:buNone/>
              <a:defRPr sz="7200" b="1" kern="1200">
                <a:solidFill>
                  <a:schemeClr val="accent1"/>
                </a:solidFill>
                <a:latin typeface="+mj-lt"/>
                <a:ea typeface="+mj-ea"/>
                <a:cs typeface="+mj-cs"/>
              </a:defRPr>
            </a:lvl1pPr>
          </a:lstStyle>
          <a:p>
            <a:r>
              <a:rPr lang="en-US"/>
              <a:t>Click to edit Master title style</a:t>
            </a:r>
            <a:endParaRPr/>
          </a:p>
        </p:txBody>
      </p:sp>
      <p:sp>
        <p:nvSpPr>
          <p:cNvPr id="3" name="Subtitle 2"/>
          <p:cNvSpPr>
            <a:spLocks noGrp="1"/>
          </p:cNvSpPr>
          <p:nvPr>
            <p:ph type="subTitle" idx="1"/>
          </p:nvPr>
        </p:nvSpPr>
        <p:spPr>
          <a:xfrm>
            <a:off x="2645845" y="4948519"/>
            <a:ext cx="12996318" cy="1374962"/>
          </a:xfrm>
        </p:spPr>
        <p:txBody>
          <a:bodyPr rtlCol="0">
            <a:normAutofit/>
          </a:bodyPr>
          <a:lstStyle>
            <a:lvl1pPr marL="0" indent="0" algn="ctr" defTabSz="1828800" rtl="0" eaLnBrk="1" latinLnBrk="0" hangingPunct="1">
              <a:spcBef>
                <a:spcPts val="600"/>
              </a:spcBef>
              <a:buClr>
                <a:schemeClr val="accent1">
                  <a:lumMod val="60000"/>
                  <a:lumOff val="40000"/>
                </a:schemeClr>
              </a:buClr>
              <a:buSzPct val="110000"/>
              <a:buFont typeface="Wingdings 2" pitchFamily="18" charset="2"/>
              <a:buNone/>
              <a:defRPr sz="3600" kern="1200">
                <a:solidFill>
                  <a:schemeClr val="tx1"/>
                </a:solidFill>
                <a:latin typeface="+mn-lt"/>
                <a:ea typeface="+mn-ea"/>
                <a:cs typeface="+mn-cs"/>
              </a:defRPr>
            </a:lvl1pPr>
            <a:lvl2pPr marL="914400" indent="0" algn="ctr">
              <a:buNone/>
              <a:defRPr>
                <a:solidFill>
                  <a:schemeClr val="tx1">
                    <a:tint val="75000"/>
                  </a:schemeClr>
                </a:solidFill>
              </a:defRPr>
            </a:lvl2pPr>
            <a:lvl3pPr marL="1828800" indent="0" algn="ctr">
              <a:buNone/>
              <a:defRPr>
                <a:solidFill>
                  <a:schemeClr val="tx1">
                    <a:tint val="75000"/>
                  </a:schemeClr>
                </a:solidFill>
              </a:defRPr>
            </a:lvl3pPr>
            <a:lvl4pPr marL="2743200" indent="0" algn="ctr">
              <a:buNone/>
              <a:defRPr>
                <a:solidFill>
                  <a:schemeClr val="tx1">
                    <a:tint val="75000"/>
                  </a:schemeClr>
                </a:solidFill>
              </a:defRPr>
            </a:lvl4pPr>
            <a:lvl5pPr marL="3657600" indent="0" algn="ctr">
              <a:buNone/>
              <a:defRPr>
                <a:solidFill>
                  <a:schemeClr val="tx1">
                    <a:tint val="75000"/>
                  </a:schemeClr>
                </a:solidFill>
              </a:defRPr>
            </a:lvl5pPr>
            <a:lvl6pPr marL="4572000" indent="0" algn="ctr">
              <a:buNone/>
              <a:defRPr>
                <a:solidFill>
                  <a:schemeClr val="tx1">
                    <a:tint val="75000"/>
                  </a:schemeClr>
                </a:solidFill>
              </a:defRPr>
            </a:lvl6pPr>
            <a:lvl7pPr marL="5486400" indent="0" algn="ctr">
              <a:buNone/>
              <a:defRPr>
                <a:solidFill>
                  <a:schemeClr val="tx1">
                    <a:tint val="75000"/>
                  </a:schemeClr>
                </a:solidFill>
              </a:defRPr>
            </a:lvl7pPr>
            <a:lvl8pPr marL="6400800" indent="0" algn="ctr">
              <a:buNone/>
              <a:defRPr>
                <a:solidFill>
                  <a:schemeClr val="tx1">
                    <a:tint val="75000"/>
                  </a:schemeClr>
                </a:solidFill>
              </a:defRPr>
            </a:lvl8pPr>
            <a:lvl9pPr marL="7315200" indent="0" algn="ctr">
              <a:buNone/>
              <a:defRPr>
                <a:solidFill>
                  <a:schemeClr val="tx1">
                    <a:tint val="75000"/>
                  </a:schemeClr>
                </a:solidFill>
              </a:defRPr>
            </a:lvl9pPr>
          </a:lstStyle>
          <a:p>
            <a:r>
              <a:rPr lang="en-US" dirty="0"/>
              <a:t>Click to edit Master subtitle style</a:t>
            </a:r>
            <a:endParaRPr dirty="0"/>
          </a:p>
        </p:txBody>
      </p:sp>
    </p:spTree>
    <p:extLst>
      <p:ext uri="{BB962C8B-B14F-4D97-AF65-F5344CB8AC3E}">
        <p14:creationId xmlns:p14="http://schemas.microsoft.com/office/powerpoint/2010/main" val="1667486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098550" y="161365"/>
            <a:ext cx="16084552" cy="1551434"/>
          </a:xfrm>
        </p:spPr>
        <p:txBody>
          <a:bodyPr/>
          <a:lstStyle>
            <a:lvl1pPr>
              <a:defRPr sz="5600" b="1"/>
            </a:lvl1pPr>
          </a:lstStyle>
          <a:p>
            <a:r>
              <a:rPr lang="en-US"/>
              <a:t>Click to edit Master title style</a:t>
            </a:r>
            <a:endParaRPr/>
          </a:p>
        </p:txBody>
      </p:sp>
      <p:sp>
        <p:nvSpPr>
          <p:cNvPr id="3" name="Content Placeholder 2"/>
          <p:cNvSpPr>
            <a:spLocks noGrp="1"/>
          </p:cNvSpPr>
          <p:nvPr>
            <p:ph idx="1"/>
          </p:nvPr>
        </p:nvSpPr>
        <p:spPr>
          <a:xfrm>
            <a:off x="1098550" y="2050699"/>
            <a:ext cx="16084552" cy="6888006"/>
          </a:xfrm>
        </p:spPr>
        <p:txBody>
          <a:bodyPr/>
          <a:lstStyle>
            <a:lvl1pPr>
              <a:defRPr sz="4000"/>
            </a:lvl1pPr>
            <a:lvl2pPr>
              <a:defRPr sz="3600"/>
            </a:lvl2pPr>
            <a:lvl3pPr>
              <a:defRPr sz="3200"/>
            </a:lvl3pPr>
            <a:lvl4pPr>
              <a:defRPr sz="2800"/>
            </a:lvl4pPr>
            <a:lvl5pPr>
              <a:defRPr sz="2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Tree>
    <p:extLst>
      <p:ext uri="{BB962C8B-B14F-4D97-AF65-F5344CB8AC3E}">
        <p14:creationId xmlns:p14="http://schemas.microsoft.com/office/powerpoint/2010/main" val="26025930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098550" y="2085698"/>
            <a:ext cx="7680960" cy="6515100"/>
          </a:xfrm>
        </p:spPr>
        <p:txBody>
          <a:bodyPr>
            <a:normAutofit/>
          </a:bodyPr>
          <a:lstStyle>
            <a:lvl1pPr>
              <a:spcBef>
                <a:spcPts val="3200"/>
              </a:spcBef>
              <a:defRPr sz="4000"/>
            </a:lvl1pPr>
            <a:lvl2pPr>
              <a:defRPr sz="3600"/>
            </a:lvl2pPr>
            <a:lvl3pPr>
              <a:defRPr sz="3200"/>
            </a:lvl3pPr>
            <a:lvl4pPr>
              <a:defRPr sz="2800"/>
            </a:lvl4pPr>
            <a:lvl5pPr>
              <a:defRPr sz="2400"/>
            </a:lvl5pPr>
            <a:lvl6pPr>
              <a:defRPr sz="3600"/>
            </a:lvl6pPr>
            <a:lvl7pPr>
              <a:defRPr sz="3600"/>
            </a:lvl7pPr>
            <a:lvl8pPr>
              <a:defRPr sz="3600"/>
            </a:lvl8pPr>
            <a:lvl9pPr>
              <a:defRPr sz="3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4" name="Content Placeholder 3"/>
          <p:cNvSpPr>
            <a:spLocks noGrp="1"/>
          </p:cNvSpPr>
          <p:nvPr>
            <p:ph sz="half" idx="2"/>
          </p:nvPr>
        </p:nvSpPr>
        <p:spPr>
          <a:xfrm>
            <a:off x="9502142" y="2085698"/>
            <a:ext cx="7680960" cy="6515100"/>
          </a:xfrm>
        </p:spPr>
        <p:txBody>
          <a:bodyPr>
            <a:normAutofit/>
          </a:bodyPr>
          <a:lstStyle>
            <a:lvl1pPr>
              <a:spcBef>
                <a:spcPts val="3200"/>
              </a:spcBef>
              <a:defRPr sz="4000"/>
            </a:lvl1pPr>
            <a:lvl2pPr>
              <a:defRPr sz="3600"/>
            </a:lvl2pPr>
            <a:lvl3pPr>
              <a:defRPr sz="3200"/>
            </a:lvl3pPr>
            <a:lvl4pPr>
              <a:defRPr sz="2800"/>
            </a:lvl4pPr>
            <a:lvl5pPr>
              <a:defRPr sz="2400"/>
            </a:lvl5pPr>
            <a:lvl6pPr>
              <a:defRPr sz="3600"/>
            </a:lvl6pPr>
            <a:lvl7pPr>
              <a:defRPr sz="3600"/>
            </a:lvl7pPr>
            <a:lvl8pPr>
              <a:defRPr sz="3600"/>
            </a:lvl8pPr>
            <a:lvl9pPr>
              <a:defRPr sz="3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5" name="Title 1"/>
          <p:cNvSpPr>
            <a:spLocks noGrp="1"/>
          </p:cNvSpPr>
          <p:nvPr>
            <p:ph type="title"/>
          </p:nvPr>
        </p:nvSpPr>
        <p:spPr>
          <a:xfrm>
            <a:off x="1098550" y="161365"/>
            <a:ext cx="16084552" cy="1551434"/>
          </a:xfrm>
        </p:spPr>
        <p:txBody>
          <a:bodyPr/>
          <a:lstStyle>
            <a:lvl1pPr>
              <a:defRPr sz="5600" b="1"/>
            </a:lvl1pPr>
          </a:lstStyle>
          <a:p>
            <a:r>
              <a:rPr lang="en-US"/>
              <a:t>Click to edit Master title style</a:t>
            </a:r>
            <a:endParaRPr/>
          </a:p>
        </p:txBody>
      </p:sp>
    </p:spTree>
    <p:extLst>
      <p:ext uri="{BB962C8B-B14F-4D97-AF65-F5344CB8AC3E}">
        <p14:creationId xmlns:p14="http://schemas.microsoft.com/office/powerpoint/2010/main" val="5561141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A8A536A5-2511-45D9-8AD9-23F11C951D17}" type="datetime1">
              <a:rPr lang="en-US" smtClean="0"/>
              <a:t>7/9/2024</a:t>
            </a:fld>
            <a:endParaRPr lang="en-US" dirty="0"/>
          </a:p>
        </p:txBody>
      </p:sp>
      <p:sp>
        <p:nvSpPr>
          <p:cNvPr id="4" name="Footer Placeholder 3"/>
          <p:cNvSpPr>
            <a:spLocks noGrp="1"/>
          </p:cNvSpPr>
          <p:nvPr>
            <p:ph type="ftr" sz="quarter" idx="11"/>
          </p:nvPr>
        </p:nvSpPr>
        <p:spPr/>
        <p:txBody>
          <a:bodyPr/>
          <a:lstStyle/>
          <a:p>
            <a:r>
              <a:rPr lang="sk-SK" dirty="0"/>
              <a:t>CSP554</a:t>
            </a:r>
            <a:r>
              <a:rPr lang="en-US" dirty="0"/>
              <a:t> Module 02a</a:t>
            </a:r>
          </a:p>
        </p:txBody>
      </p:sp>
      <p:sp>
        <p:nvSpPr>
          <p:cNvPr id="5" name="Slide Number Placeholder 4"/>
          <p:cNvSpPr>
            <a:spLocks noGrp="1"/>
          </p:cNvSpPr>
          <p:nvPr>
            <p:ph type="sldNum" sz="quarter" idx="12"/>
          </p:nvPr>
        </p:nvSpPr>
        <p:spPr/>
        <p:txBody>
          <a:bodyPr/>
          <a:lstStyle/>
          <a:p>
            <a:fld id="{9AA7C465-8597-4488-B68C-958448427716}" type="slidenum">
              <a:rPr lang="en-US" smtClean="0"/>
              <a:t>‹#›</a:t>
            </a:fld>
            <a:endParaRPr lang="en-US" dirty="0"/>
          </a:p>
        </p:txBody>
      </p:sp>
    </p:spTree>
    <p:extLst>
      <p:ext uri="{BB962C8B-B14F-4D97-AF65-F5344CB8AC3E}">
        <p14:creationId xmlns:p14="http://schemas.microsoft.com/office/powerpoint/2010/main" val="159313903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jpe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6"/>
          <a:srcRect/>
          <a:stretch>
            <a:fillRect/>
          </a:stretch>
        </a:blip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482098A7-74DB-47EC-8637-CFD1F5FF8EA6}"/>
              </a:ext>
            </a:extLst>
          </p:cNvPr>
          <p:cNvSpPr>
            <a:spLocks noGrp="1"/>
          </p:cNvSpPr>
          <p:nvPr>
            <p:ph type="title"/>
          </p:nvPr>
        </p:nvSpPr>
        <p:spPr bwMode="auto">
          <a:xfrm>
            <a:off x="1098551" y="161926"/>
            <a:ext cx="16084550" cy="20034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A30E7C49-5D51-22BD-9218-005012D508B4}"/>
              </a:ext>
            </a:extLst>
          </p:cNvPr>
          <p:cNvSpPr>
            <a:spLocks noGrp="1"/>
          </p:cNvSpPr>
          <p:nvPr>
            <p:ph type="body" idx="1"/>
          </p:nvPr>
        </p:nvSpPr>
        <p:spPr bwMode="auto">
          <a:xfrm>
            <a:off x="1098551" y="2400300"/>
            <a:ext cx="16084550" cy="651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pic>
        <p:nvPicPr>
          <p:cNvPr id="1028" name="Picture 5" descr="ILTECH_wht_horiz.png">
            <a:extLst>
              <a:ext uri="{FF2B5EF4-FFF2-40B4-BE49-F238E27FC236}">
                <a16:creationId xmlns:a16="http://schemas.microsoft.com/office/drawing/2014/main" id="{42D74730-BBC2-6B47-9AEF-9E8FDE440A0D}"/>
              </a:ext>
            </a:extLst>
          </p:cNvPr>
          <p:cNvPicPr>
            <a:picLocks noChangeAspect="1"/>
          </p:cNvPicPr>
          <p:nvPr userDrawn="1"/>
        </p:nvPicPr>
        <p:blipFill>
          <a:blip r:embed="rId7">
            <a:extLst>
              <a:ext uri="{28A0092B-C50C-407E-A947-70E740481C1C}">
                <a14:useLocalDpi xmlns:a14="http://schemas.microsoft.com/office/drawing/2010/main" val="0"/>
              </a:ext>
            </a:extLst>
          </a:blip>
          <a:srcRect/>
          <a:stretch>
            <a:fillRect/>
          </a:stretch>
        </p:blipFill>
        <p:spPr bwMode="auto">
          <a:xfrm>
            <a:off x="14189076" y="9185276"/>
            <a:ext cx="3556000"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76" r:id="rId1"/>
    <p:sldLayoutId id="2147483674" r:id="rId2"/>
    <p:sldLayoutId id="2147483675" r:id="rId3"/>
    <p:sldLayoutId id="2147483677" r:id="rId4"/>
  </p:sldLayoutIdLst>
  <p:txStyles>
    <p:titleStyle>
      <a:lvl1pPr algn="ctr" rtl="0" fontAlgn="base">
        <a:spcBef>
          <a:spcPct val="0"/>
        </a:spcBef>
        <a:spcAft>
          <a:spcPct val="0"/>
        </a:spcAft>
        <a:defRPr sz="5600" b="1" kern="1200">
          <a:solidFill>
            <a:schemeClr val="accent1"/>
          </a:solidFill>
          <a:latin typeface="+mj-lt"/>
          <a:ea typeface="ＭＳ Ｐゴシック" panose="020B0600070205080204" pitchFamily="34" charset="-128"/>
          <a:cs typeface="+mj-cs"/>
        </a:defRPr>
      </a:lvl1pPr>
      <a:lvl2pPr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2pPr>
      <a:lvl3pPr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3pPr>
      <a:lvl4pPr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4pPr>
      <a:lvl5pPr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5pPr>
      <a:lvl6pPr marL="914400"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6pPr>
      <a:lvl7pPr marL="1828800"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7pPr>
      <a:lvl8pPr marL="2743200"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8pPr>
      <a:lvl9pPr marL="3657600"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9pPr>
    </p:titleStyle>
    <p:bodyStyle>
      <a:lvl1pPr marL="698500" indent="-698500" algn="l" rtl="0" fontAlgn="base">
        <a:spcBef>
          <a:spcPts val="4000"/>
        </a:spcBef>
        <a:spcAft>
          <a:spcPct val="0"/>
        </a:spcAft>
        <a:buClr>
          <a:schemeClr val="accent2"/>
        </a:buClr>
        <a:buSzPct val="100000"/>
        <a:buFont typeface="Wingdings 2" pitchFamily="2" charset="2"/>
        <a:buChar char=""/>
        <a:defRPr sz="4800" kern="1200">
          <a:solidFill>
            <a:schemeClr val="tx1"/>
          </a:solidFill>
          <a:latin typeface="+mn-lt"/>
          <a:ea typeface="ＭＳ Ｐゴシック" panose="020B0600070205080204" pitchFamily="34" charset="-128"/>
          <a:cs typeface="+mn-cs"/>
        </a:defRPr>
      </a:lvl1pPr>
      <a:lvl2pPr marL="1371600" indent="-673100" algn="l" rtl="0" fontAlgn="base">
        <a:spcBef>
          <a:spcPts val="1200"/>
        </a:spcBef>
        <a:spcAft>
          <a:spcPct val="0"/>
        </a:spcAft>
        <a:buClr>
          <a:srgbClr val="808080"/>
        </a:buClr>
        <a:buSzPct val="100000"/>
        <a:buFont typeface="Wingdings 2" pitchFamily="2" charset="2"/>
        <a:buChar char=""/>
        <a:defRPr sz="4400" kern="1200">
          <a:solidFill>
            <a:schemeClr val="tx1"/>
          </a:solidFill>
          <a:latin typeface="+mn-lt"/>
          <a:ea typeface="ＭＳ Ｐゴシック" panose="020B0600070205080204" pitchFamily="34" charset="-128"/>
          <a:cs typeface="+mn-cs"/>
        </a:defRPr>
      </a:lvl2pPr>
      <a:lvl3pPr marL="1936750" indent="-565150" algn="l" rtl="0" fontAlgn="base">
        <a:spcBef>
          <a:spcPts val="1200"/>
        </a:spcBef>
        <a:spcAft>
          <a:spcPct val="0"/>
        </a:spcAft>
        <a:buClr>
          <a:srgbClr val="969696"/>
        </a:buClr>
        <a:buSzPct val="100000"/>
        <a:buFont typeface="Wingdings 2" pitchFamily="2" charset="2"/>
        <a:buChar char=""/>
        <a:defRPr sz="4000" kern="1200">
          <a:solidFill>
            <a:schemeClr val="tx1"/>
          </a:solidFill>
          <a:latin typeface="+mn-lt"/>
          <a:ea typeface="ＭＳ Ｐゴシック" panose="020B0600070205080204" pitchFamily="34" charset="-128"/>
          <a:cs typeface="+mn-cs"/>
        </a:defRPr>
      </a:lvl3pPr>
      <a:lvl4pPr marL="2527300" indent="-590550" algn="l" rtl="0" fontAlgn="base">
        <a:spcBef>
          <a:spcPts val="1200"/>
        </a:spcBef>
        <a:spcAft>
          <a:spcPct val="0"/>
        </a:spcAft>
        <a:buClr>
          <a:srgbClr val="F8BC65"/>
        </a:buClr>
        <a:buSzPct val="100000"/>
        <a:buFont typeface="Wingdings 2" pitchFamily="2" charset="2"/>
        <a:buChar char=""/>
        <a:defRPr kern="1200">
          <a:solidFill>
            <a:schemeClr val="tx1"/>
          </a:solidFill>
          <a:latin typeface="+mn-lt"/>
          <a:ea typeface="ＭＳ Ｐゴシック" panose="020B0600070205080204" pitchFamily="34" charset="-128"/>
          <a:cs typeface="+mn-cs"/>
        </a:defRPr>
      </a:lvl4pPr>
      <a:lvl5pPr marL="3092450" indent="-565150" algn="l" rtl="0" fontAlgn="base">
        <a:spcBef>
          <a:spcPts val="1200"/>
        </a:spcBef>
        <a:spcAft>
          <a:spcPct val="0"/>
        </a:spcAft>
        <a:buClr>
          <a:srgbClr val="FBD299"/>
        </a:buClr>
        <a:buSzPct val="100000"/>
        <a:buFont typeface="Wingdings 2" pitchFamily="2" charset="2"/>
        <a:buChar char=""/>
        <a:defRPr kern="1200">
          <a:solidFill>
            <a:schemeClr val="tx1"/>
          </a:solidFill>
          <a:latin typeface="+mn-lt"/>
          <a:ea typeface="ＭＳ Ｐゴシック" panose="020B0600070205080204" pitchFamily="34" charset="-128"/>
          <a:cs typeface="+mn-cs"/>
        </a:defRPr>
      </a:lvl5pPr>
      <a:lvl6pPr marL="3657600" indent="-565150" algn="l" defTabSz="1828800" rtl="0" eaLnBrk="1" latinLnBrk="0" hangingPunct="1">
        <a:spcBef>
          <a:spcPct val="20000"/>
        </a:spcBef>
        <a:buClr>
          <a:schemeClr val="accent2"/>
        </a:buClr>
        <a:buSzPct val="110000"/>
        <a:buFont typeface="Wingdings 2" pitchFamily="18" charset="2"/>
        <a:buChar char=""/>
        <a:defRPr lang="en-US" sz="3600" kern="1200" dirty="0" smtClean="0">
          <a:solidFill>
            <a:schemeClr val="tx1">
              <a:lumMod val="65000"/>
              <a:lumOff val="35000"/>
            </a:schemeClr>
          </a:solidFill>
          <a:latin typeface="+mn-lt"/>
          <a:ea typeface="+mn-ea"/>
          <a:cs typeface="+mn-cs"/>
        </a:defRPr>
      </a:lvl6pPr>
      <a:lvl7pPr marL="4235450" indent="-565150" algn="l" defTabSz="1828800" rtl="0" eaLnBrk="1" latinLnBrk="0" hangingPunct="1">
        <a:spcBef>
          <a:spcPct val="20000"/>
        </a:spcBef>
        <a:buClr>
          <a:schemeClr val="accent1">
            <a:lumMod val="60000"/>
            <a:lumOff val="40000"/>
          </a:schemeClr>
        </a:buClr>
        <a:buSzPct val="110000"/>
        <a:buFont typeface="Wingdings 2" pitchFamily="18" charset="2"/>
        <a:buChar char=""/>
        <a:defRPr lang="en-US" sz="3600" kern="1200" dirty="0" smtClean="0">
          <a:solidFill>
            <a:schemeClr val="tx1">
              <a:lumMod val="65000"/>
              <a:lumOff val="35000"/>
            </a:schemeClr>
          </a:solidFill>
          <a:latin typeface="+mn-lt"/>
          <a:ea typeface="+mn-ea"/>
          <a:cs typeface="+mn-cs"/>
        </a:defRPr>
      </a:lvl7pPr>
      <a:lvl8pPr marL="4797426" indent="-565150" algn="l" defTabSz="1828800" rtl="0" eaLnBrk="1" latinLnBrk="0" hangingPunct="1">
        <a:spcBef>
          <a:spcPct val="20000"/>
        </a:spcBef>
        <a:buClr>
          <a:schemeClr val="accent2"/>
        </a:buClr>
        <a:buSzPct val="110000"/>
        <a:buFont typeface="Wingdings 2" pitchFamily="18" charset="2"/>
        <a:buChar char=""/>
        <a:defRPr lang="en-US" sz="3600" kern="1200" dirty="0" smtClean="0">
          <a:solidFill>
            <a:schemeClr val="tx1">
              <a:lumMod val="65000"/>
              <a:lumOff val="35000"/>
            </a:schemeClr>
          </a:solidFill>
          <a:latin typeface="+mn-lt"/>
          <a:ea typeface="+mn-ea"/>
          <a:cs typeface="+mn-cs"/>
        </a:defRPr>
      </a:lvl8pPr>
      <a:lvl9pPr marL="5378450" indent="-565150" algn="l" defTabSz="1828800" rtl="0" eaLnBrk="1" latinLnBrk="0" hangingPunct="1">
        <a:spcBef>
          <a:spcPct val="20000"/>
        </a:spcBef>
        <a:buClr>
          <a:schemeClr val="accent1">
            <a:lumMod val="60000"/>
            <a:lumOff val="40000"/>
          </a:schemeClr>
        </a:buClr>
        <a:buSzPct val="110000"/>
        <a:buFont typeface="Wingdings 2" pitchFamily="18" charset="2"/>
        <a:buChar char=""/>
        <a:defRPr lang="en-US" sz="3600" kern="1200" dirty="0">
          <a:solidFill>
            <a:schemeClr val="tx1">
              <a:lumMod val="65000"/>
              <a:lumOff val="35000"/>
            </a:schemeClr>
          </a:solidFill>
          <a:latin typeface="+mn-lt"/>
          <a:ea typeface="+mn-ea"/>
          <a:cs typeface="+mn-cs"/>
        </a:defRPr>
      </a:lvl9pPr>
    </p:bodyStyle>
    <p:otherStyle>
      <a:defPPr>
        <a:defRPr/>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7124E-2AFD-8B0F-2A0E-4F4FC4AEE7C8}"/>
              </a:ext>
            </a:extLst>
          </p:cNvPr>
          <p:cNvSpPr>
            <a:spLocks noGrp="1"/>
          </p:cNvSpPr>
          <p:nvPr>
            <p:ph type="ctrTitle"/>
          </p:nvPr>
        </p:nvSpPr>
        <p:spPr/>
        <p:txBody>
          <a:bodyPr/>
          <a:lstStyle/>
          <a:p>
            <a:r>
              <a:rPr lang="en-US" dirty="0"/>
              <a:t>Module 3: Lesson 6</a:t>
            </a:r>
            <a:br>
              <a:rPr lang="en-US" dirty="0"/>
            </a:br>
            <a:r>
              <a:rPr lang="en-US" sz="5400" dirty="0"/>
              <a:t>MapReduce Optimization</a:t>
            </a:r>
            <a:endParaRPr lang="en-US" dirty="0"/>
          </a:p>
        </p:txBody>
      </p:sp>
    </p:spTree>
    <p:custDataLst>
      <p:tags r:id="rId1"/>
    </p:custDataLst>
    <p:extLst>
      <p:ext uri="{BB962C8B-B14F-4D97-AF65-F5344CB8AC3E}">
        <p14:creationId xmlns:p14="http://schemas.microsoft.com/office/powerpoint/2010/main" val="15395706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BD7924-38CE-735A-1618-154836B28C3E}"/>
              </a:ext>
            </a:extLst>
          </p:cNvPr>
          <p:cNvSpPr>
            <a:spLocks noGrp="1"/>
          </p:cNvSpPr>
          <p:nvPr>
            <p:ph type="title"/>
          </p:nvPr>
        </p:nvSpPr>
        <p:spPr/>
        <p:txBody>
          <a:bodyPr/>
          <a:lstStyle/>
          <a:p>
            <a:r>
              <a:rPr lang="en-US" dirty="0"/>
              <a:t>MapReduce Optimizations</a:t>
            </a:r>
          </a:p>
        </p:txBody>
      </p:sp>
      <p:sp>
        <p:nvSpPr>
          <p:cNvPr id="3" name="Rectangle 2">
            <a:extLst>
              <a:ext uri="{FF2B5EF4-FFF2-40B4-BE49-F238E27FC236}">
                <a16:creationId xmlns:a16="http://schemas.microsoft.com/office/drawing/2014/main" id="{7254DE91-1812-7A37-A216-3778360F5EFB}"/>
              </a:ext>
            </a:extLst>
          </p:cNvPr>
          <p:cNvSpPr/>
          <p:nvPr/>
        </p:nvSpPr>
        <p:spPr>
          <a:xfrm>
            <a:off x="1232453" y="2324100"/>
            <a:ext cx="13716000" cy="131445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r>
              <a:rPr lang="en-US" sz="2400" b="1" dirty="0">
                <a:solidFill>
                  <a:schemeClr val="bg2"/>
                </a:solidFill>
              </a:rPr>
              <a:t>General Principle: Do more work in mappers</a:t>
            </a:r>
            <a:endParaRPr lang="en-US" sz="2400" b="1" i="0" dirty="0">
              <a:solidFill>
                <a:schemeClr val="bg2"/>
              </a:solidFill>
              <a:effectLst/>
            </a:endParaRPr>
          </a:p>
          <a:p>
            <a:pPr marL="0" indent="0" algn="ctr">
              <a:buNone/>
            </a:pPr>
            <a:r>
              <a:rPr lang="en-US" sz="2400" i="0" dirty="0">
                <a:solidFill>
                  <a:schemeClr val="bg2"/>
                </a:solidFill>
                <a:effectLst/>
              </a:rPr>
              <a:t>Push as much computation as possible to the mappers as they operate with the greatest degree of parallelism and leverage the most cluster resources</a:t>
            </a:r>
          </a:p>
        </p:txBody>
      </p:sp>
      <p:sp>
        <p:nvSpPr>
          <p:cNvPr id="4" name="Rectangle 3">
            <a:extLst>
              <a:ext uri="{FF2B5EF4-FFF2-40B4-BE49-F238E27FC236}">
                <a16:creationId xmlns:a16="http://schemas.microsoft.com/office/drawing/2014/main" id="{CD9E55B0-BF1D-D1F7-7D57-55F85DC024D4}"/>
              </a:ext>
            </a:extLst>
          </p:cNvPr>
          <p:cNvSpPr/>
          <p:nvPr/>
        </p:nvSpPr>
        <p:spPr>
          <a:xfrm>
            <a:off x="1232453" y="3895725"/>
            <a:ext cx="13715999" cy="1314450"/>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indent="0" algn="ctr">
              <a:buNone/>
            </a:pPr>
            <a:r>
              <a:rPr lang="en-US" altLang="en-US" sz="2400" b="1" dirty="0">
                <a:solidFill>
                  <a:schemeClr val="tx1"/>
                </a:solidFill>
              </a:rPr>
              <a:t>General Principle: Decrease traffic across the network</a:t>
            </a:r>
          </a:p>
          <a:p>
            <a:pPr marL="0" indent="0" algn="ctr">
              <a:buNone/>
            </a:pPr>
            <a:r>
              <a:rPr lang="en-US" altLang="en-US" sz="2400" dirty="0">
                <a:solidFill>
                  <a:schemeClr val="tx1"/>
                </a:solidFill>
              </a:rPr>
              <a:t>Reduce the amount of data that must be exchanged among nodes</a:t>
            </a:r>
          </a:p>
        </p:txBody>
      </p:sp>
      <p:sp>
        <p:nvSpPr>
          <p:cNvPr id="5" name="Rectangle 4">
            <a:extLst>
              <a:ext uri="{FF2B5EF4-FFF2-40B4-BE49-F238E27FC236}">
                <a16:creationId xmlns:a16="http://schemas.microsoft.com/office/drawing/2014/main" id="{A3CBE46D-02AE-1CEA-25C0-3DD59D076FFE}"/>
              </a:ext>
              <a:ext uri="{C183D7F6-B498-43B3-948B-1728B52AA6E4}">
                <adec:decorative xmlns:adec="http://schemas.microsoft.com/office/drawing/2017/decorative" val="1"/>
              </a:ext>
            </a:extLst>
          </p:cNvPr>
          <p:cNvSpPr/>
          <p:nvPr/>
        </p:nvSpPr>
        <p:spPr>
          <a:xfrm>
            <a:off x="-1" y="2324100"/>
            <a:ext cx="1232454" cy="131445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endParaRPr lang="en-US" sz="2400" dirty="0">
              <a:solidFill>
                <a:schemeClr val="bg2"/>
              </a:solidFill>
            </a:endParaRPr>
          </a:p>
        </p:txBody>
      </p:sp>
      <p:sp>
        <p:nvSpPr>
          <p:cNvPr id="6" name="Rectangle 5">
            <a:extLst>
              <a:ext uri="{FF2B5EF4-FFF2-40B4-BE49-F238E27FC236}">
                <a16:creationId xmlns:a16="http://schemas.microsoft.com/office/drawing/2014/main" id="{CCE32FEC-30D2-2347-AC31-024D20DC191A}"/>
              </a:ext>
              <a:ext uri="{C183D7F6-B498-43B3-948B-1728B52AA6E4}">
                <adec:decorative xmlns:adec="http://schemas.microsoft.com/office/drawing/2017/decorative" val="1"/>
              </a:ext>
            </a:extLst>
          </p:cNvPr>
          <p:cNvSpPr/>
          <p:nvPr/>
        </p:nvSpPr>
        <p:spPr>
          <a:xfrm>
            <a:off x="-1" y="3895725"/>
            <a:ext cx="1232454" cy="1314450"/>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indent="0" algn="ctr">
              <a:buNone/>
            </a:pPr>
            <a:endParaRPr lang="en-US" sz="2400" dirty="0">
              <a:solidFill>
                <a:schemeClr val="bg2"/>
              </a:solidFill>
            </a:endParaRPr>
          </a:p>
        </p:txBody>
      </p:sp>
      <p:sp>
        <p:nvSpPr>
          <p:cNvPr id="7" name="Rectangle 6">
            <a:extLst>
              <a:ext uri="{FF2B5EF4-FFF2-40B4-BE49-F238E27FC236}">
                <a16:creationId xmlns:a16="http://schemas.microsoft.com/office/drawing/2014/main" id="{B354B407-9BAB-8255-F4DE-11A3457CC895}"/>
              </a:ext>
            </a:extLst>
          </p:cNvPr>
          <p:cNvSpPr/>
          <p:nvPr/>
        </p:nvSpPr>
        <p:spPr>
          <a:xfrm>
            <a:off x="1232453" y="5467350"/>
            <a:ext cx="13716000" cy="1314450"/>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altLang="en-US" sz="2400" b="1" dirty="0">
                <a:solidFill>
                  <a:schemeClr val="tx1"/>
                </a:solidFill>
              </a:rPr>
              <a:t>General Principle: Synergies of Optimization</a:t>
            </a:r>
          </a:p>
          <a:p>
            <a:pPr algn="ctr"/>
            <a:r>
              <a:rPr lang="en-US" altLang="en-US" sz="2400" dirty="0">
                <a:solidFill>
                  <a:schemeClr val="tx1"/>
                </a:solidFill>
              </a:rPr>
              <a:t>Doing more work in mappers can, in many cases, lead to reduced network traffic</a:t>
            </a:r>
          </a:p>
        </p:txBody>
      </p:sp>
      <p:sp>
        <p:nvSpPr>
          <p:cNvPr id="8" name="Rectangle 7">
            <a:extLst>
              <a:ext uri="{FF2B5EF4-FFF2-40B4-BE49-F238E27FC236}">
                <a16:creationId xmlns:a16="http://schemas.microsoft.com/office/drawing/2014/main" id="{95F72B53-AF58-6AA6-052A-2A9A675C61FE}"/>
              </a:ext>
              <a:ext uri="{C183D7F6-B498-43B3-948B-1728B52AA6E4}">
                <adec:decorative xmlns:adec="http://schemas.microsoft.com/office/drawing/2017/decorative" val="1"/>
              </a:ext>
            </a:extLst>
          </p:cNvPr>
          <p:cNvSpPr/>
          <p:nvPr/>
        </p:nvSpPr>
        <p:spPr>
          <a:xfrm>
            <a:off x="0" y="5467350"/>
            <a:ext cx="1234440" cy="1314450"/>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ltLang="en-US" sz="2400" dirty="0">
              <a:solidFill>
                <a:schemeClr val="bg2"/>
              </a:solidFill>
            </a:endParaRPr>
          </a:p>
        </p:txBody>
      </p:sp>
    </p:spTree>
    <p:extLst>
      <p:ext uri="{BB962C8B-B14F-4D97-AF65-F5344CB8AC3E}">
        <p14:creationId xmlns:p14="http://schemas.microsoft.com/office/powerpoint/2010/main" val="12082337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F23FE-2BA3-8B2C-1AE0-63407DD03A9F}"/>
              </a:ext>
            </a:extLst>
          </p:cNvPr>
          <p:cNvSpPr>
            <a:spLocks noGrp="1"/>
          </p:cNvSpPr>
          <p:nvPr>
            <p:ph type="title"/>
          </p:nvPr>
        </p:nvSpPr>
        <p:spPr/>
        <p:txBody>
          <a:bodyPr/>
          <a:lstStyle/>
          <a:p>
            <a:r>
              <a:rPr lang="en-US" dirty="0"/>
              <a:t>Combiner</a:t>
            </a:r>
          </a:p>
        </p:txBody>
      </p:sp>
      <p:pic>
        <p:nvPicPr>
          <p:cNvPr id="3" name="Picture 2" descr="Certainly! Here’s the alt text without summaries:&#10;&#10;This image depicts the workflow of a MapReduce job, showing both the Map and Reduce phases with the following components:&#10;&#10;### Map Phase:&#10;1. **Input**:&#10;   - **Input Format**: Specifies the format of the input data.&#10;   &#10;2. **Map**:&#10;   - **Mapper Setup**: Initialization code before processing records.&#10;   - **Mapper**: Processes each input record and produces intermediate key-value pairs.&#10;   - **Mapper Cleanup**: Cleanup code after processing records.&#10;   &#10;3. **Combine**:&#10;   - **Combiner**: An optional mini-reducer for intermediate key-value pairs.&#10;   &#10;4. **Partition**:&#10;   - **Partitioner**: Distributes map output key-value pairs across reducers.&#10;&#10;### Reduce Phase:&#10;1. **Shuffle &amp; Sort**:&#10;   - Transfers and sorts intermediate key-value pairs by key.&#10;   &#10;2. **Reduce**:&#10;   - **Reducer Setup**: Initialization code before processing records.&#10;   - **Reducer**: Processes intermediate key-value pairs.&#10;   - **Reducer Cleanup**: Cleanup code after processing records.&#10;   &#10;3. **Output**:&#10;   - **Output Format**: Specifies the format of the final output data.&#10;&#10;### Customization Hook:&#10;- Points for customizing the behavior of the MapReduce job, indicated with a brown box.">
            <a:extLst>
              <a:ext uri="{FF2B5EF4-FFF2-40B4-BE49-F238E27FC236}">
                <a16:creationId xmlns:a16="http://schemas.microsoft.com/office/drawing/2014/main" id="{96D51F84-CF69-FC76-5225-06C508023799}"/>
              </a:ext>
            </a:extLst>
          </p:cNvPr>
          <p:cNvPicPr>
            <a:picLocks noChangeAspect="1"/>
          </p:cNvPicPr>
          <p:nvPr/>
        </p:nvPicPr>
        <p:blipFill>
          <a:blip r:embed="rId2"/>
          <a:stretch>
            <a:fillRect/>
          </a:stretch>
        </p:blipFill>
        <p:spPr>
          <a:xfrm>
            <a:off x="7217215" y="2442217"/>
            <a:ext cx="10220778" cy="5911208"/>
          </a:xfrm>
          <a:prstGeom prst="rect">
            <a:avLst/>
          </a:prstGeom>
        </p:spPr>
      </p:pic>
      <p:sp>
        <p:nvSpPr>
          <p:cNvPr id="4" name="Rectangle 3">
            <a:extLst>
              <a:ext uri="{FF2B5EF4-FFF2-40B4-BE49-F238E27FC236}">
                <a16:creationId xmlns:a16="http://schemas.microsoft.com/office/drawing/2014/main" id="{2CA6E8F4-5309-DE90-976B-DE07D997F74D}"/>
              </a:ext>
            </a:extLst>
          </p:cNvPr>
          <p:cNvSpPr/>
          <p:nvPr/>
        </p:nvSpPr>
        <p:spPr>
          <a:xfrm>
            <a:off x="549714" y="2324100"/>
            <a:ext cx="6117786" cy="131445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r>
              <a:rPr lang="en-US" sz="2800" i="0" dirty="0">
                <a:solidFill>
                  <a:schemeClr val="bg2"/>
                </a:solidFill>
                <a:effectLst/>
              </a:rPr>
              <a:t>The combiner acts as an optional localized reducer</a:t>
            </a:r>
          </a:p>
        </p:txBody>
      </p:sp>
      <p:sp>
        <p:nvSpPr>
          <p:cNvPr id="5" name="Rectangle 4">
            <a:extLst>
              <a:ext uri="{FF2B5EF4-FFF2-40B4-BE49-F238E27FC236}">
                <a16:creationId xmlns:a16="http://schemas.microsoft.com/office/drawing/2014/main" id="{6BB2FBAB-0D1E-9BDC-57D8-856755E76B7A}"/>
              </a:ext>
            </a:extLst>
          </p:cNvPr>
          <p:cNvSpPr/>
          <p:nvPr/>
        </p:nvSpPr>
        <p:spPr>
          <a:xfrm>
            <a:off x="549714" y="3895725"/>
            <a:ext cx="6117786" cy="1314450"/>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indent="0" algn="ctr">
              <a:buNone/>
            </a:pPr>
            <a:r>
              <a:rPr lang="en-US" altLang="en-US" sz="2800" dirty="0">
                <a:solidFill>
                  <a:schemeClr val="tx1"/>
                </a:solidFill>
              </a:rPr>
              <a:t>It performs a partial aggregation of intermediate key-value pairs generated by the mapper</a:t>
            </a:r>
          </a:p>
        </p:txBody>
      </p:sp>
      <p:sp>
        <p:nvSpPr>
          <p:cNvPr id="6" name="Rectangle 5">
            <a:extLst>
              <a:ext uri="{FF2B5EF4-FFF2-40B4-BE49-F238E27FC236}">
                <a16:creationId xmlns:a16="http://schemas.microsoft.com/office/drawing/2014/main" id="{99CD305C-9EAD-D97F-E7C9-50E42B98F0E0}"/>
              </a:ext>
            </a:extLst>
          </p:cNvPr>
          <p:cNvSpPr/>
          <p:nvPr/>
        </p:nvSpPr>
        <p:spPr>
          <a:xfrm>
            <a:off x="549714" y="5467350"/>
            <a:ext cx="6117786" cy="1314450"/>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altLang="en-US" sz="2800" dirty="0">
                <a:solidFill>
                  <a:schemeClr val="tx1"/>
                </a:solidFill>
              </a:rPr>
              <a:t>This helps to minimize data transfer (network overhead) between mapper and reducer </a:t>
            </a:r>
          </a:p>
        </p:txBody>
      </p:sp>
      <p:sp>
        <p:nvSpPr>
          <p:cNvPr id="7" name="Rectangle 6">
            <a:extLst>
              <a:ext uri="{FF2B5EF4-FFF2-40B4-BE49-F238E27FC236}">
                <a16:creationId xmlns:a16="http://schemas.microsoft.com/office/drawing/2014/main" id="{35650CFE-5D64-CB64-59A0-5903709C7554}"/>
              </a:ext>
              <a:ext uri="{C183D7F6-B498-43B3-948B-1728B52AA6E4}">
                <adec:decorative xmlns:adec="http://schemas.microsoft.com/office/drawing/2017/decorative" val="1"/>
              </a:ext>
            </a:extLst>
          </p:cNvPr>
          <p:cNvSpPr/>
          <p:nvPr/>
        </p:nvSpPr>
        <p:spPr>
          <a:xfrm>
            <a:off x="-1" y="2324100"/>
            <a:ext cx="549715" cy="131445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endParaRPr lang="en-US" sz="2800" dirty="0">
              <a:solidFill>
                <a:schemeClr val="bg2"/>
              </a:solidFill>
            </a:endParaRPr>
          </a:p>
        </p:txBody>
      </p:sp>
      <p:sp>
        <p:nvSpPr>
          <p:cNvPr id="8" name="Rectangle 7">
            <a:extLst>
              <a:ext uri="{FF2B5EF4-FFF2-40B4-BE49-F238E27FC236}">
                <a16:creationId xmlns:a16="http://schemas.microsoft.com/office/drawing/2014/main" id="{095589B1-EB0C-10FE-EB02-4BD1DC11CCC3}"/>
              </a:ext>
              <a:ext uri="{C183D7F6-B498-43B3-948B-1728B52AA6E4}">
                <adec:decorative xmlns:adec="http://schemas.microsoft.com/office/drawing/2017/decorative" val="1"/>
              </a:ext>
            </a:extLst>
          </p:cNvPr>
          <p:cNvSpPr/>
          <p:nvPr/>
        </p:nvSpPr>
        <p:spPr>
          <a:xfrm>
            <a:off x="-1" y="3895725"/>
            <a:ext cx="549715" cy="1314450"/>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indent="0" algn="ctr">
              <a:buNone/>
            </a:pPr>
            <a:endParaRPr lang="en-US" sz="2800" dirty="0">
              <a:solidFill>
                <a:schemeClr val="bg2"/>
              </a:solidFill>
            </a:endParaRPr>
          </a:p>
        </p:txBody>
      </p:sp>
      <p:sp>
        <p:nvSpPr>
          <p:cNvPr id="9" name="Rectangle 8">
            <a:extLst>
              <a:ext uri="{FF2B5EF4-FFF2-40B4-BE49-F238E27FC236}">
                <a16:creationId xmlns:a16="http://schemas.microsoft.com/office/drawing/2014/main" id="{CEC2D820-C613-33BB-1DFF-A11C29060982}"/>
              </a:ext>
              <a:ext uri="{C183D7F6-B498-43B3-948B-1728B52AA6E4}">
                <adec:decorative xmlns:adec="http://schemas.microsoft.com/office/drawing/2017/decorative" val="1"/>
              </a:ext>
            </a:extLst>
          </p:cNvPr>
          <p:cNvSpPr/>
          <p:nvPr/>
        </p:nvSpPr>
        <p:spPr>
          <a:xfrm>
            <a:off x="-1" y="5467350"/>
            <a:ext cx="550601" cy="1314450"/>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ltLang="en-US" sz="2800" dirty="0">
              <a:solidFill>
                <a:schemeClr val="bg2"/>
              </a:solidFill>
            </a:endParaRPr>
          </a:p>
        </p:txBody>
      </p:sp>
      <p:sp>
        <p:nvSpPr>
          <p:cNvPr id="10" name="Rectangle 9">
            <a:extLst>
              <a:ext uri="{FF2B5EF4-FFF2-40B4-BE49-F238E27FC236}">
                <a16:creationId xmlns:a16="http://schemas.microsoft.com/office/drawing/2014/main" id="{DF086F8C-3C71-43F1-63A8-7449F90CB96F}"/>
              </a:ext>
            </a:extLst>
          </p:cNvPr>
          <p:cNvSpPr/>
          <p:nvPr/>
        </p:nvSpPr>
        <p:spPr>
          <a:xfrm>
            <a:off x="549714" y="7038975"/>
            <a:ext cx="6117786" cy="1314450"/>
          </a:xfrm>
          <a:prstGeom prst="rect">
            <a:avLst/>
          </a:prstGeom>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2800" dirty="0">
                <a:solidFill>
                  <a:schemeClr val="bg2"/>
                </a:solidFill>
              </a:rPr>
              <a:t>It also decreases the amount of work needed to be done by the reducer</a:t>
            </a:r>
          </a:p>
        </p:txBody>
      </p:sp>
      <p:sp>
        <p:nvSpPr>
          <p:cNvPr id="11" name="Rectangle 10">
            <a:extLst>
              <a:ext uri="{FF2B5EF4-FFF2-40B4-BE49-F238E27FC236}">
                <a16:creationId xmlns:a16="http://schemas.microsoft.com/office/drawing/2014/main" id="{E1D38FA6-EBC0-18A1-C3FC-6E2613000A31}"/>
              </a:ext>
              <a:ext uri="{C183D7F6-B498-43B3-948B-1728B52AA6E4}">
                <adec:decorative xmlns:adec="http://schemas.microsoft.com/office/drawing/2017/decorative" val="1"/>
              </a:ext>
            </a:extLst>
          </p:cNvPr>
          <p:cNvSpPr/>
          <p:nvPr/>
        </p:nvSpPr>
        <p:spPr>
          <a:xfrm>
            <a:off x="-1" y="7042120"/>
            <a:ext cx="550601" cy="1314450"/>
          </a:xfrm>
          <a:prstGeom prst="rect">
            <a:avLst/>
          </a:prstGeom>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2800" dirty="0"/>
          </a:p>
        </p:txBody>
      </p:sp>
    </p:spTree>
    <p:extLst>
      <p:ext uri="{BB962C8B-B14F-4D97-AF65-F5344CB8AC3E}">
        <p14:creationId xmlns:p14="http://schemas.microsoft.com/office/powerpoint/2010/main" val="6018797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10942B-85A9-6BC3-A932-948794A21D84}"/>
              </a:ext>
            </a:extLst>
          </p:cNvPr>
          <p:cNvSpPr>
            <a:spLocks noGrp="1"/>
          </p:cNvSpPr>
          <p:nvPr>
            <p:ph type="title"/>
          </p:nvPr>
        </p:nvSpPr>
        <p:spPr/>
        <p:txBody>
          <a:bodyPr/>
          <a:lstStyle/>
          <a:p>
            <a:r>
              <a:rPr lang="en-US" dirty="0"/>
              <a:t>Combiner</a:t>
            </a:r>
          </a:p>
        </p:txBody>
      </p:sp>
      <p:sp>
        <p:nvSpPr>
          <p:cNvPr id="3" name="Rectangle 2">
            <a:extLst>
              <a:ext uri="{FF2B5EF4-FFF2-40B4-BE49-F238E27FC236}">
                <a16:creationId xmlns:a16="http://schemas.microsoft.com/office/drawing/2014/main" id="{558505DD-A7DD-E069-FB24-7F7475110770}"/>
              </a:ext>
            </a:extLst>
          </p:cNvPr>
          <p:cNvSpPr/>
          <p:nvPr/>
        </p:nvSpPr>
        <p:spPr>
          <a:xfrm>
            <a:off x="1232453" y="2324100"/>
            <a:ext cx="13716000" cy="131445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r>
              <a:rPr lang="en-US" sz="2800" dirty="0">
                <a:solidFill>
                  <a:schemeClr val="bg2"/>
                </a:solidFill>
              </a:rPr>
              <a:t>T</a:t>
            </a:r>
            <a:r>
              <a:rPr lang="en-US" sz="2800" i="0" dirty="0">
                <a:solidFill>
                  <a:schemeClr val="bg2"/>
                </a:solidFill>
                <a:effectLst/>
              </a:rPr>
              <a:t>akes the intermediate keys from the mapper and applies an (optional) user-provided method to aggregate values in the scope of one mapper</a:t>
            </a:r>
          </a:p>
        </p:txBody>
      </p:sp>
      <p:sp>
        <p:nvSpPr>
          <p:cNvPr id="4" name="Rectangle 3">
            <a:extLst>
              <a:ext uri="{FF2B5EF4-FFF2-40B4-BE49-F238E27FC236}">
                <a16:creationId xmlns:a16="http://schemas.microsoft.com/office/drawing/2014/main" id="{BA28283F-1475-49F3-D231-D45C4D360D0A}"/>
              </a:ext>
              <a:ext uri="{C183D7F6-B498-43B3-948B-1728B52AA6E4}">
                <adec:decorative xmlns:adec="http://schemas.microsoft.com/office/drawing/2017/decorative" val="1"/>
              </a:ext>
            </a:extLst>
          </p:cNvPr>
          <p:cNvSpPr/>
          <p:nvPr/>
        </p:nvSpPr>
        <p:spPr>
          <a:xfrm>
            <a:off x="-1" y="2324100"/>
            <a:ext cx="1232454" cy="131445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endParaRPr lang="en-US" sz="2400" dirty="0">
              <a:solidFill>
                <a:schemeClr val="bg2"/>
              </a:solidFill>
            </a:endParaRPr>
          </a:p>
        </p:txBody>
      </p:sp>
      <p:sp>
        <p:nvSpPr>
          <p:cNvPr id="44" name="Rectangle 43">
            <a:extLst>
              <a:ext uri="{FF2B5EF4-FFF2-40B4-BE49-F238E27FC236}">
                <a16:creationId xmlns:a16="http://schemas.microsoft.com/office/drawing/2014/main" id="{5423A496-2792-A373-7C9E-472204C613DE}"/>
              </a:ext>
            </a:extLst>
          </p:cNvPr>
          <p:cNvSpPr/>
          <p:nvPr/>
        </p:nvSpPr>
        <p:spPr>
          <a:xfrm>
            <a:off x="1232453" y="7325183"/>
            <a:ext cx="13715999" cy="1314450"/>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indent="0" algn="ctr">
              <a:buNone/>
            </a:pPr>
            <a:r>
              <a:rPr lang="en-US" altLang="en-US" sz="2400" b="1" dirty="0">
                <a:solidFill>
                  <a:schemeClr val="tx1"/>
                </a:solidFill>
              </a:rPr>
              <a:t>Sending &lt;“world”, 2&gt; to the reducer…</a:t>
            </a:r>
          </a:p>
          <a:p>
            <a:pPr marL="0" indent="0" algn="ctr">
              <a:buNone/>
            </a:pPr>
            <a:r>
              <a:rPr lang="en-US" altLang="en-US" sz="2400" b="1" dirty="0">
                <a:solidFill>
                  <a:schemeClr val="tx1"/>
                </a:solidFill>
              </a:rPr>
              <a:t>Decreases the number of bytes sent across the network </a:t>
            </a:r>
          </a:p>
          <a:p>
            <a:pPr marL="0" indent="0" algn="ctr">
              <a:buNone/>
            </a:pPr>
            <a:r>
              <a:rPr lang="en-US" altLang="en-US" sz="2400" b="1" dirty="0">
                <a:solidFill>
                  <a:schemeClr val="tx1"/>
                </a:solidFill>
              </a:rPr>
              <a:t>Decreased the computational load on the reducer</a:t>
            </a:r>
            <a:endParaRPr lang="en-US" altLang="en-US" sz="2400" dirty="0">
              <a:solidFill>
                <a:schemeClr val="tx1"/>
              </a:solidFill>
            </a:endParaRPr>
          </a:p>
        </p:txBody>
      </p:sp>
      <p:sp>
        <p:nvSpPr>
          <p:cNvPr id="45" name="Rectangle 44">
            <a:extLst>
              <a:ext uri="{FF2B5EF4-FFF2-40B4-BE49-F238E27FC236}">
                <a16:creationId xmlns:a16="http://schemas.microsoft.com/office/drawing/2014/main" id="{36D5156E-FA63-8D5E-8321-E7F1C526BBD6}"/>
              </a:ext>
              <a:ext uri="{C183D7F6-B498-43B3-948B-1728B52AA6E4}">
                <adec:decorative xmlns:adec="http://schemas.microsoft.com/office/drawing/2017/decorative" val="1"/>
              </a:ext>
            </a:extLst>
          </p:cNvPr>
          <p:cNvSpPr/>
          <p:nvPr/>
        </p:nvSpPr>
        <p:spPr>
          <a:xfrm>
            <a:off x="-1" y="7325183"/>
            <a:ext cx="1232454" cy="1314450"/>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indent="0" algn="ctr">
              <a:buNone/>
            </a:pPr>
            <a:endParaRPr lang="en-US" sz="2400" dirty="0">
              <a:solidFill>
                <a:schemeClr val="bg2"/>
              </a:solidFill>
            </a:endParaRPr>
          </a:p>
        </p:txBody>
      </p:sp>
      <p:pic>
        <p:nvPicPr>
          <p:cNvPr id="17" name="Picture 16" descr="This image depicts fragments of the WordCount example, showing the process without and then with a user-supplied Combiner function. The components are as follows:&#10;&#10;### Without Combiner:&#10;1. **Input**:&#10;   - `world hello world`&#10;2. **Mapper**:&#10;   - Outputs: `&lt;&quot;hello&quot;, 1&gt;`, `&lt;&quot;world&quot;, 1&gt;`, `&lt;&quot;world&quot;, 1&gt;`&#10;3. **Partitioner**:&#10;   - Distributes to Reducers:&#10;     - To Reducer #1: `&lt;&quot;hello&quot;, 1&gt;`&#10;     - To Reducer #2: `&lt;&quot;world&quot;, 1&gt;`, `&lt;&quot;world&quot;, 1&gt;`&#10;&#10;### With Combiner:&#10;1. **Input**:&#10;   - `world hello world`&#10;2. **Mapper**:&#10;   - Outputs: `&lt;&quot;hello&quot;, 1&gt;`, `&lt;&quot;world&quot;, 1&gt;`, `&lt;&quot;world&quot;, 1&gt;`&#10;3. **Local Grouping**:&#10;   - Groups: `&lt;&quot;hello&quot;, [1]&gt;`, `&lt;&quot;world&quot;, [1, 1]&gt;`&#10;4. **Combiner**:&#10;   - Combines: `&lt;&quot;hello&quot;, 1&gt;`, `&lt;&quot;world&quot;, 2&gt;`&#10;5. **Partitioner**:&#10;   - Distributes to Reducers:&#10;     - To Reducer #1: `&lt;&quot;hello&quot;, 1&gt;`&#10;     - To Reducer #2: `&lt;&quot;world&quot;, 2&gt;`&#10;&#10;### Note:&#10;- The image shows the benefits of using a Combiner function for local grouping and reduction before the shuffle and sort phase.">
            <a:extLst>
              <a:ext uri="{FF2B5EF4-FFF2-40B4-BE49-F238E27FC236}">
                <a16:creationId xmlns:a16="http://schemas.microsoft.com/office/drawing/2014/main" id="{B0A2F7EB-4903-B183-20A2-77954FEE521E}"/>
              </a:ext>
            </a:extLst>
          </p:cNvPr>
          <p:cNvPicPr>
            <a:picLocks noChangeAspect="1"/>
          </p:cNvPicPr>
          <p:nvPr/>
        </p:nvPicPr>
        <p:blipFill>
          <a:blip r:embed="rId2"/>
          <a:stretch>
            <a:fillRect/>
          </a:stretch>
        </p:blipFill>
        <p:spPr>
          <a:xfrm>
            <a:off x="264535" y="3630323"/>
            <a:ext cx="16927655" cy="3400424"/>
          </a:xfrm>
          <a:prstGeom prst="rect">
            <a:avLst/>
          </a:prstGeom>
        </p:spPr>
      </p:pic>
    </p:spTree>
    <p:extLst>
      <p:ext uri="{BB962C8B-B14F-4D97-AF65-F5344CB8AC3E}">
        <p14:creationId xmlns:p14="http://schemas.microsoft.com/office/powerpoint/2010/main" val="5672809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51A939-89A3-A84A-4EB4-B31D22A45C1D}"/>
              </a:ext>
            </a:extLst>
          </p:cNvPr>
          <p:cNvSpPr>
            <a:spLocks noGrp="1"/>
          </p:cNvSpPr>
          <p:nvPr>
            <p:ph type="title"/>
          </p:nvPr>
        </p:nvSpPr>
        <p:spPr/>
        <p:txBody>
          <a:bodyPr/>
          <a:lstStyle/>
          <a:p>
            <a:r>
              <a:rPr lang="en-US" dirty="0"/>
              <a:t>WordCount without Using a Combiner</a:t>
            </a:r>
            <a:br>
              <a:rPr lang="en-US" dirty="0"/>
            </a:br>
            <a:r>
              <a:rPr lang="en-US" sz="4800" dirty="0"/>
              <a:t>In More Detail</a:t>
            </a:r>
            <a:endParaRPr lang="en-US" dirty="0"/>
          </a:p>
        </p:txBody>
      </p:sp>
      <p:sp>
        <p:nvSpPr>
          <p:cNvPr id="34" name="Rectangle 33">
            <a:extLst>
              <a:ext uri="{FF2B5EF4-FFF2-40B4-BE49-F238E27FC236}">
                <a16:creationId xmlns:a16="http://schemas.microsoft.com/office/drawing/2014/main" id="{F40E4B08-06F6-1352-5FA6-75361CC08FD3}"/>
              </a:ext>
            </a:extLst>
          </p:cNvPr>
          <p:cNvSpPr/>
          <p:nvPr/>
        </p:nvSpPr>
        <p:spPr>
          <a:xfrm>
            <a:off x="10980095" y="3361982"/>
            <a:ext cx="6812605" cy="5016758"/>
          </a:xfrm>
          <a:prstGeom prst="rect">
            <a:avLst/>
          </a:prstGeom>
        </p:spPr>
        <p:txBody>
          <a:bodyPr wrap="square">
            <a:spAutoFit/>
          </a:bodyPr>
          <a:lstStyle/>
          <a:p>
            <a:r>
              <a:rPr lang="en-US" sz="2000" dirty="0">
                <a:latin typeface="Courier"/>
                <a:cs typeface="Courier"/>
              </a:rPr>
              <a:t>from mrjob.job import MRJob</a:t>
            </a:r>
          </a:p>
          <a:p>
            <a:r>
              <a:rPr lang="en-US" sz="2000" dirty="0">
                <a:latin typeface="Courier"/>
                <a:cs typeface="Courier"/>
              </a:rPr>
              <a:t>import re</a:t>
            </a:r>
          </a:p>
          <a:p>
            <a:endParaRPr lang="en-US" sz="2000" dirty="0">
              <a:latin typeface="Courier"/>
              <a:cs typeface="Courier"/>
            </a:endParaRPr>
          </a:p>
          <a:p>
            <a:r>
              <a:rPr lang="en-US" sz="2000" dirty="0">
                <a:latin typeface="Courier"/>
                <a:cs typeface="Courier"/>
              </a:rPr>
              <a:t>WORD_RE = re.compile(r"[\w']+")</a:t>
            </a:r>
          </a:p>
          <a:p>
            <a:endParaRPr lang="en-US" sz="2000" dirty="0">
              <a:latin typeface="Courier"/>
              <a:cs typeface="Courier"/>
            </a:endParaRPr>
          </a:p>
          <a:p>
            <a:r>
              <a:rPr lang="en-US" sz="2000" dirty="0">
                <a:latin typeface="Courier"/>
                <a:cs typeface="Courier"/>
              </a:rPr>
              <a:t>class MRWordCount(MRJob):</a:t>
            </a:r>
          </a:p>
          <a:p>
            <a:endParaRPr lang="en-US" sz="2000" dirty="0">
              <a:latin typeface="Courier"/>
              <a:cs typeface="Courier"/>
            </a:endParaRPr>
          </a:p>
          <a:p>
            <a:r>
              <a:rPr lang="en-US" sz="2000" dirty="0">
                <a:latin typeface="Courier"/>
                <a:cs typeface="Courier"/>
              </a:rPr>
              <a:t>    def mapper(self, _, line):</a:t>
            </a:r>
          </a:p>
          <a:p>
            <a:r>
              <a:rPr lang="en-US" sz="2000" dirty="0">
                <a:latin typeface="Courier"/>
                <a:cs typeface="Courier"/>
              </a:rPr>
              <a:t>        for word in WORD_RE.findall(line):</a:t>
            </a:r>
          </a:p>
          <a:p>
            <a:r>
              <a:rPr lang="en-US" sz="2000" dirty="0">
                <a:latin typeface="Courier"/>
                <a:cs typeface="Courier"/>
              </a:rPr>
              <a:t>            yield (word.lower(), 1)</a:t>
            </a:r>
          </a:p>
          <a:p>
            <a:endParaRPr lang="en-US" sz="2000" dirty="0">
              <a:latin typeface="Courier"/>
              <a:cs typeface="Courier"/>
            </a:endParaRPr>
          </a:p>
          <a:p>
            <a:r>
              <a:rPr lang="en-US" sz="2000" dirty="0">
                <a:latin typeface="Courier"/>
                <a:cs typeface="Courier"/>
              </a:rPr>
              <a:t>    def reducer(self, word, counts):</a:t>
            </a:r>
          </a:p>
          <a:p>
            <a:r>
              <a:rPr lang="en-US" sz="2000" dirty="0">
                <a:latin typeface="Courier"/>
                <a:cs typeface="Courier"/>
              </a:rPr>
              <a:t>        yield (word, sum(counts))</a:t>
            </a:r>
          </a:p>
          <a:p>
            <a:endParaRPr lang="en-US" sz="2000" dirty="0">
              <a:latin typeface="Courier"/>
              <a:cs typeface="Courier"/>
            </a:endParaRPr>
          </a:p>
          <a:p>
            <a:r>
              <a:rPr lang="fr-FR" sz="2000" dirty="0">
                <a:latin typeface="Courier"/>
                <a:cs typeface="Courier"/>
              </a:rPr>
              <a:t>if __name__ == '__main__':</a:t>
            </a:r>
          </a:p>
          <a:p>
            <a:r>
              <a:rPr lang="fr-FR" sz="2000" dirty="0">
                <a:latin typeface="Courier"/>
                <a:cs typeface="Courier"/>
              </a:rPr>
              <a:t>     MRWordCount.run()</a:t>
            </a:r>
            <a:endParaRPr lang="en-US" dirty="0">
              <a:latin typeface="Courier"/>
              <a:cs typeface="Courier"/>
            </a:endParaRPr>
          </a:p>
        </p:txBody>
      </p:sp>
      <p:pic>
        <p:nvPicPr>
          <p:cNvPr id="35" name="Picture 34" descr="This image depicts the complete workflow of a MapReduce job processing an HDFS file, showing the Map, Shuffle and Sort, and Reduce phases across multiple data nodes. The components are as follows:&#10;&#10;### Data Node 1:&#10;1. **Input**:&#10;   - HDFS File Split 1: `hadoop hadoop`&#10;2. **Mapper**:&#10;   - Processes the input and outputs: `&lt;hadoop, 1&gt;`, `&lt;hadoop, 1&gt;`&#10;&#10;### Data Node 2:&#10;1. **Input**:&#10;   - HDFS File Split 2: `sad sad`&#10;2. **Mapper**:&#10;   - Processes the input and outputs: `&lt;sad, 1&gt;`, `&lt;sad, 1&gt;`&#10;&#10;### Shuffle and Sort:&#10;- The intermediate key-value pairs are shuffled and sorted:&#10;  - `&lt;hadoop, {1, 1}&gt;`&#10;  - `&lt;sad, {1, 1}&gt;`&#10;- Key-value pairs move across the network for sorting and grouping by key, in byte-lexicographic order.&#10;&#10;### Reducer:&#10;- The sorted key-value pairs are processed by the reducer:&#10;  - `&lt;hadoop, 2&gt;` (aggregated from `&lt;hadoop, {1, 1}&gt;`)&#10;  - `&lt;sad, 2&gt;` (aggregated from `&lt;sad, {1, 1}&gt;`)&#10;&#10;### Output:&#10;- The final output is written back to the HDFS file:&#10;  - `&lt;hadoop, 2&gt;`&#10;  - `&lt;sad, 2&gt;`&#10;&#10;This image shows the distributed nature of the MapReduce framework, where data is processed in parallel across multiple data nodes, and the results are aggregated and stored back in HDFS.">
            <a:extLst>
              <a:ext uri="{FF2B5EF4-FFF2-40B4-BE49-F238E27FC236}">
                <a16:creationId xmlns:a16="http://schemas.microsoft.com/office/drawing/2014/main" id="{8F62B6AF-B7A9-60E9-01B9-4CEBB45F15A5}"/>
              </a:ext>
            </a:extLst>
          </p:cNvPr>
          <p:cNvPicPr>
            <a:picLocks noChangeAspect="1"/>
          </p:cNvPicPr>
          <p:nvPr/>
        </p:nvPicPr>
        <p:blipFill>
          <a:blip r:embed="rId2"/>
          <a:stretch>
            <a:fillRect/>
          </a:stretch>
        </p:blipFill>
        <p:spPr>
          <a:xfrm>
            <a:off x="297440" y="2167371"/>
            <a:ext cx="10128538" cy="7406986"/>
          </a:xfrm>
          <a:prstGeom prst="rect">
            <a:avLst/>
          </a:prstGeom>
        </p:spPr>
      </p:pic>
    </p:spTree>
    <p:extLst>
      <p:ext uri="{BB962C8B-B14F-4D97-AF65-F5344CB8AC3E}">
        <p14:creationId xmlns:p14="http://schemas.microsoft.com/office/powerpoint/2010/main" val="6230139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30B4C6-27FB-6CA7-770A-302C3CDA9A67}"/>
              </a:ext>
            </a:extLst>
          </p:cNvPr>
          <p:cNvSpPr>
            <a:spLocks noGrp="1"/>
          </p:cNvSpPr>
          <p:nvPr>
            <p:ph type="title"/>
          </p:nvPr>
        </p:nvSpPr>
        <p:spPr/>
        <p:txBody>
          <a:bodyPr/>
          <a:lstStyle/>
          <a:p>
            <a:r>
              <a:rPr lang="en-US" dirty="0"/>
              <a:t>WordCount with Using a Combiner</a:t>
            </a:r>
            <a:br>
              <a:rPr lang="en-US" dirty="0"/>
            </a:br>
            <a:r>
              <a:rPr lang="en-US" sz="4800" dirty="0"/>
              <a:t>In More Detail</a:t>
            </a:r>
            <a:endParaRPr lang="en-US" dirty="0"/>
          </a:p>
        </p:txBody>
      </p:sp>
      <p:pic>
        <p:nvPicPr>
          <p:cNvPr id="3" name="Picture 2" descr="This image illustrates the workflow of a MapReduce job with the use of a Combiner function, showing the process across multiple data nodes, including internal grouping and combining before the shuffle and sort phase. The components are as follows:&#10;&#10;### Data Node 1:&#10;1. **Input**:&#10;   - HDFS File Split 1: `hadoop hadoop`&#10;2. **Mapper**:&#10;   - Processes the input and outputs: `&lt;hadoop, 1&gt;`, `&lt;hadoop, 1&gt;`&#10;3. **Internal Grouping**:&#10;   - Groups: `&lt;hadoop, {1, 1}&gt;`&#10;4. **Combiner**:&#10;   - Combines: `&lt;hadoop, 2&gt;`&#10;   &#10;### Data Node 2:&#10;1. **Input**:&#10;   - HDFS File Split 2: `sad sad`&#10;2. **Mapper**:&#10;   - Processes the input and outputs: `&lt;sad, 1&gt;`, `&lt;sad, 1&gt;`&#10;3. **Internal Grouping**:&#10;   - Groups: `&lt;sad, {1, 1}&gt;`&#10;4. **Combiner**:&#10;   - Combines: `&lt;sad, 2&gt;`&#10;&#10;### Shuffle and Sort:&#10;- The intermediate key-value pairs are shuffled and sorted:&#10;  - `&lt;hadoop, 2&gt;`&#10;  - `&lt;sad, 2&gt;`&#10;- Key-value pairs move across the network for sorting and grouping by key, in byte-lexicographic order.&#10;&#10;### Reducer:&#10;- The sorted key-value pairs are processed by the reducer:&#10;  - `&lt;hadoop, 2&gt;`&#10;  - `&lt;sad, 2&gt;`&#10;&#10;### Output:&#10;- The final output is written back to the HDFS file:&#10;  - `&lt;hadoop, 2&gt;`&#10;  - `&lt;sad, 2&gt;`&#10;&#10;This image highlights the use of the Combiner function to perform local aggregation of intermediate key-value pairs before they are shuffled and sorted, reducing the amount of data transferred across the network and improving the efficiency of the MapReduce job.">
            <a:extLst>
              <a:ext uri="{FF2B5EF4-FFF2-40B4-BE49-F238E27FC236}">
                <a16:creationId xmlns:a16="http://schemas.microsoft.com/office/drawing/2014/main" id="{35B86CD8-EAAD-6D1C-7EA8-BD609F83BB88}"/>
              </a:ext>
            </a:extLst>
          </p:cNvPr>
          <p:cNvPicPr>
            <a:picLocks noChangeAspect="1"/>
          </p:cNvPicPr>
          <p:nvPr/>
        </p:nvPicPr>
        <p:blipFill>
          <a:blip r:embed="rId2"/>
          <a:stretch>
            <a:fillRect/>
          </a:stretch>
        </p:blipFill>
        <p:spPr>
          <a:xfrm>
            <a:off x="3267941" y="2581275"/>
            <a:ext cx="10131136" cy="7181849"/>
          </a:xfrm>
          <a:prstGeom prst="rect">
            <a:avLst/>
          </a:prstGeom>
        </p:spPr>
      </p:pic>
    </p:spTree>
    <p:extLst>
      <p:ext uri="{BB962C8B-B14F-4D97-AF65-F5344CB8AC3E}">
        <p14:creationId xmlns:p14="http://schemas.microsoft.com/office/powerpoint/2010/main" val="32160224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77109A-23F7-52BF-E563-B8C73D571868}"/>
              </a:ext>
            </a:extLst>
          </p:cNvPr>
          <p:cNvSpPr>
            <a:spLocks noGrp="1"/>
          </p:cNvSpPr>
          <p:nvPr>
            <p:ph type="title"/>
          </p:nvPr>
        </p:nvSpPr>
        <p:spPr/>
        <p:txBody>
          <a:bodyPr/>
          <a:lstStyle/>
          <a:p>
            <a:r>
              <a:rPr lang="en-US" dirty="0"/>
              <a:t>WordCount with Using a Combiner</a:t>
            </a:r>
            <a:br>
              <a:rPr lang="en-US" dirty="0"/>
            </a:br>
            <a:r>
              <a:rPr lang="en-US" sz="4800" dirty="0"/>
              <a:t>In More Detail</a:t>
            </a:r>
            <a:endParaRPr lang="en-US" dirty="0"/>
          </a:p>
        </p:txBody>
      </p:sp>
      <p:sp>
        <p:nvSpPr>
          <p:cNvPr id="6" name="Content Placeholder 11">
            <a:extLst>
              <a:ext uri="{FF2B5EF4-FFF2-40B4-BE49-F238E27FC236}">
                <a16:creationId xmlns:a16="http://schemas.microsoft.com/office/drawing/2014/main" id="{EE0D7932-41AA-507E-579C-93B7028F78BF}"/>
              </a:ext>
            </a:extLst>
          </p:cNvPr>
          <p:cNvSpPr txBox="1">
            <a:spLocks/>
          </p:cNvSpPr>
          <p:nvPr/>
        </p:nvSpPr>
        <p:spPr>
          <a:xfrm>
            <a:off x="2971800" y="2286000"/>
            <a:ext cx="12344400" cy="7315200"/>
          </a:xfrm>
          <a:prstGeom prst="rect">
            <a:avLst/>
          </a:prstGeom>
        </p:spPr>
        <p:txBody>
          <a:bodyPr vert="horz" lIns="91440" tIns="45720" rIns="91440" bIns="45720" rtlCol="0">
            <a:noAutofit/>
          </a:bodyPr>
          <a:lstStyle>
            <a:lvl1pPr marL="274320" indent="-274320" algn="l" defTabSz="1371600" rtl="0" eaLnBrk="1" latinLnBrk="0" hangingPunct="1">
              <a:spcBef>
                <a:spcPct val="20000"/>
              </a:spcBef>
              <a:buClr>
                <a:schemeClr val="accent1"/>
              </a:buClr>
              <a:buSzPct val="85000"/>
              <a:buFont typeface="Arial" pitchFamily="34" charset="0"/>
              <a:buChar char="•"/>
              <a:defRPr sz="3600" kern="1200">
                <a:solidFill>
                  <a:schemeClr val="tx1"/>
                </a:solidFill>
                <a:latin typeface="+mn-lt"/>
                <a:ea typeface="+mn-ea"/>
                <a:cs typeface="+mn-cs"/>
              </a:defRPr>
            </a:lvl1pPr>
            <a:lvl2pPr marL="685800" indent="-274320" algn="l" defTabSz="1371600" rtl="0" eaLnBrk="1" latinLnBrk="0" hangingPunct="1">
              <a:spcBef>
                <a:spcPct val="20000"/>
              </a:spcBef>
              <a:buClr>
                <a:schemeClr val="accent1"/>
              </a:buClr>
              <a:buSzPct val="85000"/>
              <a:buFont typeface="Arial" pitchFamily="34" charset="0"/>
              <a:buChar char="•"/>
              <a:defRPr sz="3000" kern="1200">
                <a:solidFill>
                  <a:schemeClr val="tx1"/>
                </a:solidFill>
                <a:latin typeface="+mn-lt"/>
                <a:ea typeface="+mn-ea"/>
                <a:cs typeface="+mn-cs"/>
              </a:defRPr>
            </a:lvl2pPr>
            <a:lvl3pPr marL="1097280" indent="-274320" algn="l" defTabSz="1371600" rtl="0" eaLnBrk="1" latinLnBrk="0" hangingPunct="1">
              <a:spcBef>
                <a:spcPct val="20000"/>
              </a:spcBef>
              <a:buClr>
                <a:schemeClr val="accent1"/>
              </a:buClr>
              <a:buSzPct val="90000"/>
              <a:buFont typeface="Arial" pitchFamily="34" charset="0"/>
              <a:buChar char="•"/>
              <a:defRPr sz="2700" kern="1200">
                <a:solidFill>
                  <a:schemeClr val="tx1"/>
                </a:solidFill>
                <a:latin typeface="+mn-lt"/>
                <a:ea typeface="+mn-ea"/>
                <a:cs typeface="+mn-cs"/>
              </a:defRPr>
            </a:lvl3pPr>
            <a:lvl4pPr marL="1508760" indent="-274320" algn="l" defTabSz="1371600" rtl="0" eaLnBrk="1" latinLnBrk="0" hangingPunct="1">
              <a:spcBef>
                <a:spcPct val="20000"/>
              </a:spcBef>
              <a:buClr>
                <a:schemeClr val="accent1"/>
              </a:buClr>
              <a:buFont typeface="Arial" pitchFamily="34" charset="0"/>
              <a:buChar char="•"/>
              <a:defRPr sz="2400" kern="1200">
                <a:solidFill>
                  <a:schemeClr val="tx1"/>
                </a:solidFill>
                <a:latin typeface="+mn-lt"/>
                <a:ea typeface="+mn-ea"/>
                <a:cs typeface="+mn-cs"/>
              </a:defRPr>
            </a:lvl4pPr>
            <a:lvl5pPr marL="1783080" indent="-205740" algn="l" defTabSz="1371600" rtl="0" eaLnBrk="1" latinLnBrk="0" hangingPunct="1">
              <a:spcBef>
                <a:spcPct val="20000"/>
              </a:spcBef>
              <a:buClr>
                <a:schemeClr val="accent1"/>
              </a:buClr>
              <a:buSzPct val="100000"/>
              <a:buFont typeface="Arial" pitchFamily="34" charset="0"/>
              <a:buChar char="•"/>
              <a:defRPr sz="2100" kern="1200" baseline="0">
                <a:solidFill>
                  <a:schemeClr val="tx1"/>
                </a:solidFill>
                <a:latin typeface="+mn-lt"/>
                <a:ea typeface="+mn-ea"/>
                <a:cs typeface="+mn-cs"/>
              </a:defRPr>
            </a:lvl5pPr>
            <a:lvl6pPr marL="2057400" indent="-274320" algn="l" defTabSz="1371600" rtl="0" eaLnBrk="1" latinLnBrk="0" hangingPunct="1">
              <a:spcBef>
                <a:spcPct val="20000"/>
              </a:spcBef>
              <a:buClr>
                <a:schemeClr val="accent1"/>
              </a:buClr>
              <a:buFont typeface="Arial" pitchFamily="34" charset="0"/>
              <a:buChar char="•"/>
              <a:defRPr sz="1950" kern="1200">
                <a:solidFill>
                  <a:schemeClr val="tx1"/>
                </a:solidFill>
                <a:latin typeface="+mn-lt"/>
                <a:ea typeface="+mn-ea"/>
                <a:cs typeface="+mn-cs"/>
              </a:defRPr>
            </a:lvl6pPr>
            <a:lvl7pPr marL="2331720" indent="-274320" algn="l" defTabSz="1371600" rtl="0" eaLnBrk="1" latinLnBrk="0" hangingPunct="1">
              <a:spcBef>
                <a:spcPct val="20000"/>
              </a:spcBef>
              <a:buClr>
                <a:schemeClr val="accent1"/>
              </a:buClr>
              <a:buFont typeface="Arial" pitchFamily="34" charset="0"/>
              <a:buChar char="•"/>
              <a:defRPr sz="1950" kern="1200">
                <a:solidFill>
                  <a:schemeClr val="tx1"/>
                </a:solidFill>
                <a:latin typeface="+mn-lt"/>
                <a:ea typeface="+mn-ea"/>
                <a:cs typeface="+mn-cs"/>
              </a:defRPr>
            </a:lvl7pPr>
            <a:lvl8pPr marL="2606040" indent="-274320" algn="l" defTabSz="1371600" rtl="0" eaLnBrk="1" latinLnBrk="0" hangingPunct="1">
              <a:spcBef>
                <a:spcPct val="20000"/>
              </a:spcBef>
              <a:buClr>
                <a:schemeClr val="accent1"/>
              </a:buClr>
              <a:buFont typeface="Arial" pitchFamily="34" charset="0"/>
              <a:buChar char="•"/>
              <a:defRPr sz="1950" kern="1200">
                <a:solidFill>
                  <a:schemeClr val="tx1"/>
                </a:solidFill>
                <a:latin typeface="+mn-lt"/>
                <a:ea typeface="+mn-ea"/>
                <a:cs typeface="+mn-cs"/>
              </a:defRPr>
            </a:lvl8pPr>
            <a:lvl9pPr marL="2880360" indent="-274320" algn="l" defTabSz="1371600" rtl="0" eaLnBrk="1" latinLnBrk="0" hangingPunct="1">
              <a:spcBef>
                <a:spcPct val="20000"/>
              </a:spcBef>
              <a:buClr>
                <a:schemeClr val="accent1"/>
              </a:buClr>
              <a:buFont typeface="Arial" pitchFamily="34" charset="0"/>
              <a:buChar char="•"/>
              <a:defRPr sz="1950" kern="1200">
                <a:solidFill>
                  <a:schemeClr val="tx1"/>
                </a:solidFill>
                <a:latin typeface="+mn-lt"/>
                <a:ea typeface="+mn-ea"/>
                <a:cs typeface="+mn-cs"/>
              </a:defRPr>
            </a:lvl9pPr>
          </a:lstStyle>
          <a:p>
            <a:pPr marL="0" marR="0" lvl="0" indent="0" algn="l" defTabSz="1371600" rtl="0" eaLnBrk="1" fontAlgn="auto" latinLnBrk="0" hangingPunct="1">
              <a:lnSpc>
                <a:spcPct val="100000"/>
              </a:lnSpc>
              <a:spcBef>
                <a:spcPct val="20000"/>
              </a:spcBef>
              <a:spcAft>
                <a:spcPts val="0"/>
              </a:spcAft>
              <a:buClr>
                <a:srgbClr val="93A299"/>
              </a:buClr>
              <a:buSzPct val="85000"/>
              <a:buFont typeface="Arial" pitchFamily="34" charset="0"/>
              <a:buNone/>
              <a:tabLst/>
              <a:defRPr/>
            </a:pPr>
            <a:r>
              <a:rPr kumimoji="0" lang="en-US" sz="2400" b="0" i="0" u="none" strike="noStrike" kern="1200" cap="none" spc="0" normalizeH="0" baseline="0" noProof="0" dirty="0">
                <a:ln>
                  <a:noFill/>
                </a:ln>
                <a:solidFill>
                  <a:srgbClr val="292934"/>
                </a:solidFill>
                <a:effectLst/>
                <a:uLnTx/>
                <a:uFillTx/>
                <a:latin typeface="Courier"/>
                <a:ea typeface="+mn-ea"/>
                <a:cs typeface="Courier"/>
              </a:rPr>
              <a:t>from mrjob.job import MRJob</a:t>
            </a:r>
          </a:p>
          <a:p>
            <a:pPr marL="0" marR="0" lvl="0" indent="0" algn="l" defTabSz="1371600" rtl="0" eaLnBrk="1" fontAlgn="auto" latinLnBrk="0" hangingPunct="1">
              <a:lnSpc>
                <a:spcPct val="100000"/>
              </a:lnSpc>
              <a:spcBef>
                <a:spcPct val="20000"/>
              </a:spcBef>
              <a:spcAft>
                <a:spcPts val="0"/>
              </a:spcAft>
              <a:buClr>
                <a:srgbClr val="93A299"/>
              </a:buClr>
              <a:buSzPct val="85000"/>
              <a:buFont typeface="Arial" pitchFamily="34" charset="0"/>
              <a:buNone/>
              <a:tabLst/>
              <a:defRPr/>
            </a:pPr>
            <a:r>
              <a:rPr kumimoji="0" lang="en-US" sz="2400" b="0" i="0" u="none" strike="noStrike" kern="1200" cap="none" spc="0" normalizeH="0" baseline="0" noProof="0" dirty="0">
                <a:ln>
                  <a:noFill/>
                </a:ln>
                <a:solidFill>
                  <a:srgbClr val="292934"/>
                </a:solidFill>
                <a:effectLst/>
                <a:uLnTx/>
                <a:uFillTx/>
                <a:latin typeface="Courier"/>
                <a:ea typeface="+mn-ea"/>
                <a:cs typeface="Courier"/>
              </a:rPr>
              <a:t>import re</a:t>
            </a:r>
          </a:p>
          <a:p>
            <a:pPr marL="0" marR="0" lvl="0" indent="0" algn="l" defTabSz="1371600" rtl="0" eaLnBrk="1" fontAlgn="auto" latinLnBrk="0" hangingPunct="1">
              <a:lnSpc>
                <a:spcPct val="100000"/>
              </a:lnSpc>
              <a:spcBef>
                <a:spcPct val="20000"/>
              </a:spcBef>
              <a:spcAft>
                <a:spcPts val="0"/>
              </a:spcAft>
              <a:buClr>
                <a:srgbClr val="93A299"/>
              </a:buClr>
              <a:buSzPct val="85000"/>
              <a:buFont typeface="Arial" pitchFamily="34" charset="0"/>
              <a:buNone/>
              <a:tabLst/>
              <a:defRPr/>
            </a:pPr>
            <a:r>
              <a:rPr kumimoji="0" lang="en-US" sz="2400" b="0" i="0" u="none" strike="noStrike" kern="1200" cap="none" spc="0" normalizeH="0" baseline="0" noProof="0" dirty="0">
                <a:ln>
                  <a:noFill/>
                </a:ln>
                <a:solidFill>
                  <a:srgbClr val="292934"/>
                </a:solidFill>
                <a:effectLst/>
                <a:uLnTx/>
                <a:uFillTx/>
                <a:latin typeface="Courier"/>
                <a:ea typeface="+mn-ea"/>
                <a:cs typeface="Courier"/>
              </a:rPr>
              <a:t>WORD_RE = re.compile(r"[\w']+")</a:t>
            </a:r>
          </a:p>
          <a:p>
            <a:pPr marL="0" marR="0" lvl="0" indent="0" algn="l" defTabSz="1371600" rtl="0" eaLnBrk="1" fontAlgn="auto" latinLnBrk="0" hangingPunct="1">
              <a:lnSpc>
                <a:spcPct val="100000"/>
              </a:lnSpc>
              <a:spcBef>
                <a:spcPct val="20000"/>
              </a:spcBef>
              <a:spcAft>
                <a:spcPts val="0"/>
              </a:spcAft>
              <a:buClr>
                <a:srgbClr val="93A299"/>
              </a:buClr>
              <a:buSzPct val="85000"/>
              <a:buFont typeface="Arial" pitchFamily="34" charset="0"/>
              <a:buNone/>
              <a:tabLst/>
              <a:defRPr/>
            </a:pPr>
            <a:r>
              <a:rPr kumimoji="0" lang="en-US" sz="2400" b="0" i="0" u="none" strike="noStrike" kern="1200" cap="none" spc="0" normalizeH="0" baseline="0" noProof="0" dirty="0">
                <a:ln>
                  <a:noFill/>
                </a:ln>
                <a:solidFill>
                  <a:srgbClr val="292934"/>
                </a:solidFill>
                <a:effectLst/>
                <a:uLnTx/>
                <a:uFillTx/>
                <a:latin typeface="Courier"/>
                <a:ea typeface="+mn-ea"/>
                <a:cs typeface="Courier"/>
              </a:rPr>
              <a:t>class MRWordCount(MRJob):</a:t>
            </a:r>
          </a:p>
          <a:p>
            <a:pPr marL="0" marR="0" lvl="0" indent="0" algn="l" defTabSz="1371600" rtl="0" eaLnBrk="1" fontAlgn="auto" latinLnBrk="0" hangingPunct="1">
              <a:lnSpc>
                <a:spcPct val="100000"/>
              </a:lnSpc>
              <a:spcBef>
                <a:spcPct val="20000"/>
              </a:spcBef>
              <a:spcAft>
                <a:spcPts val="0"/>
              </a:spcAft>
              <a:buClr>
                <a:srgbClr val="93A299"/>
              </a:buClr>
              <a:buSzPct val="85000"/>
              <a:buFont typeface="Arial" pitchFamily="34" charset="0"/>
              <a:buNone/>
              <a:tabLst/>
              <a:defRPr/>
            </a:pPr>
            <a:endParaRPr kumimoji="0" lang="en-US" sz="2400" b="0" i="0" u="none" strike="noStrike" kern="1200" cap="none" spc="0" normalizeH="0" baseline="0" noProof="0" dirty="0">
              <a:ln>
                <a:noFill/>
              </a:ln>
              <a:solidFill>
                <a:srgbClr val="292934"/>
              </a:solidFill>
              <a:effectLst/>
              <a:uLnTx/>
              <a:uFillTx/>
              <a:latin typeface="Courier"/>
              <a:ea typeface="+mn-ea"/>
              <a:cs typeface="Courier"/>
            </a:endParaRPr>
          </a:p>
          <a:p>
            <a:pPr marL="0" marR="0" lvl="0" indent="0" algn="l" defTabSz="1371600" rtl="0" eaLnBrk="1" fontAlgn="auto" latinLnBrk="0" hangingPunct="1">
              <a:lnSpc>
                <a:spcPct val="100000"/>
              </a:lnSpc>
              <a:spcBef>
                <a:spcPct val="20000"/>
              </a:spcBef>
              <a:spcAft>
                <a:spcPts val="0"/>
              </a:spcAft>
              <a:buClr>
                <a:srgbClr val="93A299"/>
              </a:buClr>
              <a:buSzPct val="85000"/>
              <a:buFont typeface="Arial" pitchFamily="34" charset="0"/>
              <a:buNone/>
              <a:tabLst/>
              <a:defRPr/>
            </a:pPr>
            <a:r>
              <a:rPr kumimoji="0" lang="en-US" sz="2400" b="0" i="0" u="none" strike="noStrike" kern="1200" cap="none" spc="0" normalizeH="0" baseline="0" noProof="0" dirty="0">
                <a:ln>
                  <a:noFill/>
                </a:ln>
                <a:solidFill>
                  <a:srgbClr val="292934"/>
                </a:solidFill>
                <a:effectLst/>
                <a:uLnTx/>
                <a:uFillTx/>
                <a:latin typeface="Courier"/>
                <a:ea typeface="+mn-ea"/>
                <a:cs typeface="Courier"/>
              </a:rPr>
              <a:t>    def mapper(self, _, line):</a:t>
            </a:r>
          </a:p>
          <a:p>
            <a:pPr marL="0" marR="0" lvl="0" indent="0" algn="l" defTabSz="1371600" rtl="0" eaLnBrk="1" fontAlgn="auto" latinLnBrk="0" hangingPunct="1">
              <a:lnSpc>
                <a:spcPct val="100000"/>
              </a:lnSpc>
              <a:spcBef>
                <a:spcPct val="20000"/>
              </a:spcBef>
              <a:spcAft>
                <a:spcPts val="0"/>
              </a:spcAft>
              <a:buClr>
                <a:srgbClr val="93A299"/>
              </a:buClr>
              <a:buSzPct val="85000"/>
              <a:buFont typeface="Arial" pitchFamily="34" charset="0"/>
              <a:buNone/>
              <a:tabLst/>
              <a:defRPr/>
            </a:pPr>
            <a:r>
              <a:rPr kumimoji="0" lang="en-US" sz="2400" b="0" i="0" u="none" strike="noStrike" kern="1200" cap="none" spc="0" normalizeH="0" baseline="0" noProof="0" dirty="0">
                <a:ln>
                  <a:noFill/>
                </a:ln>
                <a:solidFill>
                  <a:srgbClr val="292934"/>
                </a:solidFill>
                <a:effectLst/>
                <a:uLnTx/>
                <a:uFillTx/>
                <a:latin typeface="Courier"/>
                <a:ea typeface="+mn-ea"/>
                <a:cs typeface="Courier"/>
              </a:rPr>
              <a:t>        for word in WORD_RE.findall(line):</a:t>
            </a:r>
          </a:p>
          <a:p>
            <a:pPr marL="0" marR="0" lvl="0" indent="0" algn="l" defTabSz="1371600" rtl="0" eaLnBrk="1" fontAlgn="auto" latinLnBrk="0" hangingPunct="1">
              <a:lnSpc>
                <a:spcPct val="100000"/>
              </a:lnSpc>
              <a:spcBef>
                <a:spcPct val="20000"/>
              </a:spcBef>
              <a:spcAft>
                <a:spcPts val="0"/>
              </a:spcAft>
              <a:buClr>
                <a:srgbClr val="93A299"/>
              </a:buClr>
              <a:buSzPct val="85000"/>
              <a:buFont typeface="Arial" pitchFamily="34" charset="0"/>
              <a:buNone/>
              <a:tabLst/>
              <a:defRPr/>
            </a:pPr>
            <a:r>
              <a:rPr kumimoji="0" lang="en-US" sz="2400" b="0" i="0" u="none" strike="noStrike" kern="1200" cap="none" spc="0" normalizeH="0" baseline="0" noProof="0" dirty="0">
                <a:ln>
                  <a:noFill/>
                </a:ln>
                <a:solidFill>
                  <a:srgbClr val="292934"/>
                </a:solidFill>
                <a:effectLst/>
                <a:uLnTx/>
                <a:uFillTx/>
                <a:latin typeface="Courier"/>
                <a:ea typeface="+mn-ea"/>
                <a:cs typeface="Courier"/>
              </a:rPr>
              <a:t>            yield (word.lower(), 1)</a:t>
            </a:r>
          </a:p>
          <a:p>
            <a:pPr marL="0" marR="0" lvl="0" indent="0" algn="l" defTabSz="1371600" rtl="0" eaLnBrk="1" fontAlgn="auto" latinLnBrk="0" hangingPunct="1">
              <a:lnSpc>
                <a:spcPct val="100000"/>
              </a:lnSpc>
              <a:spcBef>
                <a:spcPct val="20000"/>
              </a:spcBef>
              <a:spcAft>
                <a:spcPts val="0"/>
              </a:spcAft>
              <a:buClr>
                <a:srgbClr val="93A299"/>
              </a:buClr>
              <a:buSzPct val="85000"/>
              <a:buFont typeface="Arial" pitchFamily="34" charset="0"/>
              <a:buNone/>
              <a:tabLst/>
              <a:defRPr/>
            </a:pPr>
            <a:endParaRPr kumimoji="0" lang="en-US" sz="2400" b="0" i="0" u="none" strike="noStrike" kern="1200" cap="none" spc="0" normalizeH="0" baseline="0" noProof="0" dirty="0">
              <a:ln>
                <a:noFill/>
              </a:ln>
              <a:solidFill>
                <a:srgbClr val="292934"/>
              </a:solidFill>
              <a:effectLst/>
              <a:uLnTx/>
              <a:uFillTx/>
              <a:latin typeface="Courier"/>
              <a:ea typeface="+mn-ea"/>
              <a:cs typeface="Courier"/>
            </a:endParaRPr>
          </a:p>
          <a:p>
            <a:pPr marL="0" marR="0" lvl="0" indent="0" algn="l" defTabSz="1371600" rtl="0" eaLnBrk="1" fontAlgn="auto" latinLnBrk="0" hangingPunct="1">
              <a:lnSpc>
                <a:spcPct val="100000"/>
              </a:lnSpc>
              <a:spcBef>
                <a:spcPct val="20000"/>
              </a:spcBef>
              <a:spcAft>
                <a:spcPts val="0"/>
              </a:spcAft>
              <a:buClr>
                <a:srgbClr val="93A299"/>
              </a:buClr>
              <a:buSzPct val="85000"/>
              <a:buFont typeface="Arial" pitchFamily="34" charset="0"/>
              <a:buNone/>
              <a:tabLst/>
              <a:defRPr/>
            </a:pPr>
            <a:r>
              <a:rPr kumimoji="0" lang="en-US" sz="2400" b="0" i="0" u="none" strike="noStrike" kern="1200" cap="none" spc="0" normalizeH="0" baseline="0" noProof="0" dirty="0">
                <a:ln>
                  <a:noFill/>
                </a:ln>
                <a:solidFill>
                  <a:srgbClr val="0070C0"/>
                </a:solidFill>
                <a:effectLst/>
                <a:uLnTx/>
                <a:uFillTx/>
                <a:latin typeface="Arial"/>
                <a:ea typeface="+mn-ea"/>
                <a:cs typeface="+mn-cs"/>
              </a:rPr>
              <a:t>        # optimization: sum the words we've seen so far </a:t>
            </a:r>
          </a:p>
          <a:p>
            <a:pPr marL="0" marR="0" lvl="0" indent="0" algn="l" defTabSz="1371600" rtl="0" eaLnBrk="1" fontAlgn="auto" latinLnBrk="0" hangingPunct="1">
              <a:lnSpc>
                <a:spcPct val="100000"/>
              </a:lnSpc>
              <a:spcBef>
                <a:spcPct val="20000"/>
              </a:spcBef>
              <a:spcAft>
                <a:spcPts val="0"/>
              </a:spcAft>
              <a:buClr>
                <a:srgbClr val="93A299"/>
              </a:buClr>
              <a:buSzPct val="85000"/>
              <a:buFont typeface="Arial" pitchFamily="34" charset="0"/>
              <a:buNone/>
              <a:tabLst/>
              <a:defRPr/>
            </a:pPr>
            <a:r>
              <a:rPr kumimoji="0" lang="en-US" sz="2400" b="0" i="0" u="none" strike="noStrike" kern="1200" cap="none" spc="0" normalizeH="0" baseline="0" noProof="0" dirty="0">
                <a:ln>
                  <a:noFill/>
                </a:ln>
                <a:solidFill>
                  <a:srgbClr val="0070C0"/>
                </a:solidFill>
                <a:effectLst/>
                <a:uLnTx/>
                <a:uFillTx/>
                <a:latin typeface="Arial"/>
                <a:ea typeface="+mn-ea"/>
                <a:cs typeface="+mn-cs"/>
              </a:rPr>
              <a:t>        def combiner(self, word, counts): </a:t>
            </a:r>
          </a:p>
          <a:p>
            <a:pPr marL="0" marR="0" lvl="0" indent="0" algn="l" defTabSz="1371600" rtl="0" eaLnBrk="1" fontAlgn="auto" latinLnBrk="0" hangingPunct="1">
              <a:lnSpc>
                <a:spcPct val="100000"/>
              </a:lnSpc>
              <a:spcBef>
                <a:spcPct val="20000"/>
              </a:spcBef>
              <a:spcAft>
                <a:spcPts val="0"/>
              </a:spcAft>
              <a:buClr>
                <a:srgbClr val="93A299"/>
              </a:buClr>
              <a:buSzPct val="85000"/>
              <a:buFont typeface="Arial" pitchFamily="34" charset="0"/>
              <a:buNone/>
              <a:tabLst/>
              <a:defRPr/>
            </a:pPr>
            <a:r>
              <a:rPr kumimoji="0" lang="en-US" sz="2400" b="0" i="0" u="none" strike="noStrike" kern="1200" cap="none" spc="0" normalizeH="0" baseline="0" noProof="0" dirty="0">
                <a:ln>
                  <a:noFill/>
                </a:ln>
                <a:solidFill>
                  <a:srgbClr val="0070C0"/>
                </a:solidFill>
                <a:effectLst/>
                <a:uLnTx/>
                <a:uFillTx/>
                <a:latin typeface="Arial"/>
                <a:ea typeface="+mn-ea"/>
                <a:cs typeface="+mn-cs"/>
              </a:rPr>
              <a:t>                 yield (word, sum(counts)) </a:t>
            </a:r>
            <a:endParaRPr kumimoji="0" lang="en-US" sz="2400" b="0" i="0" u="none" strike="noStrike" kern="1200" cap="none" spc="0" normalizeH="0" baseline="0" noProof="0" dirty="0">
              <a:ln>
                <a:noFill/>
              </a:ln>
              <a:solidFill>
                <a:srgbClr val="0070C0"/>
              </a:solidFill>
              <a:effectLst/>
              <a:uLnTx/>
              <a:uFillTx/>
              <a:latin typeface="Courier"/>
              <a:ea typeface="+mn-ea"/>
              <a:cs typeface="Courier"/>
            </a:endParaRPr>
          </a:p>
          <a:p>
            <a:pPr marL="0" marR="0" lvl="0" indent="0" algn="l" defTabSz="1371600" rtl="0" eaLnBrk="1" fontAlgn="auto" latinLnBrk="0" hangingPunct="1">
              <a:lnSpc>
                <a:spcPct val="100000"/>
              </a:lnSpc>
              <a:spcBef>
                <a:spcPct val="20000"/>
              </a:spcBef>
              <a:spcAft>
                <a:spcPts val="0"/>
              </a:spcAft>
              <a:buClr>
                <a:srgbClr val="93A299"/>
              </a:buClr>
              <a:buSzPct val="85000"/>
              <a:buFont typeface="Arial" pitchFamily="34" charset="0"/>
              <a:buNone/>
              <a:tabLst/>
              <a:defRPr/>
            </a:pPr>
            <a:endParaRPr kumimoji="0" lang="en-US" sz="2400" b="0" i="0" u="none" strike="noStrike" kern="1200" cap="none" spc="0" normalizeH="0" baseline="0" noProof="0" dirty="0">
              <a:ln>
                <a:noFill/>
              </a:ln>
              <a:solidFill>
                <a:srgbClr val="292934"/>
              </a:solidFill>
              <a:effectLst/>
              <a:uLnTx/>
              <a:uFillTx/>
              <a:latin typeface="Courier"/>
              <a:ea typeface="+mn-ea"/>
              <a:cs typeface="Courier"/>
            </a:endParaRPr>
          </a:p>
          <a:p>
            <a:pPr marL="0" marR="0" lvl="0" indent="0" algn="l" defTabSz="1371600" rtl="0" eaLnBrk="1" fontAlgn="auto" latinLnBrk="0" hangingPunct="1">
              <a:lnSpc>
                <a:spcPct val="100000"/>
              </a:lnSpc>
              <a:spcBef>
                <a:spcPct val="20000"/>
              </a:spcBef>
              <a:spcAft>
                <a:spcPts val="0"/>
              </a:spcAft>
              <a:buClr>
                <a:srgbClr val="93A299"/>
              </a:buClr>
              <a:buSzPct val="85000"/>
              <a:buFont typeface="Arial" pitchFamily="34" charset="0"/>
              <a:buNone/>
              <a:tabLst/>
              <a:defRPr/>
            </a:pPr>
            <a:r>
              <a:rPr kumimoji="0" lang="en-US" sz="2400" b="0" i="0" u="none" strike="noStrike" kern="1200" cap="none" spc="0" normalizeH="0" baseline="0" noProof="0" dirty="0">
                <a:ln>
                  <a:noFill/>
                </a:ln>
                <a:solidFill>
                  <a:srgbClr val="292934"/>
                </a:solidFill>
                <a:effectLst/>
                <a:uLnTx/>
                <a:uFillTx/>
                <a:latin typeface="Courier"/>
                <a:ea typeface="+mn-ea"/>
                <a:cs typeface="Courier"/>
              </a:rPr>
              <a:t>    def reducer(self, word, counts):</a:t>
            </a:r>
          </a:p>
          <a:p>
            <a:pPr marL="0" marR="0" lvl="0" indent="0" algn="l" defTabSz="1371600" rtl="0" eaLnBrk="1" fontAlgn="auto" latinLnBrk="0" hangingPunct="1">
              <a:lnSpc>
                <a:spcPct val="100000"/>
              </a:lnSpc>
              <a:spcBef>
                <a:spcPct val="20000"/>
              </a:spcBef>
              <a:spcAft>
                <a:spcPts val="0"/>
              </a:spcAft>
              <a:buClr>
                <a:srgbClr val="93A299"/>
              </a:buClr>
              <a:buSzPct val="85000"/>
              <a:buFont typeface="Arial" pitchFamily="34" charset="0"/>
              <a:buNone/>
              <a:tabLst/>
              <a:defRPr/>
            </a:pPr>
            <a:r>
              <a:rPr kumimoji="0" lang="en-US" sz="2400" b="0" i="0" u="none" strike="noStrike" kern="1200" cap="none" spc="0" normalizeH="0" baseline="0" noProof="0" dirty="0">
                <a:ln>
                  <a:noFill/>
                </a:ln>
                <a:solidFill>
                  <a:srgbClr val="292934"/>
                </a:solidFill>
                <a:effectLst/>
                <a:uLnTx/>
                <a:uFillTx/>
                <a:latin typeface="Courier"/>
                <a:ea typeface="+mn-ea"/>
                <a:cs typeface="Courier"/>
              </a:rPr>
              <a:t>        yield (word, sum(counts))</a:t>
            </a:r>
          </a:p>
          <a:p>
            <a:pPr marL="0" marR="0" lvl="0" indent="0" algn="l" defTabSz="1371600" rtl="0" eaLnBrk="1" fontAlgn="auto" latinLnBrk="0" hangingPunct="1">
              <a:lnSpc>
                <a:spcPct val="100000"/>
              </a:lnSpc>
              <a:spcBef>
                <a:spcPct val="20000"/>
              </a:spcBef>
              <a:spcAft>
                <a:spcPts val="0"/>
              </a:spcAft>
              <a:buClr>
                <a:srgbClr val="93A299"/>
              </a:buClr>
              <a:buSzPct val="85000"/>
              <a:buFont typeface="Arial" pitchFamily="34" charset="0"/>
              <a:buNone/>
              <a:tabLst/>
              <a:defRPr/>
            </a:pPr>
            <a:endParaRPr kumimoji="0" lang="en-US" sz="2400" b="0" i="0" u="none" strike="noStrike" kern="1200" cap="none" spc="0" normalizeH="0" baseline="0" noProof="0" dirty="0">
              <a:ln>
                <a:noFill/>
              </a:ln>
              <a:solidFill>
                <a:srgbClr val="292934"/>
              </a:solidFill>
              <a:effectLst/>
              <a:uLnTx/>
              <a:uFillTx/>
              <a:latin typeface="Courier"/>
              <a:ea typeface="+mn-ea"/>
              <a:cs typeface="Courier"/>
            </a:endParaRPr>
          </a:p>
          <a:p>
            <a:pPr marL="0" marR="0" lvl="0" indent="0" algn="l" defTabSz="1371600" rtl="0" eaLnBrk="1" fontAlgn="auto" latinLnBrk="0" hangingPunct="1">
              <a:lnSpc>
                <a:spcPct val="100000"/>
              </a:lnSpc>
              <a:spcBef>
                <a:spcPct val="20000"/>
              </a:spcBef>
              <a:spcAft>
                <a:spcPts val="0"/>
              </a:spcAft>
              <a:buClr>
                <a:srgbClr val="93A299"/>
              </a:buClr>
              <a:buSzPct val="85000"/>
              <a:buFont typeface="Arial" pitchFamily="34" charset="0"/>
              <a:buNone/>
              <a:tabLst/>
              <a:defRPr/>
            </a:pPr>
            <a:r>
              <a:rPr kumimoji="0" lang="fr-FR" sz="2400" b="0" i="0" u="none" strike="noStrike" kern="1200" cap="none" spc="0" normalizeH="0" baseline="0" noProof="0" dirty="0">
                <a:ln>
                  <a:noFill/>
                </a:ln>
                <a:solidFill>
                  <a:srgbClr val="292934"/>
                </a:solidFill>
                <a:effectLst/>
                <a:uLnTx/>
                <a:uFillTx/>
                <a:latin typeface="Courier"/>
                <a:ea typeface="+mn-ea"/>
                <a:cs typeface="Courier"/>
              </a:rPr>
              <a:t>if __name__ == '__main__':</a:t>
            </a:r>
          </a:p>
          <a:p>
            <a:pPr marL="0" marR="0" lvl="0" indent="0" algn="l" defTabSz="1371600" rtl="0" eaLnBrk="1" fontAlgn="auto" latinLnBrk="0" hangingPunct="1">
              <a:lnSpc>
                <a:spcPct val="100000"/>
              </a:lnSpc>
              <a:spcBef>
                <a:spcPct val="20000"/>
              </a:spcBef>
              <a:spcAft>
                <a:spcPts val="0"/>
              </a:spcAft>
              <a:buClr>
                <a:srgbClr val="93A299"/>
              </a:buClr>
              <a:buSzPct val="85000"/>
              <a:buFont typeface="Arial" pitchFamily="34" charset="0"/>
              <a:buNone/>
              <a:tabLst/>
              <a:defRPr/>
            </a:pPr>
            <a:r>
              <a:rPr kumimoji="0" lang="fr-FR" sz="2400" b="0" i="0" u="none" strike="noStrike" kern="1200" cap="none" spc="0" normalizeH="0" baseline="0" noProof="0" dirty="0">
                <a:ln>
                  <a:noFill/>
                </a:ln>
                <a:solidFill>
                  <a:srgbClr val="292934"/>
                </a:solidFill>
                <a:effectLst/>
                <a:uLnTx/>
                <a:uFillTx/>
                <a:latin typeface="Courier"/>
                <a:ea typeface="+mn-ea"/>
                <a:cs typeface="Courier"/>
              </a:rPr>
              <a:t>     MRWordCount.run()</a:t>
            </a:r>
            <a:endParaRPr kumimoji="0" lang="en-US" sz="2400" b="0" i="0" u="none" strike="noStrike" kern="1200" cap="none" spc="0" normalizeH="0" baseline="0" noProof="0" dirty="0">
              <a:ln>
                <a:noFill/>
              </a:ln>
              <a:solidFill>
                <a:srgbClr val="292934"/>
              </a:solidFill>
              <a:effectLst/>
              <a:uLnTx/>
              <a:uFillTx/>
              <a:latin typeface="Courier"/>
              <a:ea typeface="+mn-ea"/>
              <a:cs typeface="Courier"/>
            </a:endParaRPr>
          </a:p>
        </p:txBody>
      </p:sp>
      <p:sp>
        <p:nvSpPr>
          <p:cNvPr id="7" name="Rectangular Callout 6">
            <a:extLst>
              <a:ext uri="{FF2B5EF4-FFF2-40B4-BE49-F238E27FC236}">
                <a16:creationId xmlns:a16="http://schemas.microsoft.com/office/drawing/2014/main" id="{0FEA0D54-340D-2FE6-1B97-D8A18A0215B4}"/>
              </a:ext>
            </a:extLst>
          </p:cNvPr>
          <p:cNvSpPr/>
          <p:nvPr/>
        </p:nvSpPr>
        <p:spPr>
          <a:xfrm>
            <a:off x="12927931" y="6711617"/>
            <a:ext cx="4401663" cy="2218178"/>
          </a:xfrm>
          <a:prstGeom prst="wedgeRectCallout">
            <a:avLst>
              <a:gd name="adj1" fmla="val -156046"/>
              <a:gd name="adj2" fmla="val -39041"/>
            </a:avLst>
          </a:prstGeom>
          <a:solidFill>
            <a:srgbClr val="93A299"/>
          </a:solidFill>
          <a:ln w="26425" cap="flat" cmpd="sng" algn="ctr">
            <a:solidFill>
              <a:srgbClr val="93A299">
                <a:shade val="50000"/>
              </a:srgbClr>
            </a:solidFill>
            <a:prstDash val="solid"/>
          </a:ln>
          <a:effectLst/>
        </p:spPr>
        <p:txBody>
          <a:bodyPr rtlCol="0" anchor="ctr"/>
          <a:lstStyle/>
          <a:p>
            <a:pPr marL="0" marR="0" lvl="0" indent="0" algn="ctr" defTabSz="1371600" eaLnBrk="1" fontAlgn="auto" latinLnBrk="0" hangingPunct="1">
              <a:lnSpc>
                <a:spcPct val="100000"/>
              </a:lnSpc>
              <a:spcBef>
                <a:spcPts val="0"/>
              </a:spcBef>
              <a:spcAft>
                <a:spcPts val="0"/>
              </a:spcAft>
              <a:buClrTx/>
              <a:buSzTx/>
              <a:buFontTx/>
              <a:buNone/>
              <a:tabLst/>
              <a:defRPr/>
            </a:pPr>
            <a:r>
              <a:rPr kumimoji="0" lang="en-US" sz="2100" b="0" i="0" u="none" strike="noStrike" kern="0" cap="none" spc="0" normalizeH="0" baseline="0" noProof="0" dirty="0">
                <a:ln>
                  <a:noFill/>
                </a:ln>
                <a:effectLst/>
                <a:uLnTx/>
                <a:uFillTx/>
                <a:latin typeface="Arial"/>
                <a:ea typeface="+mn-ea"/>
                <a:cs typeface="+mn-cs"/>
              </a:rPr>
              <a:t>The output of the combiner must be the same format as that of the Mapper</a:t>
            </a:r>
          </a:p>
          <a:p>
            <a:pPr marL="0" marR="0" lvl="0" indent="0" algn="ctr" defTabSz="1371600" eaLnBrk="1" fontAlgn="auto" latinLnBrk="0" hangingPunct="1">
              <a:lnSpc>
                <a:spcPct val="100000"/>
              </a:lnSpc>
              <a:spcBef>
                <a:spcPts val="0"/>
              </a:spcBef>
              <a:spcAft>
                <a:spcPts val="0"/>
              </a:spcAft>
              <a:buClrTx/>
              <a:buSzTx/>
              <a:buFontTx/>
              <a:buNone/>
              <a:tabLst/>
              <a:defRPr/>
            </a:pPr>
            <a:r>
              <a:rPr kumimoji="0" lang="en-US" sz="2100" b="0" i="0" u="none" strike="noStrike" kern="0" cap="none" spc="0" normalizeH="0" baseline="0" noProof="0" dirty="0">
                <a:ln>
                  <a:noFill/>
                </a:ln>
                <a:effectLst/>
                <a:uLnTx/>
                <a:uFillTx/>
                <a:latin typeface="Arial"/>
                <a:ea typeface="+mn-ea"/>
                <a:cs typeface="+mn-cs"/>
              </a:rPr>
              <a:t>&lt;key, value&gt; </a:t>
            </a:r>
          </a:p>
          <a:p>
            <a:pPr marL="0" marR="0" lvl="0" indent="0" algn="ctr" defTabSz="1371600" eaLnBrk="1" fontAlgn="auto" latinLnBrk="0" hangingPunct="1">
              <a:lnSpc>
                <a:spcPct val="100000"/>
              </a:lnSpc>
              <a:spcBef>
                <a:spcPts val="0"/>
              </a:spcBef>
              <a:spcAft>
                <a:spcPts val="0"/>
              </a:spcAft>
              <a:buClrTx/>
              <a:buSzTx/>
              <a:buFontTx/>
              <a:buNone/>
              <a:tabLst/>
              <a:defRPr/>
            </a:pPr>
            <a:r>
              <a:rPr kumimoji="0" lang="en-US" sz="2100" b="0" i="0" u="none" strike="noStrike" kern="0" cap="none" spc="0" normalizeH="0" baseline="0" noProof="0" dirty="0">
                <a:ln>
                  <a:noFill/>
                </a:ln>
                <a:effectLst/>
                <a:uLnTx/>
                <a:uFillTx/>
                <a:latin typeface="Arial"/>
                <a:ea typeface="+mn-ea"/>
                <a:cs typeface="+mn-cs"/>
              </a:rPr>
              <a:t>AND NOT</a:t>
            </a:r>
          </a:p>
          <a:p>
            <a:pPr marL="0" marR="0" lvl="0" indent="0" algn="ctr" defTabSz="1371600" eaLnBrk="1" fontAlgn="auto" latinLnBrk="0" hangingPunct="1">
              <a:lnSpc>
                <a:spcPct val="100000"/>
              </a:lnSpc>
              <a:spcBef>
                <a:spcPts val="0"/>
              </a:spcBef>
              <a:spcAft>
                <a:spcPts val="0"/>
              </a:spcAft>
              <a:buClrTx/>
              <a:buSzTx/>
              <a:buFontTx/>
              <a:buNone/>
              <a:tabLst/>
              <a:defRPr/>
            </a:pPr>
            <a:r>
              <a:rPr kumimoji="0" lang="en-US" sz="2100" b="0" i="0" u="none" strike="noStrike" kern="0" cap="none" spc="0" normalizeH="0" baseline="0" noProof="0" dirty="0">
                <a:ln>
                  <a:noFill/>
                </a:ln>
                <a:effectLst/>
                <a:uLnTx/>
                <a:uFillTx/>
                <a:latin typeface="Arial"/>
                <a:ea typeface="+mn-ea"/>
                <a:cs typeface="+mn-cs"/>
              </a:rPr>
              <a:t>&lt;key, {value1, value2, …}&gt;</a:t>
            </a:r>
            <a:endParaRPr kumimoji="0" lang="en-US" sz="2700" b="0" i="0" u="none" strike="noStrike" kern="0" cap="none" spc="0" normalizeH="0" baseline="0" noProof="0" dirty="0">
              <a:ln>
                <a:noFill/>
              </a:ln>
              <a:effectLst/>
              <a:uLnTx/>
              <a:uFillTx/>
              <a:latin typeface="Arial"/>
              <a:ea typeface="+mn-ea"/>
              <a:cs typeface="+mn-cs"/>
            </a:endParaRPr>
          </a:p>
        </p:txBody>
      </p:sp>
      <p:sp>
        <p:nvSpPr>
          <p:cNvPr id="8" name="Rectangular Callout 7">
            <a:extLst>
              <a:ext uri="{FF2B5EF4-FFF2-40B4-BE49-F238E27FC236}">
                <a16:creationId xmlns:a16="http://schemas.microsoft.com/office/drawing/2014/main" id="{179BD668-29B8-E283-6899-2230CCC4A01D}"/>
              </a:ext>
            </a:extLst>
          </p:cNvPr>
          <p:cNvSpPr/>
          <p:nvPr/>
        </p:nvSpPr>
        <p:spPr>
          <a:xfrm>
            <a:off x="12927932" y="3162301"/>
            <a:ext cx="4401663" cy="2218178"/>
          </a:xfrm>
          <a:prstGeom prst="wedgeRectCallout">
            <a:avLst>
              <a:gd name="adj1" fmla="val -141490"/>
              <a:gd name="adj2" fmla="val 86346"/>
            </a:avLst>
          </a:prstGeom>
          <a:solidFill>
            <a:srgbClr val="93A299"/>
          </a:solidFill>
          <a:ln w="26425" cap="flat" cmpd="sng" algn="ctr">
            <a:solidFill>
              <a:srgbClr val="93A299">
                <a:shade val="50000"/>
              </a:srgbClr>
            </a:solidFill>
            <a:prstDash val="solid"/>
          </a:ln>
          <a:effectLst/>
        </p:spPr>
        <p:txBody>
          <a:bodyPr rtlCol="0" anchor="ctr"/>
          <a:lstStyle/>
          <a:p>
            <a:pPr marL="0" marR="0" lvl="0" indent="0" algn="ctr" defTabSz="1371600" eaLnBrk="1" fontAlgn="auto" latinLnBrk="0" hangingPunct="1">
              <a:lnSpc>
                <a:spcPct val="100000"/>
              </a:lnSpc>
              <a:spcBef>
                <a:spcPts val="0"/>
              </a:spcBef>
              <a:spcAft>
                <a:spcPts val="0"/>
              </a:spcAft>
              <a:buClrTx/>
              <a:buSzTx/>
              <a:buFontTx/>
              <a:buNone/>
              <a:tabLst/>
              <a:defRPr/>
            </a:pPr>
            <a:r>
              <a:rPr kumimoji="0" lang="en-US" sz="2100" b="0" i="0" u="none" strike="noStrike" kern="0" cap="none" spc="0" normalizeH="0" baseline="0" noProof="0" dirty="0">
                <a:ln>
                  <a:noFill/>
                </a:ln>
                <a:effectLst/>
                <a:uLnTx/>
                <a:uFillTx/>
                <a:latin typeface="Arial"/>
                <a:ea typeface="+mn-ea"/>
                <a:cs typeface="+mn-cs"/>
              </a:rPr>
              <a:t>A combiner only aggregates data output by one mapper task operating on one split</a:t>
            </a:r>
            <a:endParaRPr kumimoji="0" lang="en-US" sz="2700" b="0" i="0" u="none" strike="noStrike" kern="0" cap="none" spc="0" normalizeH="0" baseline="0" noProof="0" dirty="0">
              <a:ln>
                <a:noFill/>
              </a:ln>
              <a:effectLst/>
              <a:uLnTx/>
              <a:uFillTx/>
              <a:latin typeface="Arial"/>
              <a:ea typeface="+mn-ea"/>
              <a:cs typeface="+mn-cs"/>
            </a:endParaRPr>
          </a:p>
        </p:txBody>
      </p:sp>
    </p:spTree>
    <p:extLst>
      <p:ext uri="{BB962C8B-B14F-4D97-AF65-F5344CB8AC3E}">
        <p14:creationId xmlns:p14="http://schemas.microsoft.com/office/powerpoint/2010/main" val="23952092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B9F144-FF97-EB41-A73E-57D1AC0A5CC9}"/>
              </a:ext>
            </a:extLst>
          </p:cNvPr>
          <p:cNvSpPr>
            <a:spLocks noGrp="1"/>
          </p:cNvSpPr>
          <p:nvPr>
            <p:ph type="title"/>
          </p:nvPr>
        </p:nvSpPr>
        <p:spPr/>
        <p:txBody>
          <a:bodyPr/>
          <a:lstStyle/>
          <a:p>
            <a:r>
              <a:rPr lang="en-US" dirty="0"/>
              <a:t>When Might a Combiner Execute? </a:t>
            </a:r>
          </a:p>
        </p:txBody>
      </p:sp>
      <p:sp>
        <p:nvSpPr>
          <p:cNvPr id="3" name="Content Placeholder 2">
            <a:extLst>
              <a:ext uri="{FF2B5EF4-FFF2-40B4-BE49-F238E27FC236}">
                <a16:creationId xmlns:a16="http://schemas.microsoft.com/office/drawing/2014/main" id="{F28982E1-CB71-CA48-9125-0DF2C44F0562}"/>
              </a:ext>
            </a:extLst>
          </p:cNvPr>
          <p:cNvSpPr>
            <a:spLocks noGrp="1"/>
          </p:cNvSpPr>
          <p:nvPr>
            <p:ph idx="1"/>
          </p:nvPr>
        </p:nvSpPr>
        <p:spPr/>
        <p:txBody>
          <a:bodyPr/>
          <a:lstStyle/>
          <a:p>
            <a:pPr fontAlgn="base">
              <a:spcBef>
                <a:spcPts val="1600"/>
              </a:spcBef>
            </a:pPr>
            <a:r>
              <a:rPr lang="en-US" sz="3200" dirty="0"/>
              <a:t>The MapReduce framework does not guarantee how many times a combiner will be invoked for a given key-value pair</a:t>
            </a:r>
          </a:p>
          <a:p>
            <a:pPr fontAlgn="base">
              <a:spcBef>
                <a:spcPts val="1600"/>
              </a:spcBef>
            </a:pPr>
            <a:r>
              <a:rPr lang="en-US" sz="3200" dirty="0"/>
              <a:t>It may be called zero times, once, or multiple times and therefore a combiner must be able to handle any of these scenarios</a:t>
            </a:r>
          </a:p>
          <a:p>
            <a:pPr fontAlgn="base">
              <a:spcBef>
                <a:spcPts val="1600"/>
              </a:spcBef>
            </a:pPr>
            <a:r>
              <a:rPr lang="en-US" sz="3200" dirty="0"/>
              <a:t>Combiners should be designed to be idempotent, meaning that applying the combiner function multiple times to the same input should produce the same result as applying it once</a:t>
            </a:r>
          </a:p>
          <a:p>
            <a:pPr fontAlgn="base">
              <a:spcBef>
                <a:spcPts val="1600"/>
              </a:spcBef>
            </a:pPr>
            <a:r>
              <a:rPr lang="en-US" sz="3200" dirty="0"/>
              <a:t>This property ensures that even if the same key-value pairs are presented to the combiner multiple times, the final result remains consistent</a:t>
            </a:r>
          </a:p>
          <a:p>
            <a:pPr fontAlgn="base">
              <a:spcBef>
                <a:spcPts val="1600"/>
              </a:spcBef>
            </a:pPr>
            <a:r>
              <a:rPr lang="en-US" sz="3200" dirty="0"/>
              <a:t>Some operations, such as summation or counting, are naturally idempotent and can be safely applied multiple times. </a:t>
            </a:r>
          </a:p>
          <a:p>
            <a:pPr fontAlgn="base">
              <a:spcBef>
                <a:spcPts val="1600"/>
              </a:spcBef>
            </a:pPr>
            <a:r>
              <a:rPr lang="en-US" sz="3200" dirty="0"/>
              <a:t>However, more complex aggregation functions may require careful consideration to ensure correctness.</a:t>
            </a:r>
          </a:p>
          <a:p>
            <a:pPr fontAlgn="base"/>
            <a:endParaRPr lang="en-US" sz="3200" dirty="0"/>
          </a:p>
          <a:p>
            <a:endParaRPr lang="en-US" dirty="0"/>
          </a:p>
        </p:txBody>
      </p:sp>
    </p:spTree>
    <p:extLst>
      <p:ext uri="{BB962C8B-B14F-4D97-AF65-F5344CB8AC3E}">
        <p14:creationId xmlns:p14="http://schemas.microsoft.com/office/powerpoint/2010/main" val="17206688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7DB8FF-8E1C-4243-BB84-369D689F7C6D}"/>
              </a:ext>
            </a:extLst>
          </p:cNvPr>
          <p:cNvSpPr>
            <a:spLocks noGrp="1"/>
          </p:cNvSpPr>
          <p:nvPr>
            <p:ph type="title"/>
          </p:nvPr>
        </p:nvSpPr>
        <p:spPr/>
        <p:txBody>
          <a:bodyPr/>
          <a:lstStyle/>
          <a:p>
            <a:r>
              <a:rPr lang="en-US" dirty="0"/>
              <a:t>Local Mapper and Reducer State</a:t>
            </a:r>
          </a:p>
        </p:txBody>
      </p:sp>
      <p:sp>
        <p:nvSpPr>
          <p:cNvPr id="62" name="Rectangle 61">
            <a:extLst>
              <a:ext uri="{FF2B5EF4-FFF2-40B4-BE49-F238E27FC236}">
                <a16:creationId xmlns:a16="http://schemas.microsoft.com/office/drawing/2014/main" id="{364E9D5B-9A25-3F68-8458-895AB5652504}"/>
              </a:ext>
            </a:extLst>
          </p:cNvPr>
          <p:cNvSpPr/>
          <p:nvPr/>
        </p:nvSpPr>
        <p:spPr>
          <a:xfrm>
            <a:off x="549714" y="2365044"/>
            <a:ext cx="6117786" cy="131445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r>
              <a:rPr lang="en-US" sz="2200" dirty="0">
                <a:solidFill>
                  <a:schemeClr val="bg2"/>
                </a:solidFill>
              </a:rPr>
              <a:t>M</a:t>
            </a:r>
            <a:r>
              <a:rPr lang="en-US" sz="2200" i="0" dirty="0">
                <a:solidFill>
                  <a:schemeClr val="bg2"/>
                </a:solidFill>
                <a:effectLst/>
              </a:rPr>
              <a:t>appers or </a:t>
            </a:r>
            <a:r>
              <a:rPr lang="en-US" sz="2200" dirty="0">
                <a:solidFill>
                  <a:schemeClr val="bg2"/>
                </a:solidFill>
              </a:rPr>
              <a:t>Reducers</a:t>
            </a:r>
            <a:r>
              <a:rPr lang="en-US" sz="2200" i="0" dirty="0">
                <a:solidFill>
                  <a:schemeClr val="bg2"/>
                </a:solidFill>
                <a:effectLst/>
              </a:rPr>
              <a:t> with local state can retain and use information across invocations for the same key and perform in-memory</a:t>
            </a:r>
            <a:r>
              <a:rPr lang="en-US" sz="2200" dirty="0">
                <a:solidFill>
                  <a:schemeClr val="bg2"/>
                </a:solidFill>
              </a:rPr>
              <a:t> computation</a:t>
            </a:r>
            <a:endParaRPr lang="en-US" sz="2200" i="0" dirty="0">
              <a:solidFill>
                <a:schemeClr val="bg2"/>
              </a:solidFill>
              <a:effectLst/>
            </a:endParaRPr>
          </a:p>
        </p:txBody>
      </p:sp>
      <p:sp>
        <p:nvSpPr>
          <p:cNvPr id="63" name="Rectangle 62">
            <a:extLst>
              <a:ext uri="{FF2B5EF4-FFF2-40B4-BE49-F238E27FC236}">
                <a16:creationId xmlns:a16="http://schemas.microsoft.com/office/drawing/2014/main" id="{3438C352-2FBE-9872-FC4E-82C4724FDAFD}"/>
              </a:ext>
            </a:extLst>
          </p:cNvPr>
          <p:cNvSpPr/>
          <p:nvPr/>
        </p:nvSpPr>
        <p:spPr>
          <a:xfrm>
            <a:off x="549714" y="3895725"/>
            <a:ext cx="6117786" cy="1314450"/>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indent="0" algn="ctr">
              <a:buNone/>
            </a:pPr>
            <a:r>
              <a:rPr lang="en-US" altLang="en-US" sz="2200" dirty="0">
                <a:solidFill>
                  <a:schemeClr val="tx1"/>
                </a:solidFill>
              </a:rPr>
              <a:t>Local state leverages temporary storage within the mapper or reducer node, and allows for efficient computation of intermediate results.</a:t>
            </a:r>
          </a:p>
        </p:txBody>
      </p:sp>
      <p:sp>
        <p:nvSpPr>
          <p:cNvPr id="64" name="Rectangle 63">
            <a:extLst>
              <a:ext uri="{FF2B5EF4-FFF2-40B4-BE49-F238E27FC236}">
                <a16:creationId xmlns:a16="http://schemas.microsoft.com/office/drawing/2014/main" id="{9D88F9A6-01F4-25D2-9A90-C1BFC494B1F1}"/>
              </a:ext>
            </a:extLst>
          </p:cNvPr>
          <p:cNvSpPr/>
          <p:nvPr/>
        </p:nvSpPr>
        <p:spPr>
          <a:xfrm>
            <a:off x="549714" y="5467350"/>
            <a:ext cx="6117786" cy="1314450"/>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altLang="en-US" sz="2200" dirty="0">
                <a:solidFill>
                  <a:schemeClr val="tx1"/>
                </a:solidFill>
              </a:rPr>
              <a:t>By remembering past values, local state facilitates sophisticated aggregations like filtering, sorting, and statistical calculations</a:t>
            </a:r>
          </a:p>
        </p:txBody>
      </p:sp>
      <p:sp>
        <p:nvSpPr>
          <p:cNvPr id="65" name="Rectangle 64">
            <a:extLst>
              <a:ext uri="{FF2B5EF4-FFF2-40B4-BE49-F238E27FC236}">
                <a16:creationId xmlns:a16="http://schemas.microsoft.com/office/drawing/2014/main" id="{4D96DE32-61ED-3505-AE09-081403E8543A}"/>
              </a:ext>
              <a:ext uri="{C183D7F6-B498-43B3-948B-1728B52AA6E4}">
                <adec:decorative xmlns:adec="http://schemas.microsoft.com/office/drawing/2017/decorative" val="1"/>
              </a:ext>
            </a:extLst>
          </p:cNvPr>
          <p:cNvSpPr/>
          <p:nvPr/>
        </p:nvSpPr>
        <p:spPr>
          <a:xfrm>
            <a:off x="-1" y="2363856"/>
            <a:ext cx="549715" cy="131445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endParaRPr lang="en-US" sz="2600" dirty="0">
              <a:solidFill>
                <a:schemeClr val="bg2"/>
              </a:solidFill>
            </a:endParaRPr>
          </a:p>
        </p:txBody>
      </p:sp>
      <p:sp>
        <p:nvSpPr>
          <p:cNvPr id="66" name="Rectangle 65">
            <a:extLst>
              <a:ext uri="{FF2B5EF4-FFF2-40B4-BE49-F238E27FC236}">
                <a16:creationId xmlns:a16="http://schemas.microsoft.com/office/drawing/2014/main" id="{CCBBE8F1-FEED-9AEA-0FE0-E4B31257D465}"/>
              </a:ext>
              <a:ext uri="{C183D7F6-B498-43B3-948B-1728B52AA6E4}">
                <adec:decorative xmlns:adec="http://schemas.microsoft.com/office/drawing/2017/decorative" val="1"/>
              </a:ext>
            </a:extLst>
          </p:cNvPr>
          <p:cNvSpPr/>
          <p:nvPr/>
        </p:nvSpPr>
        <p:spPr>
          <a:xfrm>
            <a:off x="-1" y="3895725"/>
            <a:ext cx="549715" cy="1314450"/>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indent="0" algn="ctr">
              <a:buNone/>
            </a:pPr>
            <a:endParaRPr lang="en-US" sz="2600" dirty="0">
              <a:solidFill>
                <a:schemeClr val="bg2"/>
              </a:solidFill>
            </a:endParaRPr>
          </a:p>
        </p:txBody>
      </p:sp>
      <p:sp>
        <p:nvSpPr>
          <p:cNvPr id="67" name="Rectangle 66">
            <a:extLst>
              <a:ext uri="{FF2B5EF4-FFF2-40B4-BE49-F238E27FC236}">
                <a16:creationId xmlns:a16="http://schemas.microsoft.com/office/drawing/2014/main" id="{E1E5FC4B-9EF9-A96E-3D53-AFEC8EEE2FA0}"/>
              </a:ext>
              <a:ext uri="{C183D7F6-B498-43B3-948B-1728B52AA6E4}">
                <adec:decorative xmlns:adec="http://schemas.microsoft.com/office/drawing/2017/decorative" val="1"/>
              </a:ext>
            </a:extLst>
          </p:cNvPr>
          <p:cNvSpPr/>
          <p:nvPr/>
        </p:nvSpPr>
        <p:spPr>
          <a:xfrm>
            <a:off x="-1" y="5467350"/>
            <a:ext cx="550601" cy="1314450"/>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ltLang="en-US" sz="2600" dirty="0">
              <a:solidFill>
                <a:schemeClr val="bg2"/>
              </a:solidFill>
            </a:endParaRPr>
          </a:p>
        </p:txBody>
      </p:sp>
      <p:sp>
        <p:nvSpPr>
          <p:cNvPr id="68" name="Rectangle 67">
            <a:extLst>
              <a:ext uri="{FF2B5EF4-FFF2-40B4-BE49-F238E27FC236}">
                <a16:creationId xmlns:a16="http://schemas.microsoft.com/office/drawing/2014/main" id="{B3ED5E82-13E1-1E40-FA09-6678910A19EB}"/>
              </a:ext>
            </a:extLst>
          </p:cNvPr>
          <p:cNvSpPr/>
          <p:nvPr/>
        </p:nvSpPr>
        <p:spPr>
          <a:xfrm>
            <a:off x="549714" y="7038975"/>
            <a:ext cx="6117786" cy="1314450"/>
          </a:xfrm>
          <a:prstGeom prst="rect">
            <a:avLst/>
          </a:prstGeom>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2200" dirty="0">
                <a:solidFill>
                  <a:schemeClr val="bg2"/>
                </a:solidFill>
              </a:rPr>
              <a:t>Local state involves a trade-off with increased complexity and potential memory overhead versus richer analysis and better performance</a:t>
            </a:r>
          </a:p>
        </p:txBody>
      </p:sp>
      <p:sp>
        <p:nvSpPr>
          <p:cNvPr id="69" name="Rectangle 68">
            <a:extLst>
              <a:ext uri="{FF2B5EF4-FFF2-40B4-BE49-F238E27FC236}">
                <a16:creationId xmlns:a16="http://schemas.microsoft.com/office/drawing/2014/main" id="{D431AEFB-FEE2-0FA7-D507-09ED7C668309}"/>
              </a:ext>
              <a:ext uri="{C183D7F6-B498-43B3-948B-1728B52AA6E4}">
                <adec:decorative xmlns:adec="http://schemas.microsoft.com/office/drawing/2017/decorative" val="1"/>
              </a:ext>
            </a:extLst>
          </p:cNvPr>
          <p:cNvSpPr/>
          <p:nvPr/>
        </p:nvSpPr>
        <p:spPr>
          <a:xfrm>
            <a:off x="-1" y="7042120"/>
            <a:ext cx="550601" cy="1314450"/>
          </a:xfrm>
          <a:prstGeom prst="rect">
            <a:avLst/>
          </a:prstGeom>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2600" dirty="0"/>
          </a:p>
        </p:txBody>
      </p:sp>
      <p:pic>
        <p:nvPicPr>
          <p:cNvPr id="3" name="Picture 2" descr="This image depicts the lifecycle of Mapper and Reducer objects in a MapReduce job, highlighting their states and API hooks. The components and their interactions are as follows:&#10;&#10;### Mapper Object (Left):&#10;1. **State**:&#10;   - Represents the state of the Mapper object.&#10;2. **mapper_init**:&#10;   - API initialization hook called once per task.&#10;3. **mapper**:&#10;   - Core function called once per input key-value pair.&#10;4. **mapper_final**:&#10;   - API cleanup hook called once after all records have been processed.&#10;&#10;### Reducer Object (Right):&#10;1. **State**:&#10;   - Represents the state of the Reducer object.&#10;2. **reducer_init**:&#10;   - API initialization hook called once per task.&#10;3. **reducer**:&#10;   - Core function called once per intermediate key.&#10;4. **reducer_final**:&#10;   - API cleanup hook called once after all records have been processed.&#10;&#10;### Interaction:&#10;- **One object per task**: Each task creates a single Mapper or Reducer object.&#10;- **API hooks**:&#10;  - Initialization hooks (`mapper_init`, `reducer_init`) are called at the start.&#10;  - Cleanup hooks (`mapper_final`, `reducer_final`) are called at the end.&#10;&#10;This image demonstrates the initialization, processing, and cleanup stages for both Mapper and Reducer objects in a MapReduce job.">
            <a:extLst>
              <a:ext uri="{FF2B5EF4-FFF2-40B4-BE49-F238E27FC236}">
                <a16:creationId xmlns:a16="http://schemas.microsoft.com/office/drawing/2014/main" id="{B42BDF26-E874-7489-A0F2-82185D434943}"/>
              </a:ext>
            </a:extLst>
          </p:cNvPr>
          <p:cNvPicPr>
            <a:picLocks noChangeAspect="1"/>
          </p:cNvPicPr>
          <p:nvPr/>
        </p:nvPicPr>
        <p:blipFill>
          <a:blip r:embed="rId2"/>
          <a:stretch>
            <a:fillRect/>
          </a:stretch>
        </p:blipFill>
        <p:spPr>
          <a:xfrm>
            <a:off x="7854662" y="2629767"/>
            <a:ext cx="9540586" cy="5713267"/>
          </a:xfrm>
          <a:prstGeom prst="rect">
            <a:avLst/>
          </a:prstGeom>
        </p:spPr>
      </p:pic>
    </p:spTree>
    <p:extLst>
      <p:ext uri="{BB962C8B-B14F-4D97-AF65-F5344CB8AC3E}">
        <p14:creationId xmlns:p14="http://schemas.microsoft.com/office/powerpoint/2010/main" val="17215107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2ACDAB-B81C-22B7-AEB4-27709853B62A}"/>
              </a:ext>
            </a:extLst>
          </p:cNvPr>
          <p:cNvSpPr>
            <a:spLocks noGrp="1"/>
          </p:cNvSpPr>
          <p:nvPr>
            <p:ph type="title"/>
          </p:nvPr>
        </p:nvSpPr>
        <p:spPr/>
        <p:txBody>
          <a:bodyPr/>
          <a:lstStyle/>
          <a:p>
            <a:r>
              <a:rPr lang="en-US" dirty="0"/>
              <a:t>Find the Maximum Value without Local State</a:t>
            </a:r>
          </a:p>
        </p:txBody>
      </p:sp>
      <p:sp>
        <p:nvSpPr>
          <p:cNvPr id="7" name="Rectangle 6">
            <a:extLst>
              <a:ext uri="{FF2B5EF4-FFF2-40B4-BE49-F238E27FC236}">
                <a16:creationId xmlns:a16="http://schemas.microsoft.com/office/drawing/2014/main" id="{008F4E9C-3D25-1D36-D8F7-ECB058A0A268}"/>
              </a:ext>
            </a:extLst>
          </p:cNvPr>
          <p:cNvSpPr/>
          <p:nvPr/>
        </p:nvSpPr>
        <p:spPr>
          <a:xfrm>
            <a:off x="1232453" y="2522220"/>
            <a:ext cx="13716000" cy="103822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r>
              <a:rPr lang="en-US" sz="2800" dirty="0">
                <a:solidFill>
                  <a:schemeClr val="bg2"/>
                </a:solidFill>
              </a:rPr>
              <a:t>Calculate the maximum in the Reducer</a:t>
            </a:r>
          </a:p>
        </p:txBody>
      </p:sp>
      <p:sp>
        <p:nvSpPr>
          <p:cNvPr id="8" name="Rectangle 7">
            <a:extLst>
              <a:ext uri="{FF2B5EF4-FFF2-40B4-BE49-F238E27FC236}">
                <a16:creationId xmlns:a16="http://schemas.microsoft.com/office/drawing/2014/main" id="{6E3493C5-AD82-0BCA-C2BD-00C2CAD03220}"/>
              </a:ext>
              <a:ext uri="{C183D7F6-B498-43B3-948B-1728B52AA6E4}">
                <adec:decorative xmlns:adec="http://schemas.microsoft.com/office/drawing/2017/decorative" val="1"/>
              </a:ext>
            </a:extLst>
          </p:cNvPr>
          <p:cNvSpPr/>
          <p:nvPr/>
        </p:nvSpPr>
        <p:spPr>
          <a:xfrm>
            <a:off x="-1" y="2522220"/>
            <a:ext cx="1232454" cy="103822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endParaRPr lang="en-US" sz="2800" dirty="0">
              <a:solidFill>
                <a:schemeClr val="bg2"/>
              </a:solidFill>
            </a:endParaRPr>
          </a:p>
        </p:txBody>
      </p:sp>
      <p:pic>
        <p:nvPicPr>
          <p:cNvPr id="28" name="Picture 27" descr="This image illustrates the process of a MapReduce job with the steps of mapping, shuffling, and reducing. The example shown is about finding the maximum value from a list of numbers. The components are as follows:&#10;&#10;### Map Phase:&#10;- Input: A list of numbers: `1, 2, 3, 4`&#10;- Each record is turned into a key-value pair:&#10;  - `&lt;Val, 1&gt;`&#10;  - `&lt;Val, 2&gt;`&#10;  - `&lt;Val, 3&gt;`&#10;  - `&lt;Val, 4&gt;`&#10;&#10;### Shuffle Phase:&#10;- The intermediate key-value pairs are shuffled and grouped by key:&#10;  - `&lt;Val, {1, 2, 3, 4}&gt;`&#10;&#10;### Reduce Phase:&#10;- Apply the `max()` function to the value collection:&#10;  - `&lt;Val, 4&gt;`&#10;&#10;This process demonstrates how MapReduce can be used to compute the maximum value from a set of numbers by mapping each number to a key-value pair, shuffling to group all values, and reducing by applying the maximum function.">
            <a:extLst>
              <a:ext uri="{FF2B5EF4-FFF2-40B4-BE49-F238E27FC236}">
                <a16:creationId xmlns:a16="http://schemas.microsoft.com/office/drawing/2014/main" id="{E9A19FD8-2514-25E1-FA19-7A3B98585F71}"/>
              </a:ext>
            </a:extLst>
          </p:cNvPr>
          <p:cNvPicPr>
            <a:picLocks noChangeAspect="1"/>
          </p:cNvPicPr>
          <p:nvPr/>
        </p:nvPicPr>
        <p:blipFill>
          <a:blip r:embed="rId2"/>
          <a:stretch>
            <a:fillRect/>
          </a:stretch>
        </p:blipFill>
        <p:spPr>
          <a:xfrm>
            <a:off x="877166" y="4856018"/>
            <a:ext cx="16055685" cy="2923309"/>
          </a:xfrm>
          <a:prstGeom prst="rect">
            <a:avLst/>
          </a:prstGeom>
        </p:spPr>
      </p:pic>
    </p:spTree>
    <p:extLst>
      <p:ext uri="{BB962C8B-B14F-4D97-AF65-F5344CB8AC3E}">
        <p14:creationId xmlns:p14="http://schemas.microsoft.com/office/powerpoint/2010/main" val="37788576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2ACDAB-B81C-22B7-AEB4-27709853B62A}"/>
              </a:ext>
            </a:extLst>
          </p:cNvPr>
          <p:cNvSpPr>
            <a:spLocks noGrp="1"/>
          </p:cNvSpPr>
          <p:nvPr>
            <p:ph type="title"/>
          </p:nvPr>
        </p:nvSpPr>
        <p:spPr/>
        <p:txBody>
          <a:bodyPr/>
          <a:lstStyle/>
          <a:p>
            <a:r>
              <a:rPr lang="en-US" dirty="0"/>
              <a:t>Find the Maximum Value without Local State</a:t>
            </a:r>
          </a:p>
        </p:txBody>
      </p:sp>
      <p:sp>
        <p:nvSpPr>
          <p:cNvPr id="7" name="Rectangle 6">
            <a:extLst>
              <a:ext uri="{FF2B5EF4-FFF2-40B4-BE49-F238E27FC236}">
                <a16:creationId xmlns:a16="http://schemas.microsoft.com/office/drawing/2014/main" id="{008F4E9C-3D25-1D36-D8F7-ECB058A0A268}"/>
              </a:ext>
            </a:extLst>
          </p:cNvPr>
          <p:cNvSpPr/>
          <p:nvPr/>
        </p:nvSpPr>
        <p:spPr>
          <a:xfrm>
            <a:off x="1232453" y="2522220"/>
            <a:ext cx="13716000" cy="103822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r>
              <a:rPr lang="en-US" sz="2800" dirty="0">
                <a:solidFill>
                  <a:schemeClr val="bg2"/>
                </a:solidFill>
              </a:rPr>
              <a:t>Calculate the maximum in the Reducer</a:t>
            </a:r>
          </a:p>
        </p:txBody>
      </p:sp>
      <p:sp>
        <p:nvSpPr>
          <p:cNvPr id="8" name="Rectangle 7">
            <a:extLst>
              <a:ext uri="{FF2B5EF4-FFF2-40B4-BE49-F238E27FC236}">
                <a16:creationId xmlns:a16="http://schemas.microsoft.com/office/drawing/2014/main" id="{6E3493C5-AD82-0BCA-C2BD-00C2CAD03220}"/>
              </a:ext>
              <a:ext uri="{C183D7F6-B498-43B3-948B-1728B52AA6E4}">
                <adec:decorative xmlns:adec="http://schemas.microsoft.com/office/drawing/2017/decorative" val="1"/>
              </a:ext>
            </a:extLst>
          </p:cNvPr>
          <p:cNvSpPr/>
          <p:nvPr/>
        </p:nvSpPr>
        <p:spPr>
          <a:xfrm>
            <a:off x="-1" y="2522220"/>
            <a:ext cx="1232454" cy="103822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endParaRPr lang="en-US" sz="2800" dirty="0">
              <a:solidFill>
                <a:schemeClr val="bg2"/>
              </a:solidFill>
            </a:endParaRPr>
          </a:p>
        </p:txBody>
      </p:sp>
      <p:sp>
        <p:nvSpPr>
          <p:cNvPr id="12" name="TextBox 11">
            <a:extLst>
              <a:ext uri="{FF2B5EF4-FFF2-40B4-BE49-F238E27FC236}">
                <a16:creationId xmlns:a16="http://schemas.microsoft.com/office/drawing/2014/main" id="{B36BEDA0-5A54-BEC0-6749-B14DC67EBC2C}"/>
              </a:ext>
            </a:extLst>
          </p:cNvPr>
          <p:cNvSpPr txBox="1"/>
          <p:nvPr/>
        </p:nvSpPr>
        <p:spPr>
          <a:xfrm>
            <a:off x="5979891" y="4001943"/>
            <a:ext cx="5735859" cy="5262979"/>
          </a:xfrm>
          <a:prstGeom prst="rect">
            <a:avLst/>
          </a:prstGeom>
          <a:noFill/>
        </p:spPr>
        <p:txBody>
          <a:bodyPr wrap="square">
            <a:spAutoFit/>
          </a:bodyPr>
          <a:lstStyle/>
          <a:p>
            <a:r>
              <a:rPr lang="en-US" sz="2800" dirty="0">
                <a:effectLst/>
                <a:latin typeface="Helvetica" pitchFamily="2" charset="0"/>
              </a:rPr>
              <a:t>from mrjob.job import MRJob</a:t>
            </a:r>
          </a:p>
          <a:p>
            <a:endParaRPr lang="en-US" sz="2800" dirty="0">
              <a:effectLst/>
              <a:latin typeface="Helvetica" pitchFamily="2" charset="0"/>
            </a:endParaRPr>
          </a:p>
          <a:p>
            <a:r>
              <a:rPr lang="en-US" sz="2800" dirty="0">
                <a:effectLst/>
                <a:latin typeface="Helvetica" pitchFamily="2" charset="0"/>
              </a:rPr>
              <a:t>class GlobalMax(MRJob):</a:t>
            </a:r>
          </a:p>
          <a:p>
            <a:endParaRPr lang="en-US" sz="2800" dirty="0">
              <a:effectLst/>
              <a:latin typeface="Helvetica" pitchFamily="2" charset="0"/>
            </a:endParaRPr>
          </a:p>
          <a:p>
            <a:r>
              <a:rPr lang="en-US" sz="2800" dirty="0">
                <a:effectLst/>
                <a:latin typeface="Helvetica" pitchFamily="2" charset="0"/>
              </a:rPr>
              <a:t>def mapper(self, _, line):</a:t>
            </a:r>
          </a:p>
          <a:p>
            <a:r>
              <a:rPr lang="en-US" sz="2800" dirty="0">
                <a:effectLst/>
                <a:latin typeface="Helvetica" pitchFamily="2" charset="0"/>
              </a:rPr>
              <a:t>   yield </a:t>
            </a:r>
            <a:r>
              <a:rPr lang="en-US" sz="2800" dirty="0">
                <a:latin typeface="Helvetica" pitchFamily="2" charset="0"/>
              </a:rPr>
              <a:t>“Val”</a:t>
            </a:r>
            <a:r>
              <a:rPr lang="en-US" sz="2800" dirty="0">
                <a:effectLst/>
                <a:latin typeface="Helvetica" pitchFamily="2" charset="0"/>
              </a:rPr>
              <a:t>, int(line)</a:t>
            </a:r>
          </a:p>
          <a:p>
            <a:endParaRPr lang="en-US" sz="2800" dirty="0">
              <a:effectLst/>
              <a:latin typeface="Helvetica" pitchFamily="2" charset="0"/>
            </a:endParaRPr>
          </a:p>
          <a:p>
            <a:r>
              <a:rPr lang="en-US" sz="2800" dirty="0">
                <a:effectLst/>
                <a:latin typeface="Helvetica" pitchFamily="2" charset="0"/>
              </a:rPr>
              <a:t>def reducer(self, key, values):</a:t>
            </a:r>
          </a:p>
          <a:p>
            <a:r>
              <a:rPr lang="en-US" sz="2800" dirty="0">
                <a:effectLst/>
                <a:latin typeface="Helvetica" pitchFamily="2" charset="0"/>
              </a:rPr>
              <a:t>    yield key, max(values)</a:t>
            </a:r>
          </a:p>
          <a:p>
            <a:endParaRPr lang="en-US" sz="2800" dirty="0">
              <a:effectLst/>
              <a:latin typeface="Helvetica" pitchFamily="2" charset="0"/>
            </a:endParaRPr>
          </a:p>
          <a:p>
            <a:r>
              <a:rPr lang="en-US" sz="2800" dirty="0">
                <a:effectLst/>
                <a:latin typeface="Helvetica" pitchFamily="2" charset="0"/>
              </a:rPr>
              <a:t>if __name__ == '__main__':</a:t>
            </a:r>
          </a:p>
          <a:p>
            <a:r>
              <a:rPr lang="en-US" sz="2800" dirty="0">
                <a:effectLst/>
                <a:latin typeface="Helvetica" pitchFamily="2" charset="0"/>
              </a:rPr>
              <a:t>GlobalMax.run()</a:t>
            </a:r>
            <a:endParaRPr lang="en-US" sz="2000" dirty="0">
              <a:effectLst/>
              <a:latin typeface="Helvetica" pitchFamily="2" charset="0"/>
            </a:endParaRPr>
          </a:p>
        </p:txBody>
      </p:sp>
      <p:sp>
        <p:nvSpPr>
          <p:cNvPr id="10" name="Rectangular Callout 9">
            <a:extLst>
              <a:ext uri="{FF2B5EF4-FFF2-40B4-BE49-F238E27FC236}">
                <a16:creationId xmlns:a16="http://schemas.microsoft.com/office/drawing/2014/main" id="{D98B07BB-08FC-2C8F-0035-4C44B0C63BF1}"/>
              </a:ext>
            </a:extLst>
          </p:cNvPr>
          <p:cNvSpPr/>
          <p:nvPr/>
        </p:nvSpPr>
        <p:spPr>
          <a:xfrm>
            <a:off x="12363450" y="5259243"/>
            <a:ext cx="3239348" cy="2008013"/>
          </a:xfrm>
          <a:prstGeom prst="wedgeRectCallout">
            <a:avLst>
              <a:gd name="adj1" fmla="val -106177"/>
              <a:gd name="adj2" fmla="val 86706"/>
            </a:avLst>
          </a:prstGeom>
          <a:solidFill>
            <a:srgbClr val="0070C0"/>
          </a:solidFill>
          <a:ln w="26425" cap="flat" cmpd="sng" algn="ctr">
            <a:solidFill>
              <a:srgbClr val="93A299">
                <a:shade val="50000"/>
              </a:srgbClr>
            </a:solidFill>
            <a:prstDash val="solid"/>
          </a:ln>
          <a:effectLst/>
        </p:spPr>
        <p:txBody>
          <a:bodyPr rtlCol="0" anchor="ctr"/>
          <a:lstStyle/>
          <a:p>
            <a:pPr marL="0" marR="0" lvl="0" indent="0" algn="ctr" defTabSz="13716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FFFFFF"/>
                </a:solidFill>
                <a:effectLst/>
                <a:uLnTx/>
                <a:uFillTx/>
                <a:latin typeface="Arial"/>
                <a:ea typeface="+mn-ea"/>
                <a:cs typeface="+mn-cs"/>
              </a:rPr>
              <a:t>Uses the Python max() function</a:t>
            </a:r>
          </a:p>
        </p:txBody>
      </p:sp>
      <p:sp>
        <p:nvSpPr>
          <p:cNvPr id="11" name="Rectangular Callout 10">
            <a:extLst>
              <a:ext uri="{FF2B5EF4-FFF2-40B4-BE49-F238E27FC236}">
                <a16:creationId xmlns:a16="http://schemas.microsoft.com/office/drawing/2014/main" id="{AC794D92-BEFD-DC21-8B55-03087333B261}"/>
              </a:ext>
            </a:extLst>
          </p:cNvPr>
          <p:cNvSpPr/>
          <p:nvPr/>
        </p:nvSpPr>
        <p:spPr>
          <a:xfrm>
            <a:off x="1232453" y="5259242"/>
            <a:ext cx="3239348" cy="3160858"/>
          </a:xfrm>
          <a:prstGeom prst="wedgeRectCallout">
            <a:avLst>
              <a:gd name="adj1" fmla="val 100240"/>
              <a:gd name="adj2" fmla="val -17349"/>
            </a:avLst>
          </a:prstGeom>
          <a:solidFill>
            <a:srgbClr val="0070C0"/>
          </a:solidFill>
          <a:ln w="26425" cap="flat" cmpd="sng" algn="ctr">
            <a:solidFill>
              <a:srgbClr val="93A299">
                <a:shade val="50000"/>
              </a:srgbClr>
            </a:solidFill>
            <a:prstDash val="solid"/>
          </a:ln>
          <a:effectLst/>
        </p:spPr>
        <p:txBody>
          <a:bodyPr rtlCol="0" anchor="ctr"/>
          <a:lstStyle/>
          <a:p>
            <a:pPr marL="0" marR="0" lvl="0" indent="0" algn="ctr" defTabSz="13716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FFFFFF"/>
                </a:solidFill>
                <a:effectLst/>
                <a:uLnTx/>
                <a:uFillTx/>
                <a:latin typeface="Arial"/>
                <a:ea typeface="+mn-ea"/>
                <a:cs typeface="+mn-cs"/>
              </a:rPr>
              <a:t>The Mapper parses the input but delegates calculation to the Reducer. The Mapper retains no state between iterations (executions).</a:t>
            </a:r>
          </a:p>
        </p:txBody>
      </p:sp>
    </p:spTree>
    <p:extLst>
      <p:ext uri="{BB962C8B-B14F-4D97-AF65-F5344CB8AC3E}">
        <p14:creationId xmlns:p14="http://schemas.microsoft.com/office/powerpoint/2010/main" val="17650460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2ACDAB-B81C-22B7-AEB4-27709853B62A}"/>
              </a:ext>
            </a:extLst>
          </p:cNvPr>
          <p:cNvSpPr>
            <a:spLocks noGrp="1"/>
          </p:cNvSpPr>
          <p:nvPr>
            <p:ph type="title"/>
          </p:nvPr>
        </p:nvSpPr>
        <p:spPr/>
        <p:txBody>
          <a:bodyPr/>
          <a:lstStyle/>
          <a:p>
            <a:r>
              <a:rPr lang="en-US" dirty="0"/>
              <a:t>Find the Maximum Value without Local State</a:t>
            </a:r>
          </a:p>
        </p:txBody>
      </p:sp>
      <p:sp>
        <p:nvSpPr>
          <p:cNvPr id="7" name="Rectangle 6">
            <a:extLst>
              <a:ext uri="{FF2B5EF4-FFF2-40B4-BE49-F238E27FC236}">
                <a16:creationId xmlns:a16="http://schemas.microsoft.com/office/drawing/2014/main" id="{008F4E9C-3D25-1D36-D8F7-ECB058A0A268}"/>
              </a:ext>
            </a:extLst>
          </p:cNvPr>
          <p:cNvSpPr/>
          <p:nvPr/>
        </p:nvSpPr>
        <p:spPr>
          <a:xfrm>
            <a:off x="1232453" y="2522220"/>
            <a:ext cx="13716000" cy="103822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r>
              <a:rPr lang="en-US" sz="2800" dirty="0">
                <a:solidFill>
                  <a:schemeClr val="bg2"/>
                </a:solidFill>
              </a:rPr>
              <a:t>If we have a lot of nodes, that's a lot of data moving...</a:t>
            </a:r>
          </a:p>
        </p:txBody>
      </p:sp>
      <p:sp>
        <p:nvSpPr>
          <p:cNvPr id="8" name="Rectangle 7">
            <a:extLst>
              <a:ext uri="{FF2B5EF4-FFF2-40B4-BE49-F238E27FC236}">
                <a16:creationId xmlns:a16="http://schemas.microsoft.com/office/drawing/2014/main" id="{6E3493C5-AD82-0BCA-C2BD-00C2CAD03220}"/>
              </a:ext>
              <a:ext uri="{C183D7F6-B498-43B3-948B-1728B52AA6E4}">
                <adec:decorative xmlns:adec="http://schemas.microsoft.com/office/drawing/2017/decorative" val="1"/>
              </a:ext>
            </a:extLst>
          </p:cNvPr>
          <p:cNvSpPr/>
          <p:nvPr/>
        </p:nvSpPr>
        <p:spPr>
          <a:xfrm>
            <a:off x="-1" y="2522220"/>
            <a:ext cx="1232454" cy="103822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endParaRPr lang="en-US" sz="2800" dirty="0">
              <a:solidFill>
                <a:schemeClr val="bg2"/>
              </a:solidFill>
            </a:endParaRPr>
          </a:p>
        </p:txBody>
      </p:sp>
      <p:pic>
        <p:nvPicPr>
          <p:cNvPr id="41" name="Picture 40" descr="This image illustrates a MapReduce job for finding the maximum value from two sets of numbers, highlighting the steps of mapping, shuffling, and reducing. The components are as follows:&#10;&#10;### Map Phase:&#10;- **Input Set 1**: A list of numbers: `1, 2, 3, 4`&#10;  - Each record is turned into a key-value pair:&#10;    - `&lt;Val, 1&gt;`&#10;    - `&lt;Val, 2&gt;`&#10;    - `&lt;Val, 3&gt;`&#10;    - `&lt;Val, 4&gt;`&#10;&#10;- **Input Set 2**: A list of numbers: `5, 6, 7, 8`&#10;  - Each record is turned into a key-value pair:&#10;    - `&lt;Val, 5&gt;`&#10;    - `&lt;Val, 6&gt;`&#10;    - `&lt;Val, 7&gt;`&#10;    - `&lt;Val, 8&gt;`&#10;&#10;### Shuffle Phase:&#10;- The intermediate key-value pairs are shuffled and grouped by key:&#10;  - `&lt;Val, {1, 2, 3, 4, 5, 6, 7, 8}&gt;`&#10;&#10;### Reduce Phase:&#10;- Apply the `max()` function to the value collection:&#10;  - `&lt;Val, 8&gt;`&#10;&#10;### Note:&#10;- The image indicates the transfer of eight key-value pairs across the network during the shuffle phase.">
            <a:extLst>
              <a:ext uri="{FF2B5EF4-FFF2-40B4-BE49-F238E27FC236}">
                <a16:creationId xmlns:a16="http://schemas.microsoft.com/office/drawing/2014/main" id="{39593D21-F729-B5EE-D602-BA9929D8BF45}"/>
              </a:ext>
            </a:extLst>
          </p:cNvPr>
          <p:cNvPicPr>
            <a:picLocks noChangeAspect="1"/>
          </p:cNvPicPr>
          <p:nvPr/>
        </p:nvPicPr>
        <p:blipFill>
          <a:blip r:embed="rId2"/>
          <a:stretch>
            <a:fillRect/>
          </a:stretch>
        </p:blipFill>
        <p:spPr>
          <a:xfrm>
            <a:off x="655061" y="3933825"/>
            <a:ext cx="16520679" cy="5204113"/>
          </a:xfrm>
          <a:prstGeom prst="rect">
            <a:avLst/>
          </a:prstGeom>
        </p:spPr>
      </p:pic>
    </p:spTree>
    <p:extLst>
      <p:ext uri="{BB962C8B-B14F-4D97-AF65-F5344CB8AC3E}">
        <p14:creationId xmlns:p14="http://schemas.microsoft.com/office/powerpoint/2010/main" val="9499933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2ACDAB-B81C-22B7-AEB4-27709853B62A}"/>
              </a:ext>
            </a:extLst>
          </p:cNvPr>
          <p:cNvSpPr>
            <a:spLocks noGrp="1"/>
          </p:cNvSpPr>
          <p:nvPr>
            <p:ph type="title"/>
          </p:nvPr>
        </p:nvSpPr>
        <p:spPr/>
        <p:txBody>
          <a:bodyPr/>
          <a:lstStyle/>
          <a:p>
            <a:r>
              <a:rPr lang="en-US" dirty="0"/>
              <a:t>Value with Find the Maximum Local State</a:t>
            </a:r>
          </a:p>
        </p:txBody>
      </p:sp>
      <p:sp>
        <p:nvSpPr>
          <p:cNvPr id="7" name="Rectangle 6">
            <a:extLst>
              <a:ext uri="{FF2B5EF4-FFF2-40B4-BE49-F238E27FC236}">
                <a16:creationId xmlns:a16="http://schemas.microsoft.com/office/drawing/2014/main" id="{008F4E9C-3D25-1D36-D8F7-ECB058A0A268}"/>
              </a:ext>
            </a:extLst>
          </p:cNvPr>
          <p:cNvSpPr/>
          <p:nvPr/>
        </p:nvSpPr>
        <p:spPr>
          <a:xfrm>
            <a:off x="1232453" y="2522220"/>
            <a:ext cx="13716000" cy="103822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r>
              <a:rPr lang="en-US" sz="2800" dirty="0">
                <a:solidFill>
                  <a:schemeClr val="bg2"/>
                </a:solidFill>
              </a:rPr>
              <a:t>Implement calculation in both the Mapper and Reducer…</a:t>
            </a:r>
          </a:p>
        </p:txBody>
      </p:sp>
      <p:sp>
        <p:nvSpPr>
          <p:cNvPr id="8" name="Rectangle 7">
            <a:extLst>
              <a:ext uri="{FF2B5EF4-FFF2-40B4-BE49-F238E27FC236}">
                <a16:creationId xmlns:a16="http://schemas.microsoft.com/office/drawing/2014/main" id="{6E3493C5-AD82-0BCA-C2BD-00C2CAD03220}"/>
              </a:ext>
              <a:ext uri="{C183D7F6-B498-43B3-948B-1728B52AA6E4}">
                <adec:decorative xmlns:adec="http://schemas.microsoft.com/office/drawing/2017/decorative" val="1"/>
              </a:ext>
            </a:extLst>
          </p:cNvPr>
          <p:cNvSpPr/>
          <p:nvPr/>
        </p:nvSpPr>
        <p:spPr>
          <a:xfrm>
            <a:off x="-1" y="2522220"/>
            <a:ext cx="1232454" cy="103822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endParaRPr lang="en-US" sz="2800" dirty="0">
              <a:solidFill>
                <a:schemeClr val="bg2"/>
              </a:solidFill>
            </a:endParaRPr>
          </a:p>
        </p:txBody>
      </p:sp>
      <p:pic>
        <p:nvPicPr>
          <p:cNvPr id="50" name="Picture 49" descr="This image illustrates an optimized MapReduce job for finding the maximum value from two sets of numbers, highlighting the steps of mapping, shuffling, and reducing with an intermediate calculation of the maximum value for each split. The components are as follows:&#10;&#10;### Map Phase:&#10;- **Input Set 1**: A list of numbers: `1, 2, 3, 4`&#10;  - Calculate the maximum value for this split:&#10;    - `&lt;Val, 4&gt;`&#10;&#10;- **Input Set 2**: A list of numbers: `5, 6, 7, 8`&#10;  - Calculate the maximum value for this split:&#10;    - `&lt;Val, 8&gt;`&#10;&#10;### Shuffle Phase:&#10;- The intermediate key-value pairs are shuffled and grouped by key:&#10;  - `&lt;Val, {4, 8}&gt;`&#10;&#10;### Reduce Phase:&#10;- Apply the `max()` function to the value collection:&#10;  - `&lt;Val, 8&gt;`&#10;&#10;### Note:&#10;- The image indicates the transfer of two key-value pairs across the network during the shuffle phase, demonstrating an optimized approach by reducing the amount of data transferred.">
            <a:extLst>
              <a:ext uri="{FF2B5EF4-FFF2-40B4-BE49-F238E27FC236}">
                <a16:creationId xmlns:a16="http://schemas.microsoft.com/office/drawing/2014/main" id="{CBCE9FA2-297E-538F-466B-553C8E32E8B1}"/>
              </a:ext>
            </a:extLst>
          </p:cNvPr>
          <p:cNvPicPr>
            <a:picLocks noChangeAspect="1"/>
          </p:cNvPicPr>
          <p:nvPr/>
        </p:nvPicPr>
        <p:blipFill>
          <a:blip r:embed="rId2"/>
          <a:stretch>
            <a:fillRect/>
          </a:stretch>
        </p:blipFill>
        <p:spPr>
          <a:xfrm>
            <a:off x="875868" y="3919537"/>
            <a:ext cx="16307665" cy="5128779"/>
          </a:xfrm>
          <a:prstGeom prst="rect">
            <a:avLst/>
          </a:prstGeom>
        </p:spPr>
      </p:pic>
    </p:spTree>
    <p:extLst>
      <p:ext uri="{BB962C8B-B14F-4D97-AF65-F5344CB8AC3E}">
        <p14:creationId xmlns:p14="http://schemas.microsoft.com/office/powerpoint/2010/main" val="36404573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2ACDAB-B81C-22B7-AEB4-27709853B62A}"/>
              </a:ext>
            </a:extLst>
          </p:cNvPr>
          <p:cNvSpPr>
            <a:spLocks noGrp="1"/>
          </p:cNvSpPr>
          <p:nvPr>
            <p:ph type="title"/>
          </p:nvPr>
        </p:nvSpPr>
        <p:spPr/>
        <p:txBody>
          <a:bodyPr/>
          <a:lstStyle/>
          <a:p>
            <a:r>
              <a:rPr lang="en-US" dirty="0"/>
              <a:t>Find the Maximum Value with Local State</a:t>
            </a:r>
          </a:p>
        </p:txBody>
      </p:sp>
      <p:sp>
        <p:nvSpPr>
          <p:cNvPr id="7" name="Rectangle 6">
            <a:extLst>
              <a:ext uri="{FF2B5EF4-FFF2-40B4-BE49-F238E27FC236}">
                <a16:creationId xmlns:a16="http://schemas.microsoft.com/office/drawing/2014/main" id="{008F4E9C-3D25-1D36-D8F7-ECB058A0A268}"/>
              </a:ext>
            </a:extLst>
          </p:cNvPr>
          <p:cNvSpPr/>
          <p:nvPr/>
        </p:nvSpPr>
        <p:spPr>
          <a:xfrm>
            <a:off x="1232453" y="2522220"/>
            <a:ext cx="13716000" cy="103822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r>
              <a:rPr lang="en-US" sz="2800" dirty="0">
                <a:solidFill>
                  <a:schemeClr val="bg2"/>
                </a:solidFill>
              </a:rPr>
              <a:t>Implement calculation in both the Mapper and Reducer…</a:t>
            </a:r>
          </a:p>
        </p:txBody>
      </p:sp>
      <p:sp>
        <p:nvSpPr>
          <p:cNvPr id="8" name="Rectangle 7">
            <a:extLst>
              <a:ext uri="{FF2B5EF4-FFF2-40B4-BE49-F238E27FC236}">
                <a16:creationId xmlns:a16="http://schemas.microsoft.com/office/drawing/2014/main" id="{6E3493C5-AD82-0BCA-C2BD-00C2CAD03220}"/>
              </a:ext>
              <a:ext uri="{C183D7F6-B498-43B3-948B-1728B52AA6E4}">
                <adec:decorative xmlns:adec="http://schemas.microsoft.com/office/drawing/2017/decorative" val="1"/>
              </a:ext>
            </a:extLst>
          </p:cNvPr>
          <p:cNvSpPr/>
          <p:nvPr/>
        </p:nvSpPr>
        <p:spPr>
          <a:xfrm>
            <a:off x="-1" y="2522220"/>
            <a:ext cx="1232454" cy="103822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endParaRPr lang="en-US" sz="2800" dirty="0">
              <a:solidFill>
                <a:schemeClr val="bg2"/>
              </a:solidFill>
            </a:endParaRPr>
          </a:p>
        </p:txBody>
      </p:sp>
      <p:pic>
        <p:nvPicPr>
          <p:cNvPr id="5" name="Picture 4" descr="This image shows Python code for a MapReduce job and explanations of each function. The functions are part of the Mapper process, with descriptions on the right. Here’s the alt text:&#10;&#10;### Code:&#10;```python&#10;def mapper_init(self):&#10;    self.highest = None&#10;&#10;def mapper(self, _, line):&#10;    val = int(line)&#10;    if self.highest == None or self.highest &lt; val:&#10;        self.highest = val&#10;&#10;def mapper_final(self):&#10;    yield &quot;Val&quot;, self.highest&#10;```&#10;&#10;### Explanations:&#10;- **mapper_init(self)**:&#10;  - &quot;Runs before any record is read. Initializes the per Mapper state&quot;&#10;  - Initializes the highest value with `None`.&#10;&#10;- **mapper(self, _, line)**:&#10;  - &quot;Runs for each record and updates the per Mapper state but outputs no key-value pairs&quot;&#10;  - Reads each line, converts it to an integer, and updates the highest value if the current value is greater.&#10;&#10;- **mapper_final(self)**:&#10;  - &quot;Runs after all records are read and outputs the per Mapper state as key-value pairs&quot;&#10;  - Outputs the highest value found by the mapper as a key-value pair `&lt;&quot;Val&quot;, highest&gt;`.&#10;&#10;The code and explanations demonstrate how the mapper initializes, processes each input line to find the maximum value, and then outputs the maximum value after processing all lines.">
            <a:extLst>
              <a:ext uri="{FF2B5EF4-FFF2-40B4-BE49-F238E27FC236}">
                <a16:creationId xmlns:a16="http://schemas.microsoft.com/office/drawing/2014/main" id="{DD777FBF-58AC-2BB4-48A4-B6EF329C0F72}"/>
              </a:ext>
            </a:extLst>
          </p:cNvPr>
          <p:cNvPicPr>
            <a:picLocks noChangeAspect="1"/>
          </p:cNvPicPr>
          <p:nvPr/>
        </p:nvPicPr>
        <p:blipFill>
          <a:blip r:embed="rId2"/>
          <a:stretch>
            <a:fillRect/>
          </a:stretch>
        </p:blipFill>
        <p:spPr>
          <a:xfrm>
            <a:off x="1644361" y="3861954"/>
            <a:ext cx="14313477" cy="5223163"/>
          </a:xfrm>
          <a:prstGeom prst="rect">
            <a:avLst/>
          </a:prstGeom>
        </p:spPr>
      </p:pic>
    </p:spTree>
    <p:extLst>
      <p:ext uri="{BB962C8B-B14F-4D97-AF65-F5344CB8AC3E}">
        <p14:creationId xmlns:p14="http://schemas.microsoft.com/office/powerpoint/2010/main" val="13107303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2ACDAB-B81C-22B7-AEB4-27709853B62A}"/>
              </a:ext>
            </a:extLst>
          </p:cNvPr>
          <p:cNvSpPr>
            <a:spLocks noGrp="1"/>
          </p:cNvSpPr>
          <p:nvPr>
            <p:ph type="title"/>
          </p:nvPr>
        </p:nvSpPr>
        <p:spPr/>
        <p:txBody>
          <a:bodyPr/>
          <a:lstStyle/>
          <a:p>
            <a:r>
              <a:rPr lang="en-US" dirty="0"/>
              <a:t>Find the Maximum Value with Local State</a:t>
            </a:r>
          </a:p>
        </p:txBody>
      </p:sp>
      <p:sp>
        <p:nvSpPr>
          <p:cNvPr id="7" name="Rectangle 6">
            <a:extLst>
              <a:ext uri="{FF2B5EF4-FFF2-40B4-BE49-F238E27FC236}">
                <a16:creationId xmlns:a16="http://schemas.microsoft.com/office/drawing/2014/main" id="{008F4E9C-3D25-1D36-D8F7-ECB058A0A268}"/>
              </a:ext>
            </a:extLst>
          </p:cNvPr>
          <p:cNvSpPr/>
          <p:nvPr/>
        </p:nvSpPr>
        <p:spPr>
          <a:xfrm>
            <a:off x="1232453" y="2522220"/>
            <a:ext cx="13716000" cy="103822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r>
              <a:rPr lang="en-US" sz="2800" dirty="0">
                <a:solidFill>
                  <a:schemeClr val="bg2"/>
                </a:solidFill>
              </a:rPr>
              <a:t>Implement calculation in both the Mapper and Reducer…</a:t>
            </a:r>
          </a:p>
        </p:txBody>
      </p:sp>
      <p:sp>
        <p:nvSpPr>
          <p:cNvPr id="8" name="Rectangle 7">
            <a:extLst>
              <a:ext uri="{FF2B5EF4-FFF2-40B4-BE49-F238E27FC236}">
                <a16:creationId xmlns:a16="http://schemas.microsoft.com/office/drawing/2014/main" id="{6E3493C5-AD82-0BCA-C2BD-00C2CAD03220}"/>
              </a:ext>
              <a:ext uri="{C183D7F6-B498-43B3-948B-1728B52AA6E4}">
                <adec:decorative xmlns:adec="http://schemas.microsoft.com/office/drawing/2017/decorative" val="1"/>
              </a:ext>
            </a:extLst>
          </p:cNvPr>
          <p:cNvSpPr/>
          <p:nvPr/>
        </p:nvSpPr>
        <p:spPr>
          <a:xfrm>
            <a:off x="-1" y="2522220"/>
            <a:ext cx="1232454" cy="103822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endParaRPr lang="en-US" sz="2800" dirty="0">
              <a:solidFill>
                <a:schemeClr val="bg2"/>
              </a:solidFill>
            </a:endParaRPr>
          </a:p>
        </p:txBody>
      </p:sp>
      <p:pic>
        <p:nvPicPr>
          <p:cNvPr id="4" name="Picture 3" descr="This image shows a Python code snippet for a reducer function in a MapReduce job and an explanation on the right. Here’s the alt text:&#10;&#10;### Code:&#10;```python&#10;def reducer(self, key, values):&#10;    yield key, max(values)&#10;```&#10;&#10;### Explanation:&#10;- &quot;The same as before but does less work&quot;&#10;- This reducer function takes a key and a list of values, and yields the key along with the maximum value from the list of values.">
            <a:extLst>
              <a:ext uri="{FF2B5EF4-FFF2-40B4-BE49-F238E27FC236}">
                <a16:creationId xmlns:a16="http://schemas.microsoft.com/office/drawing/2014/main" id="{F2927E6F-84A7-CF84-2D85-4D13889D8640}"/>
              </a:ext>
            </a:extLst>
          </p:cNvPr>
          <p:cNvPicPr>
            <a:picLocks noChangeAspect="1"/>
          </p:cNvPicPr>
          <p:nvPr/>
        </p:nvPicPr>
        <p:blipFill>
          <a:blip r:embed="rId2"/>
          <a:stretch>
            <a:fillRect/>
          </a:stretch>
        </p:blipFill>
        <p:spPr>
          <a:xfrm>
            <a:off x="2021898" y="4420899"/>
            <a:ext cx="14244204" cy="2006311"/>
          </a:xfrm>
          <a:prstGeom prst="rect">
            <a:avLst/>
          </a:prstGeom>
        </p:spPr>
      </p:pic>
    </p:spTree>
    <p:extLst>
      <p:ext uri="{BB962C8B-B14F-4D97-AF65-F5344CB8AC3E}">
        <p14:creationId xmlns:p14="http://schemas.microsoft.com/office/powerpoint/2010/main" val="31528192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2ACDAB-B81C-22B7-AEB4-27709853B62A}"/>
              </a:ext>
            </a:extLst>
          </p:cNvPr>
          <p:cNvSpPr>
            <a:spLocks noGrp="1"/>
          </p:cNvSpPr>
          <p:nvPr>
            <p:ph type="title"/>
          </p:nvPr>
        </p:nvSpPr>
        <p:spPr/>
        <p:txBody>
          <a:bodyPr/>
          <a:lstStyle/>
          <a:p>
            <a:r>
              <a:rPr lang="en-US" dirty="0"/>
              <a:t>Using Local State Optimization</a:t>
            </a:r>
          </a:p>
        </p:txBody>
      </p:sp>
      <p:sp>
        <p:nvSpPr>
          <p:cNvPr id="7" name="Rectangle 6">
            <a:extLst>
              <a:ext uri="{FF2B5EF4-FFF2-40B4-BE49-F238E27FC236}">
                <a16:creationId xmlns:a16="http://schemas.microsoft.com/office/drawing/2014/main" id="{008F4E9C-3D25-1D36-D8F7-ECB058A0A268}"/>
              </a:ext>
            </a:extLst>
          </p:cNvPr>
          <p:cNvSpPr/>
          <p:nvPr/>
        </p:nvSpPr>
        <p:spPr>
          <a:xfrm>
            <a:off x="1232453" y="2522220"/>
            <a:ext cx="13716000" cy="103822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r>
              <a:rPr lang="en-US" sz="2800" dirty="0">
                <a:solidFill>
                  <a:schemeClr val="bg2"/>
                </a:solidFill>
              </a:rPr>
              <a:t>Local state is a powerful tool in the MapReduce toolbox, but its effectiveness depends on your specific data, analysis needs, algorithm complexity, and resource constraints</a:t>
            </a:r>
          </a:p>
        </p:txBody>
      </p:sp>
      <p:sp>
        <p:nvSpPr>
          <p:cNvPr id="8" name="Rectangle 7">
            <a:extLst>
              <a:ext uri="{FF2B5EF4-FFF2-40B4-BE49-F238E27FC236}">
                <a16:creationId xmlns:a16="http://schemas.microsoft.com/office/drawing/2014/main" id="{6E3493C5-AD82-0BCA-C2BD-00C2CAD03220}"/>
              </a:ext>
              <a:ext uri="{C183D7F6-B498-43B3-948B-1728B52AA6E4}">
                <adec:decorative xmlns:adec="http://schemas.microsoft.com/office/drawing/2017/decorative" val="1"/>
              </a:ext>
            </a:extLst>
          </p:cNvPr>
          <p:cNvSpPr/>
          <p:nvPr/>
        </p:nvSpPr>
        <p:spPr>
          <a:xfrm>
            <a:off x="-1" y="2522220"/>
            <a:ext cx="1232454" cy="103822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endParaRPr lang="en-US" sz="2800" dirty="0">
              <a:solidFill>
                <a:schemeClr val="bg2"/>
              </a:solidFill>
            </a:endParaRPr>
          </a:p>
        </p:txBody>
      </p:sp>
      <p:sp>
        <p:nvSpPr>
          <p:cNvPr id="3" name="Rectangle 2">
            <a:extLst>
              <a:ext uri="{FF2B5EF4-FFF2-40B4-BE49-F238E27FC236}">
                <a16:creationId xmlns:a16="http://schemas.microsoft.com/office/drawing/2014/main" id="{42085EB8-128C-0C2F-29A4-7663DA2766AF}"/>
              </a:ext>
            </a:extLst>
          </p:cNvPr>
          <p:cNvSpPr/>
          <p:nvPr/>
        </p:nvSpPr>
        <p:spPr>
          <a:xfrm>
            <a:off x="1232453" y="3743325"/>
            <a:ext cx="13715999" cy="1038225"/>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indent="0" algn="ctr">
              <a:buNone/>
            </a:pPr>
            <a:r>
              <a:rPr lang="en-US" altLang="en-US" sz="2800" dirty="0">
                <a:solidFill>
                  <a:schemeClr val="tx1"/>
                </a:solidFill>
              </a:rPr>
              <a:t>Analyze the trade-offs and choose this approach for your job where the performance  improvements are worth the additional complexity and resource use</a:t>
            </a:r>
          </a:p>
        </p:txBody>
      </p:sp>
      <p:sp>
        <p:nvSpPr>
          <p:cNvPr id="4" name="Rectangle 3">
            <a:extLst>
              <a:ext uri="{FF2B5EF4-FFF2-40B4-BE49-F238E27FC236}">
                <a16:creationId xmlns:a16="http://schemas.microsoft.com/office/drawing/2014/main" id="{531E0695-EB13-6F91-DCBB-FA8578BB5EDA}"/>
              </a:ext>
              <a:ext uri="{C183D7F6-B498-43B3-948B-1728B52AA6E4}">
                <adec:decorative xmlns:adec="http://schemas.microsoft.com/office/drawing/2017/decorative" val="1"/>
              </a:ext>
            </a:extLst>
          </p:cNvPr>
          <p:cNvSpPr/>
          <p:nvPr/>
        </p:nvSpPr>
        <p:spPr>
          <a:xfrm>
            <a:off x="-1" y="3743325"/>
            <a:ext cx="1232454" cy="1038225"/>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indent="0" algn="ctr">
              <a:buNone/>
            </a:pPr>
            <a:endParaRPr lang="en-US" sz="2800" dirty="0">
              <a:solidFill>
                <a:schemeClr val="bg2"/>
              </a:solidFill>
            </a:endParaRPr>
          </a:p>
        </p:txBody>
      </p:sp>
    </p:spTree>
    <p:extLst>
      <p:ext uri="{BB962C8B-B14F-4D97-AF65-F5344CB8AC3E}">
        <p14:creationId xmlns:p14="http://schemas.microsoft.com/office/powerpoint/2010/main" val="1698291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2A4B6C-4391-4914-D0DC-6CA8BC2CB4CE}"/>
              </a:ext>
            </a:extLst>
          </p:cNvPr>
          <p:cNvSpPr>
            <a:spLocks noGrp="1"/>
          </p:cNvSpPr>
          <p:nvPr>
            <p:ph type="title"/>
          </p:nvPr>
        </p:nvSpPr>
        <p:spPr/>
        <p:txBody>
          <a:bodyPr/>
          <a:lstStyle/>
          <a:p>
            <a:r>
              <a:rPr lang="en-US" sz="4800" dirty="0"/>
              <a:t>Count the Number of Lines (Records) in a Dataset</a:t>
            </a:r>
            <a:br>
              <a:rPr lang="en-US" sz="4800" dirty="0"/>
            </a:br>
            <a:r>
              <a:rPr lang="en-US" sz="4400" dirty="0"/>
              <a:t>No Optimizations</a:t>
            </a:r>
            <a:endParaRPr lang="en-US" sz="4800" dirty="0"/>
          </a:p>
        </p:txBody>
      </p:sp>
      <p:pic>
        <p:nvPicPr>
          <p:cNvPr id="4" name="Picture 3" descr="This image shows a Python script for a MapReduce job using the `mrjob` library to count the number of lines in a file, along with explanations of each part. Here’s the alt text:&#10;&#10;### Code:&#10;```python&#10;from mrjob.job import MRJob&#10;&#10;class MRCountLines(MRJob):&#10;&#10;    def mapper(self, _, line):&#10;        yield &quot;Line&quot;, 1&#10;&#10;    def reducer(self, key, values):&#10;        yield key, sum(values)&#10;&#10;if __name__ == '__main__':&#10;    MRCountLinesRight.run()&#10;```&#10;&#10;### Explanations:&#10;- **Mapper Explanation**:&#10;  - &quot;The mapper is called once per record in the split with the key-value pair holding `&lt;offset, line/record&gt;`&quot;&#10;  - &quot;For each input line/record, the mapper outputs a key-value pair of the form `&lt;&quot;Line&quot;, 1&gt;`&quot;&#10;&#10;- **Reducer Explanation**:&#10;  - &quot;The reducer is called once for the key-value pair `&lt;&quot;Line&quot;, {1, 1, 1, 1, 1, 1, ...}&gt;`&quot;&#10;  - &quot;Sum up all the 1’s to give the total line count in a file&quot;&#10;&#10;The code defines a MapReduce job where the mapper function emits a key-value pair `&lt;&quot;Line&quot;, 1&gt;` for each line of input, and the reducer function sums these values to count the total number of lines. The script runs the job when executed as the main module.">
            <a:extLst>
              <a:ext uri="{FF2B5EF4-FFF2-40B4-BE49-F238E27FC236}">
                <a16:creationId xmlns:a16="http://schemas.microsoft.com/office/drawing/2014/main" id="{6B5F8584-A120-702E-2C65-91DE0C713C97}"/>
              </a:ext>
            </a:extLst>
          </p:cNvPr>
          <p:cNvPicPr>
            <a:picLocks noChangeAspect="1"/>
          </p:cNvPicPr>
          <p:nvPr/>
        </p:nvPicPr>
        <p:blipFill>
          <a:blip r:embed="rId2"/>
          <a:stretch>
            <a:fillRect/>
          </a:stretch>
        </p:blipFill>
        <p:spPr>
          <a:xfrm>
            <a:off x="3161002" y="2573916"/>
            <a:ext cx="11965997" cy="6386079"/>
          </a:xfrm>
          <a:prstGeom prst="rect">
            <a:avLst/>
          </a:prstGeom>
        </p:spPr>
      </p:pic>
    </p:spTree>
    <p:extLst>
      <p:ext uri="{BB962C8B-B14F-4D97-AF65-F5344CB8AC3E}">
        <p14:creationId xmlns:p14="http://schemas.microsoft.com/office/powerpoint/2010/main" val="17664040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275677-3E6D-519E-09EE-159D10B2FA7A}"/>
              </a:ext>
            </a:extLst>
          </p:cNvPr>
          <p:cNvSpPr>
            <a:spLocks noGrp="1"/>
          </p:cNvSpPr>
          <p:nvPr>
            <p:ph type="title"/>
          </p:nvPr>
        </p:nvSpPr>
        <p:spPr/>
        <p:txBody>
          <a:bodyPr/>
          <a:lstStyle/>
          <a:p>
            <a:r>
              <a:rPr kumimoji="0" lang="en-US" sz="4800" b="1" i="0" u="none" strike="noStrike" kern="1200" cap="none" spc="0" normalizeH="0" baseline="0" noProof="0" dirty="0">
                <a:ln>
                  <a:noFill/>
                </a:ln>
                <a:solidFill>
                  <a:srgbClr val="BD061C"/>
                </a:solidFill>
                <a:effectLst/>
                <a:uLnTx/>
                <a:uFillTx/>
                <a:latin typeface="Arial"/>
                <a:ea typeface="ＭＳ Ｐゴシック" panose="020B0600070205080204" pitchFamily="34" charset="-128"/>
                <a:cs typeface="+mj-cs"/>
              </a:rPr>
              <a:t>Count the Number of Lines (Records) in a Dataset</a:t>
            </a:r>
            <a:br>
              <a:rPr kumimoji="0" lang="en-US" sz="4800" b="1" i="0" u="none" strike="noStrike" kern="1200" cap="none" spc="0" normalizeH="0" baseline="0" noProof="0" dirty="0">
                <a:ln>
                  <a:noFill/>
                </a:ln>
                <a:solidFill>
                  <a:srgbClr val="BD061C"/>
                </a:solidFill>
                <a:effectLst/>
                <a:uLnTx/>
                <a:uFillTx/>
                <a:latin typeface="Arial"/>
                <a:ea typeface="ＭＳ Ｐゴシック" panose="020B0600070205080204" pitchFamily="34" charset="-128"/>
                <a:cs typeface="+mj-cs"/>
              </a:rPr>
            </a:br>
            <a:r>
              <a:rPr kumimoji="0" lang="en-US" sz="4400" b="1" i="0" u="none" strike="noStrike" kern="1200" cap="none" spc="0" normalizeH="0" baseline="0" noProof="0" dirty="0">
                <a:ln>
                  <a:noFill/>
                </a:ln>
                <a:solidFill>
                  <a:srgbClr val="BD061C"/>
                </a:solidFill>
                <a:effectLst/>
                <a:uLnTx/>
                <a:uFillTx/>
                <a:latin typeface="Arial"/>
                <a:ea typeface="ＭＳ Ｐゴシック" panose="020B0600070205080204" pitchFamily="34" charset="-128"/>
                <a:cs typeface="+mj-cs"/>
              </a:rPr>
              <a:t>Uses a Combiner</a:t>
            </a:r>
            <a:endParaRPr lang="en-US" dirty="0"/>
          </a:p>
        </p:txBody>
      </p:sp>
      <p:pic>
        <p:nvPicPr>
          <p:cNvPr id="11" name="Picture 10" descr="This image shows a Python script for a MapReduce job using the `mrjob` library to count the number of lines in a file, including a combiner function to optimize the process. Here’s the alt text:&#10;&#10;### Code:&#10;```python&#10;from mrjob.job import MRJob&#10;&#10;class MRCountLines(MRJob):&#10;&#10;    def mapper(self, _, line):&#10;        yield &quot;Line&quot;, 1&#10;&#10;    def combiner(self, key, values):&#10;        yield key, sum(values)&#10;&#10;    def reducer(self, key, values):&#10;        yield key, sum(values)&#10;&#10;if __name__ == '__main__':&#10;    MRCountLinesRight.run()&#10;```&#10;&#10;### Explanations:&#10;- **Mapper Explanation**:&#10;  - &quot;The mapper is called once per record in the split with the key-value pair holding `&lt;offset, line/record&gt;`&quot;&#10;  - &quot;For each input line/record, the mapper outputs a key-value pair of the form `&lt;&quot;Line&quot;, 1&gt;`&quot;&#10;&#10;- **Combiner Explanation**:&#10;  - &quot;The combiner is called with a key-value pair of the form below just for a block `&lt;&quot;Line&quot;, {1, 1, 1, 1, 1, 1, ...}&gt;`&quot;&#10;  - &quot;The combiner outputs a key-value pair of the form `&lt;&quot;Line&quot;, split-line-count&gt;`&quot;&#10;&#10;- **Reducer Explanation**:&#10;  - &quot;The reducer is called once with the key-value pair: `&lt;&quot;Line&quot;, {split-line-count, split-line-count, ...}&gt;`&quot;&#10;  - &quot;Sum up all the split-line-count(s) to give the total line count in a file&quot;&#10;&#10;The code defines a MapReduce job where the mapper function emits a key-value pair `&lt;&quot;Line&quot;, 1&gt;` for each line of input, the combiner function sums these values locally, and the reducer function sums these values globally to count the total number of lines. The script runs the job when executed as the main module.">
            <a:extLst>
              <a:ext uri="{FF2B5EF4-FFF2-40B4-BE49-F238E27FC236}">
                <a16:creationId xmlns:a16="http://schemas.microsoft.com/office/drawing/2014/main" id="{9FF7712A-AAC7-8E9E-DD75-52C2C2AEF21E}"/>
              </a:ext>
            </a:extLst>
          </p:cNvPr>
          <p:cNvPicPr>
            <a:picLocks noChangeAspect="1"/>
          </p:cNvPicPr>
          <p:nvPr/>
        </p:nvPicPr>
        <p:blipFill>
          <a:blip r:embed="rId2"/>
          <a:stretch>
            <a:fillRect/>
          </a:stretch>
        </p:blipFill>
        <p:spPr>
          <a:xfrm>
            <a:off x="1091479" y="2217595"/>
            <a:ext cx="12468224" cy="7639049"/>
          </a:xfrm>
          <a:prstGeom prst="rect">
            <a:avLst/>
          </a:prstGeom>
        </p:spPr>
      </p:pic>
    </p:spTree>
    <p:extLst>
      <p:ext uri="{BB962C8B-B14F-4D97-AF65-F5344CB8AC3E}">
        <p14:creationId xmlns:p14="http://schemas.microsoft.com/office/powerpoint/2010/main" val="2664575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7F46B1-0FB8-8290-E436-2BE2F02F4E87}"/>
              </a:ext>
            </a:extLst>
          </p:cNvPr>
          <p:cNvSpPr>
            <a:spLocks noGrp="1"/>
          </p:cNvSpPr>
          <p:nvPr>
            <p:ph type="title"/>
          </p:nvPr>
        </p:nvSpPr>
        <p:spPr/>
        <p:txBody>
          <a:bodyPr/>
          <a:lstStyle/>
          <a:p>
            <a:r>
              <a:rPr kumimoji="0" lang="en-US" sz="4800" b="1" i="0" u="none" strike="noStrike" kern="1200" cap="none" spc="0" normalizeH="0" baseline="0" noProof="0" dirty="0">
                <a:ln>
                  <a:noFill/>
                </a:ln>
                <a:solidFill>
                  <a:srgbClr val="BD061C"/>
                </a:solidFill>
                <a:effectLst/>
                <a:uLnTx/>
                <a:uFillTx/>
                <a:latin typeface="Arial"/>
                <a:ea typeface="ＭＳ Ｐゴシック" panose="020B0600070205080204" pitchFamily="34" charset="-128"/>
                <a:cs typeface="+mj-cs"/>
              </a:rPr>
              <a:t>Count the Number of Lines (Records) in a Dataset</a:t>
            </a:r>
            <a:br>
              <a:rPr kumimoji="0" lang="en-US" sz="4800" b="1" i="0" u="none" strike="noStrike" kern="1200" cap="none" spc="0" normalizeH="0" baseline="0" noProof="0" dirty="0">
                <a:ln>
                  <a:noFill/>
                </a:ln>
                <a:solidFill>
                  <a:srgbClr val="BD061C"/>
                </a:solidFill>
                <a:effectLst/>
                <a:uLnTx/>
                <a:uFillTx/>
                <a:latin typeface="Arial"/>
                <a:ea typeface="ＭＳ Ｐゴシック" panose="020B0600070205080204" pitchFamily="34" charset="-128"/>
                <a:cs typeface="+mj-cs"/>
              </a:rPr>
            </a:br>
            <a:r>
              <a:rPr lang="en-US" sz="4400" dirty="0">
                <a:solidFill>
                  <a:srgbClr val="BD061C"/>
                </a:solidFill>
                <a:latin typeface="Arial"/>
              </a:rPr>
              <a:t>Uses Local State Optimization</a:t>
            </a:r>
            <a:endParaRPr lang="en-US" dirty="0"/>
          </a:p>
        </p:txBody>
      </p:sp>
      <p:pic>
        <p:nvPicPr>
          <p:cNvPr id="10" name="Picture 9" descr="This image shows a Python script for a MapReduce job using the `mrjob` library to count the number of lines in a file, with explanations of the initialization, mapper, and reducer functions. Here’s the alt text:&#10;&#10;### Code:&#10;```python&#10;from mrjob.job import MRJob&#10;&#10;class MRCountLines(MRJob):&#10;&#10;    def mapper_init(self):&#10;        self.num_lines = 0&#10;&#10;    def mapper(self, _, line):&#10;        self.num_lines += 1&#10;&#10;    def mapper_final(self):&#10;        yield &quot;Line&quot;, self.num_lines&#10;&#10;    def reducer(self, key, values):&#10;        yield key, sum(values)&#10;&#10;if __name__ == '__main__':&#10;    MRCountLinesRight.run()&#10;```&#10;&#10;### Explanations:&#10;- **mapper_init(self)**:&#10;  - &quot;Executes once per mapper to set the split (partial) line counter to zero&quot;&#10;  - Initializes `self.num_lines` to 0.&#10;&#10;- **mapper(self, _, line)**:&#10;  - &quot;The mapper is called once per record in the split with the key-value pair holding `&lt;offset, line/record&gt;`&quot;&#10;  - &quot;Executes once per split line/record to increment the split (partial) line counter by 1&quot;&#10;  - Increments `self.num_lines` by 1 for each line processed.&#10;&#10;- **mapper_final(self)**:&#10;  - &quot;Executes once per mapper to output the key-value pair `&lt;&quot;Line&quot;, split-line-count&gt;`&quot;&#10;  - Yields the total count of lines processed by this mapper as `&lt;&quot;Line&quot;, self.num_lines&gt;`.&#10;&#10;- **reducer(self, key, values)**:&#10;  - &quot;The reducer is called once with the key-value pair: `&lt;&quot;Line&quot;, {split-line-count, split-line-count, ...}&gt;`&quot;&#10;  - Yields the sum of all split-line-counts to give the total line count in the file.&#10;&#10;The code defines a MapReduce job where the mapper initializes a line counter, increments it for each line, and then outputs the count. The reducer sums these counts to get the total number of lines. The script runs the job when executed as the main module.">
            <a:extLst>
              <a:ext uri="{FF2B5EF4-FFF2-40B4-BE49-F238E27FC236}">
                <a16:creationId xmlns:a16="http://schemas.microsoft.com/office/drawing/2014/main" id="{5F1992AA-9FF8-F1BD-9859-E87473290EAA}"/>
              </a:ext>
            </a:extLst>
          </p:cNvPr>
          <p:cNvPicPr>
            <a:picLocks noChangeAspect="1"/>
          </p:cNvPicPr>
          <p:nvPr/>
        </p:nvPicPr>
        <p:blipFill>
          <a:blip r:embed="rId2"/>
          <a:stretch>
            <a:fillRect/>
          </a:stretch>
        </p:blipFill>
        <p:spPr>
          <a:xfrm>
            <a:off x="731260" y="2578678"/>
            <a:ext cx="13167879" cy="7415645"/>
          </a:xfrm>
          <a:prstGeom prst="rect">
            <a:avLst/>
          </a:prstGeom>
        </p:spPr>
      </p:pic>
    </p:spTree>
    <p:extLst>
      <p:ext uri="{BB962C8B-B14F-4D97-AF65-F5344CB8AC3E}">
        <p14:creationId xmlns:p14="http://schemas.microsoft.com/office/powerpoint/2010/main" val="428061981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 name="ARTICULATE_SLIDE_COUNT" val="19"/>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Breeze">
  <a:themeElements>
    <a:clrScheme name="Custom 3">
      <a:dk1>
        <a:sysClr val="windowText" lastClr="000000"/>
      </a:dk1>
      <a:lt1>
        <a:srgbClr val="C40724"/>
      </a:lt1>
      <a:dk2>
        <a:srgbClr val="000000"/>
      </a:dk2>
      <a:lt2>
        <a:srgbClr val="F8F8F8"/>
      </a:lt2>
      <a:accent1>
        <a:srgbClr val="BD061C"/>
      </a:accent1>
      <a:accent2>
        <a:srgbClr val="E98D0A"/>
      </a:accent2>
      <a:accent3>
        <a:srgbClr val="969696"/>
      </a:accent3>
      <a:accent4>
        <a:srgbClr val="808080"/>
      </a:accent4>
      <a:accent5>
        <a:srgbClr val="C40724"/>
      </a:accent5>
      <a:accent6>
        <a:srgbClr val="3F4F6C"/>
      </a:accent6>
      <a:hlink>
        <a:srgbClr val="5F5F5F"/>
      </a:hlink>
      <a:folHlink>
        <a:srgbClr val="919191"/>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Breeze">
      <a:fillStyleLst>
        <a:solidFill>
          <a:schemeClr val="phClr"/>
        </a:solidFill>
        <a:gradFill rotWithShape="1">
          <a:gsLst>
            <a:gs pos="31000">
              <a:schemeClr val="phClr">
                <a:tint val="100000"/>
                <a:shade val="100000"/>
                <a:satMod val="120000"/>
              </a:schemeClr>
            </a:gs>
            <a:gs pos="100000">
              <a:schemeClr val="phClr">
                <a:tint val="50000"/>
                <a:satMod val="150000"/>
              </a:schemeClr>
            </a:gs>
          </a:gsLst>
          <a:lin ang="5400000" scaled="1"/>
        </a:gradFill>
        <a:gradFill rotWithShape="1">
          <a:gsLst>
            <a:gs pos="0">
              <a:schemeClr val="phClr">
                <a:shade val="100000"/>
                <a:satMod val="120000"/>
              </a:schemeClr>
            </a:gs>
            <a:gs pos="69000">
              <a:schemeClr val="phClr">
                <a:tint val="80000"/>
                <a:shade val="100000"/>
                <a:satMod val="150000"/>
              </a:schemeClr>
            </a:gs>
            <a:gs pos="100000">
              <a:schemeClr val="phClr">
                <a:tint val="50000"/>
                <a:shade val="100000"/>
                <a:satMod val="150000"/>
              </a:schemeClr>
            </a:gs>
          </a:gsLst>
          <a:path path="circle">
            <a:fillToRect l="100000" t="100000" r="100000" b="100000"/>
          </a:path>
        </a:gradFill>
      </a:fillStyleLst>
      <a:lnStyleLst>
        <a:ln w="12700" cap="flat" cmpd="sng" algn="ctr">
          <a:solidFill>
            <a:schemeClr val="phClr">
              <a:shade val="95000"/>
              <a:satMod val="105000"/>
            </a:schemeClr>
          </a:solidFill>
          <a:prstDash val="solid"/>
        </a:ln>
        <a:ln w="25400" cap="flat" cmpd="dbl" algn="ctr">
          <a:solidFill>
            <a:schemeClr val="phClr"/>
          </a:solidFill>
          <a:prstDash val="solid"/>
        </a:ln>
        <a:ln w="31750" cap="flat" cmpd="dbl" algn="ctr">
          <a:solidFill>
            <a:schemeClr val="phClr"/>
          </a:solidFill>
          <a:prstDash val="solid"/>
        </a:ln>
      </a:lnStyleLst>
      <a:effectStyleLst>
        <a:effectStyle>
          <a:effectLst/>
        </a:effectStyle>
        <a:effectStyle>
          <a:effectLst>
            <a:outerShdw blurRad="63500" dist="25400" dir="5400000" sx="101000" sy="101000" rotWithShape="0">
              <a:srgbClr val="000000">
                <a:alpha val="40000"/>
              </a:srgbClr>
            </a:outerShdw>
          </a:effectLst>
        </a:effectStyle>
        <a:effectStyle>
          <a:effectLst>
            <a:innerShdw blurRad="127000" dist="25400" dir="13500000">
              <a:srgbClr val="C0C0C0">
                <a:alpha val="75000"/>
              </a:srgbClr>
            </a:innerShdw>
            <a:outerShdw blurRad="88900" dist="25400" dir="5400000" sx="102000" sy="102000" algn="ctr" rotWithShape="0">
              <a:srgbClr val="C0C0C0">
                <a:alpha val="40000"/>
              </a:srgbClr>
            </a:outerShdw>
          </a:effectLst>
          <a:scene3d>
            <a:camera prst="perspectiveLeft" fov="300000"/>
            <a:lightRig rig="soft" dir="l">
              <a:rot lat="0" lon="0" rev="4200000"/>
            </a:lightRig>
          </a:scene3d>
          <a:sp3d extrusionH="38100" prstMaterial="powder">
            <a:bevelT w="50800" h="88900" prst="convex"/>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blipFill rotWithShape="1">
          <a:blip xmlns:r="http://schemas.openxmlformats.org/officeDocument/2006/relationships" r:embed="rId1">
            <a:duotone>
              <a:schemeClr val="phClr">
                <a:shade val="40000"/>
                <a:satMod val="400000"/>
              </a:schemeClr>
              <a:schemeClr val="phClr">
                <a:tint val="10000"/>
                <a:satMod val="200000"/>
              </a:schemeClr>
            </a:duotone>
          </a:blip>
          <a:stretch/>
        </a:blip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ILTECH_Template_2019 (1)  -  Compatibility Mode" id="{96DF2388-B785-2045-9157-84F6A1D402CB}" vid="{FA40E05E-1420-CD4F-AB4E-3CD2BC76CD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5e41b080-9453-459c-bb93-b19be7335f42" xsi:nil="true"/>
    <Comments xmlns="5e41b080-9453-459c-bb93-b19be7335f42" xsi:nil="true"/>
    <Due_x0020_Date xmlns="5e41b080-9453-459c-bb93-b19be7335f42" xsi:nil="true"/>
    <lcf76f155ced4ddcb4097134ff3c332f xmlns="5e41b080-9453-459c-bb93-b19be7335f42">
      <Terms xmlns="http://schemas.microsoft.com/office/infopath/2007/PartnerControls"/>
    </lcf76f155ced4ddcb4097134ff3c332f>
    <TaxCatchAll xmlns="4e58ebf2-e4df-4cd3-9186-1e42b3ede12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F3EF55019BAB0549B2C20BFAAB8A2896" ma:contentTypeVersion="17" ma:contentTypeDescription="Create a new document." ma:contentTypeScope="" ma:versionID="76077723e4e34c3b5aeef4b04efa78bf">
  <xsd:schema xmlns:xsd="http://www.w3.org/2001/XMLSchema" xmlns:xs="http://www.w3.org/2001/XMLSchema" xmlns:p="http://schemas.microsoft.com/office/2006/metadata/properties" xmlns:ns2="5e41b080-9453-459c-bb93-b19be7335f42" xmlns:ns3="4e58ebf2-e4df-4cd3-9186-1e42b3ede124" targetNamespace="http://schemas.microsoft.com/office/2006/metadata/properties" ma:root="true" ma:fieldsID="19e363e40d36e188a1c3db48bbcaf99f" ns2:_="" ns3:_="">
    <xsd:import namespace="5e41b080-9453-459c-bb93-b19be7335f42"/>
    <xsd:import namespace="4e58ebf2-e4df-4cd3-9186-1e42b3ede124"/>
    <xsd:element name="properties">
      <xsd:complexType>
        <xsd:sequence>
          <xsd:element name="documentManagement">
            <xsd:complexType>
              <xsd:all>
                <xsd:element ref="ns2:Due_x0020_Date" minOccurs="0"/>
                <xsd:element ref="ns2:Status" minOccurs="0"/>
                <xsd:element ref="ns2:Comments" minOccurs="0"/>
                <xsd:element ref="ns2:MediaServiceMetadata" minOccurs="0"/>
                <xsd:element ref="ns2:MediaServiceFastMetadata" minOccurs="0"/>
                <xsd:element ref="ns3:SharedWithUsers" minOccurs="0"/>
                <xsd:element ref="ns3:SharedWithDetails" minOccurs="0"/>
                <xsd:element ref="ns2:MediaServiceDateTaken" minOccurs="0"/>
                <xsd:element ref="ns2:MediaServiceObjectDetectorVersions" minOccurs="0"/>
                <xsd:element ref="ns2:MediaLengthInSecond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e41b080-9453-459c-bb93-b19be7335f42" elementFormDefault="qualified">
    <xsd:import namespace="http://schemas.microsoft.com/office/2006/documentManagement/types"/>
    <xsd:import namespace="http://schemas.microsoft.com/office/infopath/2007/PartnerControls"/>
    <xsd:element name="Due_x0020_Date" ma:index="8" nillable="true" ma:displayName="Due Date" ma:format="DateOnly" ma:indexed="true" ma:internalName="Due_x0020_Date">
      <xsd:simpleType>
        <xsd:restriction base="dms:DateTime"/>
      </xsd:simpleType>
    </xsd:element>
    <xsd:element name="Status" ma:index="9" nillable="true" ma:displayName="Status" ma:format="Dropdown" ma:indexed="true" ma:internalName="Status">
      <xsd:simpleType>
        <xsd:restriction base="dms:Choice">
          <xsd:enumeration value="For Partner Review"/>
          <xsd:enumeration value="For Collegis Review"/>
          <xsd:enumeration value="Approved by Partner"/>
        </xsd:restriction>
      </xsd:simpleType>
    </xsd:element>
    <xsd:element name="Comments" ma:index="10" nillable="true" ma:displayName="Comments" ma:internalName="Comments">
      <xsd:simpleType>
        <xsd:restriction base="dms:Note">
          <xsd:maxLength value="255"/>
        </xsd:restriction>
      </xsd:simple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11040b95-0fdc-46ce-be91-73dc895452db"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element name="MediaServiceGenerationTime" ma:index="22" nillable="true" ma:displayName="MediaServiceGenerationTime" ma:hidden="true" ma:internalName="MediaServiceGenerationTime" ma:readOnly="true">
      <xsd:simpleType>
        <xsd:restriction base="dms:Text"/>
      </xsd:simpleType>
    </xsd:element>
    <xsd:element name="MediaServiceEventHashCode" ma:index="23" nillable="true" ma:displayName="MediaServiceEventHashCode" ma:hidden="true" ma:internalName="MediaServiceEventHashCode"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e58ebf2-e4df-4cd3-9186-1e42b3ede124"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ef5f3a8b-878a-4d06-a8de-79a1d9f1fffd}" ma:internalName="TaxCatchAll" ma:showField="CatchAllData" ma:web="4e58ebf2-e4df-4cd3-9186-1e42b3ede12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C6A4EEA-2556-441D-B20B-0657893061DE}">
  <ds:schemaRefs>
    <ds:schemaRef ds:uri="http://schemas.microsoft.com/office/2006/metadata/properties"/>
    <ds:schemaRef ds:uri="http://schemas.microsoft.com/office/infopath/2007/PartnerControls"/>
    <ds:schemaRef ds:uri="5e41b080-9453-459c-bb93-b19be7335f42"/>
    <ds:schemaRef ds:uri="4e58ebf2-e4df-4cd3-9186-1e42b3ede124"/>
  </ds:schemaRefs>
</ds:datastoreItem>
</file>

<file path=customXml/itemProps2.xml><?xml version="1.0" encoding="utf-8"?>
<ds:datastoreItem xmlns:ds="http://schemas.openxmlformats.org/officeDocument/2006/customXml" ds:itemID="{BFA838ED-C12F-4A42-8E88-98BAC73D2147}">
  <ds:schemaRefs>
    <ds:schemaRef ds:uri="http://schemas.microsoft.com/sharepoint/v3/contenttype/forms"/>
  </ds:schemaRefs>
</ds:datastoreItem>
</file>

<file path=customXml/itemProps3.xml><?xml version="1.0" encoding="utf-8"?>
<ds:datastoreItem xmlns:ds="http://schemas.openxmlformats.org/officeDocument/2006/customXml" ds:itemID="{DD5739D5-B0F8-49E9-9793-4E2E8E12F01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e41b080-9453-459c-bb93-b19be7335f42"/>
    <ds:schemaRef ds:uri="4e58ebf2-e4df-4cd3-9186-1e42b3ede12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81897</TotalTime>
  <Words>2250</Words>
  <Application>Microsoft Office PowerPoint</Application>
  <PresentationFormat>Custom</PresentationFormat>
  <Paragraphs>444</Paragraphs>
  <Slides>19</Slides>
  <Notes>0</Notes>
  <HiddenSlides>0</HiddenSlides>
  <MMClips>0</MMClip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Breeze</vt:lpstr>
      <vt:lpstr>Module 3: Lesson 6 MapReduce Optimization</vt:lpstr>
      <vt:lpstr>MapReduce Optimizations</vt:lpstr>
      <vt:lpstr>Combiner</vt:lpstr>
      <vt:lpstr>Combiner</vt:lpstr>
      <vt:lpstr>WordCount without Using a Combiner In More Detail</vt:lpstr>
      <vt:lpstr>WordCount with Using a Combiner In More Detail</vt:lpstr>
      <vt:lpstr>WordCount with Using a Combiner In More Detail</vt:lpstr>
      <vt:lpstr>When Might a Combiner Execute? </vt:lpstr>
      <vt:lpstr>Local Mapper and Reducer State</vt:lpstr>
      <vt:lpstr>Find the Maximum Value without Local State</vt:lpstr>
      <vt:lpstr>Find the Maximum Value without Local State</vt:lpstr>
      <vt:lpstr>Find the Maximum Value without Local State</vt:lpstr>
      <vt:lpstr>Value with Find the Maximum Local State</vt:lpstr>
      <vt:lpstr>Find the Maximum Value with Local State</vt:lpstr>
      <vt:lpstr>Find the Maximum Value with Local State</vt:lpstr>
      <vt:lpstr>Using Local State Optimization</vt:lpstr>
      <vt:lpstr>Count the Number of Lines (Records) in a Dataset No Optimizations</vt:lpstr>
      <vt:lpstr>Count the Number of Lines (Records) in a Dataset Uses a Combiner</vt:lpstr>
      <vt:lpstr>Count the Number of Lines (Records) in a Dataset Uses Local State Optimization</vt:lpstr>
    </vt:vector>
  </TitlesOfParts>
  <Manager/>
  <Company>Illinois Institute of Technology</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Illinois Tech President's PowerPoint Presentation</dc:title>
  <dc:subject/>
  <dc:creator>Sandra Laporte</dc:creator>
  <cp:keywords/>
  <dc:description/>
  <cp:lastModifiedBy>Joseph Rosen</cp:lastModifiedBy>
  <cp:revision>329</cp:revision>
  <cp:lastPrinted>2023-10-30T23:31:26Z</cp:lastPrinted>
  <dcterms:created xsi:type="dcterms:W3CDTF">2019-02-13T16:04:21Z</dcterms:created>
  <dcterms:modified xsi:type="dcterms:W3CDTF">2024-07-09T18:53:40Z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0x010100F3EF55019BAB0549B2C20BFAAB8A2896</vt:lpwstr>
  </property>
  <property fmtid="{D5CDD505-2E9C-101B-9397-08002B2CF9AE}" pid="3" name="ArticulateGUID">
    <vt:lpwstr>497A157B-6E92-4360-AE7E-0CB89CFF3A6D</vt:lpwstr>
  </property>
  <property fmtid="{D5CDD505-2E9C-101B-9397-08002B2CF9AE}" pid="4" name="ArticulatePath">
    <vt:lpwstr>Module 3 v1 12052023</vt:lpwstr>
  </property>
  <property fmtid="{D5CDD505-2E9C-101B-9397-08002B2CF9AE}" pid="5" name="MediaServiceImageTags">
    <vt:lpwstr/>
  </property>
</Properties>
</file>