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14"/>
  </p:notesMasterIdLst>
  <p:sldIdLst>
    <p:sldId id="610" r:id="rId5"/>
    <p:sldId id="846" r:id="rId6"/>
    <p:sldId id="830" r:id="rId7"/>
    <p:sldId id="926" r:id="rId8"/>
    <p:sldId id="956" r:id="rId9"/>
    <p:sldId id="957" r:id="rId10"/>
    <p:sldId id="931" r:id="rId11"/>
    <p:sldId id="934" r:id="rId12"/>
    <p:sldId id="995" r:id="rId13"/>
  </p:sldIdLst>
  <p:sldSz cx="18288000" cy="10287000"/>
  <p:notesSz cx="6858000" cy="9144000"/>
  <p:custDataLst>
    <p:tags r:id="rId15"/>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7E8"/>
    <a:srgbClr val="E1F8FF"/>
    <a:srgbClr val="E0F8FF"/>
    <a:srgbClr val="BABABA"/>
    <a:srgbClr val="0070C0"/>
    <a:srgbClr val="959595"/>
    <a:srgbClr val="E98D0A"/>
    <a:srgbClr val="969696"/>
    <a:srgbClr val="3F4F6C"/>
    <a:srgbClr val="C507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0B9847-DA98-A67C-993A-4AE43F0FE23F}" v="9" dt="2024-07-09T19:31:51.6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3240"/>
        <p:guide pos="576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dy Tseng" userId="b031a71b-ea40-479f-9c0f-e713aa008bfa" providerId="ADAL" clId="{F9A5EAFD-9DC9-45DC-96F2-1BDCF6DAC2DF}"/>
    <pc:docChg chg="modSld">
      <pc:chgData name="Judy Tseng" userId="b031a71b-ea40-479f-9c0f-e713aa008bfa" providerId="ADAL" clId="{F9A5EAFD-9DC9-45DC-96F2-1BDCF6DAC2DF}" dt="2024-03-28T16:40:11.505" v="30" actId="962"/>
      <pc:docMkLst>
        <pc:docMk/>
      </pc:docMkLst>
      <pc:sldChg chg="modSp mod">
        <pc:chgData name="Judy Tseng" userId="b031a71b-ea40-479f-9c0f-e713aa008bfa" providerId="ADAL" clId="{F9A5EAFD-9DC9-45DC-96F2-1BDCF6DAC2DF}" dt="2024-03-28T16:39:54.345" v="21" actId="962"/>
        <pc:sldMkLst>
          <pc:docMk/>
          <pc:sldMk cId="1927387691" sldId="830"/>
        </pc:sldMkLst>
        <pc:spChg chg="mod">
          <ac:chgData name="Judy Tseng" userId="b031a71b-ea40-479f-9c0f-e713aa008bfa" providerId="ADAL" clId="{F9A5EAFD-9DC9-45DC-96F2-1BDCF6DAC2DF}" dt="2024-03-28T16:39:50.814" v="18" actId="962"/>
          <ac:spMkLst>
            <pc:docMk/>
            <pc:sldMk cId="1927387691" sldId="830"/>
            <ac:spMk id="5" creationId="{6A2B4A0B-34BE-006A-A84F-4AA061148832}"/>
          </ac:spMkLst>
        </pc:spChg>
        <pc:spChg chg="mod">
          <ac:chgData name="Judy Tseng" userId="b031a71b-ea40-479f-9c0f-e713aa008bfa" providerId="ADAL" clId="{F9A5EAFD-9DC9-45DC-96F2-1BDCF6DAC2DF}" dt="2024-03-28T16:38:55.548" v="2" actId="207"/>
          <ac:spMkLst>
            <pc:docMk/>
            <pc:sldMk cId="1927387691" sldId="830"/>
            <ac:spMk id="6" creationId="{AE033C3C-FE5F-D799-26F8-AC9542C0BC57}"/>
          </ac:spMkLst>
        </pc:spChg>
        <pc:spChg chg="mod">
          <ac:chgData name="Judy Tseng" userId="b031a71b-ea40-479f-9c0f-e713aa008bfa" providerId="ADAL" clId="{F9A5EAFD-9DC9-45DC-96F2-1BDCF6DAC2DF}" dt="2024-03-28T16:38:57.168" v="3" actId="207"/>
          <ac:spMkLst>
            <pc:docMk/>
            <pc:sldMk cId="1927387691" sldId="830"/>
            <ac:spMk id="7" creationId="{18798D00-DDE7-96D8-4921-41A7CA89F9CE}"/>
          </ac:spMkLst>
        </pc:spChg>
        <pc:spChg chg="mod">
          <ac:chgData name="Judy Tseng" userId="b031a71b-ea40-479f-9c0f-e713aa008bfa" providerId="ADAL" clId="{F9A5EAFD-9DC9-45DC-96F2-1BDCF6DAC2DF}" dt="2024-03-28T16:39:51.881" v="19" actId="962"/>
          <ac:spMkLst>
            <pc:docMk/>
            <pc:sldMk cId="1927387691" sldId="830"/>
            <ac:spMk id="8" creationId="{5F604D68-98C7-6DC2-8065-9C36C8AB21D5}"/>
          </ac:spMkLst>
        </pc:spChg>
        <pc:spChg chg="mod">
          <ac:chgData name="Judy Tseng" userId="b031a71b-ea40-479f-9c0f-e713aa008bfa" providerId="ADAL" clId="{F9A5EAFD-9DC9-45DC-96F2-1BDCF6DAC2DF}" dt="2024-03-28T16:39:53.212" v="20" actId="962"/>
          <ac:spMkLst>
            <pc:docMk/>
            <pc:sldMk cId="1927387691" sldId="830"/>
            <ac:spMk id="9" creationId="{BE6B1649-319F-98C0-F2B6-79C8A807F30F}"/>
          </ac:spMkLst>
        </pc:spChg>
        <pc:spChg chg="mod">
          <ac:chgData name="Judy Tseng" userId="b031a71b-ea40-479f-9c0f-e713aa008bfa" providerId="ADAL" clId="{F9A5EAFD-9DC9-45DC-96F2-1BDCF6DAC2DF}" dt="2024-03-28T16:39:54.345" v="21" actId="962"/>
          <ac:spMkLst>
            <pc:docMk/>
            <pc:sldMk cId="1927387691" sldId="830"/>
            <ac:spMk id="11" creationId="{DC7EC223-7DB2-156E-0272-24609E5AD474}"/>
          </ac:spMkLst>
        </pc:spChg>
      </pc:sldChg>
      <pc:sldChg chg="modSp mod">
        <pc:chgData name="Judy Tseng" userId="b031a71b-ea40-479f-9c0f-e713aa008bfa" providerId="ADAL" clId="{F9A5EAFD-9DC9-45DC-96F2-1BDCF6DAC2DF}" dt="2024-03-28T16:39:48.784" v="17" actId="962"/>
        <pc:sldMkLst>
          <pc:docMk/>
          <pc:sldMk cId="3126752000" sldId="846"/>
        </pc:sldMkLst>
        <pc:spChg chg="mod">
          <ac:chgData name="Judy Tseng" userId="b031a71b-ea40-479f-9c0f-e713aa008bfa" providerId="ADAL" clId="{F9A5EAFD-9DC9-45DC-96F2-1BDCF6DAC2DF}" dt="2024-03-28T16:39:45.255" v="15" actId="962"/>
          <ac:spMkLst>
            <pc:docMk/>
            <pc:sldMk cId="3126752000" sldId="846"/>
            <ac:spMk id="3" creationId="{F0198E06-907F-EDB8-3165-65181847C7FE}"/>
          </ac:spMkLst>
        </pc:spChg>
        <pc:spChg chg="mod">
          <ac:chgData name="Judy Tseng" userId="b031a71b-ea40-479f-9c0f-e713aa008bfa" providerId="ADAL" clId="{F9A5EAFD-9DC9-45DC-96F2-1BDCF6DAC2DF}" dt="2024-03-28T16:38:49.725" v="0" actId="207"/>
          <ac:spMkLst>
            <pc:docMk/>
            <pc:sldMk cId="3126752000" sldId="846"/>
            <ac:spMk id="5" creationId="{3ED4DE36-52C0-CB95-BACC-337A00B1A90C}"/>
          </ac:spMkLst>
        </pc:spChg>
        <pc:spChg chg="mod">
          <ac:chgData name="Judy Tseng" userId="b031a71b-ea40-479f-9c0f-e713aa008bfa" providerId="ADAL" clId="{F9A5EAFD-9DC9-45DC-96F2-1BDCF6DAC2DF}" dt="2024-03-28T16:38:51.526" v="1" actId="207"/>
          <ac:spMkLst>
            <pc:docMk/>
            <pc:sldMk cId="3126752000" sldId="846"/>
            <ac:spMk id="6" creationId="{D7AAFCEC-8CFD-2586-37E2-FB68E05134D6}"/>
          </ac:spMkLst>
        </pc:spChg>
        <pc:spChg chg="mod">
          <ac:chgData name="Judy Tseng" userId="b031a71b-ea40-479f-9c0f-e713aa008bfa" providerId="ADAL" clId="{F9A5EAFD-9DC9-45DC-96F2-1BDCF6DAC2DF}" dt="2024-03-28T16:39:42.376" v="13" actId="962"/>
          <ac:spMkLst>
            <pc:docMk/>
            <pc:sldMk cId="3126752000" sldId="846"/>
            <ac:spMk id="8" creationId="{AE65C159-5C92-BCA3-41C6-866AA4775CF5}"/>
          </ac:spMkLst>
        </pc:spChg>
        <pc:spChg chg="mod">
          <ac:chgData name="Judy Tseng" userId="b031a71b-ea40-479f-9c0f-e713aa008bfa" providerId="ADAL" clId="{F9A5EAFD-9DC9-45DC-96F2-1BDCF6DAC2DF}" dt="2024-03-28T16:39:44.081" v="14" actId="962"/>
          <ac:spMkLst>
            <pc:docMk/>
            <pc:sldMk cId="3126752000" sldId="846"/>
            <ac:spMk id="9" creationId="{E4BC379E-337C-E555-73C1-C466E42489C1}"/>
          </ac:spMkLst>
        </pc:spChg>
        <pc:spChg chg="mod">
          <ac:chgData name="Judy Tseng" userId="b031a71b-ea40-479f-9c0f-e713aa008bfa" providerId="ADAL" clId="{F9A5EAFD-9DC9-45DC-96F2-1BDCF6DAC2DF}" dt="2024-03-28T16:39:46.847" v="16" actId="962"/>
          <ac:spMkLst>
            <pc:docMk/>
            <pc:sldMk cId="3126752000" sldId="846"/>
            <ac:spMk id="11" creationId="{77145B75-5BEF-663B-2CA4-F20ABD4D9041}"/>
          </ac:spMkLst>
        </pc:spChg>
        <pc:spChg chg="mod">
          <ac:chgData name="Judy Tseng" userId="b031a71b-ea40-479f-9c0f-e713aa008bfa" providerId="ADAL" clId="{F9A5EAFD-9DC9-45DC-96F2-1BDCF6DAC2DF}" dt="2024-03-28T16:39:48.784" v="17" actId="962"/>
          <ac:spMkLst>
            <pc:docMk/>
            <pc:sldMk cId="3126752000" sldId="846"/>
            <ac:spMk id="14" creationId="{F1AC3EB0-949C-4C3A-4E8D-AFEE364D835C}"/>
          </ac:spMkLst>
        </pc:spChg>
      </pc:sldChg>
      <pc:sldChg chg="modSp mod">
        <pc:chgData name="Judy Tseng" userId="b031a71b-ea40-479f-9c0f-e713aa008bfa" providerId="ADAL" clId="{F9A5EAFD-9DC9-45DC-96F2-1BDCF6DAC2DF}" dt="2024-03-28T16:40:02.277" v="23" actId="962"/>
        <pc:sldMkLst>
          <pc:docMk/>
          <pc:sldMk cId="472784308" sldId="926"/>
        </pc:sldMkLst>
        <pc:spChg chg="mod">
          <ac:chgData name="Judy Tseng" userId="b031a71b-ea40-479f-9c0f-e713aa008bfa" providerId="ADAL" clId="{F9A5EAFD-9DC9-45DC-96F2-1BDCF6DAC2DF}" dt="2024-03-28T16:39:06.605" v="6" actId="207"/>
          <ac:spMkLst>
            <pc:docMk/>
            <pc:sldMk cId="472784308" sldId="926"/>
            <ac:spMk id="9" creationId="{3E9BF948-A9D5-52ED-BA93-AD433038B961}"/>
          </ac:spMkLst>
        </pc:spChg>
        <pc:spChg chg="mod">
          <ac:chgData name="Judy Tseng" userId="b031a71b-ea40-479f-9c0f-e713aa008bfa" providerId="ADAL" clId="{F9A5EAFD-9DC9-45DC-96F2-1BDCF6DAC2DF}" dt="2024-03-28T16:39:01.625" v="4" actId="207"/>
          <ac:spMkLst>
            <pc:docMk/>
            <pc:sldMk cId="472784308" sldId="926"/>
            <ac:spMk id="12" creationId="{DA824491-39DA-2FEF-F31F-171731277535}"/>
          </ac:spMkLst>
        </pc:spChg>
        <pc:spChg chg="mod">
          <ac:chgData name="Judy Tseng" userId="b031a71b-ea40-479f-9c0f-e713aa008bfa" providerId="ADAL" clId="{F9A5EAFD-9DC9-45DC-96F2-1BDCF6DAC2DF}" dt="2024-03-28T16:39:03.555" v="5" actId="207"/>
          <ac:spMkLst>
            <pc:docMk/>
            <pc:sldMk cId="472784308" sldId="926"/>
            <ac:spMk id="13" creationId="{3A9321C7-53EF-9CA7-F7BF-681BF48FC6F4}"/>
          </ac:spMkLst>
        </pc:spChg>
        <pc:spChg chg="mod">
          <ac:chgData name="Judy Tseng" userId="b031a71b-ea40-479f-9c0f-e713aa008bfa" providerId="ADAL" clId="{F9A5EAFD-9DC9-45DC-96F2-1BDCF6DAC2DF}" dt="2024-03-28T16:39:59.927" v="22" actId="962"/>
          <ac:spMkLst>
            <pc:docMk/>
            <pc:sldMk cId="472784308" sldId="926"/>
            <ac:spMk id="15" creationId="{6E489572-5464-751F-3AD5-05C940F17942}"/>
          </ac:spMkLst>
        </pc:spChg>
        <pc:spChg chg="mod">
          <ac:chgData name="Judy Tseng" userId="b031a71b-ea40-479f-9c0f-e713aa008bfa" providerId="ADAL" clId="{F9A5EAFD-9DC9-45DC-96F2-1BDCF6DAC2DF}" dt="2024-03-28T16:40:02.277" v="23" actId="962"/>
          <ac:spMkLst>
            <pc:docMk/>
            <pc:sldMk cId="472784308" sldId="926"/>
            <ac:spMk id="16" creationId="{16F634A0-2776-8A10-D61B-1377144DE913}"/>
          </ac:spMkLst>
        </pc:spChg>
        <pc:spChg chg="mod">
          <ac:chgData name="Judy Tseng" userId="b031a71b-ea40-479f-9c0f-e713aa008bfa" providerId="ADAL" clId="{F9A5EAFD-9DC9-45DC-96F2-1BDCF6DAC2DF}" dt="2024-03-28T16:39:13.499" v="7" actId="207"/>
          <ac:spMkLst>
            <pc:docMk/>
            <pc:sldMk cId="472784308" sldId="926"/>
            <ac:spMk id="21" creationId="{905187D2-6217-60D8-6D49-5F3E753E3DAC}"/>
          </ac:spMkLst>
        </pc:spChg>
        <pc:spChg chg="mod">
          <ac:chgData name="Judy Tseng" userId="b031a71b-ea40-479f-9c0f-e713aa008bfa" providerId="ADAL" clId="{F9A5EAFD-9DC9-45DC-96F2-1BDCF6DAC2DF}" dt="2024-03-28T16:39:16.854" v="8" actId="207"/>
          <ac:spMkLst>
            <pc:docMk/>
            <pc:sldMk cId="472784308" sldId="926"/>
            <ac:spMk id="32" creationId="{66595A38-7543-9C18-20BD-11A075717AF7}"/>
          </ac:spMkLst>
        </pc:spChg>
      </pc:sldChg>
      <pc:sldChg chg="modSp mod">
        <pc:chgData name="Judy Tseng" userId="b031a71b-ea40-479f-9c0f-e713aa008bfa" providerId="ADAL" clId="{F9A5EAFD-9DC9-45DC-96F2-1BDCF6DAC2DF}" dt="2024-03-28T16:40:06.700" v="26" actId="962"/>
        <pc:sldMkLst>
          <pc:docMk/>
          <pc:sldMk cId="3041513687" sldId="956"/>
        </pc:sldMkLst>
        <pc:spChg chg="mod">
          <ac:chgData name="Judy Tseng" userId="b031a71b-ea40-479f-9c0f-e713aa008bfa" providerId="ADAL" clId="{F9A5EAFD-9DC9-45DC-96F2-1BDCF6DAC2DF}" dt="2024-03-28T16:40:04.517" v="24" actId="962"/>
          <ac:spMkLst>
            <pc:docMk/>
            <pc:sldMk cId="3041513687" sldId="956"/>
            <ac:spMk id="5" creationId="{6A2B4A0B-34BE-006A-A84F-4AA061148832}"/>
          </ac:spMkLst>
        </pc:spChg>
        <pc:spChg chg="mod">
          <ac:chgData name="Judy Tseng" userId="b031a71b-ea40-479f-9c0f-e713aa008bfa" providerId="ADAL" clId="{F9A5EAFD-9DC9-45DC-96F2-1BDCF6DAC2DF}" dt="2024-03-28T16:39:21.182" v="9" actId="207"/>
          <ac:spMkLst>
            <pc:docMk/>
            <pc:sldMk cId="3041513687" sldId="956"/>
            <ac:spMk id="6" creationId="{AE033C3C-FE5F-D799-26F8-AC9542C0BC57}"/>
          </ac:spMkLst>
        </pc:spChg>
        <pc:spChg chg="mod">
          <ac:chgData name="Judy Tseng" userId="b031a71b-ea40-479f-9c0f-e713aa008bfa" providerId="ADAL" clId="{F9A5EAFD-9DC9-45DC-96F2-1BDCF6DAC2DF}" dt="2024-03-28T16:39:22.971" v="10" actId="207"/>
          <ac:spMkLst>
            <pc:docMk/>
            <pc:sldMk cId="3041513687" sldId="956"/>
            <ac:spMk id="7" creationId="{18798D00-DDE7-96D8-4921-41A7CA89F9CE}"/>
          </ac:spMkLst>
        </pc:spChg>
        <pc:spChg chg="mod">
          <ac:chgData name="Judy Tseng" userId="b031a71b-ea40-479f-9c0f-e713aa008bfa" providerId="ADAL" clId="{F9A5EAFD-9DC9-45DC-96F2-1BDCF6DAC2DF}" dt="2024-03-28T16:40:05.538" v="25" actId="962"/>
          <ac:spMkLst>
            <pc:docMk/>
            <pc:sldMk cId="3041513687" sldId="956"/>
            <ac:spMk id="8" creationId="{5F604D68-98C7-6DC2-8065-9C36C8AB21D5}"/>
          </ac:spMkLst>
        </pc:spChg>
        <pc:spChg chg="mod">
          <ac:chgData name="Judy Tseng" userId="b031a71b-ea40-479f-9c0f-e713aa008bfa" providerId="ADAL" clId="{F9A5EAFD-9DC9-45DC-96F2-1BDCF6DAC2DF}" dt="2024-03-28T16:40:06.700" v="26" actId="962"/>
          <ac:spMkLst>
            <pc:docMk/>
            <pc:sldMk cId="3041513687" sldId="956"/>
            <ac:spMk id="9" creationId="{BE6B1649-319F-98C0-F2B6-79C8A807F30F}"/>
          </ac:spMkLst>
        </pc:spChg>
      </pc:sldChg>
      <pc:sldChg chg="modSp mod">
        <pc:chgData name="Judy Tseng" userId="b031a71b-ea40-479f-9c0f-e713aa008bfa" providerId="ADAL" clId="{F9A5EAFD-9DC9-45DC-96F2-1BDCF6DAC2DF}" dt="2024-03-28T16:40:11.505" v="30" actId="962"/>
        <pc:sldMkLst>
          <pc:docMk/>
          <pc:sldMk cId="4131551283" sldId="957"/>
        </pc:sldMkLst>
        <pc:spChg chg="mod">
          <ac:chgData name="Judy Tseng" userId="b031a71b-ea40-479f-9c0f-e713aa008bfa" providerId="ADAL" clId="{F9A5EAFD-9DC9-45DC-96F2-1BDCF6DAC2DF}" dt="2024-03-28T16:40:08.317" v="27" actId="962"/>
          <ac:spMkLst>
            <pc:docMk/>
            <pc:sldMk cId="4131551283" sldId="957"/>
            <ac:spMk id="5" creationId="{6A2B4A0B-34BE-006A-A84F-4AA061148832}"/>
          </ac:spMkLst>
        </pc:spChg>
        <pc:spChg chg="mod">
          <ac:chgData name="Judy Tseng" userId="b031a71b-ea40-479f-9c0f-e713aa008bfa" providerId="ADAL" clId="{F9A5EAFD-9DC9-45DC-96F2-1BDCF6DAC2DF}" dt="2024-03-28T16:39:26.292" v="11" actId="207"/>
          <ac:spMkLst>
            <pc:docMk/>
            <pc:sldMk cId="4131551283" sldId="957"/>
            <ac:spMk id="6" creationId="{AE033C3C-FE5F-D799-26F8-AC9542C0BC57}"/>
          </ac:spMkLst>
        </pc:spChg>
        <pc:spChg chg="mod">
          <ac:chgData name="Judy Tseng" userId="b031a71b-ea40-479f-9c0f-e713aa008bfa" providerId="ADAL" clId="{F9A5EAFD-9DC9-45DC-96F2-1BDCF6DAC2DF}" dt="2024-03-28T16:39:28.011" v="12" actId="207"/>
          <ac:spMkLst>
            <pc:docMk/>
            <pc:sldMk cId="4131551283" sldId="957"/>
            <ac:spMk id="7" creationId="{18798D00-DDE7-96D8-4921-41A7CA89F9CE}"/>
          </ac:spMkLst>
        </pc:spChg>
        <pc:spChg chg="mod">
          <ac:chgData name="Judy Tseng" userId="b031a71b-ea40-479f-9c0f-e713aa008bfa" providerId="ADAL" clId="{F9A5EAFD-9DC9-45DC-96F2-1BDCF6DAC2DF}" dt="2024-03-28T16:40:09.578" v="28" actId="962"/>
          <ac:spMkLst>
            <pc:docMk/>
            <pc:sldMk cId="4131551283" sldId="957"/>
            <ac:spMk id="8" creationId="{5F604D68-98C7-6DC2-8065-9C36C8AB21D5}"/>
          </ac:spMkLst>
        </pc:spChg>
        <pc:spChg chg="mod">
          <ac:chgData name="Judy Tseng" userId="b031a71b-ea40-479f-9c0f-e713aa008bfa" providerId="ADAL" clId="{F9A5EAFD-9DC9-45DC-96F2-1BDCF6DAC2DF}" dt="2024-03-28T16:40:10.524" v="29" actId="962"/>
          <ac:spMkLst>
            <pc:docMk/>
            <pc:sldMk cId="4131551283" sldId="957"/>
            <ac:spMk id="9" creationId="{BE6B1649-319F-98C0-F2B6-79C8A807F30F}"/>
          </ac:spMkLst>
        </pc:spChg>
        <pc:spChg chg="mod">
          <ac:chgData name="Judy Tseng" userId="b031a71b-ea40-479f-9c0f-e713aa008bfa" providerId="ADAL" clId="{F9A5EAFD-9DC9-45DC-96F2-1BDCF6DAC2DF}" dt="2024-03-28T16:40:11.505" v="30" actId="962"/>
          <ac:spMkLst>
            <pc:docMk/>
            <pc:sldMk cId="4131551283" sldId="957"/>
            <ac:spMk id="10" creationId="{EF26F6ED-3DDB-0921-14E6-39796BA6CBC0}"/>
          </ac:spMkLst>
        </pc:spChg>
      </pc:sldChg>
    </pc:docChg>
  </pc:docChgLst>
  <pc:docChgLst>
    <pc:chgData name="Allison Mulshine" userId="S::allison.mulshine@collegiseducation.com::5f656d52-c555-4e5e-9a5b-18226766ffe3" providerId="AD" clId="Web-{B962D190-9CBC-5F6B-F0BD-8C490117F858}"/>
    <pc:docChg chg="modSld">
      <pc:chgData name="Allison Mulshine" userId="S::allison.mulshine@collegiseducation.com::5f656d52-c555-4e5e-9a5b-18226766ffe3" providerId="AD" clId="Web-{B962D190-9CBC-5F6B-F0BD-8C490117F858}" dt="2024-06-21T18:06:37.046" v="2"/>
      <pc:docMkLst>
        <pc:docMk/>
      </pc:docMkLst>
      <pc:sldChg chg="addSp modSp">
        <pc:chgData name="Allison Mulshine" userId="S::allison.mulshine@collegiseducation.com::5f656d52-c555-4e5e-9a5b-18226766ffe3" providerId="AD" clId="Web-{B962D190-9CBC-5F6B-F0BD-8C490117F858}" dt="2024-06-21T18:05:58.671" v="1"/>
        <pc:sldMkLst>
          <pc:docMk/>
          <pc:sldMk cId="3543818529" sldId="931"/>
        </pc:sldMkLst>
        <pc:grpChg chg="add mod">
          <ac:chgData name="Allison Mulshine" userId="S::allison.mulshine@collegiseducation.com::5f656d52-c555-4e5e-9a5b-18226766ffe3" providerId="AD" clId="Web-{B962D190-9CBC-5F6B-F0BD-8C490117F858}" dt="2024-06-21T18:05:58.671" v="1"/>
          <ac:grpSpMkLst>
            <pc:docMk/>
            <pc:sldMk cId="3543818529" sldId="931"/>
            <ac:grpSpMk id="3" creationId="{8D0DB74D-DA00-262F-A635-FE9A9703B4C1}"/>
          </ac:grpSpMkLst>
        </pc:grpChg>
      </pc:sldChg>
      <pc:sldChg chg="modSp">
        <pc:chgData name="Allison Mulshine" userId="S::allison.mulshine@collegiseducation.com::5f656d52-c555-4e5e-9a5b-18226766ffe3" providerId="AD" clId="Web-{B962D190-9CBC-5F6B-F0BD-8C490117F858}" dt="2024-06-21T18:06:37.046" v="2"/>
        <pc:sldMkLst>
          <pc:docMk/>
          <pc:sldMk cId="2401041648" sldId="934"/>
        </pc:sldMkLst>
        <pc:graphicFrameChg chg="mod">
          <ac:chgData name="Allison Mulshine" userId="S::allison.mulshine@collegiseducation.com::5f656d52-c555-4e5e-9a5b-18226766ffe3" providerId="AD" clId="Web-{B962D190-9CBC-5F6B-F0BD-8C490117F858}" dt="2024-06-21T18:06:37.046" v="2"/>
          <ac:graphicFrameMkLst>
            <pc:docMk/>
            <pc:sldMk cId="2401041648" sldId="934"/>
            <ac:graphicFrameMk id="16" creationId="{618E5F47-9438-9B29-F507-C8B333BB838C}"/>
          </ac:graphicFrameMkLst>
        </pc:graphicFrameChg>
      </pc:sldChg>
    </pc:docChg>
  </pc:docChgLst>
  <pc:docChgLst>
    <pc:chgData name="Allison Mulshine" userId="S::allison.mulshine@collegiseducation.com::5f656d52-c555-4e5e-9a5b-18226766ffe3" providerId="AD" clId="Web-{CD0B9847-DA98-A67C-993A-4AE43F0FE23F}"/>
    <pc:docChg chg="modSld">
      <pc:chgData name="Allison Mulshine" userId="S::allison.mulshine@collegiseducation.com::5f656d52-c555-4e5e-9a5b-18226766ffe3" providerId="AD" clId="Web-{CD0B9847-DA98-A67C-993A-4AE43F0FE23F}" dt="2024-07-09T19:31:51.645" v="6" actId="14100"/>
      <pc:docMkLst>
        <pc:docMk/>
      </pc:docMkLst>
      <pc:sldChg chg="addSp delSp modSp">
        <pc:chgData name="Allison Mulshine" userId="S::allison.mulshine@collegiseducation.com::5f656d52-c555-4e5e-9a5b-18226766ffe3" providerId="AD" clId="Web-{CD0B9847-DA98-A67C-993A-4AE43F0FE23F}" dt="2024-07-09T19:31:51.645" v="6" actId="14100"/>
        <pc:sldMkLst>
          <pc:docMk/>
          <pc:sldMk cId="3543818529" sldId="931"/>
        </pc:sldMkLst>
        <pc:spChg chg="mod">
          <ac:chgData name="Allison Mulshine" userId="S::allison.mulshine@collegiseducation.com::5f656d52-c555-4e5e-9a5b-18226766ffe3" providerId="AD" clId="Web-{CD0B9847-DA98-A67C-993A-4AE43F0FE23F}" dt="2024-07-09T19:31:44.957" v="3" actId="20577"/>
          <ac:spMkLst>
            <pc:docMk/>
            <pc:sldMk cId="3543818529" sldId="931"/>
            <ac:spMk id="48" creationId="{E14EF005-8A2A-04F0-4887-5EC178AB1463}"/>
          </ac:spMkLst>
        </pc:spChg>
        <pc:grpChg chg="del">
          <ac:chgData name="Allison Mulshine" userId="S::allison.mulshine@collegiseducation.com::5f656d52-c555-4e5e-9a5b-18226766ffe3" providerId="AD" clId="Web-{CD0B9847-DA98-A67C-993A-4AE43F0FE23F}" dt="2024-07-09T19:31:46.051" v="4"/>
          <ac:grpSpMkLst>
            <pc:docMk/>
            <pc:sldMk cId="3543818529" sldId="931"/>
            <ac:grpSpMk id="3" creationId="{8D0DB74D-DA00-262F-A635-FE9A9703B4C1}"/>
          </ac:grpSpMkLst>
        </pc:grpChg>
        <pc:picChg chg="add mod">
          <ac:chgData name="Allison Mulshine" userId="S::allison.mulshine@collegiseducation.com::5f656d52-c555-4e5e-9a5b-18226766ffe3" providerId="AD" clId="Web-{CD0B9847-DA98-A67C-993A-4AE43F0FE23F}" dt="2024-07-09T19:31:51.645" v="6" actId="14100"/>
          <ac:picMkLst>
            <pc:docMk/>
            <pc:sldMk cId="3543818529" sldId="931"/>
            <ac:picMk id="4" creationId="{1BD8AC6A-A78E-7715-9BEF-853C9147B5D9}"/>
          </ac:picMkLst>
        </pc:picChg>
        <pc:cxnChg chg="mod">
          <ac:chgData name="Allison Mulshine" userId="S::allison.mulshine@collegiseducation.com::5f656d52-c555-4e5e-9a5b-18226766ffe3" providerId="AD" clId="Web-{CD0B9847-DA98-A67C-993A-4AE43F0FE23F}" dt="2024-07-09T19:31:46.051" v="4"/>
          <ac:cxnSpMkLst>
            <pc:docMk/>
            <pc:sldMk cId="3543818529" sldId="931"/>
            <ac:cxnSpMk id="57" creationId="{4E5A6DB6-CD0F-0416-3C25-2A6D344F6773}"/>
          </ac:cxnSpMkLst>
        </pc:cxnChg>
        <pc:cxnChg chg="mod">
          <ac:chgData name="Allison Mulshine" userId="S::allison.mulshine@collegiseducation.com::5f656d52-c555-4e5e-9a5b-18226766ffe3" providerId="AD" clId="Web-{CD0B9847-DA98-A67C-993A-4AE43F0FE23F}" dt="2024-07-09T19:31:46.051" v="4"/>
          <ac:cxnSpMkLst>
            <pc:docMk/>
            <pc:sldMk cId="3543818529" sldId="931"/>
            <ac:cxnSpMk id="58" creationId="{53209DAE-401E-87A2-D9CE-D2D842761B58}"/>
          </ac:cxnSpMkLst>
        </pc:cxnChg>
        <pc:cxnChg chg="mod">
          <ac:chgData name="Allison Mulshine" userId="S::allison.mulshine@collegiseducation.com::5f656d52-c555-4e5e-9a5b-18226766ffe3" providerId="AD" clId="Web-{CD0B9847-DA98-A67C-993A-4AE43F0FE23F}" dt="2024-07-09T19:31:46.051" v="4"/>
          <ac:cxnSpMkLst>
            <pc:docMk/>
            <pc:sldMk cId="3543818529" sldId="931"/>
            <ac:cxnSpMk id="61" creationId="{36FA48B7-F639-1642-1610-117500DD031E}"/>
          </ac:cxnSpMkLst>
        </pc:cxnChg>
        <pc:cxnChg chg="mod">
          <ac:chgData name="Allison Mulshine" userId="S::allison.mulshine@collegiseducation.com::5f656d52-c555-4e5e-9a5b-18226766ffe3" providerId="AD" clId="Web-{CD0B9847-DA98-A67C-993A-4AE43F0FE23F}" dt="2024-07-09T19:31:46.051" v="4"/>
          <ac:cxnSpMkLst>
            <pc:docMk/>
            <pc:sldMk cId="3543818529" sldId="931"/>
            <ac:cxnSpMk id="72" creationId="{749E378F-BC39-9137-DD52-B7F5FABA24D3}"/>
          </ac:cxnSpMkLst>
        </pc:cxnChg>
      </pc:sldChg>
    </pc:docChg>
  </pc:docChgLst>
</pc:chgInfo>
</file>

<file path=ppt/diagrams/_rels/data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image" Target="../media/image5.png"/></Relationships>
</file>

<file path=ppt/diagrams/_rels/drawing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image" Target="../media/image5.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0D0BB63-F3DB-7A4D-9E9E-D3BCBD2E7EB3}" type="doc">
      <dgm:prSet loTypeId="urn:microsoft.com/office/officeart/2018/5/layout/CenteredIconLabelDescriptionList" loCatId="icon" qsTypeId="urn:microsoft.com/office/officeart/2005/8/quickstyle/simple1" qsCatId="simple" csTypeId="urn:microsoft.com/office/officeart/2005/8/colors/accent1_2" csCatId="accent1" phldr="1"/>
      <dgm:spPr/>
      <dgm:t>
        <a:bodyPr/>
        <a:lstStyle/>
        <a:p>
          <a:endParaRPr lang="en-US"/>
        </a:p>
      </dgm:t>
    </dgm:pt>
    <dgm:pt modelId="{A38895C2-01F9-6245-91B5-24143C38A9C7}">
      <dgm:prSet phldrT="[Text]" custT="1"/>
      <dgm:spPr/>
      <dgm:t>
        <a:bodyPr/>
        <a:lstStyle/>
        <a:p>
          <a:pPr>
            <a:lnSpc>
              <a:spcPct val="100000"/>
            </a:lnSpc>
            <a:defRPr b="1"/>
          </a:pPr>
          <a:r>
            <a:rPr lang="en-US" sz="2800"/>
            <a:t>In-memory computing</a:t>
          </a:r>
          <a:endParaRPr lang="en-US" sz="2800">
            <a:latin typeface="+mn-lt"/>
          </a:endParaRPr>
        </a:p>
      </dgm:t>
    </dgm:pt>
    <dgm:pt modelId="{4E7FF56D-46AD-054E-9A98-96B3BA155886}" type="parTrans" cxnId="{D3B5A944-F001-C443-B5F2-2B9F33291B32}">
      <dgm:prSet/>
      <dgm:spPr/>
      <dgm:t>
        <a:bodyPr/>
        <a:lstStyle/>
        <a:p>
          <a:endParaRPr lang="en-US" sz="3600">
            <a:latin typeface="+mn-lt"/>
          </a:endParaRPr>
        </a:p>
      </dgm:t>
    </dgm:pt>
    <dgm:pt modelId="{705E8EE7-BF08-CB4D-BD5C-3C2188954C5C}" type="sibTrans" cxnId="{D3B5A944-F001-C443-B5F2-2B9F33291B32}">
      <dgm:prSet/>
      <dgm:spPr/>
      <dgm:t>
        <a:bodyPr/>
        <a:lstStyle/>
        <a:p>
          <a:endParaRPr lang="en-US" sz="3600">
            <a:latin typeface="+mn-lt"/>
          </a:endParaRPr>
        </a:p>
      </dgm:t>
    </dgm:pt>
    <dgm:pt modelId="{E8707619-2B1F-F344-84A1-9FAC0E7397EF}">
      <dgm:prSet custT="1"/>
      <dgm:spPr/>
      <dgm:t>
        <a:bodyPr/>
        <a:lstStyle/>
        <a:p>
          <a:pPr>
            <a:lnSpc>
              <a:spcPct val="100000"/>
            </a:lnSpc>
          </a:pPr>
          <a:endParaRPr lang="en-US" sz="2000"/>
        </a:p>
        <a:p>
          <a:pPr>
            <a:lnSpc>
              <a:spcPct val="100000"/>
            </a:lnSpc>
          </a:pPr>
          <a:r>
            <a:rPr lang="en-US" sz="2000"/>
            <a:t>Spark leverages in-memory data structures and caches, dramatically boosting processing speed compared to traditional disk-based data processing approaches like Hadoop. This empowers real-time analytics and interactive data exploration, ideal for time-sensitive applications.</a:t>
          </a:r>
        </a:p>
      </dgm:t>
    </dgm:pt>
    <dgm:pt modelId="{F0B101C9-A772-0743-8FAF-7C34C629BD78}" type="parTrans" cxnId="{80D5BDF8-CB4B-7E4D-9FEC-0511CB814523}">
      <dgm:prSet/>
      <dgm:spPr/>
      <dgm:t>
        <a:bodyPr/>
        <a:lstStyle/>
        <a:p>
          <a:endParaRPr lang="en-US"/>
        </a:p>
      </dgm:t>
    </dgm:pt>
    <dgm:pt modelId="{FCAD8E1F-D83A-A248-B383-9435073A0BC3}" type="sibTrans" cxnId="{80D5BDF8-CB4B-7E4D-9FEC-0511CB814523}">
      <dgm:prSet/>
      <dgm:spPr/>
      <dgm:t>
        <a:bodyPr/>
        <a:lstStyle/>
        <a:p>
          <a:endParaRPr lang="en-US"/>
        </a:p>
      </dgm:t>
    </dgm:pt>
    <dgm:pt modelId="{35E3B3D5-00E2-2447-8E43-4DAECF3781BE}">
      <dgm:prSet custT="1"/>
      <dgm:spPr/>
      <dgm:t>
        <a:bodyPr/>
        <a:lstStyle/>
        <a:p>
          <a:pPr>
            <a:lnSpc>
              <a:spcPct val="100000"/>
            </a:lnSpc>
            <a:defRPr b="1"/>
          </a:pPr>
          <a:r>
            <a:rPr lang="en-US" sz="2800"/>
            <a:t>Unified Platform</a:t>
          </a:r>
        </a:p>
      </dgm:t>
    </dgm:pt>
    <dgm:pt modelId="{69A38249-D7DF-734D-86C1-3BF75EDD06E4}" type="parTrans" cxnId="{A69100BF-DF9D-A742-AB97-1A23A9D13DAD}">
      <dgm:prSet/>
      <dgm:spPr/>
      <dgm:t>
        <a:bodyPr/>
        <a:lstStyle/>
        <a:p>
          <a:endParaRPr lang="en-US"/>
        </a:p>
      </dgm:t>
    </dgm:pt>
    <dgm:pt modelId="{4C6C215C-27FC-ED49-A1FC-8266F33B3FB6}" type="sibTrans" cxnId="{A69100BF-DF9D-A742-AB97-1A23A9D13DAD}">
      <dgm:prSet/>
      <dgm:spPr/>
      <dgm:t>
        <a:bodyPr/>
        <a:lstStyle/>
        <a:p>
          <a:endParaRPr lang="en-US"/>
        </a:p>
      </dgm:t>
    </dgm:pt>
    <dgm:pt modelId="{5A2D28E4-C56B-4941-837A-39AF886211EC}">
      <dgm:prSet custT="1"/>
      <dgm:spPr/>
      <dgm:t>
        <a:bodyPr/>
        <a:lstStyle/>
        <a:p>
          <a:pPr>
            <a:lnSpc>
              <a:spcPct val="100000"/>
            </a:lnSpc>
          </a:pPr>
          <a:endParaRPr lang="en-US" sz="2000"/>
        </a:p>
        <a:p>
          <a:pPr>
            <a:lnSpc>
              <a:spcPct val="100000"/>
            </a:lnSpc>
          </a:pPr>
          <a:r>
            <a:rPr lang="en-US" sz="2000"/>
            <a:t>Spark provides a single framework for diverse data workloads, encompassing batch processing, streaming analysis, machine learning, and graph algorithms. This eliminates the need for separate tools and simplifies data processing pipelines, enhancing workflow efficiency.</a:t>
          </a:r>
        </a:p>
      </dgm:t>
    </dgm:pt>
    <dgm:pt modelId="{F4A7CCB1-8EC7-9444-B74C-8DCB1AB160A3}" type="parTrans" cxnId="{ACE7FDC1-CE95-7442-9C56-716D6E0984FC}">
      <dgm:prSet/>
      <dgm:spPr/>
      <dgm:t>
        <a:bodyPr/>
        <a:lstStyle/>
        <a:p>
          <a:endParaRPr lang="en-US"/>
        </a:p>
      </dgm:t>
    </dgm:pt>
    <dgm:pt modelId="{D94EDD35-D38E-6043-8F85-B6CBAD9C8346}" type="sibTrans" cxnId="{ACE7FDC1-CE95-7442-9C56-716D6E0984FC}">
      <dgm:prSet/>
      <dgm:spPr/>
      <dgm:t>
        <a:bodyPr/>
        <a:lstStyle/>
        <a:p>
          <a:endParaRPr lang="en-US"/>
        </a:p>
      </dgm:t>
    </dgm:pt>
    <dgm:pt modelId="{9F727A73-15F8-BD44-B066-015E4CFD5D69}">
      <dgm:prSet custT="1"/>
      <dgm:spPr/>
      <dgm:t>
        <a:bodyPr/>
        <a:lstStyle/>
        <a:p>
          <a:pPr>
            <a:lnSpc>
              <a:spcPct val="100000"/>
            </a:lnSpc>
            <a:defRPr b="1"/>
          </a:pPr>
          <a:r>
            <a:rPr lang="en-US" sz="2800"/>
            <a:t>Ease of Use </a:t>
          </a:r>
        </a:p>
      </dgm:t>
    </dgm:pt>
    <dgm:pt modelId="{C68CAAA8-0AD4-7E49-B71A-E94B587FCB74}" type="parTrans" cxnId="{E8DE6EB1-1653-CA46-9FB8-FDD2D1BEABF6}">
      <dgm:prSet/>
      <dgm:spPr/>
      <dgm:t>
        <a:bodyPr/>
        <a:lstStyle/>
        <a:p>
          <a:endParaRPr lang="en-US"/>
        </a:p>
      </dgm:t>
    </dgm:pt>
    <dgm:pt modelId="{F0193778-79E3-A34C-8936-9E5374D72D3A}" type="sibTrans" cxnId="{E8DE6EB1-1653-CA46-9FB8-FDD2D1BEABF6}">
      <dgm:prSet/>
      <dgm:spPr/>
      <dgm:t>
        <a:bodyPr/>
        <a:lstStyle/>
        <a:p>
          <a:endParaRPr lang="en-US"/>
        </a:p>
      </dgm:t>
    </dgm:pt>
    <dgm:pt modelId="{61F4C12C-7297-4D42-A37F-5FED7602C483}">
      <dgm:prSet custT="1"/>
      <dgm:spPr/>
      <dgm:t>
        <a:bodyPr/>
        <a:lstStyle/>
        <a:p>
          <a:pPr>
            <a:lnSpc>
              <a:spcPct val="100000"/>
            </a:lnSpc>
          </a:pPr>
          <a:endParaRPr lang="en-US" sz="2000"/>
        </a:p>
        <a:p>
          <a:pPr>
            <a:lnSpc>
              <a:spcPct val="100000"/>
            </a:lnSpc>
          </a:pPr>
          <a:r>
            <a:rPr lang="en-US" sz="2000"/>
            <a:t>Spark boasts a rich library of pre-built functions and algorithms as readily available building blocks for constructing complex data processing pipelines. This modular approach minimizes the need for manual coding and debugging, compared to Hadoop's more code-intensive environment</a:t>
          </a:r>
        </a:p>
      </dgm:t>
    </dgm:pt>
    <dgm:pt modelId="{4F1F1E62-A342-0941-80F5-F9DA767D2140}" type="parTrans" cxnId="{DED1707F-A9C0-BD40-841E-85BAE665A561}">
      <dgm:prSet/>
      <dgm:spPr/>
      <dgm:t>
        <a:bodyPr/>
        <a:lstStyle/>
        <a:p>
          <a:endParaRPr lang="en-US"/>
        </a:p>
      </dgm:t>
    </dgm:pt>
    <dgm:pt modelId="{0673D524-98EF-5B4E-B4E6-545FD3F6D4DD}" type="sibTrans" cxnId="{DED1707F-A9C0-BD40-841E-85BAE665A561}">
      <dgm:prSet/>
      <dgm:spPr/>
      <dgm:t>
        <a:bodyPr/>
        <a:lstStyle/>
        <a:p>
          <a:endParaRPr lang="en-US"/>
        </a:p>
      </dgm:t>
    </dgm:pt>
    <dgm:pt modelId="{6CFD9FCE-75D3-D34F-873D-3EFCD595D258}">
      <dgm:prSet custT="1"/>
      <dgm:spPr/>
      <dgm:t>
        <a:bodyPr/>
        <a:lstStyle/>
        <a:p>
          <a:pPr>
            <a:lnSpc>
              <a:spcPct val="100000"/>
            </a:lnSpc>
            <a:defRPr b="1"/>
          </a:pPr>
          <a:r>
            <a:rPr lang="en-US" sz="2800"/>
            <a:t>Extensibility and Integration</a:t>
          </a:r>
        </a:p>
      </dgm:t>
    </dgm:pt>
    <dgm:pt modelId="{DE9A5D20-A46C-8D4B-8C5D-4EF3932E9CB0}" type="parTrans" cxnId="{B4BE3740-9EAB-6047-A383-E9AB77F87638}">
      <dgm:prSet/>
      <dgm:spPr/>
      <dgm:t>
        <a:bodyPr/>
        <a:lstStyle/>
        <a:p>
          <a:endParaRPr lang="en-US"/>
        </a:p>
      </dgm:t>
    </dgm:pt>
    <dgm:pt modelId="{C670B272-2491-304F-907A-45FA7D2F67D3}" type="sibTrans" cxnId="{B4BE3740-9EAB-6047-A383-E9AB77F87638}">
      <dgm:prSet/>
      <dgm:spPr/>
      <dgm:t>
        <a:bodyPr/>
        <a:lstStyle/>
        <a:p>
          <a:endParaRPr lang="en-US"/>
        </a:p>
      </dgm:t>
    </dgm:pt>
    <dgm:pt modelId="{B12E7BE0-C081-D347-80C5-73C669A663FE}">
      <dgm:prSet/>
      <dgm:spPr/>
      <dgm:t>
        <a:bodyPr/>
        <a:lstStyle/>
        <a:p>
          <a:pPr>
            <a:lnSpc>
              <a:spcPct val="100000"/>
            </a:lnSpc>
          </a:pPr>
          <a:endParaRPr lang="en-US"/>
        </a:p>
        <a:p>
          <a:pPr>
            <a:lnSpc>
              <a:spcPct val="100000"/>
            </a:lnSpc>
          </a:pPr>
          <a:r>
            <a:rPr lang="en-US"/>
            <a:t>Spark's design emphasizes extensibility, enabling integration with various data sources, storage systems, and libraries</a:t>
          </a:r>
        </a:p>
      </dgm:t>
    </dgm:pt>
    <dgm:pt modelId="{F4C71B66-C377-6042-93A4-B71E5AB7C1E5}" type="parTrans" cxnId="{8DD92FF0-B798-254B-8DEC-BD743C462AEF}">
      <dgm:prSet/>
      <dgm:spPr/>
      <dgm:t>
        <a:bodyPr/>
        <a:lstStyle/>
        <a:p>
          <a:endParaRPr lang="en-US"/>
        </a:p>
      </dgm:t>
    </dgm:pt>
    <dgm:pt modelId="{81ED8F67-EEEA-7847-ADF6-E28694888E6F}" type="sibTrans" cxnId="{8DD92FF0-B798-254B-8DEC-BD743C462AEF}">
      <dgm:prSet/>
      <dgm:spPr/>
      <dgm:t>
        <a:bodyPr/>
        <a:lstStyle/>
        <a:p>
          <a:endParaRPr lang="en-US"/>
        </a:p>
      </dgm:t>
    </dgm:pt>
    <dgm:pt modelId="{6E1DD202-EF54-9D4A-B0FB-91D7BC7CA87A}">
      <dgm:prSet custT="1"/>
      <dgm:spPr/>
      <dgm:t>
        <a:bodyPr/>
        <a:lstStyle/>
        <a:p>
          <a:pPr>
            <a:lnSpc>
              <a:spcPct val="100000"/>
            </a:lnSpc>
            <a:defRPr b="1"/>
          </a:pPr>
          <a:r>
            <a:rPr lang="en-US" sz="2800"/>
            <a:t>Lazy Evaluation</a:t>
          </a:r>
        </a:p>
      </dgm:t>
    </dgm:pt>
    <dgm:pt modelId="{F60090A3-574D-8E42-855A-95E85147B862}" type="parTrans" cxnId="{18BCDC0C-9AB4-504C-9261-C0F57AB2074E}">
      <dgm:prSet/>
      <dgm:spPr/>
      <dgm:t>
        <a:bodyPr/>
        <a:lstStyle/>
        <a:p>
          <a:endParaRPr lang="en-US"/>
        </a:p>
      </dgm:t>
    </dgm:pt>
    <dgm:pt modelId="{5726FD89-C9F3-5B47-8B88-0046AC50452B}" type="sibTrans" cxnId="{18BCDC0C-9AB4-504C-9261-C0F57AB2074E}">
      <dgm:prSet/>
      <dgm:spPr/>
      <dgm:t>
        <a:bodyPr/>
        <a:lstStyle/>
        <a:p>
          <a:endParaRPr lang="en-US"/>
        </a:p>
      </dgm:t>
    </dgm:pt>
    <dgm:pt modelId="{BEBF6C2E-5ACA-8346-AAEB-3B2419AC46C6}">
      <dgm:prSet/>
      <dgm:spPr/>
      <dgm:t>
        <a:bodyPr/>
        <a:lstStyle/>
        <a:p>
          <a:pPr>
            <a:lnSpc>
              <a:spcPct val="100000"/>
            </a:lnSpc>
          </a:pPr>
          <a:endParaRPr lang="en-US"/>
        </a:p>
        <a:p>
          <a:pPr>
            <a:lnSpc>
              <a:spcPct val="100000"/>
            </a:lnSpc>
          </a:pPr>
          <a:r>
            <a:rPr lang="en-US"/>
            <a:t>Spark adopts a lazy evaluation strategy, postponing execution of data transformations until an output is required. This enhances optimization opportunities by allowing Spark to build an execution plan and then optimize it before initiating actual processing</a:t>
          </a:r>
        </a:p>
      </dgm:t>
    </dgm:pt>
    <dgm:pt modelId="{863B95A6-17A7-CE4F-951B-145710241FBE}" type="parTrans" cxnId="{BD2E2E78-79C8-F345-A5C6-EA788B4AF46F}">
      <dgm:prSet/>
      <dgm:spPr/>
      <dgm:t>
        <a:bodyPr/>
        <a:lstStyle/>
        <a:p>
          <a:endParaRPr lang="en-US"/>
        </a:p>
      </dgm:t>
    </dgm:pt>
    <dgm:pt modelId="{9E0ADF54-8D28-FA4D-943A-B39365FC26CE}" type="sibTrans" cxnId="{BD2E2E78-79C8-F345-A5C6-EA788B4AF46F}">
      <dgm:prSet/>
      <dgm:spPr/>
      <dgm:t>
        <a:bodyPr/>
        <a:lstStyle/>
        <a:p>
          <a:endParaRPr lang="en-US"/>
        </a:p>
      </dgm:t>
    </dgm:pt>
    <dgm:pt modelId="{DA14DB78-971D-423E-ABBC-4C0BFC9A4508}" type="pres">
      <dgm:prSet presAssocID="{F0D0BB63-F3DB-7A4D-9E9E-D3BCBD2E7EB3}" presName="root" presStyleCnt="0">
        <dgm:presLayoutVars>
          <dgm:dir/>
          <dgm:resizeHandles val="exact"/>
        </dgm:presLayoutVars>
      </dgm:prSet>
      <dgm:spPr/>
    </dgm:pt>
    <dgm:pt modelId="{D1EA3809-354C-42AA-B040-8B295724B5DA}" type="pres">
      <dgm:prSet presAssocID="{A38895C2-01F9-6245-91B5-24143C38A9C7}" presName="compNode" presStyleCnt="0"/>
      <dgm:spPr/>
    </dgm:pt>
    <dgm:pt modelId="{9AD6AE34-E008-4F80-8A65-14EF5C53FC2D}" type="pres">
      <dgm:prSet presAssocID="{A38895C2-01F9-6245-91B5-24143C38A9C7}" presName="iconRect" presStyleLbl="node1" presStyleIdx="0" presStyleCnt="5" custFlipHor="1" custScaleX="9200" custScaleY="4313" custLinFactY="-100000" custLinFactNeighborY="-190106"/>
      <dgm:spPr>
        <a:blipFill dpi="0" rotWithShape="1">
          <a:blip xmlns:r="http://schemas.openxmlformats.org/officeDocument/2006/relationships" r:embed="rId1">
            <a:alphaModFix amt="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Bug under Magnifying Glass"/>
        </a:ext>
      </dgm:extLst>
    </dgm:pt>
    <dgm:pt modelId="{89D15706-1ACF-4311-A552-57407E4CF56A}" type="pres">
      <dgm:prSet presAssocID="{A38895C2-01F9-6245-91B5-24143C38A9C7}" presName="iconSpace" presStyleCnt="0"/>
      <dgm:spPr/>
    </dgm:pt>
    <dgm:pt modelId="{A3F5AACB-4941-4375-9257-3C08269C058D}" type="pres">
      <dgm:prSet presAssocID="{A38895C2-01F9-6245-91B5-24143C38A9C7}" presName="parTx" presStyleLbl="revTx" presStyleIdx="0" presStyleCnt="10">
        <dgm:presLayoutVars>
          <dgm:chMax val="0"/>
          <dgm:chPref val="0"/>
        </dgm:presLayoutVars>
      </dgm:prSet>
      <dgm:spPr/>
    </dgm:pt>
    <dgm:pt modelId="{724F3C0A-F258-4B19-BFF0-3970C1C1C86F}" type="pres">
      <dgm:prSet presAssocID="{A38895C2-01F9-6245-91B5-24143C38A9C7}" presName="txSpace" presStyleCnt="0"/>
      <dgm:spPr/>
    </dgm:pt>
    <dgm:pt modelId="{FE93FDF4-82DA-45FA-9A1E-C612D39D3B6A}" type="pres">
      <dgm:prSet presAssocID="{A38895C2-01F9-6245-91B5-24143C38A9C7}" presName="desTx" presStyleLbl="revTx" presStyleIdx="1" presStyleCnt="10">
        <dgm:presLayoutVars/>
      </dgm:prSet>
      <dgm:spPr/>
    </dgm:pt>
    <dgm:pt modelId="{E498811C-808C-435A-95EB-9D224CF52F01}" type="pres">
      <dgm:prSet presAssocID="{705E8EE7-BF08-CB4D-BD5C-3C2188954C5C}" presName="sibTrans" presStyleCnt="0"/>
      <dgm:spPr/>
    </dgm:pt>
    <dgm:pt modelId="{2B41B087-CEC8-5B48-B17A-9CDC319AD40E}" type="pres">
      <dgm:prSet presAssocID="{35E3B3D5-00E2-2447-8E43-4DAECF3781BE}" presName="compNode" presStyleCnt="0"/>
      <dgm:spPr/>
    </dgm:pt>
    <dgm:pt modelId="{68BBE7D1-E119-CD4E-BBED-83A938681E44}" type="pres">
      <dgm:prSet presAssocID="{35E3B3D5-00E2-2447-8E43-4DAECF3781BE}" presName="iconRect" presStyleLbl="node1" presStyleIdx="1" presStyleCnt="5"/>
      <dgm:spPr/>
    </dgm:pt>
    <dgm:pt modelId="{DDB75A43-DE7B-E848-AF19-106B364847AE}" type="pres">
      <dgm:prSet presAssocID="{35E3B3D5-00E2-2447-8E43-4DAECF3781BE}" presName="iconSpace" presStyleCnt="0"/>
      <dgm:spPr/>
    </dgm:pt>
    <dgm:pt modelId="{26A174A8-C1B0-FD43-9DFA-157180E5150D}" type="pres">
      <dgm:prSet presAssocID="{35E3B3D5-00E2-2447-8E43-4DAECF3781BE}" presName="parTx" presStyleLbl="revTx" presStyleIdx="2" presStyleCnt="10">
        <dgm:presLayoutVars>
          <dgm:chMax val="0"/>
          <dgm:chPref val="0"/>
        </dgm:presLayoutVars>
      </dgm:prSet>
      <dgm:spPr/>
    </dgm:pt>
    <dgm:pt modelId="{784F8F42-D022-2046-BBAD-BF5F8EF2648D}" type="pres">
      <dgm:prSet presAssocID="{35E3B3D5-00E2-2447-8E43-4DAECF3781BE}" presName="txSpace" presStyleCnt="0"/>
      <dgm:spPr/>
    </dgm:pt>
    <dgm:pt modelId="{031794DF-E8B8-4845-9063-674B5AD5386B}" type="pres">
      <dgm:prSet presAssocID="{35E3B3D5-00E2-2447-8E43-4DAECF3781BE}" presName="desTx" presStyleLbl="revTx" presStyleIdx="3" presStyleCnt="10">
        <dgm:presLayoutVars/>
      </dgm:prSet>
      <dgm:spPr/>
    </dgm:pt>
    <dgm:pt modelId="{C2772217-0CB4-8F44-8A27-5C10D40E9514}" type="pres">
      <dgm:prSet presAssocID="{4C6C215C-27FC-ED49-A1FC-8266F33B3FB6}" presName="sibTrans" presStyleCnt="0"/>
      <dgm:spPr/>
    </dgm:pt>
    <dgm:pt modelId="{741B3B1F-65F4-5847-B566-1635092E94F3}" type="pres">
      <dgm:prSet presAssocID="{9F727A73-15F8-BD44-B066-015E4CFD5D69}" presName="compNode" presStyleCnt="0"/>
      <dgm:spPr/>
    </dgm:pt>
    <dgm:pt modelId="{686B6F18-1C17-1740-9150-8B186E4D13B0}" type="pres">
      <dgm:prSet presAssocID="{9F727A73-15F8-BD44-B066-015E4CFD5D69}" presName="iconRect" presStyleLbl="node1" presStyleIdx="2" presStyleCnt="5"/>
      <dgm:spPr/>
    </dgm:pt>
    <dgm:pt modelId="{C3DAE5CA-ED8B-5542-8325-86CDFCDC0464}" type="pres">
      <dgm:prSet presAssocID="{9F727A73-15F8-BD44-B066-015E4CFD5D69}" presName="iconSpace" presStyleCnt="0"/>
      <dgm:spPr/>
    </dgm:pt>
    <dgm:pt modelId="{B64F10E4-3A44-1540-929F-A3892BECF7DA}" type="pres">
      <dgm:prSet presAssocID="{9F727A73-15F8-BD44-B066-015E4CFD5D69}" presName="parTx" presStyleLbl="revTx" presStyleIdx="4" presStyleCnt="10">
        <dgm:presLayoutVars>
          <dgm:chMax val="0"/>
          <dgm:chPref val="0"/>
        </dgm:presLayoutVars>
      </dgm:prSet>
      <dgm:spPr/>
    </dgm:pt>
    <dgm:pt modelId="{BFA94F6C-E165-A541-9521-AD4615058574}" type="pres">
      <dgm:prSet presAssocID="{9F727A73-15F8-BD44-B066-015E4CFD5D69}" presName="txSpace" presStyleCnt="0"/>
      <dgm:spPr/>
    </dgm:pt>
    <dgm:pt modelId="{33DCB3DB-0A44-7747-9ED7-EB5AE89F0279}" type="pres">
      <dgm:prSet presAssocID="{9F727A73-15F8-BD44-B066-015E4CFD5D69}" presName="desTx" presStyleLbl="revTx" presStyleIdx="5" presStyleCnt="10">
        <dgm:presLayoutVars/>
      </dgm:prSet>
      <dgm:spPr/>
    </dgm:pt>
    <dgm:pt modelId="{F40139E3-60A3-0B4C-B1A5-D8B08F23A20C}" type="pres">
      <dgm:prSet presAssocID="{F0193778-79E3-A34C-8936-9E5374D72D3A}" presName="sibTrans" presStyleCnt="0"/>
      <dgm:spPr/>
    </dgm:pt>
    <dgm:pt modelId="{1CE7EEB5-BDDF-AE46-838F-5104A50AAFCA}" type="pres">
      <dgm:prSet presAssocID="{6CFD9FCE-75D3-D34F-873D-3EFCD595D258}" presName="compNode" presStyleCnt="0"/>
      <dgm:spPr/>
    </dgm:pt>
    <dgm:pt modelId="{F77E5328-83E1-9340-97B2-28FA4BD913B3}" type="pres">
      <dgm:prSet presAssocID="{6CFD9FCE-75D3-D34F-873D-3EFCD595D258}" presName="iconRect" presStyleLbl="node1" presStyleIdx="3" presStyleCnt="5"/>
      <dgm:spPr/>
    </dgm:pt>
    <dgm:pt modelId="{A5EDB899-F92B-3C48-98E6-B2036BE8A85A}" type="pres">
      <dgm:prSet presAssocID="{6CFD9FCE-75D3-D34F-873D-3EFCD595D258}" presName="iconSpace" presStyleCnt="0"/>
      <dgm:spPr/>
    </dgm:pt>
    <dgm:pt modelId="{A94C9106-EAF8-F546-9E57-EDBE19556DB1}" type="pres">
      <dgm:prSet presAssocID="{6CFD9FCE-75D3-D34F-873D-3EFCD595D258}" presName="parTx" presStyleLbl="revTx" presStyleIdx="6" presStyleCnt="10">
        <dgm:presLayoutVars>
          <dgm:chMax val="0"/>
          <dgm:chPref val="0"/>
        </dgm:presLayoutVars>
      </dgm:prSet>
      <dgm:spPr/>
    </dgm:pt>
    <dgm:pt modelId="{95EC8A75-FFF9-D74D-AE8B-C1D0AE3FD5E1}" type="pres">
      <dgm:prSet presAssocID="{6CFD9FCE-75D3-D34F-873D-3EFCD595D258}" presName="txSpace" presStyleCnt="0"/>
      <dgm:spPr/>
    </dgm:pt>
    <dgm:pt modelId="{B9EBFA93-8355-A143-A536-63B3D08F6028}" type="pres">
      <dgm:prSet presAssocID="{6CFD9FCE-75D3-D34F-873D-3EFCD595D258}" presName="desTx" presStyleLbl="revTx" presStyleIdx="7" presStyleCnt="10">
        <dgm:presLayoutVars/>
      </dgm:prSet>
      <dgm:spPr/>
    </dgm:pt>
    <dgm:pt modelId="{61FDDC13-E118-BD4C-95FC-C71C49443B40}" type="pres">
      <dgm:prSet presAssocID="{C670B272-2491-304F-907A-45FA7D2F67D3}" presName="sibTrans" presStyleCnt="0"/>
      <dgm:spPr/>
    </dgm:pt>
    <dgm:pt modelId="{0FA254BD-6587-AD41-AB43-3EC4F30CFCCC}" type="pres">
      <dgm:prSet presAssocID="{6E1DD202-EF54-9D4A-B0FB-91D7BC7CA87A}" presName="compNode" presStyleCnt="0"/>
      <dgm:spPr/>
    </dgm:pt>
    <dgm:pt modelId="{6F783506-1EF4-4347-92A4-2CDEDAEF742F}" type="pres">
      <dgm:prSet presAssocID="{6E1DD202-EF54-9D4A-B0FB-91D7BC7CA87A}" presName="iconRect" presStyleLbl="node1" presStyleIdx="4" presStyleCnt="5"/>
      <dgm:spPr/>
    </dgm:pt>
    <dgm:pt modelId="{804990B0-4E88-624B-AFDD-DD9635A3C803}" type="pres">
      <dgm:prSet presAssocID="{6E1DD202-EF54-9D4A-B0FB-91D7BC7CA87A}" presName="iconSpace" presStyleCnt="0"/>
      <dgm:spPr/>
    </dgm:pt>
    <dgm:pt modelId="{003BB64F-8D4B-5A48-A7D9-4DFC465A0530}" type="pres">
      <dgm:prSet presAssocID="{6E1DD202-EF54-9D4A-B0FB-91D7BC7CA87A}" presName="parTx" presStyleLbl="revTx" presStyleIdx="8" presStyleCnt="10">
        <dgm:presLayoutVars>
          <dgm:chMax val="0"/>
          <dgm:chPref val="0"/>
        </dgm:presLayoutVars>
      </dgm:prSet>
      <dgm:spPr/>
    </dgm:pt>
    <dgm:pt modelId="{53C7563A-A58D-7749-A19E-40DB2C15E504}" type="pres">
      <dgm:prSet presAssocID="{6E1DD202-EF54-9D4A-B0FB-91D7BC7CA87A}" presName="txSpace" presStyleCnt="0"/>
      <dgm:spPr/>
    </dgm:pt>
    <dgm:pt modelId="{A0162FD4-BF40-1145-9311-8D9C974E122F}" type="pres">
      <dgm:prSet presAssocID="{6E1DD202-EF54-9D4A-B0FB-91D7BC7CA87A}" presName="desTx" presStyleLbl="revTx" presStyleIdx="9" presStyleCnt="10">
        <dgm:presLayoutVars/>
      </dgm:prSet>
      <dgm:spPr/>
    </dgm:pt>
  </dgm:ptLst>
  <dgm:cxnLst>
    <dgm:cxn modelId="{18BCDC0C-9AB4-504C-9261-C0F57AB2074E}" srcId="{F0D0BB63-F3DB-7A4D-9E9E-D3BCBD2E7EB3}" destId="{6E1DD202-EF54-9D4A-B0FB-91D7BC7CA87A}" srcOrd="4" destOrd="0" parTransId="{F60090A3-574D-8E42-855A-95E85147B862}" sibTransId="{5726FD89-C9F3-5B47-8B88-0046AC50452B}"/>
    <dgm:cxn modelId="{FFF3132E-7648-7A49-9F3A-1E596DD305B9}" type="presOf" srcId="{61F4C12C-7297-4D42-A37F-5FED7602C483}" destId="{33DCB3DB-0A44-7747-9ED7-EB5AE89F0279}" srcOrd="0" destOrd="0" presId="urn:microsoft.com/office/officeart/2018/5/layout/CenteredIconLabelDescriptionList"/>
    <dgm:cxn modelId="{4DA9B639-608A-DD4A-B026-F42D4B114CD3}" type="presOf" srcId="{5A2D28E4-C56B-4941-837A-39AF886211EC}" destId="{031794DF-E8B8-4845-9063-674B5AD5386B}" srcOrd="0" destOrd="0" presId="urn:microsoft.com/office/officeart/2018/5/layout/CenteredIconLabelDescriptionList"/>
    <dgm:cxn modelId="{B4BE3740-9EAB-6047-A383-E9AB77F87638}" srcId="{F0D0BB63-F3DB-7A4D-9E9E-D3BCBD2E7EB3}" destId="{6CFD9FCE-75D3-D34F-873D-3EFCD595D258}" srcOrd="3" destOrd="0" parTransId="{DE9A5D20-A46C-8D4B-8C5D-4EF3932E9CB0}" sibTransId="{C670B272-2491-304F-907A-45FA7D2F67D3}"/>
    <dgm:cxn modelId="{43A92D5C-5D55-D14D-B951-298D7A78482C}" type="presOf" srcId="{6E1DD202-EF54-9D4A-B0FB-91D7BC7CA87A}" destId="{003BB64F-8D4B-5A48-A7D9-4DFC465A0530}" srcOrd="0" destOrd="0" presId="urn:microsoft.com/office/officeart/2018/5/layout/CenteredIconLabelDescriptionList"/>
    <dgm:cxn modelId="{A223745C-024B-4BB6-8489-B64E0CE9C5B3}" type="presOf" srcId="{A38895C2-01F9-6245-91B5-24143C38A9C7}" destId="{A3F5AACB-4941-4375-9257-3C08269C058D}" srcOrd="0" destOrd="0" presId="urn:microsoft.com/office/officeart/2018/5/layout/CenteredIconLabelDescriptionList"/>
    <dgm:cxn modelId="{D3B5A944-F001-C443-B5F2-2B9F33291B32}" srcId="{F0D0BB63-F3DB-7A4D-9E9E-D3BCBD2E7EB3}" destId="{A38895C2-01F9-6245-91B5-24143C38A9C7}" srcOrd="0" destOrd="0" parTransId="{4E7FF56D-46AD-054E-9A98-96B3BA155886}" sibTransId="{705E8EE7-BF08-CB4D-BD5C-3C2188954C5C}"/>
    <dgm:cxn modelId="{BD2E2E78-79C8-F345-A5C6-EA788B4AF46F}" srcId="{6E1DD202-EF54-9D4A-B0FB-91D7BC7CA87A}" destId="{BEBF6C2E-5ACA-8346-AAEB-3B2419AC46C6}" srcOrd="0" destOrd="0" parTransId="{863B95A6-17A7-CE4F-951B-145710241FBE}" sibTransId="{9E0ADF54-8D28-FA4D-943A-B39365FC26CE}"/>
    <dgm:cxn modelId="{C8FB6C78-22D5-BD4A-B3C8-B858C09EE503}" type="presOf" srcId="{35E3B3D5-00E2-2447-8E43-4DAECF3781BE}" destId="{26A174A8-C1B0-FD43-9DFA-157180E5150D}" srcOrd="0" destOrd="0" presId="urn:microsoft.com/office/officeart/2018/5/layout/CenteredIconLabelDescriptionList"/>
    <dgm:cxn modelId="{63D5C358-F98A-492D-8528-12CA4FC1EACC}" type="presOf" srcId="{F0D0BB63-F3DB-7A4D-9E9E-D3BCBD2E7EB3}" destId="{DA14DB78-971D-423E-ABBC-4C0BFC9A4508}" srcOrd="0" destOrd="0" presId="urn:microsoft.com/office/officeart/2018/5/layout/CenteredIconLabelDescriptionList"/>
    <dgm:cxn modelId="{DED1707F-A9C0-BD40-841E-85BAE665A561}" srcId="{9F727A73-15F8-BD44-B066-015E4CFD5D69}" destId="{61F4C12C-7297-4D42-A37F-5FED7602C483}" srcOrd="0" destOrd="0" parTransId="{4F1F1E62-A342-0941-80F5-F9DA767D2140}" sibTransId="{0673D524-98EF-5B4E-B4E6-545FD3F6D4DD}"/>
    <dgm:cxn modelId="{5B8189AF-5566-CC46-AF80-A6B02872EFF3}" type="presOf" srcId="{B12E7BE0-C081-D347-80C5-73C669A663FE}" destId="{B9EBFA93-8355-A143-A536-63B3D08F6028}" srcOrd="0" destOrd="0" presId="urn:microsoft.com/office/officeart/2018/5/layout/CenteredIconLabelDescriptionList"/>
    <dgm:cxn modelId="{E8DE6EB1-1653-CA46-9FB8-FDD2D1BEABF6}" srcId="{F0D0BB63-F3DB-7A4D-9E9E-D3BCBD2E7EB3}" destId="{9F727A73-15F8-BD44-B066-015E4CFD5D69}" srcOrd="2" destOrd="0" parTransId="{C68CAAA8-0AD4-7E49-B71A-E94B587FCB74}" sibTransId="{F0193778-79E3-A34C-8936-9E5374D72D3A}"/>
    <dgm:cxn modelId="{A69100BF-DF9D-A742-AB97-1A23A9D13DAD}" srcId="{F0D0BB63-F3DB-7A4D-9E9E-D3BCBD2E7EB3}" destId="{35E3B3D5-00E2-2447-8E43-4DAECF3781BE}" srcOrd="1" destOrd="0" parTransId="{69A38249-D7DF-734D-86C1-3BF75EDD06E4}" sibTransId="{4C6C215C-27FC-ED49-A1FC-8266F33B3FB6}"/>
    <dgm:cxn modelId="{4B5FCEBF-9EE6-8A45-AB5D-A1A6194E7CC3}" type="presOf" srcId="{6CFD9FCE-75D3-D34F-873D-3EFCD595D258}" destId="{A94C9106-EAF8-F546-9E57-EDBE19556DB1}" srcOrd="0" destOrd="0" presId="urn:microsoft.com/office/officeart/2018/5/layout/CenteredIconLabelDescriptionList"/>
    <dgm:cxn modelId="{ACE7FDC1-CE95-7442-9C56-716D6E0984FC}" srcId="{35E3B3D5-00E2-2447-8E43-4DAECF3781BE}" destId="{5A2D28E4-C56B-4941-837A-39AF886211EC}" srcOrd="0" destOrd="0" parTransId="{F4A7CCB1-8EC7-9444-B74C-8DCB1AB160A3}" sibTransId="{D94EDD35-D38E-6043-8F85-B6CBAD9C8346}"/>
    <dgm:cxn modelId="{772AE9DA-7472-0F4D-8F34-6A7B6447DA43}" type="presOf" srcId="{BEBF6C2E-5ACA-8346-AAEB-3B2419AC46C6}" destId="{A0162FD4-BF40-1145-9311-8D9C974E122F}" srcOrd="0" destOrd="0" presId="urn:microsoft.com/office/officeart/2018/5/layout/CenteredIconLabelDescriptionList"/>
    <dgm:cxn modelId="{E095CFE3-1A66-284E-95F2-461F58260EEB}" type="presOf" srcId="{E8707619-2B1F-F344-84A1-9FAC0E7397EF}" destId="{FE93FDF4-82DA-45FA-9A1E-C612D39D3B6A}" srcOrd="0" destOrd="0" presId="urn:microsoft.com/office/officeart/2018/5/layout/CenteredIconLabelDescriptionList"/>
    <dgm:cxn modelId="{BED7DDEA-41C4-6A44-8229-6EAF5FE37141}" type="presOf" srcId="{9F727A73-15F8-BD44-B066-015E4CFD5D69}" destId="{B64F10E4-3A44-1540-929F-A3892BECF7DA}" srcOrd="0" destOrd="0" presId="urn:microsoft.com/office/officeart/2018/5/layout/CenteredIconLabelDescriptionList"/>
    <dgm:cxn modelId="{8DD92FF0-B798-254B-8DEC-BD743C462AEF}" srcId="{6CFD9FCE-75D3-D34F-873D-3EFCD595D258}" destId="{B12E7BE0-C081-D347-80C5-73C669A663FE}" srcOrd="0" destOrd="0" parTransId="{F4C71B66-C377-6042-93A4-B71E5AB7C1E5}" sibTransId="{81ED8F67-EEEA-7847-ADF6-E28694888E6F}"/>
    <dgm:cxn modelId="{80D5BDF8-CB4B-7E4D-9FEC-0511CB814523}" srcId="{A38895C2-01F9-6245-91B5-24143C38A9C7}" destId="{E8707619-2B1F-F344-84A1-9FAC0E7397EF}" srcOrd="0" destOrd="0" parTransId="{F0B101C9-A772-0743-8FAF-7C34C629BD78}" sibTransId="{FCAD8E1F-D83A-A248-B383-9435073A0BC3}"/>
    <dgm:cxn modelId="{B5542B11-3024-4A82-8846-89E2189AA203}" type="presParOf" srcId="{DA14DB78-971D-423E-ABBC-4C0BFC9A4508}" destId="{D1EA3809-354C-42AA-B040-8B295724B5DA}" srcOrd="0" destOrd="0" presId="urn:microsoft.com/office/officeart/2018/5/layout/CenteredIconLabelDescriptionList"/>
    <dgm:cxn modelId="{D8751ED9-B8E9-40E0-9EAD-F9082BCEB719}" type="presParOf" srcId="{D1EA3809-354C-42AA-B040-8B295724B5DA}" destId="{9AD6AE34-E008-4F80-8A65-14EF5C53FC2D}" srcOrd="0" destOrd="0" presId="urn:microsoft.com/office/officeart/2018/5/layout/CenteredIconLabelDescriptionList"/>
    <dgm:cxn modelId="{396F3037-A9F6-4C68-8B8C-8D7A3C0893BD}" type="presParOf" srcId="{D1EA3809-354C-42AA-B040-8B295724B5DA}" destId="{89D15706-1ACF-4311-A552-57407E4CF56A}" srcOrd="1" destOrd="0" presId="urn:microsoft.com/office/officeart/2018/5/layout/CenteredIconLabelDescriptionList"/>
    <dgm:cxn modelId="{79DE9D17-58A0-43AB-82C8-E16ECD55F502}" type="presParOf" srcId="{D1EA3809-354C-42AA-B040-8B295724B5DA}" destId="{A3F5AACB-4941-4375-9257-3C08269C058D}" srcOrd="2" destOrd="0" presId="urn:microsoft.com/office/officeart/2018/5/layout/CenteredIconLabelDescriptionList"/>
    <dgm:cxn modelId="{9B50341E-FA5F-4E9C-B18E-D96D54ABF79A}" type="presParOf" srcId="{D1EA3809-354C-42AA-B040-8B295724B5DA}" destId="{724F3C0A-F258-4B19-BFF0-3970C1C1C86F}" srcOrd="3" destOrd="0" presId="urn:microsoft.com/office/officeart/2018/5/layout/CenteredIconLabelDescriptionList"/>
    <dgm:cxn modelId="{57AB5D18-33B5-480C-B20E-52B586E1F249}" type="presParOf" srcId="{D1EA3809-354C-42AA-B040-8B295724B5DA}" destId="{FE93FDF4-82DA-45FA-9A1E-C612D39D3B6A}" srcOrd="4" destOrd="0" presId="urn:microsoft.com/office/officeart/2018/5/layout/CenteredIconLabelDescriptionList"/>
    <dgm:cxn modelId="{C1216ACB-3135-4684-A1C5-A4D57FAD19DA}" type="presParOf" srcId="{DA14DB78-971D-423E-ABBC-4C0BFC9A4508}" destId="{E498811C-808C-435A-95EB-9D224CF52F01}" srcOrd="1" destOrd="0" presId="urn:microsoft.com/office/officeart/2018/5/layout/CenteredIconLabelDescriptionList"/>
    <dgm:cxn modelId="{993879F8-6F64-5D4D-8228-45A356DF7324}" type="presParOf" srcId="{DA14DB78-971D-423E-ABBC-4C0BFC9A4508}" destId="{2B41B087-CEC8-5B48-B17A-9CDC319AD40E}" srcOrd="2" destOrd="0" presId="urn:microsoft.com/office/officeart/2018/5/layout/CenteredIconLabelDescriptionList"/>
    <dgm:cxn modelId="{AEE7066C-E650-4345-825C-7DA1D3C40945}" type="presParOf" srcId="{2B41B087-CEC8-5B48-B17A-9CDC319AD40E}" destId="{68BBE7D1-E119-CD4E-BBED-83A938681E44}" srcOrd="0" destOrd="0" presId="urn:microsoft.com/office/officeart/2018/5/layout/CenteredIconLabelDescriptionList"/>
    <dgm:cxn modelId="{7410A6CE-140F-774B-BF38-285F40807CAB}" type="presParOf" srcId="{2B41B087-CEC8-5B48-B17A-9CDC319AD40E}" destId="{DDB75A43-DE7B-E848-AF19-106B364847AE}" srcOrd="1" destOrd="0" presId="urn:microsoft.com/office/officeart/2018/5/layout/CenteredIconLabelDescriptionList"/>
    <dgm:cxn modelId="{05D21EB2-0FEA-E94F-9945-4F77B9AAE015}" type="presParOf" srcId="{2B41B087-CEC8-5B48-B17A-9CDC319AD40E}" destId="{26A174A8-C1B0-FD43-9DFA-157180E5150D}" srcOrd="2" destOrd="0" presId="urn:microsoft.com/office/officeart/2018/5/layout/CenteredIconLabelDescriptionList"/>
    <dgm:cxn modelId="{39B9D5E6-22D9-684A-B4C9-3EAACECDB7B6}" type="presParOf" srcId="{2B41B087-CEC8-5B48-B17A-9CDC319AD40E}" destId="{784F8F42-D022-2046-BBAD-BF5F8EF2648D}" srcOrd="3" destOrd="0" presId="urn:microsoft.com/office/officeart/2018/5/layout/CenteredIconLabelDescriptionList"/>
    <dgm:cxn modelId="{5380761F-2491-EE4E-8960-2AA20F457579}" type="presParOf" srcId="{2B41B087-CEC8-5B48-B17A-9CDC319AD40E}" destId="{031794DF-E8B8-4845-9063-674B5AD5386B}" srcOrd="4" destOrd="0" presId="urn:microsoft.com/office/officeart/2018/5/layout/CenteredIconLabelDescriptionList"/>
    <dgm:cxn modelId="{41686F72-8D70-7A4E-964A-5E6A06187083}" type="presParOf" srcId="{DA14DB78-971D-423E-ABBC-4C0BFC9A4508}" destId="{C2772217-0CB4-8F44-8A27-5C10D40E9514}" srcOrd="3" destOrd="0" presId="urn:microsoft.com/office/officeart/2018/5/layout/CenteredIconLabelDescriptionList"/>
    <dgm:cxn modelId="{E7B484F3-5637-0F4E-9B71-83D42B9F1A94}" type="presParOf" srcId="{DA14DB78-971D-423E-ABBC-4C0BFC9A4508}" destId="{741B3B1F-65F4-5847-B566-1635092E94F3}" srcOrd="4" destOrd="0" presId="urn:microsoft.com/office/officeart/2018/5/layout/CenteredIconLabelDescriptionList"/>
    <dgm:cxn modelId="{404FB07B-72E5-F643-99F5-D2CEBBE10CAA}" type="presParOf" srcId="{741B3B1F-65F4-5847-B566-1635092E94F3}" destId="{686B6F18-1C17-1740-9150-8B186E4D13B0}" srcOrd="0" destOrd="0" presId="urn:microsoft.com/office/officeart/2018/5/layout/CenteredIconLabelDescriptionList"/>
    <dgm:cxn modelId="{7ECA49FA-6E04-1544-9649-7A67D8CED368}" type="presParOf" srcId="{741B3B1F-65F4-5847-B566-1635092E94F3}" destId="{C3DAE5CA-ED8B-5542-8325-86CDFCDC0464}" srcOrd="1" destOrd="0" presId="urn:microsoft.com/office/officeart/2018/5/layout/CenteredIconLabelDescriptionList"/>
    <dgm:cxn modelId="{9F824EEF-6D0D-8443-8648-843C46910FC0}" type="presParOf" srcId="{741B3B1F-65F4-5847-B566-1635092E94F3}" destId="{B64F10E4-3A44-1540-929F-A3892BECF7DA}" srcOrd="2" destOrd="0" presId="urn:microsoft.com/office/officeart/2018/5/layout/CenteredIconLabelDescriptionList"/>
    <dgm:cxn modelId="{8DF1DD18-7A27-7E47-B186-506E6239A716}" type="presParOf" srcId="{741B3B1F-65F4-5847-B566-1635092E94F3}" destId="{BFA94F6C-E165-A541-9521-AD4615058574}" srcOrd="3" destOrd="0" presId="urn:microsoft.com/office/officeart/2018/5/layout/CenteredIconLabelDescriptionList"/>
    <dgm:cxn modelId="{34FC272B-DA4D-1749-B17E-09CF5B3DBC9F}" type="presParOf" srcId="{741B3B1F-65F4-5847-B566-1635092E94F3}" destId="{33DCB3DB-0A44-7747-9ED7-EB5AE89F0279}" srcOrd="4" destOrd="0" presId="urn:microsoft.com/office/officeart/2018/5/layout/CenteredIconLabelDescriptionList"/>
    <dgm:cxn modelId="{AA6C8A35-057B-164D-BAC7-94DEDC3F3FFF}" type="presParOf" srcId="{DA14DB78-971D-423E-ABBC-4C0BFC9A4508}" destId="{F40139E3-60A3-0B4C-B1A5-D8B08F23A20C}" srcOrd="5" destOrd="0" presId="urn:microsoft.com/office/officeart/2018/5/layout/CenteredIconLabelDescriptionList"/>
    <dgm:cxn modelId="{192331D5-FE33-8841-86AD-33A4BEBE63B5}" type="presParOf" srcId="{DA14DB78-971D-423E-ABBC-4C0BFC9A4508}" destId="{1CE7EEB5-BDDF-AE46-838F-5104A50AAFCA}" srcOrd="6" destOrd="0" presId="urn:microsoft.com/office/officeart/2018/5/layout/CenteredIconLabelDescriptionList"/>
    <dgm:cxn modelId="{476B691B-88A1-D648-A40D-4041A02EEFCE}" type="presParOf" srcId="{1CE7EEB5-BDDF-AE46-838F-5104A50AAFCA}" destId="{F77E5328-83E1-9340-97B2-28FA4BD913B3}" srcOrd="0" destOrd="0" presId="urn:microsoft.com/office/officeart/2018/5/layout/CenteredIconLabelDescriptionList"/>
    <dgm:cxn modelId="{4B4CA53A-22C9-6445-8AC7-A5CB747984D9}" type="presParOf" srcId="{1CE7EEB5-BDDF-AE46-838F-5104A50AAFCA}" destId="{A5EDB899-F92B-3C48-98E6-B2036BE8A85A}" srcOrd="1" destOrd="0" presId="urn:microsoft.com/office/officeart/2018/5/layout/CenteredIconLabelDescriptionList"/>
    <dgm:cxn modelId="{1113D8E0-C299-D64A-B1EA-FBE5AD86724B}" type="presParOf" srcId="{1CE7EEB5-BDDF-AE46-838F-5104A50AAFCA}" destId="{A94C9106-EAF8-F546-9E57-EDBE19556DB1}" srcOrd="2" destOrd="0" presId="urn:microsoft.com/office/officeart/2018/5/layout/CenteredIconLabelDescriptionList"/>
    <dgm:cxn modelId="{0B0F50CD-BE9B-6A46-A997-4BF2F7AE2516}" type="presParOf" srcId="{1CE7EEB5-BDDF-AE46-838F-5104A50AAFCA}" destId="{95EC8A75-FFF9-D74D-AE8B-C1D0AE3FD5E1}" srcOrd="3" destOrd="0" presId="urn:microsoft.com/office/officeart/2018/5/layout/CenteredIconLabelDescriptionList"/>
    <dgm:cxn modelId="{F70E3416-AEBF-2D45-BC3D-A65985CB849E}" type="presParOf" srcId="{1CE7EEB5-BDDF-AE46-838F-5104A50AAFCA}" destId="{B9EBFA93-8355-A143-A536-63B3D08F6028}" srcOrd="4" destOrd="0" presId="urn:microsoft.com/office/officeart/2018/5/layout/CenteredIconLabelDescriptionList"/>
    <dgm:cxn modelId="{F0931C48-94F3-CF4F-9CFB-22EB1CC21134}" type="presParOf" srcId="{DA14DB78-971D-423E-ABBC-4C0BFC9A4508}" destId="{61FDDC13-E118-BD4C-95FC-C71C49443B40}" srcOrd="7" destOrd="0" presId="urn:microsoft.com/office/officeart/2018/5/layout/CenteredIconLabelDescriptionList"/>
    <dgm:cxn modelId="{5C5FE3C7-F18F-9942-97BF-E2D64B6A6DD6}" type="presParOf" srcId="{DA14DB78-971D-423E-ABBC-4C0BFC9A4508}" destId="{0FA254BD-6587-AD41-AB43-3EC4F30CFCCC}" srcOrd="8" destOrd="0" presId="urn:microsoft.com/office/officeart/2018/5/layout/CenteredIconLabelDescriptionList"/>
    <dgm:cxn modelId="{CF612A43-ACDC-C34F-A60F-1DB504891E41}" type="presParOf" srcId="{0FA254BD-6587-AD41-AB43-3EC4F30CFCCC}" destId="{6F783506-1EF4-4347-92A4-2CDEDAEF742F}" srcOrd="0" destOrd="0" presId="urn:microsoft.com/office/officeart/2018/5/layout/CenteredIconLabelDescriptionList"/>
    <dgm:cxn modelId="{0244E31A-FDA1-4C4A-872E-ED4A54BB517C}" type="presParOf" srcId="{0FA254BD-6587-AD41-AB43-3EC4F30CFCCC}" destId="{804990B0-4E88-624B-AFDD-DD9635A3C803}" srcOrd="1" destOrd="0" presId="urn:microsoft.com/office/officeart/2018/5/layout/CenteredIconLabelDescriptionList"/>
    <dgm:cxn modelId="{A482185E-E1A5-BF4C-8A0A-037464FFC1F5}" type="presParOf" srcId="{0FA254BD-6587-AD41-AB43-3EC4F30CFCCC}" destId="{003BB64F-8D4B-5A48-A7D9-4DFC465A0530}" srcOrd="2" destOrd="0" presId="urn:microsoft.com/office/officeart/2018/5/layout/CenteredIconLabelDescriptionList"/>
    <dgm:cxn modelId="{BC1D1535-E4E2-F742-94FC-7066C24B4DE7}" type="presParOf" srcId="{0FA254BD-6587-AD41-AB43-3EC4F30CFCCC}" destId="{53C7563A-A58D-7749-A19E-40DB2C15E504}" srcOrd="3" destOrd="0" presId="urn:microsoft.com/office/officeart/2018/5/layout/CenteredIconLabelDescriptionList"/>
    <dgm:cxn modelId="{2B86B3E7-A420-0C4F-AF41-C97AE57AC27C}" type="presParOf" srcId="{0FA254BD-6587-AD41-AB43-3EC4F30CFCCC}" destId="{A0162FD4-BF40-1145-9311-8D9C974E122F}" srcOrd="4" destOrd="0" presId="urn:microsoft.com/office/officeart/2018/5/layout/CenteredIconLabelDescriptionLis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D6AE34-E008-4F80-8A65-14EF5C53FC2D}">
      <dsp:nvSpPr>
        <dsp:cNvPr id="0" name=""/>
        <dsp:cNvSpPr/>
      </dsp:nvSpPr>
      <dsp:spPr>
        <a:xfrm flipH="1">
          <a:off x="1370835" y="901687"/>
          <a:ext cx="8098" cy="1779"/>
        </a:xfrm>
        <a:prstGeom prst="rect">
          <a:avLst/>
        </a:prstGeom>
        <a:blipFill dpi="0" rotWithShape="1">
          <a:blip xmlns:r="http://schemas.openxmlformats.org/officeDocument/2006/relationships" r:embed="rId1">
            <a:alphaModFix amt="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25400" cap="flat" cmpd="dbl" algn="ctr">
          <a:noFill/>
          <a:prstDash val="solid"/>
        </a:ln>
        <a:effectLst/>
      </dsp:spPr>
      <dsp:style>
        <a:lnRef idx="2">
          <a:scrgbClr r="0" g="0" b="0"/>
        </a:lnRef>
        <a:fillRef idx="1">
          <a:scrgbClr r="0" g="0" b="0"/>
        </a:fillRef>
        <a:effectRef idx="0">
          <a:scrgbClr r="0" g="0" b="0"/>
        </a:effectRef>
        <a:fontRef idx="minor">
          <a:schemeClr val="lt1"/>
        </a:fontRef>
      </dsp:style>
    </dsp:sp>
    <dsp:sp modelId="{A3F5AACB-4941-4375-9257-3C08269C058D}">
      <dsp:nvSpPr>
        <dsp:cNvPr id="0" name=""/>
        <dsp:cNvSpPr/>
      </dsp:nvSpPr>
      <dsp:spPr>
        <a:xfrm>
          <a:off x="8009" y="1324582"/>
          <a:ext cx="2733750" cy="807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kern="1200"/>
            <a:t>In-memory computing</a:t>
          </a:r>
          <a:endParaRPr lang="en-US" sz="2800" kern="1200">
            <a:latin typeface="+mn-lt"/>
          </a:endParaRPr>
        </a:p>
      </dsp:txBody>
      <dsp:txXfrm>
        <a:off x="8009" y="1324582"/>
        <a:ext cx="2733750" cy="807310"/>
      </dsp:txXfrm>
    </dsp:sp>
    <dsp:sp modelId="{FE93FDF4-82DA-45FA-9A1E-C612D39D3B6A}">
      <dsp:nvSpPr>
        <dsp:cNvPr id="0" name=""/>
        <dsp:cNvSpPr/>
      </dsp:nvSpPr>
      <dsp:spPr>
        <a:xfrm>
          <a:off x="8009" y="2262893"/>
          <a:ext cx="2733750" cy="43710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endParaRPr lang="en-US" sz="2000" kern="1200"/>
        </a:p>
        <a:p>
          <a:pPr marL="0" lvl="0" indent="0" algn="ctr" defTabSz="889000">
            <a:lnSpc>
              <a:spcPct val="100000"/>
            </a:lnSpc>
            <a:spcBef>
              <a:spcPct val="0"/>
            </a:spcBef>
            <a:spcAft>
              <a:spcPct val="35000"/>
            </a:spcAft>
            <a:buNone/>
          </a:pPr>
          <a:r>
            <a:rPr lang="en-US" sz="2000" kern="1200"/>
            <a:t>Spark leverages in-memory data structures and caches, dramatically boosting processing speed compared to traditional disk-based data processing approaches like Hadoop. This empowers real-time analytics and interactive data exploration, ideal for time-sensitive applications.</a:t>
          </a:r>
        </a:p>
      </dsp:txBody>
      <dsp:txXfrm>
        <a:off x="8009" y="2262893"/>
        <a:ext cx="2733750" cy="4371065"/>
      </dsp:txXfrm>
    </dsp:sp>
    <dsp:sp modelId="{68BBE7D1-E119-CD4E-BBED-83A938681E44}">
      <dsp:nvSpPr>
        <dsp:cNvPr id="0" name=""/>
        <dsp:cNvSpPr/>
      </dsp:nvSpPr>
      <dsp:spPr>
        <a:xfrm>
          <a:off x="4543027" y="1011534"/>
          <a:ext cx="88026" cy="41267"/>
        </a:xfrm>
        <a:prstGeom prst="rect">
          <a:avLst/>
        </a:prstGeom>
        <a:solidFill>
          <a:schemeClr val="accent1">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6A174A8-C1B0-FD43-9DFA-157180E5150D}">
      <dsp:nvSpPr>
        <dsp:cNvPr id="0" name=""/>
        <dsp:cNvSpPr/>
      </dsp:nvSpPr>
      <dsp:spPr>
        <a:xfrm>
          <a:off x="3220165" y="1334454"/>
          <a:ext cx="2733750" cy="807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kern="1200"/>
            <a:t>Unified Platform</a:t>
          </a:r>
        </a:p>
      </dsp:txBody>
      <dsp:txXfrm>
        <a:off x="3220165" y="1334454"/>
        <a:ext cx="2733750" cy="807310"/>
      </dsp:txXfrm>
    </dsp:sp>
    <dsp:sp modelId="{031794DF-E8B8-4845-9063-674B5AD5386B}">
      <dsp:nvSpPr>
        <dsp:cNvPr id="0" name=""/>
        <dsp:cNvSpPr/>
      </dsp:nvSpPr>
      <dsp:spPr>
        <a:xfrm>
          <a:off x="3220165" y="2272765"/>
          <a:ext cx="2733750" cy="43710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endParaRPr lang="en-US" sz="2000" kern="1200"/>
        </a:p>
        <a:p>
          <a:pPr marL="0" lvl="0" indent="0" algn="ctr" defTabSz="889000">
            <a:lnSpc>
              <a:spcPct val="100000"/>
            </a:lnSpc>
            <a:spcBef>
              <a:spcPct val="0"/>
            </a:spcBef>
            <a:spcAft>
              <a:spcPct val="35000"/>
            </a:spcAft>
            <a:buNone/>
          </a:pPr>
          <a:r>
            <a:rPr lang="en-US" sz="2000" kern="1200"/>
            <a:t>Spark provides a single framework for diverse data workloads, encompassing batch processing, streaming analysis, machine learning, and graph algorithms. This eliminates the need for separate tools and simplifies data processing pipelines, enhancing workflow efficiency.</a:t>
          </a:r>
        </a:p>
      </dsp:txBody>
      <dsp:txXfrm>
        <a:off x="3220165" y="2272765"/>
        <a:ext cx="2733750" cy="4371065"/>
      </dsp:txXfrm>
    </dsp:sp>
    <dsp:sp modelId="{686B6F18-1C17-1740-9150-8B186E4D13B0}">
      <dsp:nvSpPr>
        <dsp:cNvPr id="0" name=""/>
        <dsp:cNvSpPr/>
      </dsp:nvSpPr>
      <dsp:spPr>
        <a:xfrm>
          <a:off x="7755183" y="1011534"/>
          <a:ext cx="88026" cy="41267"/>
        </a:xfrm>
        <a:prstGeom prst="rect">
          <a:avLst/>
        </a:prstGeom>
        <a:solidFill>
          <a:schemeClr val="accent1">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64F10E4-3A44-1540-929F-A3892BECF7DA}">
      <dsp:nvSpPr>
        <dsp:cNvPr id="0" name=""/>
        <dsp:cNvSpPr/>
      </dsp:nvSpPr>
      <dsp:spPr>
        <a:xfrm>
          <a:off x="6432322" y="1334454"/>
          <a:ext cx="2733750" cy="807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kern="1200"/>
            <a:t>Ease of Use </a:t>
          </a:r>
        </a:p>
      </dsp:txBody>
      <dsp:txXfrm>
        <a:off x="6432322" y="1334454"/>
        <a:ext cx="2733750" cy="807310"/>
      </dsp:txXfrm>
    </dsp:sp>
    <dsp:sp modelId="{33DCB3DB-0A44-7747-9ED7-EB5AE89F0279}">
      <dsp:nvSpPr>
        <dsp:cNvPr id="0" name=""/>
        <dsp:cNvSpPr/>
      </dsp:nvSpPr>
      <dsp:spPr>
        <a:xfrm>
          <a:off x="6432322" y="2272765"/>
          <a:ext cx="2733750" cy="43710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endParaRPr lang="en-US" sz="2000" kern="1200"/>
        </a:p>
        <a:p>
          <a:pPr marL="0" lvl="0" indent="0" algn="ctr" defTabSz="889000">
            <a:lnSpc>
              <a:spcPct val="100000"/>
            </a:lnSpc>
            <a:spcBef>
              <a:spcPct val="0"/>
            </a:spcBef>
            <a:spcAft>
              <a:spcPct val="35000"/>
            </a:spcAft>
            <a:buNone/>
          </a:pPr>
          <a:r>
            <a:rPr lang="en-US" sz="2000" kern="1200"/>
            <a:t>Spark boasts a rich library of pre-built functions and algorithms as readily available building blocks for constructing complex data processing pipelines. This modular approach minimizes the need for manual coding and debugging, compared to Hadoop's more code-intensive environment</a:t>
          </a:r>
        </a:p>
      </dsp:txBody>
      <dsp:txXfrm>
        <a:off x="6432322" y="2272765"/>
        <a:ext cx="2733750" cy="4371065"/>
      </dsp:txXfrm>
    </dsp:sp>
    <dsp:sp modelId="{F77E5328-83E1-9340-97B2-28FA4BD913B3}">
      <dsp:nvSpPr>
        <dsp:cNvPr id="0" name=""/>
        <dsp:cNvSpPr/>
      </dsp:nvSpPr>
      <dsp:spPr>
        <a:xfrm>
          <a:off x="10967339" y="1011534"/>
          <a:ext cx="88026" cy="41267"/>
        </a:xfrm>
        <a:prstGeom prst="rect">
          <a:avLst/>
        </a:prstGeom>
        <a:solidFill>
          <a:schemeClr val="accent1">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94C9106-EAF8-F546-9E57-EDBE19556DB1}">
      <dsp:nvSpPr>
        <dsp:cNvPr id="0" name=""/>
        <dsp:cNvSpPr/>
      </dsp:nvSpPr>
      <dsp:spPr>
        <a:xfrm>
          <a:off x="9644478" y="1334454"/>
          <a:ext cx="2733750" cy="807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kern="1200"/>
            <a:t>Extensibility and Integration</a:t>
          </a:r>
        </a:p>
      </dsp:txBody>
      <dsp:txXfrm>
        <a:off x="9644478" y="1334454"/>
        <a:ext cx="2733750" cy="807310"/>
      </dsp:txXfrm>
    </dsp:sp>
    <dsp:sp modelId="{B9EBFA93-8355-A143-A536-63B3D08F6028}">
      <dsp:nvSpPr>
        <dsp:cNvPr id="0" name=""/>
        <dsp:cNvSpPr/>
      </dsp:nvSpPr>
      <dsp:spPr>
        <a:xfrm>
          <a:off x="9644478" y="2272765"/>
          <a:ext cx="2733750" cy="43710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pPr>
          <a:endParaRPr lang="en-US" sz="2100" kern="1200"/>
        </a:p>
        <a:p>
          <a:pPr marL="0" lvl="0" indent="0" algn="ctr" defTabSz="933450">
            <a:lnSpc>
              <a:spcPct val="100000"/>
            </a:lnSpc>
            <a:spcBef>
              <a:spcPct val="0"/>
            </a:spcBef>
            <a:spcAft>
              <a:spcPct val="35000"/>
            </a:spcAft>
            <a:buNone/>
          </a:pPr>
          <a:r>
            <a:rPr lang="en-US" sz="2100" kern="1200"/>
            <a:t>Spark's design emphasizes extensibility, enabling integration with various data sources, storage systems, and libraries</a:t>
          </a:r>
        </a:p>
      </dsp:txBody>
      <dsp:txXfrm>
        <a:off x="9644478" y="2272765"/>
        <a:ext cx="2733750" cy="4371065"/>
      </dsp:txXfrm>
    </dsp:sp>
    <dsp:sp modelId="{6F783506-1EF4-4347-92A4-2CDEDAEF742F}">
      <dsp:nvSpPr>
        <dsp:cNvPr id="0" name=""/>
        <dsp:cNvSpPr/>
      </dsp:nvSpPr>
      <dsp:spPr>
        <a:xfrm>
          <a:off x="14179496" y="1011534"/>
          <a:ext cx="88026" cy="41267"/>
        </a:xfrm>
        <a:prstGeom prst="rect">
          <a:avLst/>
        </a:prstGeom>
        <a:solidFill>
          <a:schemeClr val="accent1">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03BB64F-8D4B-5A48-A7D9-4DFC465A0530}">
      <dsp:nvSpPr>
        <dsp:cNvPr id="0" name=""/>
        <dsp:cNvSpPr/>
      </dsp:nvSpPr>
      <dsp:spPr>
        <a:xfrm>
          <a:off x="12856634" y="1334454"/>
          <a:ext cx="2733750" cy="807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kern="1200"/>
            <a:t>Lazy Evaluation</a:t>
          </a:r>
        </a:p>
      </dsp:txBody>
      <dsp:txXfrm>
        <a:off x="12856634" y="1334454"/>
        <a:ext cx="2733750" cy="807310"/>
      </dsp:txXfrm>
    </dsp:sp>
    <dsp:sp modelId="{A0162FD4-BF40-1145-9311-8D9C974E122F}">
      <dsp:nvSpPr>
        <dsp:cNvPr id="0" name=""/>
        <dsp:cNvSpPr/>
      </dsp:nvSpPr>
      <dsp:spPr>
        <a:xfrm>
          <a:off x="12856634" y="2272765"/>
          <a:ext cx="2733750" cy="43710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pPr>
          <a:endParaRPr lang="en-US" sz="2100" kern="1200"/>
        </a:p>
        <a:p>
          <a:pPr marL="0" lvl="0" indent="0" algn="ctr" defTabSz="933450">
            <a:lnSpc>
              <a:spcPct val="100000"/>
            </a:lnSpc>
            <a:spcBef>
              <a:spcPct val="0"/>
            </a:spcBef>
            <a:spcAft>
              <a:spcPct val="35000"/>
            </a:spcAft>
            <a:buNone/>
          </a:pPr>
          <a:r>
            <a:rPr lang="en-US" sz="2100" kern="1200"/>
            <a:t>Spark adopts a lazy evaluation strategy, postponing execution of data transformations until an output is required. This enhances optimization opportunities by allowing Spark to build an execution plan and then optimize it before initiating actual processing</a:t>
          </a:r>
        </a:p>
      </dsp:txBody>
      <dsp:txXfrm>
        <a:off x="12856634" y="2272765"/>
        <a:ext cx="2733750" cy="4371065"/>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D919ED-7EBC-0349-92FD-49744747E976}" type="datetimeFigureOut">
              <a:rPr lang="en-US" smtClean="0"/>
              <a:t>7/9/2024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71147B-6250-B74A-893B-83F308D48EF2}" type="slidenum">
              <a:rPr lang="en-US" smtClean="0"/>
              <a:t>‹#›</a:t>
            </a:fld>
            <a:endParaRPr lang="en-US"/>
          </a:p>
        </p:txBody>
      </p:sp>
    </p:spTree>
    <p:extLst>
      <p:ext uri="{BB962C8B-B14F-4D97-AF65-F5344CB8AC3E}">
        <p14:creationId xmlns:p14="http://schemas.microsoft.com/office/powerpoint/2010/main" val="221214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CA1B2D-91A0-C5A0-A577-CB1060733B0D}"/>
              </a:ext>
            </a:extLst>
          </p:cNvPr>
          <p:cNvSpPr>
            <a:spLocks noGrp="1"/>
          </p:cNvSpPr>
          <p:nvPr>
            <p:ph type="dt" sz="half" idx="10"/>
          </p:nvPr>
        </p:nvSpPr>
        <p:spPr/>
        <p:txBody>
          <a:bodyPr/>
          <a:lstStyle/>
          <a:p>
            <a:fld id="{E251FD5A-47F3-7A42-9DEC-F1C89DC0E539}" type="datetimeFigureOut">
              <a:rPr lang="en-US" smtClean="0"/>
              <a:t>7/9/2024</a:t>
            </a:fld>
            <a:endParaRPr lang="en-US"/>
          </a:p>
        </p:txBody>
      </p:sp>
      <p:sp>
        <p:nvSpPr>
          <p:cNvPr id="3" name="Footer Placeholder 2">
            <a:extLst>
              <a:ext uri="{FF2B5EF4-FFF2-40B4-BE49-F238E27FC236}">
                <a16:creationId xmlns:a16="http://schemas.microsoft.com/office/drawing/2014/main" id="{125DCA34-8EAF-2F4C-A973-971DE3FA740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64203A-6871-B7A0-6812-ECB7856C866B}"/>
              </a:ext>
            </a:extLst>
          </p:cNvPr>
          <p:cNvSpPr>
            <a:spLocks noGrp="1"/>
          </p:cNvSpPr>
          <p:nvPr>
            <p:ph type="sldNum" sz="quarter" idx="12"/>
          </p:nvPr>
        </p:nvSpPr>
        <p:spPr/>
        <p:txBody>
          <a:bodyPr/>
          <a:lstStyle/>
          <a:p>
            <a:fld id="{4443CBA9-CC61-CC46-91C3-2044A25EBE9F}" type="slidenum">
              <a:rPr lang="en-US" smtClean="0"/>
              <a:t>‹#›</a:t>
            </a:fld>
            <a:endParaRPr lang="en-US"/>
          </a:p>
        </p:txBody>
      </p:sp>
    </p:spTree>
    <p:extLst>
      <p:ext uri="{BB962C8B-B14F-4D97-AF65-F5344CB8AC3E}">
        <p14:creationId xmlns:p14="http://schemas.microsoft.com/office/powerpoint/2010/main" val="17236704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7" r:id="rId4"/>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7124E-2AFD-8B0F-2A0E-4F4FC4AEE7C8}"/>
              </a:ext>
            </a:extLst>
          </p:cNvPr>
          <p:cNvSpPr>
            <a:spLocks noGrp="1"/>
          </p:cNvSpPr>
          <p:nvPr>
            <p:ph type="ctrTitle"/>
          </p:nvPr>
        </p:nvSpPr>
        <p:spPr/>
        <p:txBody>
          <a:bodyPr/>
          <a:lstStyle/>
          <a:p>
            <a:r>
              <a:rPr lang="en-US"/>
              <a:t>Module 4: Lesson 1</a:t>
            </a:r>
            <a:br>
              <a:rPr lang="en-US"/>
            </a:br>
            <a:r>
              <a:rPr lang="en-US"/>
              <a:t>Spark Overview</a:t>
            </a:r>
          </a:p>
        </p:txBody>
      </p:sp>
    </p:spTree>
    <p:custDataLst>
      <p:tags r:id="rId1"/>
    </p:custDataLst>
    <p:extLst>
      <p:ext uri="{BB962C8B-B14F-4D97-AF65-F5344CB8AC3E}">
        <p14:creationId xmlns:p14="http://schemas.microsoft.com/office/powerpoint/2010/main" val="3166890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a:t>Apache Spark</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4460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3200">
                <a:solidFill>
                  <a:schemeClr val="bg2"/>
                </a:solidFill>
                <a:effectLst/>
                <a:ea typeface="Calibri" panose="020F0502020204030204" pitchFamily="34" charset="0"/>
                <a:cs typeface="Times New Roman" panose="02020603050405020304" pitchFamily="18" charset="0"/>
              </a:rPr>
              <a:t>Apache Spark is a open source unified computing engine and a set of libraries for parallel data processing on computer clusters</a:t>
            </a:r>
          </a:p>
        </p:txBody>
      </p:sp>
      <p:sp>
        <p:nvSpPr>
          <p:cNvPr id="5" name="Rectangle 4">
            <a:extLst>
              <a:ext uri="{FF2B5EF4-FFF2-40B4-BE49-F238E27FC236}">
                <a16:creationId xmlns:a16="http://schemas.microsoft.com/office/drawing/2014/main" id="{3ED4DE36-52C0-CB95-BACC-337A00B1A90C}"/>
              </a:ext>
            </a:extLst>
          </p:cNvPr>
          <p:cNvSpPr/>
          <p:nvPr/>
        </p:nvSpPr>
        <p:spPr>
          <a:xfrm>
            <a:off x="1232453" y="3743325"/>
            <a:ext cx="13715999"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3200">
                <a:solidFill>
                  <a:schemeClr val="tx1"/>
                </a:solidFill>
              </a:rPr>
              <a:t>It is one of the most popular frameworks for big data processing today</a:t>
            </a:r>
          </a:p>
        </p:txBody>
      </p:sp>
      <p:sp>
        <p:nvSpPr>
          <p:cNvPr id="6" name="Rectangle 5">
            <a:extLst>
              <a:ext uri="{FF2B5EF4-FFF2-40B4-BE49-F238E27FC236}">
                <a16:creationId xmlns:a16="http://schemas.microsoft.com/office/drawing/2014/main" id="{D7AAFCEC-8CFD-2586-37E2-FB68E05134D6}"/>
              </a:ext>
            </a:extLst>
          </p:cNvPr>
          <p:cNvSpPr/>
          <p:nvPr/>
        </p:nvSpPr>
        <p:spPr>
          <a:xfrm>
            <a:off x="1232453" y="5010150"/>
            <a:ext cx="1371600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3200">
                <a:solidFill>
                  <a:schemeClr val="tx1"/>
                </a:solidFill>
              </a:rPr>
              <a:t>It was created at AMPLabs in UC Berkeley as part of Berkeley Data Analytics Stack</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3200">
              <a:solidFill>
                <a:schemeClr val="bg2"/>
              </a:solidFill>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3200">
              <a:solidFill>
                <a:schemeClr val="bg2"/>
              </a:solidFill>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3200">
              <a:solidFill>
                <a:schemeClr val="bg2"/>
              </a:solidFill>
            </a:endParaRPr>
          </a:p>
        </p:txBody>
      </p:sp>
      <p:sp>
        <p:nvSpPr>
          <p:cNvPr id="7" name="Rectangle 6">
            <a:extLst>
              <a:ext uri="{FF2B5EF4-FFF2-40B4-BE49-F238E27FC236}">
                <a16:creationId xmlns:a16="http://schemas.microsoft.com/office/drawing/2014/main" id="{DBBFD7CE-AB6F-124F-FD61-7AB8ADFC99E3}"/>
              </a:ext>
            </a:extLst>
          </p:cNvPr>
          <p:cNvSpPr/>
          <p:nvPr/>
        </p:nvSpPr>
        <p:spPr>
          <a:xfrm>
            <a:off x="1232453" y="6249640"/>
            <a:ext cx="1371600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3200">
                <a:solidFill>
                  <a:schemeClr val="bg2"/>
                </a:solidFill>
              </a:rPr>
              <a:t>Spark can run on a Hadoop YARN cluster manager, and can read any existing Hadoop data among other data sources</a:t>
            </a:r>
          </a:p>
        </p:txBody>
      </p:sp>
      <p:sp>
        <p:nvSpPr>
          <p:cNvPr id="11" name="Rectangle 10">
            <a:extLst>
              <a:ext uri="{FF2B5EF4-FFF2-40B4-BE49-F238E27FC236}">
                <a16:creationId xmlns:a16="http://schemas.microsoft.com/office/drawing/2014/main" id="{77145B75-5BEF-663B-2CA4-F20ABD4D9041}"/>
              </a:ext>
              <a:ext uri="{C183D7F6-B498-43B3-948B-1728B52AA6E4}">
                <adec:decorative xmlns:adec="http://schemas.microsoft.com/office/drawing/2017/decorative" val="1"/>
              </a:ext>
            </a:extLst>
          </p:cNvPr>
          <p:cNvSpPr/>
          <p:nvPr/>
        </p:nvSpPr>
        <p:spPr>
          <a:xfrm>
            <a:off x="-1" y="6249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3200"/>
          </a:p>
        </p:txBody>
      </p:sp>
      <p:sp>
        <p:nvSpPr>
          <p:cNvPr id="13" name="Rectangle 12">
            <a:extLst>
              <a:ext uri="{FF2B5EF4-FFF2-40B4-BE49-F238E27FC236}">
                <a16:creationId xmlns:a16="http://schemas.microsoft.com/office/drawing/2014/main" id="{0C8781AD-82B3-30B5-7D07-45800FC20FCF}"/>
              </a:ext>
            </a:extLst>
          </p:cNvPr>
          <p:cNvSpPr/>
          <p:nvPr/>
        </p:nvSpPr>
        <p:spPr>
          <a:xfrm>
            <a:off x="1262933" y="7526655"/>
            <a:ext cx="1371600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3200">
                <a:solidFill>
                  <a:schemeClr val="bg2"/>
                </a:solidFill>
              </a:rPr>
              <a:t>Spark itself is written in the language Scala, and runs on the Java Virtual Machine (JVM)</a:t>
            </a:r>
          </a:p>
        </p:txBody>
      </p:sp>
      <p:sp>
        <p:nvSpPr>
          <p:cNvPr id="14" name="Rectangle 13">
            <a:extLst>
              <a:ext uri="{FF2B5EF4-FFF2-40B4-BE49-F238E27FC236}">
                <a16:creationId xmlns:a16="http://schemas.microsoft.com/office/drawing/2014/main" id="{F1AC3EB0-949C-4C3A-4E8D-AFEE364D835C}"/>
              </a:ext>
              <a:ext uri="{C183D7F6-B498-43B3-948B-1728B52AA6E4}">
                <adec:decorative xmlns:adec="http://schemas.microsoft.com/office/drawing/2017/decorative" val="1"/>
              </a:ext>
            </a:extLst>
          </p:cNvPr>
          <p:cNvSpPr/>
          <p:nvPr/>
        </p:nvSpPr>
        <p:spPr>
          <a:xfrm>
            <a:off x="30479" y="7526655"/>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3200"/>
          </a:p>
        </p:txBody>
      </p:sp>
    </p:spTree>
    <p:extLst>
      <p:ext uri="{BB962C8B-B14F-4D97-AF65-F5344CB8AC3E}">
        <p14:creationId xmlns:p14="http://schemas.microsoft.com/office/powerpoint/2010/main" val="3126752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CE00B-641B-6E6B-DF50-29E50600D03B}"/>
              </a:ext>
            </a:extLst>
          </p:cNvPr>
          <p:cNvSpPr>
            <a:spLocks noGrp="1"/>
          </p:cNvSpPr>
          <p:nvPr>
            <p:ph type="title"/>
          </p:nvPr>
        </p:nvSpPr>
        <p:spPr/>
        <p:txBody>
          <a:bodyPr/>
          <a:lstStyle/>
          <a:p>
            <a:r>
              <a:rPr lang="en-US"/>
              <a:t>Apache Spark</a:t>
            </a:r>
          </a:p>
        </p:txBody>
      </p:sp>
      <p:sp>
        <p:nvSpPr>
          <p:cNvPr id="4" name="Rectangle 3">
            <a:extLst>
              <a:ext uri="{FF2B5EF4-FFF2-40B4-BE49-F238E27FC236}">
                <a16:creationId xmlns:a16="http://schemas.microsoft.com/office/drawing/2014/main" id="{41B5FF05-3BBD-F34F-04D1-0F17BA2EDFFC}"/>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altLang="en-US" sz="3200">
                <a:solidFill>
                  <a:schemeClr val="bg2"/>
                </a:solidFill>
              </a:rPr>
              <a:t>The success of Spark in the marketplace is widely attributed to to three primary characteristics</a:t>
            </a:r>
          </a:p>
        </p:txBody>
      </p:sp>
      <p:sp>
        <p:nvSpPr>
          <p:cNvPr id="5" name="Rectangle 4">
            <a:extLst>
              <a:ext uri="{FF2B5EF4-FFF2-40B4-BE49-F238E27FC236}">
                <a16:creationId xmlns:a16="http://schemas.microsoft.com/office/drawing/2014/main" id="{6A2B4A0B-34BE-006A-A84F-4AA061148832}"/>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3200">
              <a:solidFill>
                <a:schemeClr val="bg2"/>
              </a:solidFill>
            </a:endParaRPr>
          </a:p>
        </p:txBody>
      </p:sp>
      <p:sp>
        <p:nvSpPr>
          <p:cNvPr id="6" name="Rectangle 5">
            <a:extLst>
              <a:ext uri="{FF2B5EF4-FFF2-40B4-BE49-F238E27FC236}">
                <a16:creationId xmlns:a16="http://schemas.microsoft.com/office/drawing/2014/main" id="{AE033C3C-FE5F-D799-26F8-AC9542C0BC57}"/>
              </a:ext>
            </a:extLst>
          </p:cNvPr>
          <p:cNvSpPr/>
          <p:nvPr/>
        </p:nvSpPr>
        <p:spPr>
          <a:xfrm>
            <a:off x="1232453" y="3895725"/>
            <a:ext cx="13715999"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3200">
                <a:solidFill>
                  <a:schemeClr val="tx1"/>
                </a:solidFill>
              </a:rPr>
              <a:t>Its documented 10x to 100x reduction in processing time versus the MapReduce framework</a:t>
            </a:r>
          </a:p>
        </p:txBody>
      </p:sp>
      <p:sp>
        <p:nvSpPr>
          <p:cNvPr id="7" name="Rectangle 6">
            <a:extLst>
              <a:ext uri="{FF2B5EF4-FFF2-40B4-BE49-F238E27FC236}">
                <a16:creationId xmlns:a16="http://schemas.microsoft.com/office/drawing/2014/main" id="{18798D00-DDE7-96D8-4921-41A7CA89F9CE}"/>
              </a:ext>
            </a:extLst>
          </p:cNvPr>
          <p:cNvSpPr/>
          <p:nvPr/>
        </p:nvSpPr>
        <p:spPr>
          <a:xfrm>
            <a:off x="1232453" y="5467350"/>
            <a:ext cx="1371600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3200">
                <a:solidFill>
                  <a:schemeClr val="tx1"/>
                </a:solidFill>
              </a:rPr>
              <a:t>Its improved usability resulting in Spark applications requiring 2x to 5x less code versus the MapReduce framework</a:t>
            </a:r>
          </a:p>
        </p:txBody>
      </p:sp>
      <p:sp>
        <p:nvSpPr>
          <p:cNvPr id="8" name="Rectangle 7">
            <a:extLst>
              <a:ext uri="{FF2B5EF4-FFF2-40B4-BE49-F238E27FC236}">
                <a16:creationId xmlns:a16="http://schemas.microsoft.com/office/drawing/2014/main" id="{5F604D68-98C7-6DC2-8065-9C36C8AB21D5}"/>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3200">
              <a:solidFill>
                <a:schemeClr val="bg2"/>
              </a:solidFill>
            </a:endParaRPr>
          </a:p>
        </p:txBody>
      </p:sp>
      <p:sp>
        <p:nvSpPr>
          <p:cNvPr id="9" name="Rectangle 8">
            <a:extLst>
              <a:ext uri="{FF2B5EF4-FFF2-40B4-BE49-F238E27FC236}">
                <a16:creationId xmlns:a16="http://schemas.microsoft.com/office/drawing/2014/main" id="{BE6B1649-319F-98C0-F2B6-79C8A807F30F}"/>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3200">
              <a:solidFill>
                <a:schemeClr val="bg2"/>
              </a:solidFill>
            </a:endParaRPr>
          </a:p>
        </p:txBody>
      </p:sp>
      <p:sp>
        <p:nvSpPr>
          <p:cNvPr id="10" name="Rectangle 9">
            <a:extLst>
              <a:ext uri="{FF2B5EF4-FFF2-40B4-BE49-F238E27FC236}">
                <a16:creationId xmlns:a16="http://schemas.microsoft.com/office/drawing/2014/main" id="{F5483773-4F5B-1A6C-5A1A-3698F342B125}"/>
              </a:ext>
            </a:extLst>
          </p:cNvPr>
          <p:cNvSpPr/>
          <p:nvPr/>
        </p:nvSpPr>
        <p:spPr>
          <a:xfrm>
            <a:off x="1232453" y="7038975"/>
            <a:ext cx="1371600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3200">
                <a:solidFill>
                  <a:schemeClr val="bg2"/>
                </a:solidFill>
              </a:rPr>
              <a:t>It is designed to cover a wide range of workloads that previously needed separate distributed processing systems</a:t>
            </a:r>
          </a:p>
        </p:txBody>
      </p:sp>
      <p:sp>
        <p:nvSpPr>
          <p:cNvPr id="11" name="Rectangle 10">
            <a:extLst>
              <a:ext uri="{FF2B5EF4-FFF2-40B4-BE49-F238E27FC236}">
                <a16:creationId xmlns:a16="http://schemas.microsoft.com/office/drawing/2014/main" id="{DC7EC223-7DB2-156E-0272-24609E5AD474}"/>
              </a:ext>
              <a:ext uri="{C183D7F6-B498-43B3-948B-1728B52AA6E4}">
                <adec:decorative xmlns:adec="http://schemas.microsoft.com/office/drawing/2017/decorative" val="1"/>
              </a:ext>
            </a:extLst>
          </p:cNvPr>
          <p:cNvSpPr/>
          <p:nvPr/>
        </p:nvSpPr>
        <p:spPr>
          <a:xfrm>
            <a:off x="-1" y="7042120"/>
            <a:ext cx="123444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3200"/>
          </a:p>
        </p:txBody>
      </p:sp>
    </p:spTree>
    <p:extLst>
      <p:ext uri="{BB962C8B-B14F-4D97-AF65-F5344CB8AC3E}">
        <p14:creationId xmlns:p14="http://schemas.microsoft.com/office/powerpoint/2010/main" val="19273876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5A2AF-1EEB-F9A7-8954-4B5F4F7D5096}"/>
              </a:ext>
            </a:extLst>
          </p:cNvPr>
          <p:cNvSpPr>
            <a:spLocks noGrp="1"/>
          </p:cNvSpPr>
          <p:nvPr>
            <p:ph type="title"/>
          </p:nvPr>
        </p:nvSpPr>
        <p:spPr/>
        <p:txBody>
          <a:bodyPr/>
          <a:lstStyle/>
          <a:p>
            <a:r>
              <a:rPr lang="en-US" sz="4800">
                <a:solidFill>
                  <a:srgbClr val="BD061C"/>
                </a:solidFill>
                <a:latin typeface="Arial"/>
              </a:rPr>
              <a:t>Spark</a:t>
            </a:r>
            <a:r>
              <a:rPr kumimoji="0" lang="en-US" sz="4800" b="1" i="0" u="none" strike="noStrike" kern="1200" cap="none" spc="0" normalizeH="0" baseline="0" noProof="0">
                <a:ln>
                  <a:noFill/>
                </a:ln>
                <a:solidFill>
                  <a:srgbClr val="BD061C"/>
                </a:solidFill>
                <a:effectLst/>
                <a:uLnTx/>
                <a:uFillTx/>
                <a:latin typeface="Arial"/>
                <a:ea typeface="ＭＳ Ｐゴシック" panose="020B0600070205080204" pitchFamily="34" charset="-128"/>
                <a:cs typeface="+mj-cs"/>
              </a:rPr>
              <a:t> as a Distributed Processing Framework</a:t>
            </a:r>
            <a:br>
              <a:rPr lang="en-US"/>
            </a:br>
            <a:r>
              <a:rPr lang="en-US" sz="4800"/>
              <a:t>Scope of Applicability</a:t>
            </a:r>
            <a:endParaRPr lang="en-US"/>
          </a:p>
        </p:txBody>
      </p:sp>
      <p:sp>
        <p:nvSpPr>
          <p:cNvPr id="4" name="Rectangle 3">
            <a:extLst>
              <a:ext uri="{FF2B5EF4-FFF2-40B4-BE49-F238E27FC236}">
                <a16:creationId xmlns:a16="http://schemas.microsoft.com/office/drawing/2014/main" id="{FD658AC0-37A1-FCE4-966B-AEBCF4F7D98C}"/>
              </a:ext>
            </a:extLst>
          </p:cNvPr>
          <p:cNvSpPr/>
          <p:nvPr/>
        </p:nvSpPr>
        <p:spPr>
          <a:xfrm>
            <a:off x="-30480" y="2324100"/>
            <a:ext cx="3914128"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800">
              <a:solidFill>
                <a:schemeClr val="bg2"/>
              </a:solidFill>
            </a:endParaRPr>
          </a:p>
        </p:txBody>
      </p:sp>
      <p:sp>
        <p:nvSpPr>
          <p:cNvPr id="6" name="Rectangle 5">
            <a:extLst>
              <a:ext uri="{FF2B5EF4-FFF2-40B4-BE49-F238E27FC236}">
                <a16:creationId xmlns:a16="http://schemas.microsoft.com/office/drawing/2014/main" id="{53767511-4343-89FB-12DD-77B0E6E6347A}"/>
              </a:ext>
            </a:extLst>
          </p:cNvPr>
          <p:cNvSpPr/>
          <p:nvPr/>
        </p:nvSpPr>
        <p:spPr>
          <a:xfrm>
            <a:off x="0" y="4747504"/>
            <a:ext cx="3886200"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2800">
              <a:solidFill>
                <a:schemeClr val="bg2"/>
              </a:solidFill>
            </a:endParaRPr>
          </a:p>
        </p:txBody>
      </p:sp>
      <p:sp>
        <p:nvSpPr>
          <p:cNvPr id="3" name="Rectangle 2">
            <a:extLst>
              <a:ext uri="{FF2B5EF4-FFF2-40B4-BE49-F238E27FC236}">
                <a16:creationId xmlns:a16="http://schemas.microsoft.com/office/drawing/2014/main" id="{512C56DA-A4F9-D355-A171-397F89964105}"/>
              </a:ext>
            </a:extLst>
          </p:cNvPr>
          <p:cNvSpPr/>
          <p:nvPr/>
        </p:nvSpPr>
        <p:spPr>
          <a:xfrm>
            <a:off x="666404" y="2324100"/>
            <a:ext cx="2660175" cy="103527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a:solidFill>
                  <a:schemeClr val="bg2"/>
                </a:solidFill>
              </a:rPr>
              <a:t>Batch Data Processing </a:t>
            </a:r>
          </a:p>
        </p:txBody>
      </p:sp>
      <p:sp>
        <p:nvSpPr>
          <p:cNvPr id="9" name="Rectangle 8">
            <a:extLst>
              <a:ext uri="{FF2B5EF4-FFF2-40B4-BE49-F238E27FC236}">
                <a16:creationId xmlns:a16="http://schemas.microsoft.com/office/drawing/2014/main" id="{3E9BF948-A9D5-52ED-BA93-AD433038B961}"/>
              </a:ext>
            </a:extLst>
          </p:cNvPr>
          <p:cNvSpPr/>
          <p:nvPr/>
        </p:nvSpPr>
        <p:spPr>
          <a:xfrm>
            <a:off x="666403" y="4747504"/>
            <a:ext cx="2743200" cy="103527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800">
                <a:solidFill>
                  <a:schemeClr val="tx1"/>
                </a:solidFill>
              </a:rPr>
              <a:t>Interactive Data Processing</a:t>
            </a:r>
          </a:p>
        </p:txBody>
      </p:sp>
      <p:sp>
        <p:nvSpPr>
          <p:cNvPr id="11" name="Rectangle 10">
            <a:extLst>
              <a:ext uri="{FF2B5EF4-FFF2-40B4-BE49-F238E27FC236}">
                <a16:creationId xmlns:a16="http://schemas.microsoft.com/office/drawing/2014/main" id="{EB5F6804-CEDA-F816-DEA8-C734ACB2B89A}"/>
              </a:ext>
            </a:extLst>
          </p:cNvPr>
          <p:cNvSpPr/>
          <p:nvPr/>
        </p:nvSpPr>
        <p:spPr>
          <a:xfrm>
            <a:off x="3989068" y="2316956"/>
            <a:ext cx="7885972"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a:solidFill>
                  <a:schemeClr val="bg2"/>
                </a:solidFill>
              </a:rPr>
              <a:t>When the processing and analysis happens on a set of data that have already been stored over a period of time. For data science this is used to explore historical trends or stable patterns</a:t>
            </a:r>
          </a:p>
        </p:txBody>
      </p:sp>
      <p:sp>
        <p:nvSpPr>
          <p:cNvPr id="12" name="Rectangle 11">
            <a:extLst>
              <a:ext uri="{FF2B5EF4-FFF2-40B4-BE49-F238E27FC236}">
                <a16:creationId xmlns:a16="http://schemas.microsoft.com/office/drawing/2014/main" id="{DA824491-39DA-2FEF-F31F-171731277535}"/>
              </a:ext>
            </a:extLst>
          </p:cNvPr>
          <p:cNvSpPr/>
          <p:nvPr/>
        </p:nvSpPr>
        <p:spPr>
          <a:xfrm>
            <a:off x="3989068" y="3545529"/>
            <a:ext cx="7885972" cy="10424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000">
                <a:solidFill>
                  <a:schemeClr val="tx1"/>
                </a:solidFill>
              </a:rPr>
              <a:t>An example would be the analysis of patterns of ice cream purchases in Chicago over a year to determine which months to stock up on certain flavors</a:t>
            </a:r>
          </a:p>
        </p:txBody>
      </p:sp>
      <p:sp>
        <p:nvSpPr>
          <p:cNvPr id="13" name="Rectangle 12">
            <a:extLst>
              <a:ext uri="{FF2B5EF4-FFF2-40B4-BE49-F238E27FC236}">
                <a16:creationId xmlns:a16="http://schemas.microsoft.com/office/drawing/2014/main" id="{3A9321C7-53EF-9CA7-F7BF-681BF48FC6F4}"/>
              </a:ext>
            </a:extLst>
          </p:cNvPr>
          <p:cNvSpPr/>
          <p:nvPr/>
        </p:nvSpPr>
        <p:spPr>
          <a:xfrm>
            <a:off x="3989068" y="4740360"/>
            <a:ext cx="7885972"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000">
                <a:solidFill>
                  <a:schemeClr val="tx1"/>
                </a:solidFill>
              </a:rPr>
              <a:t>A computing approach where users actively engage with a system, receiving near real-time responses fostering a responsive and iterative exchange between the user and the system</a:t>
            </a:r>
          </a:p>
        </p:txBody>
      </p:sp>
      <p:sp>
        <p:nvSpPr>
          <p:cNvPr id="14" name="Rectangle 13">
            <a:extLst>
              <a:ext uri="{FF2B5EF4-FFF2-40B4-BE49-F238E27FC236}">
                <a16:creationId xmlns:a16="http://schemas.microsoft.com/office/drawing/2014/main" id="{FCD42696-6982-A473-0CE8-A0AB929641FB}"/>
              </a:ext>
            </a:extLst>
          </p:cNvPr>
          <p:cNvSpPr/>
          <p:nvPr/>
        </p:nvSpPr>
        <p:spPr>
          <a:xfrm>
            <a:off x="3989069" y="5910566"/>
            <a:ext cx="7887974" cy="104241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b="0" i="0">
                <a:solidFill>
                  <a:schemeClr val="bg2"/>
                </a:solidFill>
                <a:effectLst/>
              </a:rPr>
              <a:t> An example would be systems which support tasks such as interactive data exploration, analysis and visualization.</a:t>
            </a:r>
          </a:p>
        </p:txBody>
      </p:sp>
      <p:sp>
        <p:nvSpPr>
          <p:cNvPr id="15" name="Right Brace 14">
            <a:extLst>
              <a:ext uri="{FF2B5EF4-FFF2-40B4-BE49-F238E27FC236}">
                <a16:creationId xmlns:a16="http://schemas.microsoft.com/office/drawing/2014/main" id="{6E489572-5464-751F-3AD5-05C940F17942}"/>
              </a:ext>
              <a:ext uri="{C183D7F6-B498-43B3-948B-1728B52AA6E4}">
                <adec:decorative xmlns:adec="http://schemas.microsoft.com/office/drawing/2017/decorative" val="1"/>
              </a:ext>
            </a:extLst>
          </p:cNvPr>
          <p:cNvSpPr/>
          <p:nvPr/>
        </p:nvSpPr>
        <p:spPr>
          <a:xfrm>
            <a:off x="11906250" y="2535064"/>
            <a:ext cx="640082" cy="1787595"/>
          </a:xfrm>
          <a:prstGeom prst="rightBrace">
            <a:avLst>
              <a:gd name="adj1" fmla="val 34105"/>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6" name="Right Brace 15">
            <a:extLst>
              <a:ext uri="{FF2B5EF4-FFF2-40B4-BE49-F238E27FC236}">
                <a16:creationId xmlns:a16="http://schemas.microsoft.com/office/drawing/2014/main" id="{16F634A0-2776-8A10-D61B-1377144DE913}"/>
              </a:ext>
              <a:ext uri="{C183D7F6-B498-43B3-948B-1728B52AA6E4}">
                <adec:decorative xmlns:adec="http://schemas.microsoft.com/office/drawing/2017/decorative" val="1"/>
              </a:ext>
            </a:extLst>
          </p:cNvPr>
          <p:cNvSpPr/>
          <p:nvPr/>
        </p:nvSpPr>
        <p:spPr>
          <a:xfrm>
            <a:off x="14820899" y="2535063"/>
            <a:ext cx="640082" cy="6492240"/>
          </a:xfrm>
          <a:prstGeom prst="rightBrace">
            <a:avLst>
              <a:gd name="adj1" fmla="val 34105"/>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Rounded Rectangle 20">
            <a:extLst>
              <a:ext uri="{FF2B5EF4-FFF2-40B4-BE49-F238E27FC236}">
                <a16:creationId xmlns:a16="http://schemas.microsoft.com/office/drawing/2014/main" id="{905187D2-6217-60D8-6D49-5F3E753E3DAC}"/>
              </a:ext>
            </a:extLst>
          </p:cNvPr>
          <p:cNvSpPr/>
          <p:nvPr/>
        </p:nvSpPr>
        <p:spPr>
          <a:xfrm>
            <a:off x="12717782" y="2747467"/>
            <a:ext cx="1779268" cy="1380687"/>
          </a:xfrm>
          <a:prstGeom prst="roundRect">
            <a:avLst/>
          </a:prstGeom>
          <a:solidFill>
            <a:srgbClr val="BABABA"/>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a:solidFill>
                  <a:schemeClr val="tx1"/>
                </a:solidFill>
              </a:rPr>
              <a:t>Apache</a:t>
            </a:r>
          </a:p>
          <a:p>
            <a:pPr algn="ctr"/>
            <a:r>
              <a:rPr lang="en-US" sz="2000" b="1">
                <a:solidFill>
                  <a:schemeClr val="tx1"/>
                </a:solidFill>
              </a:rPr>
              <a:t>MapReduce</a:t>
            </a:r>
          </a:p>
        </p:txBody>
      </p:sp>
      <p:sp>
        <p:nvSpPr>
          <p:cNvPr id="22" name="Rounded Rectangle 21">
            <a:extLst>
              <a:ext uri="{FF2B5EF4-FFF2-40B4-BE49-F238E27FC236}">
                <a16:creationId xmlns:a16="http://schemas.microsoft.com/office/drawing/2014/main" id="{E794C55B-B58B-5219-085A-0B5449086877}"/>
              </a:ext>
            </a:extLst>
          </p:cNvPr>
          <p:cNvSpPr/>
          <p:nvPr/>
        </p:nvSpPr>
        <p:spPr>
          <a:xfrm>
            <a:off x="15661638" y="5068861"/>
            <a:ext cx="1779268" cy="1380687"/>
          </a:xfrm>
          <a:prstGeom prst="round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a:solidFill>
                  <a:schemeClr val="bg2"/>
                </a:solidFill>
              </a:rPr>
              <a:t>Apache</a:t>
            </a:r>
          </a:p>
          <a:p>
            <a:pPr algn="ctr"/>
            <a:r>
              <a:rPr lang="en-US" sz="2000" b="1">
                <a:solidFill>
                  <a:schemeClr val="bg2"/>
                </a:solidFill>
              </a:rPr>
              <a:t>Spark</a:t>
            </a:r>
          </a:p>
        </p:txBody>
      </p:sp>
      <p:sp>
        <p:nvSpPr>
          <p:cNvPr id="29" name="Rectangle 28">
            <a:extLst>
              <a:ext uri="{FF2B5EF4-FFF2-40B4-BE49-F238E27FC236}">
                <a16:creationId xmlns:a16="http://schemas.microsoft.com/office/drawing/2014/main" id="{615191A0-3BF2-ACCC-0CA3-C2C774880A8E}"/>
              </a:ext>
            </a:extLst>
          </p:cNvPr>
          <p:cNvSpPr/>
          <p:nvPr/>
        </p:nvSpPr>
        <p:spPr>
          <a:xfrm>
            <a:off x="-13854" y="7061208"/>
            <a:ext cx="3886200" cy="1042416"/>
          </a:xfrm>
          <a:prstGeom prst="rect">
            <a:avLst/>
          </a:prstGeom>
          <a:solidFill>
            <a:srgbClr val="1770C0"/>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2800">
              <a:solidFill>
                <a:schemeClr val="bg2"/>
              </a:solidFill>
            </a:endParaRPr>
          </a:p>
        </p:txBody>
      </p:sp>
      <p:sp>
        <p:nvSpPr>
          <p:cNvPr id="30" name="Rectangle 29">
            <a:extLst>
              <a:ext uri="{FF2B5EF4-FFF2-40B4-BE49-F238E27FC236}">
                <a16:creationId xmlns:a16="http://schemas.microsoft.com/office/drawing/2014/main" id="{DAB88DC4-68E7-4B5F-732F-C6E859D3EC20}"/>
              </a:ext>
            </a:extLst>
          </p:cNvPr>
          <p:cNvSpPr/>
          <p:nvPr/>
        </p:nvSpPr>
        <p:spPr>
          <a:xfrm>
            <a:off x="540327" y="7061208"/>
            <a:ext cx="2912328" cy="1035272"/>
          </a:xfrm>
          <a:prstGeom prst="rect">
            <a:avLst/>
          </a:prstGeom>
          <a:solidFill>
            <a:srgbClr val="1770C0"/>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800">
                <a:solidFill>
                  <a:schemeClr val="bg2"/>
                </a:solidFill>
              </a:rPr>
              <a:t>Streaming Data Processing </a:t>
            </a:r>
          </a:p>
        </p:txBody>
      </p:sp>
      <p:sp>
        <p:nvSpPr>
          <p:cNvPr id="31" name="Rectangle 30">
            <a:extLst>
              <a:ext uri="{FF2B5EF4-FFF2-40B4-BE49-F238E27FC236}">
                <a16:creationId xmlns:a16="http://schemas.microsoft.com/office/drawing/2014/main" id="{A84CAF12-A1EB-7FCB-1976-FADFA79E9632}"/>
              </a:ext>
            </a:extLst>
          </p:cNvPr>
          <p:cNvSpPr/>
          <p:nvPr/>
        </p:nvSpPr>
        <p:spPr>
          <a:xfrm>
            <a:off x="3975214" y="7054064"/>
            <a:ext cx="7885972" cy="1042416"/>
          </a:xfrm>
          <a:prstGeom prst="rect">
            <a:avLst/>
          </a:prstGeom>
          <a:solidFill>
            <a:srgbClr val="1770C0"/>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000">
                <a:solidFill>
                  <a:schemeClr val="bg2"/>
                </a:solidFill>
              </a:rPr>
              <a:t>When data will be analyzed and actions will be taken on the data within a short period of time (near real-time). For data science this is used to make short term corrections and decisions</a:t>
            </a:r>
          </a:p>
        </p:txBody>
      </p:sp>
      <p:sp>
        <p:nvSpPr>
          <p:cNvPr id="32" name="Rectangle 31">
            <a:extLst>
              <a:ext uri="{FF2B5EF4-FFF2-40B4-BE49-F238E27FC236}">
                <a16:creationId xmlns:a16="http://schemas.microsoft.com/office/drawing/2014/main" id="{66595A38-7543-9C18-20BD-11A075717AF7}"/>
              </a:ext>
            </a:extLst>
          </p:cNvPr>
          <p:cNvSpPr/>
          <p:nvPr/>
        </p:nvSpPr>
        <p:spPr>
          <a:xfrm>
            <a:off x="3975215" y="8224270"/>
            <a:ext cx="7887974" cy="1042416"/>
          </a:xfrm>
          <a:prstGeom prst="rect">
            <a:avLst/>
          </a:prstGeom>
          <a:solidFill>
            <a:srgbClr val="F94C67"/>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b="0" i="0">
                <a:solidFill>
                  <a:schemeClr val="tx1"/>
                </a:solidFill>
                <a:effectLst/>
              </a:rPr>
              <a:t> </a:t>
            </a:r>
            <a:r>
              <a:rPr lang="en-US" sz="2000">
                <a:solidFill>
                  <a:schemeClr val="tx1"/>
                </a:solidFill>
              </a:rPr>
              <a:t>Examples</a:t>
            </a:r>
            <a:r>
              <a:rPr lang="en-US" sz="2000" b="0" i="0">
                <a:solidFill>
                  <a:schemeClr val="tx1"/>
                </a:solidFill>
                <a:effectLst/>
              </a:rPr>
              <a:t> would be credit card fraud detection or cloud account intrusion detection</a:t>
            </a:r>
          </a:p>
        </p:txBody>
      </p:sp>
    </p:spTree>
    <p:extLst>
      <p:ext uri="{BB962C8B-B14F-4D97-AF65-F5344CB8AC3E}">
        <p14:creationId xmlns:p14="http://schemas.microsoft.com/office/powerpoint/2010/main" val="472784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CE00B-641B-6E6B-DF50-29E50600D03B}"/>
              </a:ext>
            </a:extLst>
          </p:cNvPr>
          <p:cNvSpPr>
            <a:spLocks noGrp="1"/>
          </p:cNvSpPr>
          <p:nvPr>
            <p:ph type="title"/>
          </p:nvPr>
        </p:nvSpPr>
        <p:spPr/>
        <p:txBody>
          <a:bodyPr/>
          <a:lstStyle/>
          <a:p>
            <a:r>
              <a:rPr lang="en-US"/>
              <a:t>Apache Spark</a:t>
            </a:r>
          </a:p>
        </p:txBody>
      </p:sp>
      <p:sp>
        <p:nvSpPr>
          <p:cNvPr id="4" name="Rectangle 3">
            <a:extLst>
              <a:ext uri="{FF2B5EF4-FFF2-40B4-BE49-F238E27FC236}">
                <a16:creationId xmlns:a16="http://schemas.microsoft.com/office/drawing/2014/main" id="{41B5FF05-3BBD-F34F-04D1-0F17BA2EDFFC}"/>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altLang="en-US" sz="3200">
                <a:solidFill>
                  <a:schemeClr val="bg2"/>
                </a:solidFill>
              </a:rPr>
              <a:t>Spark supports multiple widely used programming languages (Python, Scala, Java, and R)</a:t>
            </a:r>
          </a:p>
        </p:txBody>
      </p:sp>
      <p:sp>
        <p:nvSpPr>
          <p:cNvPr id="5" name="Rectangle 4">
            <a:extLst>
              <a:ext uri="{FF2B5EF4-FFF2-40B4-BE49-F238E27FC236}">
                <a16:creationId xmlns:a16="http://schemas.microsoft.com/office/drawing/2014/main" id="{6A2B4A0B-34BE-006A-A84F-4AA061148832}"/>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3200">
              <a:solidFill>
                <a:schemeClr val="bg2"/>
              </a:solidFill>
            </a:endParaRPr>
          </a:p>
        </p:txBody>
      </p:sp>
      <p:sp>
        <p:nvSpPr>
          <p:cNvPr id="6" name="Rectangle 5">
            <a:extLst>
              <a:ext uri="{FF2B5EF4-FFF2-40B4-BE49-F238E27FC236}">
                <a16:creationId xmlns:a16="http://schemas.microsoft.com/office/drawing/2014/main" id="{AE033C3C-FE5F-D799-26F8-AC9542C0BC57}"/>
              </a:ext>
            </a:extLst>
          </p:cNvPr>
          <p:cNvSpPr/>
          <p:nvPr/>
        </p:nvSpPr>
        <p:spPr>
          <a:xfrm>
            <a:off x="1232453" y="3895725"/>
            <a:ext cx="13715999"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3200">
                <a:solidFill>
                  <a:schemeClr val="tx1"/>
                </a:solidFill>
              </a:rPr>
              <a:t>It can run anywhere from a laptop to a cluster of thousands of servers</a:t>
            </a:r>
          </a:p>
        </p:txBody>
      </p:sp>
      <p:sp>
        <p:nvSpPr>
          <p:cNvPr id="7" name="Rectangle 6">
            <a:extLst>
              <a:ext uri="{FF2B5EF4-FFF2-40B4-BE49-F238E27FC236}">
                <a16:creationId xmlns:a16="http://schemas.microsoft.com/office/drawing/2014/main" id="{18798D00-DDE7-96D8-4921-41A7CA89F9CE}"/>
              </a:ext>
            </a:extLst>
          </p:cNvPr>
          <p:cNvSpPr/>
          <p:nvPr/>
        </p:nvSpPr>
        <p:spPr>
          <a:xfrm>
            <a:off x="1232453" y="5467350"/>
            <a:ext cx="1371600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3200">
                <a:solidFill>
                  <a:schemeClr val="tx1"/>
                </a:solidFill>
              </a:rPr>
              <a:t>This makes it an easy system to start with and scale up large volumes to data</a:t>
            </a:r>
          </a:p>
        </p:txBody>
      </p:sp>
      <p:sp>
        <p:nvSpPr>
          <p:cNvPr id="8" name="Rectangle 7">
            <a:extLst>
              <a:ext uri="{FF2B5EF4-FFF2-40B4-BE49-F238E27FC236}">
                <a16:creationId xmlns:a16="http://schemas.microsoft.com/office/drawing/2014/main" id="{5F604D68-98C7-6DC2-8065-9C36C8AB21D5}"/>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3200">
              <a:solidFill>
                <a:schemeClr val="bg2"/>
              </a:solidFill>
            </a:endParaRPr>
          </a:p>
        </p:txBody>
      </p:sp>
      <p:sp>
        <p:nvSpPr>
          <p:cNvPr id="9" name="Rectangle 8">
            <a:extLst>
              <a:ext uri="{FF2B5EF4-FFF2-40B4-BE49-F238E27FC236}">
                <a16:creationId xmlns:a16="http://schemas.microsoft.com/office/drawing/2014/main" id="{BE6B1649-319F-98C0-F2B6-79C8A807F30F}"/>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3200">
              <a:solidFill>
                <a:schemeClr val="bg2"/>
              </a:solidFill>
            </a:endParaRPr>
          </a:p>
        </p:txBody>
      </p:sp>
    </p:spTree>
    <p:extLst>
      <p:ext uri="{BB962C8B-B14F-4D97-AF65-F5344CB8AC3E}">
        <p14:creationId xmlns:p14="http://schemas.microsoft.com/office/powerpoint/2010/main" val="3041513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CE00B-641B-6E6B-DF50-29E50600D03B}"/>
              </a:ext>
            </a:extLst>
          </p:cNvPr>
          <p:cNvSpPr>
            <a:spLocks noGrp="1"/>
          </p:cNvSpPr>
          <p:nvPr>
            <p:ph type="title"/>
          </p:nvPr>
        </p:nvSpPr>
        <p:spPr/>
        <p:txBody>
          <a:bodyPr/>
          <a:lstStyle/>
          <a:p>
            <a:r>
              <a:rPr lang="en-US"/>
              <a:t>Apache Spark</a:t>
            </a:r>
          </a:p>
        </p:txBody>
      </p:sp>
      <p:sp>
        <p:nvSpPr>
          <p:cNvPr id="4" name="Rectangle 3">
            <a:extLst>
              <a:ext uri="{FF2B5EF4-FFF2-40B4-BE49-F238E27FC236}">
                <a16:creationId xmlns:a16="http://schemas.microsoft.com/office/drawing/2014/main" id="{41B5FF05-3BBD-F34F-04D1-0F17BA2EDFFC}"/>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altLang="en-US" sz="3200">
                <a:solidFill>
                  <a:schemeClr val="bg2"/>
                </a:solidFill>
              </a:rPr>
              <a:t>Spark is designed to support a range of data analytics tasks </a:t>
            </a:r>
          </a:p>
        </p:txBody>
      </p:sp>
      <p:sp>
        <p:nvSpPr>
          <p:cNvPr id="5" name="Rectangle 4">
            <a:extLst>
              <a:ext uri="{FF2B5EF4-FFF2-40B4-BE49-F238E27FC236}">
                <a16:creationId xmlns:a16="http://schemas.microsoft.com/office/drawing/2014/main" id="{6A2B4A0B-34BE-006A-A84F-4AA061148832}"/>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3200">
              <a:solidFill>
                <a:schemeClr val="bg2"/>
              </a:solidFill>
            </a:endParaRPr>
          </a:p>
        </p:txBody>
      </p:sp>
      <p:sp>
        <p:nvSpPr>
          <p:cNvPr id="6" name="Rectangle 5">
            <a:extLst>
              <a:ext uri="{FF2B5EF4-FFF2-40B4-BE49-F238E27FC236}">
                <a16:creationId xmlns:a16="http://schemas.microsoft.com/office/drawing/2014/main" id="{AE033C3C-FE5F-D799-26F8-AC9542C0BC57}"/>
              </a:ext>
            </a:extLst>
          </p:cNvPr>
          <p:cNvSpPr/>
          <p:nvPr/>
        </p:nvSpPr>
        <p:spPr>
          <a:xfrm>
            <a:off x="1232453" y="3895725"/>
            <a:ext cx="13715999"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3200">
                <a:solidFill>
                  <a:schemeClr val="tx1"/>
                </a:solidFill>
              </a:rPr>
              <a:t>All these forms of data handling can be done within the same application through a consistent and interoperable set of APIs</a:t>
            </a:r>
          </a:p>
        </p:txBody>
      </p:sp>
      <p:sp>
        <p:nvSpPr>
          <p:cNvPr id="7" name="Rectangle 6">
            <a:extLst>
              <a:ext uri="{FF2B5EF4-FFF2-40B4-BE49-F238E27FC236}">
                <a16:creationId xmlns:a16="http://schemas.microsoft.com/office/drawing/2014/main" id="{18798D00-DDE7-96D8-4921-41A7CA89F9CE}"/>
              </a:ext>
            </a:extLst>
          </p:cNvPr>
          <p:cNvSpPr/>
          <p:nvPr/>
        </p:nvSpPr>
        <p:spPr>
          <a:xfrm>
            <a:off x="1232453" y="5467350"/>
            <a:ext cx="1371600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3200">
                <a:solidFill>
                  <a:schemeClr val="tx1"/>
                </a:solidFill>
              </a:rPr>
              <a:t>This main insight behind this capability is that real-world analytics tend to combine many differ categories of processing</a:t>
            </a:r>
          </a:p>
        </p:txBody>
      </p:sp>
      <p:sp>
        <p:nvSpPr>
          <p:cNvPr id="8" name="Rectangle 7">
            <a:extLst>
              <a:ext uri="{FF2B5EF4-FFF2-40B4-BE49-F238E27FC236}">
                <a16:creationId xmlns:a16="http://schemas.microsoft.com/office/drawing/2014/main" id="{5F604D68-98C7-6DC2-8065-9C36C8AB21D5}"/>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3200">
              <a:solidFill>
                <a:schemeClr val="bg2"/>
              </a:solidFill>
            </a:endParaRPr>
          </a:p>
        </p:txBody>
      </p:sp>
      <p:sp>
        <p:nvSpPr>
          <p:cNvPr id="9" name="Rectangle 8">
            <a:extLst>
              <a:ext uri="{FF2B5EF4-FFF2-40B4-BE49-F238E27FC236}">
                <a16:creationId xmlns:a16="http://schemas.microsoft.com/office/drawing/2014/main" id="{BE6B1649-319F-98C0-F2B6-79C8A807F30F}"/>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3200">
              <a:solidFill>
                <a:schemeClr val="bg2"/>
              </a:solidFill>
            </a:endParaRPr>
          </a:p>
        </p:txBody>
      </p:sp>
      <p:sp>
        <p:nvSpPr>
          <p:cNvPr id="3" name="Rectangle 2">
            <a:extLst>
              <a:ext uri="{FF2B5EF4-FFF2-40B4-BE49-F238E27FC236}">
                <a16:creationId xmlns:a16="http://schemas.microsoft.com/office/drawing/2014/main" id="{64D6D299-0372-DE53-EEF5-E53C184B96A5}"/>
              </a:ext>
            </a:extLst>
          </p:cNvPr>
          <p:cNvSpPr/>
          <p:nvPr/>
        </p:nvSpPr>
        <p:spPr>
          <a:xfrm>
            <a:off x="1232453" y="7038975"/>
            <a:ext cx="1371600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3200">
                <a:solidFill>
                  <a:schemeClr val="bg2"/>
                </a:solidFill>
              </a:rPr>
              <a:t>Spark’s focus on speed, resilience, ease of use, and diverse functionality make it a compelling choice for a wide range of data-driven applications</a:t>
            </a:r>
          </a:p>
        </p:txBody>
      </p:sp>
      <p:sp>
        <p:nvSpPr>
          <p:cNvPr id="10" name="Rectangle 9">
            <a:extLst>
              <a:ext uri="{FF2B5EF4-FFF2-40B4-BE49-F238E27FC236}">
                <a16:creationId xmlns:a16="http://schemas.microsoft.com/office/drawing/2014/main" id="{EF26F6ED-3DDB-0921-14E6-39796BA6CBC0}"/>
              </a:ext>
              <a:ext uri="{C183D7F6-B498-43B3-948B-1728B52AA6E4}">
                <adec:decorative xmlns:adec="http://schemas.microsoft.com/office/drawing/2017/decorative" val="1"/>
              </a:ext>
            </a:extLst>
          </p:cNvPr>
          <p:cNvSpPr/>
          <p:nvPr/>
        </p:nvSpPr>
        <p:spPr>
          <a:xfrm>
            <a:off x="-1" y="7042120"/>
            <a:ext cx="123444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3200"/>
          </a:p>
        </p:txBody>
      </p:sp>
    </p:spTree>
    <p:extLst>
      <p:ext uri="{BB962C8B-B14F-4D97-AF65-F5344CB8AC3E}">
        <p14:creationId xmlns:p14="http://schemas.microsoft.com/office/powerpoint/2010/main" val="4131551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80401-FA14-5570-FDA0-25B9741919F8}"/>
              </a:ext>
            </a:extLst>
          </p:cNvPr>
          <p:cNvSpPr>
            <a:spLocks noGrp="1"/>
          </p:cNvSpPr>
          <p:nvPr>
            <p:ph type="title"/>
          </p:nvPr>
        </p:nvSpPr>
        <p:spPr/>
        <p:txBody>
          <a:bodyPr/>
          <a:lstStyle/>
          <a:p>
            <a:r>
              <a:rPr lang="en-US"/>
              <a:t>Apache Spark </a:t>
            </a:r>
            <a:br>
              <a:rPr lang="en-US"/>
            </a:br>
            <a:r>
              <a:rPr lang="en-US" sz="4800"/>
              <a:t>Conceptual Architecture</a:t>
            </a:r>
            <a:endParaRPr lang="en-US"/>
          </a:p>
        </p:txBody>
      </p:sp>
      <p:sp>
        <p:nvSpPr>
          <p:cNvPr id="50" name="Content Placeholder 49">
            <a:extLst>
              <a:ext uri="{FF2B5EF4-FFF2-40B4-BE49-F238E27FC236}">
                <a16:creationId xmlns:a16="http://schemas.microsoft.com/office/drawing/2014/main" id="{EF710E41-89D2-5D82-466D-A73549CCD455}"/>
              </a:ext>
            </a:extLst>
          </p:cNvPr>
          <p:cNvSpPr>
            <a:spLocks noGrp="1"/>
          </p:cNvSpPr>
          <p:nvPr>
            <p:ph idx="1"/>
          </p:nvPr>
        </p:nvSpPr>
        <p:spPr>
          <a:xfrm>
            <a:off x="1098549" y="1904184"/>
            <a:ext cx="5034513" cy="6623127"/>
          </a:xfrm>
        </p:spPr>
        <p:txBody>
          <a:bodyPr/>
          <a:lstStyle/>
          <a:p>
            <a:pPr marL="0" indent="0">
              <a:buNone/>
            </a:pPr>
            <a:r>
              <a:rPr lang="en-US"/>
              <a:t>Spark Unifies</a:t>
            </a:r>
          </a:p>
          <a:p>
            <a:pPr marL="0" indent="0">
              <a:spcBef>
                <a:spcPts val="2200"/>
              </a:spcBef>
              <a:buNone/>
            </a:pPr>
            <a:endParaRPr lang="en-US" sz="2000"/>
          </a:p>
          <a:p>
            <a:pPr marL="411480" lvl="1" indent="0">
              <a:buNone/>
            </a:pPr>
            <a:r>
              <a:rPr lang="en-US" sz="2800"/>
              <a:t>Interactive Processing</a:t>
            </a:r>
          </a:p>
          <a:p>
            <a:pPr marL="411480" lvl="1" indent="0">
              <a:buNone/>
            </a:pPr>
            <a:r>
              <a:rPr lang="en-US" sz="2800"/>
              <a:t>Application Processing</a:t>
            </a:r>
          </a:p>
          <a:p>
            <a:pPr marL="411480" lvl="1" indent="0">
              <a:buNone/>
            </a:pPr>
            <a:endParaRPr lang="en-US" sz="2800"/>
          </a:p>
          <a:p>
            <a:pPr marL="411480" lvl="1" indent="0">
              <a:buNone/>
            </a:pPr>
            <a:r>
              <a:rPr lang="en-US" sz="2800"/>
              <a:t>Batch Processing</a:t>
            </a:r>
          </a:p>
          <a:p>
            <a:pPr marL="411480" lvl="1" indent="0">
              <a:buNone/>
            </a:pPr>
            <a:r>
              <a:rPr lang="en-US" sz="2800"/>
              <a:t>Stream Processing</a:t>
            </a:r>
          </a:p>
          <a:p>
            <a:pPr marL="411480" lvl="1" indent="0">
              <a:buNone/>
            </a:pPr>
            <a:r>
              <a:rPr lang="en-US" sz="2800"/>
              <a:t>Machine Learning</a:t>
            </a:r>
          </a:p>
          <a:p>
            <a:pPr marL="411480" lvl="1" indent="0">
              <a:buNone/>
            </a:pPr>
            <a:r>
              <a:rPr lang="en-US" sz="2800"/>
              <a:t>Graph Processing</a:t>
            </a:r>
          </a:p>
          <a:p>
            <a:pPr marL="411480" lvl="1" indent="0">
              <a:buNone/>
            </a:pPr>
            <a:endParaRPr lang="en-US" sz="2800"/>
          </a:p>
          <a:p>
            <a:pPr marL="411480" lvl="1" indent="0">
              <a:buNone/>
            </a:pPr>
            <a:r>
              <a:rPr lang="en-US" sz="2800"/>
              <a:t>Unstructured Processing</a:t>
            </a:r>
          </a:p>
          <a:p>
            <a:pPr marL="411480" lvl="1" indent="0">
              <a:buNone/>
            </a:pPr>
            <a:r>
              <a:rPr lang="en-US" sz="2800"/>
              <a:t>Structured Processing</a:t>
            </a:r>
          </a:p>
        </p:txBody>
      </p:sp>
      <p:pic>
        <p:nvPicPr>
          <p:cNvPr id="4" name="Picture 3" descr="The image shows the architecture of Apache Spark, including various components and their interactions. Here is a description of the components:&#10;&#10;- **Command Line Interfaces**: These interfaces are used to interact with Spark applications.&#10;  - **pyspark (Python)**: A Python API for Spark.&#10;  - **spark-shell (Scala)**: A Scala API for Spark.&#10;  - **Spark application**: The general application that can be written in various languages to use Spark.&#10;&#10;- **Spark Core Engine**: The foundational layer of Apache Spark, responsible for:&#10;  - **Resilient Distributed Dataset (RDD) API**: The core abstraction in Spark, providing fault tolerance and parallel operations.&#10;  &#10;- **Spark SQL**: A module for working with structured data, providing:&#10;  - **Catalyst Optimizer**: A query optimizer for improving the performance of SQL queries.&#10;  - **DataFrame API**: An abstraction for data manipulation using SQL-like operations.&#10;&#10;- **Spark Structured Streaming**: A module for real-time streaming data analysis.&#10;&#10;- **Spark ML (MLlib)**: A machine learning library containing various algorithms for data analysis.&#10;&#10;- **GraphX**: A library for graph processing algorithms.&#10;&#10;- **YARN and HDFS**: Hadoop components that Spark integrates with:&#10;  - **YARN**: A resource manager for cluster computing.&#10;  - **HDFS**: Hadoop Distributed File System for data storage.&#10;&#10;This architecture illustrates how Spark integrates different components to provide a comprehensive data processing framework.">
            <a:extLst>
              <a:ext uri="{FF2B5EF4-FFF2-40B4-BE49-F238E27FC236}">
                <a16:creationId xmlns:a16="http://schemas.microsoft.com/office/drawing/2014/main" id="{1BD8AC6A-A78E-7715-9BEF-853C9147B5D9}"/>
              </a:ext>
            </a:extLst>
          </p:cNvPr>
          <p:cNvPicPr>
            <a:picLocks noChangeAspect="1"/>
          </p:cNvPicPr>
          <p:nvPr/>
        </p:nvPicPr>
        <p:blipFill>
          <a:blip r:embed="rId2"/>
          <a:stretch>
            <a:fillRect/>
          </a:stretch>
        </p:blipFill>
        <p:spPr>
          <a:xfrm>
            <a:off x="6567488" y="1955656"/>
            <a:ext cx="11304443" cy="6999142"/>
          </a:xfrm>
          <a:prstGeom prst="rect">
            <a:avLst/>
          </a:prstGeom>
        </p:spPr>
      </p:pic>
    </p:spTree>
    <p:extLst>
      <p:ext uri="{BB962C8B-B14F-4D97-AF65-F5344CB8AC3E}">
        <p14:creationId xmlns:p14="http://schemas.microsoft.com/office/powerpoint/2010/main" val="3543818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85664-0D67-95B0-79C7-11B7CA4B0FED}"/>
              </a:ext>
            </a:extLst>
          </p:cNvPr>
          <p:cNvSpPr>
            <a:spLocks noGrp="1"/>
          </p:cNvSpPr>
          <p:nvPr>
            <p:ph type="title"/>
          </p:nvPr>
        </p:nvSpPr>
        <p:spPr/>
        <p:txBody>
          <a:bodyPr>
            <a:normAutofit fontScale="90000"/>
          </a:bodyPr>
          <a:lstStyle/>
          <a:p>
            <a:r>
              <a:rPr kumimoji="0" lang="en-US" sz="5600" b="1" i="0" u="none" strike="noStrike" kern="1200" cap="none" spc="0" normalizeH="0" baseline="0" noProof="0">
                <a:ln>
                  <a:noFill/>
                </a:ln>
                <a:solidFill>
                  <a:srgbClr val="BD061C"/>
                </a:solidFill>
                <a:effectLst/>
                <a:uLnTx/>
                <a:uFillTx/>
                <a:latin typeface="Arial"/>
                <a:ea typeface="ＭＳ Ｐゴシック" panose="020B0600070205080204" pitchFamily="34" charset="-128"/>
                <a:cs typeface="+mj-cs"/>
              </a:rPr>
              <a:t>Apache Spark </a:t>
            </a:r>
            <a:br>
              <a:rPr kumimoji="0" lang="en-US" sz="5600" b="1" i="0" u="none" strike="noStrike" kern="1200" cap="none" spc="0" normalizeH="0" baseline="0" noProof="0">
                <a:ln>
                  <a:noFill/>
                </a:ln>
                <a:solidFill>
                  <a:srgbClr val="BD061C"/>
                </a:solidFill>
                <a:effectLst/>
                <a:uLnTx/>
                <a:uFillTx/>
                <a:latin typeface="Arial"/>
                <a:ea typeface="ＭＳ Ｐゴシック" panose="020B0600070205080204" pitchFamily="34" charset="-128"/>
                <a:cs typeface="+mj-cs"/>
              </a:rPr>
            </a:br>
            <a:r>
              <a:rPr kumimoji="0" lang="en-US" sz="4800" b="1" i="0" u="none" strike="noStrike" kern="1200" cap="none" spc="0" normalizeH="0" baseline="0" noProof="0">
                <a:ln>
                  <a:noFill/>
                </a:ln>
                <a:solidFill>
                  <a:srgbClr val="BD061C"/>
                </a:solidFill>
                <a:effectLst/>
                <a:uLnTx/>
                <a:uFillTx/>
                <a:latin typeface="Arial"/>
                <a:ea typeface="ＭＳ Ｐゴシック" panose="020B0600070205080204" pitchFamily="34" charset="-128"/>
                <a:cs typeface="+mj-cs"/>
              </a:rPr>
              <a:t>Key Characteristics</a:t>
            </a:r>
            <a:endParaRPr lang="en-US"/>
          </a:p>
        </p:txBody>
      </p:sp>
      <p:graphicFrame>
        <p:nvGraphicFramePr>
          <p:cNvPr id="16" name="Content Placeholder 6" descr="The image describes the key features and advantages of Apache Spark. Here are the details:&#10;&#10;1. **In-memory Computing**:&#10;   - Spark leverages in-memory data structures and caches.&#10;   - This approach significantly boosts processing speed compared to traditional disk-based data processing methods like Hadoop.&#10;   - It empowers real-time analytics and interactive data exploration, making it ideal for time-sensitive applications.&#10;&#10;2. **Unified Platform**:&#10;   - Spark provides a single framework for diverse data workloads.&#10;   - It encompasses batch processing, streaming analysis, machine learning, and graph algorithms.&#10;   - This unification eliminates the need for separate tools and simplifies data processing pipelines, enhancing workflow efficiency.&#10;&#10;3. **Ease of Use**:&#10;   - Spark offers a rich library of pre-built functions and algorithms.&#10;   - These are readily available building blocks for constructing complex data processing pipelines.&#10;   - This modular approach minimizes the need for manual coding and debugging, compared to Hadoop's more code-intensive environment.&#10;&#10;4. **Extensibility and Integration**:&#10;   - Spark's design emphasizes extensibility, enabling integration with various data sources, storage systems, and libraries.&#10;   &#10;5. **Lazy Evaluation**:&#10;   - Spark adopts a lazy evaluation strategy.&#10;   - This postpones the execution of data transformations until an output is required.&#10;   - It enhances optimization opportunities by allowing Spark to build an execution plan and then optimize it before initiating actual processing.&#10;&#10;These features collectively contribute to Apache Spark's efficiency, flexibility, and performance in handling large-scale data processing tasks.">
            <a:extLst>
              <a:ext uri="{FF2B5EF4-FFF2-40B4-BE49-F238E27FC236}">
                <a16:creationId xmlns:a16="http://schemas.microsoft.com/office/drawing/2014/main" id="{618E5F47-9438-9B29-F507-C8B333BB838C}"/>
              </a:ext>
            </a:extLst>
          </p:cNvPr>
          <p:cNvGraphicFramePr>
            <a:graphicFrameLocks noGrp="1"/>
          </p:cNvGraphicFramePr>
          <p:nvPr>
            <p:ph idx="1"/>
            <p:extLst>
              <p:ext uri="{D42A27DB-BD31-4B8C-83A1-F6EECF244321}">
                <p14:modId xmlns:p14="http://schemas.microsoft.com/office/powerpoint/2010/main" val="2966657659"/>
              </p:ext>
            </p:extLst>
          </p:nvPr>
        </p:nvGraphicFramePr>
        <p:xfrm>
          <a:off x="1098550" y="1419423"/>
          <a:ext cx="15598394" cy="76553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01041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062E3-D744-42CB-2EE3-B51D51A589F0}"/>
              </a:ext>
            </a:extLst>
          </p:cNvPr>
          <p:cNvSpPr>
            <a:spLocks noGrp="1"/>
          </p:cNvSpPr>
          <p:nvPr>
            <p:ph type="title"/>
          </p:nvPr>
        </p:nvSpPr>
        <p:spPr/>
        <p:txBody>
          <a:bodyPr/>
          <a:lstStyle/>
          <a:p>
            <a:r>
              <a:rPr lang="en-US"/>
              <a:t>Apache Spark and MapReduce</a:t>
            </a:r>
          </a:p>
        </p:txBody>
      </p:sp>
      <p:graphicFrame>
        <p:nvGraphicFramePr>
          <p:cNvPr id="4" name="Table 4">
            <a:extLst>
              <a:ext uri="{FF2B5EF4-FFF2-40B4-BE49-F238E27FC236}">
                <a16:creationId xmlns:a16="http://schemas.microsoft.com/office/drawing/2014/main" id="{9CE705B6-0C53-1648-F24B-8FAC77CE9B53}"/>
              </a:ext>
            </a:extLst>
          </p:cNvPr>
          <p:cNvGraphicFramePr>
            <a:graphicFrameLocks noGrp="1"/>
          </p:cNvGraphicFramePr>
          <p:nvPr>
            <p:ph idx="1"/>
            <p:extLst>
              <p:ext uri="{D42A27DB-BD31-4B8C-83A1-F6EECF244321}">
                <p14:modId xmlns:p14="http://schemas.microsoft.com/office/powerpoint/2010/main" val="2060357460"/>
              </p:ext>
            </p:extLst>
          </p:nvPr>
        </p:nvGraphicFramePr>
        <p:xfrm>
          <a:off x="1098546" y="2275896"/>
          <a:ext cx="16084548" cy="6565126"/>
        </p:xfrm>
        <a:graphic>
          <a:graphicData uri="http://schemas.openxmlformats.org/drawingml/2006/table">
            <a:tbl>
              <a:tblPr firstRow="1" bandRow="1">
                <a:tableStyleId>{5C22544A-7EE6-4342-B048-85BDC9FD1C3A}</a:tableStyleId>
              </a:tblPr>
              <a:tblGrid>
                <a:gridCol w="3528868">
                  <a:extLst>
                    <a:ext uri="{9D8B030D-6E8A-4147-A177-3AD203B41FA5}">
                      <a16:colId xmlns:a16="http://schemas.microsoft.com/office/drawing/2014/main" val="2958137855"/>
                    </a:ext>
                  </a:extLst>
                </a:gridCol>
                <a:gridCol w="6068291">
                  <a:extLst>
                    <a:ext uri="{9D8B030D-6E8A-4147-A177-3AD203B41FA5}">
                      <a16:colId xmlns:a16="http://schemas.microsoft.com/office/drawing/2014/main" val="3667024714"/>
                    </a:ext>
                  </a:extLst>
                </a:gridCol>
                <a:gridCol w="6487389">
                  <a:extLst>
                    <a:ext uri="{9D8B030D-6E8A-4147-A177-3AD203B41FA5}">
                      <a16:colId xmlns:a16="http://schemas.microsoft.com/office/drawing/2014/main" val="3597217579"/>
                    </a:ext>
                  </a:extLst>
                </a:gridCol>
              </a:tblGrid>
              <a:tr h="708289">
                <a:tc>
                  <a:txBody>
                    <a:bodyPr/>
                    <a:lstStyle/>
                    <a:p>
                      <a:pPr algn="ctr"/>
                      <a:r>
                        <a:rPr lang="en-US" sz="2800">
                          <a:solidFill>
                            <a:schemeClr val="bg2"/>
                          </a:solidFill>
                        </a:rPr>
                        <a:t>Aspect</a:t>
                      </a:r>
                    </a:p>
                  </a:txBody>
                  <a:tcPr anchor="ctr">
                    <a:lnR w="57150" cap="flat" cmpd="sng" algn="ctr">
                      <a:solidFill>
                        <a:schemeClr val="bg2"/>
                      </a:solidFill>
                      <a:prstDash val="solid"/>
                      <a:round/>
                      <a:headEnd type="none" w="med" len="med"/>
                      <a:tailEnd type="none" w="med" len="med"/>
                    </a:lnR>
                  </a:tcPr>
                </a:tc>
                <a:tc>
                  <a:txBody>
                    <a:bodyPr/>
                    <a:lstStyle/>
                    <a:p>
                      <a:pPr algn="ctr"/>
                      <a:r>
                        <a:rPr lang="en-US" sz="2800">
                          <a:solidFill>
                            <a:schemeClr val="bg2"/>
                          </a:solidFill>
                        </a:rPr>
                        <a:t>Hadoop/MapReduce</a:t>
                      </a:r>
                    </a:p>
                  </a:txBody>
                  <a:tcPr anchor="ctr">
                    <a:lnL w="57150" cap="flat" cmpd="sng" algn="ctr">
                      <a:solidFill>
                        <a:schemeClr val="bg2"/>
                      </a:solidFill>
                      <a:prstDash val="solid"/>
                      <a:round/>
                      <a:headEnd type="none" w="med" len="med"/>
                      <a:tailEnd type="none" w="med" len="med"/>
                    </a:lnL>
                    <a:lnR w="57150" cap="flat" cmpd="sng" algn="ctr">
                      <a:solidFill>
                        <a:schemeClr val="bg2"/>
                      </a:solidFill>
                      <a:prstDash val="solid"/>
                      <a:round/>
                      <a:headEnd type="none" w="med" len="med"/>
                      <a:tailEnd type="none" w="med" len="med"/>
                    </a:lnR>
                  </a:tcPr>
                </a:tc>
                <a:tc>
                  <a:txBody>
                    <a:bodyPr/>
                    <a:lstStyle/>
                    <a:p>
                      <a:pPr algn="ctr"/>
                      <a:r>
                        <a:rPr lang="en-US" sz="2800">
                          <a:solidFill>
                            <a:schemeClr val="bg2"/>
                          </a:solidFill>
                        </a:rPr>
                        <a:t>Spark</a:t>
                      </a:r>
                    </a:p>
                  </a:txBody>
                  <a:tcPr anchor="ctr">
                    <a:lnL w="57150" cap="flat" cmpd="sng" algn="ctr">
                      <a:solidFill>
                        <a:schemeClr val="bg2"/>
                      </a:solidFill>
                      <a:prstDash val="solid"/>
                      <a:round/>
                      <a:headEnd type="none" w="med" len="med"/>
                      <a:tailEnd type="none" w="med" len="med"/>
                    </a:lnL>
                  </a:tcPr>
                </a:tc>
                <a:extLst>
                  <a:ext uri="{0D108BD9-81ED-4DB2-BD59-A6C34878D82A}">
                    <a16:rowId xmlns:a16="http://schemas.microsoft.com/office/drawing/2014/main" val="1260011300"/>
                  </a:ext>
                </a:extLst>
              </a:tr>
              <a:tr h="663530">
                <a:tc>
                  <a:txBody>
                    <a:bodyPr/>
                    <a:lstStyle/>
                    <a:p>
                      <a:pPr algn="ctr"/>
                      <a:r>
                        <a:rPr lang="en-US" sz="2400"/>
                        <a:t>Written In</a:t>
                      </a:r>
                    </a:p>
                  </a:txBody>
                  <a:tcPr anchor="ctr">
                    <a:lnR w="57150" cap="flat" cmpd="sng" algn="ctr">
                      <a:solidFill>
                        <a:schemeClr val="bg2"/>
                      </a:solidFill>
                      <a:prstDash val="solid"/>
                      <a:round/>
                      <a:headEnd type="none" w="med" len="med"/>
                      <a:tailEnd type="none" w="med" len="med"/>
                    </a:lnR>
                    <a:lnB w="57150" cap="flat" cmpd="sng" algn="ctr">
                      <a:solidFill>
                        <a:schemeClr val="bg2"/>
                      </a:solidFill>
                      <a:prstDash val="solid"/>
                      <a:round/>
                      <a:headEnd type="none" w="med" len="med"/>
                      <a:tailEnd type="none" w="med" len="med"/>
                    </a:lnB>
                    <a:solidFill>
                      <a:srgbClr val="E7E7E8"/>
                    </a:solidFill>
                  </a:tcPr>
                </a:tc>
                <a:tc>
                  <a:txBody>
                    <a:bodyPr/>
                    <a:lstStyle/>
                    <a:p>
                      <a:pPr algn="ctr"/>
                      <a:r>
                        <a:rPr lang="en-US" sz="2400"/>
                        <a:t>Java</a:t>
                      </a:r>
                    </a:p>
                  </a:txBody>
                  <a:tcPr anchor="ctr">
                    <a:lnL w="57150" cap="flat" cmpd="sng" algn="ctr">
                      <a:solidFill>
                        <a:schemeClr val="bg2"/>
                      </a:solidFill>
                      <a:prstDash val="solid"/>
                      <a:round/>
                      <a:headEnd type="none" w="med" len="med"/>
                      <a:tailEnd type="none" w="med" len="med"/>
                    </a:lnL>
                    <a:lnR w="57150" cap="flat" cmpd="sng" algn="ctr">
                      <a:solidFill>
                        <a:schemeClr val="bg2"/>
                      </a:solidFill>
                      <a:prstDash val="solid"/>
                      <a:round/>
                      <a:headEnd type="none" w="med" len="med"/>
                      <a:tailEnd type="none" w="med" len="med"/>
                    </a:lnR>
                    <a:lnB w="57150" cap="flat" cmpd="sng" algn="ctr">
                      <a:solidFill>
                        <a:schemeClr val="bg2"/>
                      </a:solidFill>
                      <a:prstDash val="solid"/>
                      <a:round/>
                      <a:headEnd type="none" w="med" len="med"/>
                      <a:tailEnd type="none" w="med" len="med"/>
                    </a:lnB>
                    <a:solidFill>
                      <a:srgbClr val="E7E7E8"/>
                    </a:solidFill>
                  </a:tcPr>
                </a:tc>
                <a:tc>
                  <a:txBody>
                    <a:bodyPr/>
                    <a:lstStyle/>
                    <a:p>
                      <a:pPr algn="ctr"/>
                      <a:r>
                        <a:rPr lang="en-US" sz="2400"/>
                        <a:t>Scala</a:t>
                      </a:r>
                    </a:p>
                  </a:txBody>
                  <a:tcPr anchor="ctr">
                    <a:lnL w="57150" cap="flat" cmpd="sng" algn="ctr">
                      <a:solidFill>
                        <a:schemeClr val="bg2"/>
                      </a:solidFill>
                      <a:prstDash val="solid"/>
                      <a:round/>
                      <a:headEnd type="none" w="med" len="med"/>
                      <a:tailEnd type="none" w="med" len="med"/>
                    </a:lnL>
                    <a:lnB w="57150" cap="flat" cmpd="sng" algn="ctr">
                      <a:solidFill>
                        <a:schemeClr val="bg2"/>
                      </a:solidFill>
                      <a:prstDash val="solid"/>
                      <a:round/>
                      <a:headEnd type="none" w="med" len="med"/>
                      <a:tailEnd type="none" w="med" len="med"/>
                    </a:lnB>
                    <a:solidFill>
                      <a:srgbClr val="E7E7E8"/>
                    </a:solidFill>
                  </a:tcPr>
                </a:tc>
                <a:extLst>
                  <a:ext uri="{0D108BD9-81ED-4DB2-BD59-A6C34878D82A}">
                    <a16:rowId xmlns:a16="http://schemas.microsoft.com/office/drawing/2014/main" val="1210957365"/>
                  </a:ext>
                </a:extLst>
              </a:tr>
              <a:tr h="663530">
                <a:tc>
                  <a:txBody>
                    <a:bodyPr/>
                    <a:lstStyle/>
                    <a:p>
                      <a:pPr algn="ctr"/>
                      <a:r>
                        <a:rPr lang="en-US" sz="2400"/>
                        <a:t>Performance</a:t>
                      </a:r>
                    </a:p>
                  </a:txBody>
                  <a:tcPr anchor="ctr">
                    <a:lnR w="57150" cap="flat" cmpd="sng" algn="ctr">
                      <a:solidFill>
                        <a:schemeClr val="bg2"/>
                      </a:solidFill>
                      <a:prstDash val="solid"/>
                      <a:round/>
                      <a:headEnd type="none" w="med" len="med"/>
                      <a:tailEnd type="none" w="med" len="med"/>
                    </a:lnR>
                    <a:lnT w="57150" cap="flat" cmpd="sng" algn="ctr">
                      <a:solidFill>
                        <a:schemeClr val="bg2"/>
                      </a:solidFill>
                      <a:prstDash val="solid"/>
                      <a:round/>
                      <a:headEnd type="none" w="med" len="med"/>
                      <a:tailEnd type="none" w="med" len="med"/>
                    </a:lnT>
                    <a:lnB w="57150" cap="flat" cmpd="sng" algn="ctr">
                      <a:solidFill>
                        <a:schemeClr val="bg2"/>
                      </a:solidFill>
                      <a:prstDash val="solid"/>
                      <a:round/>
                      <a:headEnd type="none" w="med" len="med"/>
                      <a:tailEnd type="none" w="med" len="med"/>
                    </a:lnB>
                    <a:solidFill>
                      <a:srgbClr val="E7E7E8"/>
                    </a:solidFill>
                  </a:tcPr>
                </a:tc>
                <a:tc>
                  <a:txBody>
                    <a:bodyPr/>
                    <a:lstStyle/>
                    <a:p>
                      <a:pPr algn="ctr"/>
                      <a:r>
                        <a:rPr lang="en-US" sz="2400"/>
                        <a:t>Fast</a:t>
                      </a:r>
                    </a:p>
                  </a:txBody>
                  <a:tcPr anchor="ctr">
                    <a:lnL w="57150" cap="flat" cmpd="sng" algn="ctr">
                      <a:solidFill>
                        <a:schemeClr val="bg2"/>
                      </a:solidFill>
                      <a:prstDash val="solid"/>
                      <a:round/>
                      <a:headEnd type="none" w="med" len="med"/>
                      <a:tailEnd type="none" w="med" len="med"/>
                    </a:lnL>
                    <a:lnR w="57150" cap="flat" cmpd="sng" algn="ctr">
                      <a:solidFill>
                        <a:schemeClr val="bg2"/>
                      </a:solidFill>
                      <a:prstDash val="solid"/>
                      <a:round/>
                      <a:headEnd type="none" w="med" len="med"/>
                      <a:tailEnd type="none" w="med" len="med"/>
                    </a:lnR>
                    <a:lnT w="57150" cap="flat" cmpd="sng" algn="ctr">
                      <a:solidFill>
                        <a:schemeClr val="bg2"/>
                      </a:solidFill>
                      <a:prstDash val="solid"/>
                      <a:round/>
                      <a:headEnd type="none" w="med" len="med"/>
                      <a:tailEnd type="none" w="med" len="med"/>
                    </a:lnT>
                    <a:lnB w="57150" cap="flat" cmpd="sng" algn="ctr">
                      <a:solidFill>
                        <a:schemeClr val="bg2"/>
                      </a:solidFill>
                      <a:prstDash val="solid"/>
                      <a:round/>
                      <a:headEnd type="none" w="med" len="med"/>
                      <a:tailEnd type="none" w="med" len="med"/>
                    </a:lnB>
                    <a:solidFill>
                      <a:srgbClr val="E7E7E8"/>
                    </a:solidFill>
                  </a:tcPr>
                </a:tc>
                <a:tc>
                  <a:txBody>
                    <a:bodyPr/>
                    <a:lstStyle/>
                    <a:p>
                      <a:pPr algn="ctr"/>
                      <a:r>
                        <a:rPr lang="en-US" sz="2400"/>
                        <a:t>10x-100x faster than MapReduce</a:t>
                      </a:r>
                    </a:p>
                  </a:txBody>
                  <a:tcPr anchor="ctr">
                    <a:lnL w="57150" cap="flat" cmpd="sng" algn="ctr">
                      <a:solidFill>
                        <a:schemeClr val="bg2"/>
                      </a:solidFill>
                      <a:prstDash val="solid"/>
                      <a:round/>
                      <a:headEnd type="none" w="med" len="med"/>
                      <a:tailEnd type="none" w="med" len="med"/>
                    </a:lnL>
                    <a:lnT w="57150" cap="flat" cmpd="sng" algn="ctr">
                      <a:solidFill>
                        <a:schemeClr val="bg2"/>
                      </a:solidFill>
                      <a:prstDash val="solid"/>
                      <a:round/>
                      <a:headEnd type="none" w="med" len="med"/>
                      <a:tailEnd type="none" w="med" len="med"/>
                    </a:lnT>
                    <a:lnB w="57150" cap="flat" cmpd="sng" algn="ctr">
                      <a:solidFill>
                        <a:schemeClr val="bg2"/>
                      </a:solidFill>
                      <a:prstDash val="solid"/>
                      <a:round/>
                      <a:headEnd type="none" w="med" len="med"/>
                      <a:tailEnd type="none" w="med" len="med"/>
                    </a:lnB>
                    <a:solidFill>
                      <a:srgbClr val="E7E7E8"/>
                    </a:solidFill>
                  </a:tcPr>
                </a:tc>
                <a:extLst>
                  <a:ext uri="{0D108BD9-81ED-4DB2-BD59-A6C34878D82A}">
                    <a16:rowId xmlns:a16="http://schemas.microsoft.com/office/drawing/2014/main" val="1797200926"/>
                  </a:ext>
                </a:extLst>
              </a:tr>
              <a:tr h="663530">
                <a:tc>
                  <a:txBody>
                    <a:bodyPr/>
                    <a:lstStyle/>
                    <a:p>
                      <a:pPr algn="ctr"/>
                      <a:r>
                        <a:rPr lang="en-US" sz="2400"/>
                        <a:t>Data Processing</a:t>
                      </a:r>
                    </a:p>
                  </a:txBody>
                  <a:tcPr anchor="ctr">
                    <a:lnR w="57150" cap="flat" cmpd="sng" algn="ctr">
                      <a:solidFill>
                        <a:schemeClr val="bg2"/>
                      </a:solidFill>
                      <a:prstDash val="solid"/>
                      <a:round/>
                      <a:headEnd type="none" w="med" len="med"/>
                      <a:tailEnd type="none" w="med" len="med"/>
                    </a:lnR>
                    <a:lnT w="57150" cap="flat" cmpd="sng" algn="ctr">
                      <a:solidFill>
                        <a:schemeClr val="bg2"/>
                      </a:solidFill>
                      <a:prstDash val="solid"/>
                      <a:round/>
                      <a:headEnd type="none" w="med" len="med"/>
                      <a:tailEnd type="none" w="med" len="med"/>
                    </a:lnT>
                    <a:lnB w="57150" cap="flat" cmpd="sng" algn="ctr">
                      <a:solidFill>
                        <a:schemeClr val="bg2"/>
                      </a:solidFill>
                      <a:prstDash val="solid"/>
                      <a:round/>
                      <a:headEnd type="none" w="med" len="med"/>
                      <a:tailEnd type="none" w="med" len="med"/>
                    </a:lnB>
                    <a:solidFill>
                      <a:srgbClr val="E7E7E8"/>
                    </a:solidFill>
                  </a:tcPr>
                </a:tc>
                <a:tc>
                  <a:txBody>
                    <a:bodyPr/>
                    <a:lstStyle/>
                    <a:p>
                      <a:pPr algn="ctr"/>
                      <a:r>
                        <a:rPr lang="en-US" sz="2400"/>
                        <a:t>Batch</a:t>
                      </a:r>
                    </a:p>
                  </a:txBody>
                  <a:tcPr anchor="ctr">
                    <a:lnL w="57150" cap="flat" cmpd="sng" algn="ctr">
                      <a:solidFill>
                        <a:schemeClr val="bg2"/>
                      </a:solidFill>
                      <a:prstDash val="solid"/>
                      <a:round/>
                      <a:headEnd type="none" w="med" len="med"/>
                      <a:tailEnd type="none" w="med" len="med"/>
                    </a:lnL>
                    <a:lnR w="57150" cap="flat" cmpd="sng" algn="ctr">
                      <a:solidFill>
                        <a:schemeClr val="bg2"/>
                      </a:solidFill>
                      <a:prstDash val="solid"/>
                      <a:round/>
                      <a:headEnd type="none" w="med" len="med"/>
                      <a:tailEnd type="none" w="med" len="med"/>
                    </a:lnR>
                    <a:lnT w="57150" cap="flat" cmpd="sng" algn="ctr">
                      <a:solidFill>
                        <a:schemeClr val="bg2"/>
                      </a:solidFill>
                      <a:prstDash val="solid"/>
                      <a:round/>
                      <a:headEnd type="none" w="med" len="med"/>
                      <a:tailEnd type="none" w="med" len="med"/>
                    </a:lnT>
                    <a:lnB w="57150" cap="flat" cmpd="sng" algn="ctr">
                      <a:solidFill>
                        <a:schemeClr val="bg2"/>
                      </a:solidFill>
                      <a:prstDash val="solid"/>
                      <a:round/>
                      <a:headEnd type="none" w="med" len="med"/>
                      <a:tailEnd type="none" w="med" len="med"/>
                    </a:lnB>
                    <a:solidFill>
                      <a:srgbClr val="E7E7E8"/>
                    </a:solidFill>
                  </a:tcPr>
                </a:tc>
                <a:tc>
                  <a:txBody>
                    <a:bodyPr/>
                    <a:lstStyle/>
                    <a:p>
                      <a:pPr algn="ctr"/>
                      <a:r>
                        <a:rPr lang="en-US" sz="2400"/>
                        <a:t>Batch, Streaming, Interactive</a:t>
                      </a:r>
                    </a:p>
                  </a:txBody>
                  <a:tcPr anchor="ctr">
                    <a:lnL w="57150" cap="flat" cmpd="sng" algn="ctr">
                      <a:solidFill>
                        <a:schemeClr val="bg2"/>
                      </a:solidFill>
                      <a:prstDash val="solid"/>
                      <a:round/>
                      <a:headEnd type="none" w="med" len="med"/>
                      <a:tailEnd type="none" w="med" len="med"/>
                    </a:lnL>
                    <a:lnT w="57150" cap="flat" cmpd="sng" algn="ctr">
                      <a:solidFill>
                        <a:schemeClr val="bg2"/>
                      </a:solidFill>
                      <a:prstDash val="solid"/>
                      <a:round/>
                      <a:headEnd type="none" w="med" len="med"/>
                      <a:tailEnd type="none" w="med" len="med"/>
                    </a:lnT>
                    <a:lnB w="57150" cap="flat" cmpd="sng" algn="ctr">
                      <a:solidFill>
                        <a:schemeClr val="bg2"/>
                      </a:solidFill>
                      <a:prstDash val="solid"/>
                      <a:round/>
                      <a:headEnd type="none" w="med" len="med"/>
                      <a:tailEnd type="none" w="med" len="med"/>
                    </a:lnB>
                    <a:solidFill>
                      <a:srgbClr val="E7E7E8"/>
                    </a:solidFill>
                  </a:tcPr>
                </a:tc>
                <a:extLst>
                  <a:ext uri="{0D108BD9-81ED-4DB2-BD59-A6C34878D82A}">
                    <a16:rowId xmlns:a16="http://schemas.microsoft.com/office/drawing/2014/main" val="1975458685"/>
                  </a:ext>
                </a:extLst>
              </a:tr>
              <a:tr h="1124929">
                <a:tc>
                  <a:txBody>
                    <a:bodyPr/>
                    <a:lstStyle/>
                    <a:p>
                      <a:pPr algn="ctr"/>
                      <a:r>
                        <a:rPr lang="en-US" sz="2400"/>
                        <a:t>Supported Languages</a:t>
                      </a:r>
                    </a:p>
                  </a:txBody>
                  <a:tcPr anchor="ctr">
                    <a:lnR w="57150" cap="flat" cmpd="sng" algn="ctr">
                      <a:solidFill>
                        <a:schemeClr val="bg2"/>
                      </a:solidFill>
                      <a:prstDash val="solid"/>
                      <a:round/>
                      <a:headEnd type="none" w="med" len="med"/>
                      <a:tailEnd type="none" w="med" len="med"/>
                    </a:lnR>
                    <a:lnT w="57150" cap="flat" cmpd="sng" algn="ctr">
                      <a:solidFill>
                        <a:schemeClr val="bg2"/>
                      </a:solidFill>
                      <a:prstDash val="solid"/>
                      <a:round/>
                      <a:headEnd type="none" w="med" len="med"/>
                      <a:tailEnd type="none" w="med" len="med"/>
                    </a:lnT>
                    <a:lnB w="57150" cap="flat" cmpd="sng" algn="ctr">
                      <a:solidFill>
                        <a:schemeClr val="bg2"/>
                      </a:solidFill>
                      <a:prstDash val="solid"/>
                      <a:round/>
                      <a:headEnd type="none" w="med" len="med"/>
                      <a:tailEnd type="none" w="med" len="med"/>
                    </a:lnB>
                    <a:solidFill>
                      <a:srgbClr val="E7E7E8"/>
                    </a:solidFill>
                  </a:tcPr>
                </a:tc>
                <a:tc>
                  <a:txBody>
                    <a:bodyPr/>
                    <a:lstStyle/>
                    <a:p>
                      <a:pPr algn="ctr"/>
                      <a:r>
                        <a:rPr lang="en-US" sz="2400"/>
                        <a:t>Java</a:t>
                      </a:r>
                    </a:p>
                    <a:p>
                      <a:pPr algn="ctr"/>
                      <a:r>
                        <a:rPr lang="en-US" sz="2400"/>
                        <a:t>(other languages via Hadoop Streaming)</a:t>
                      </a:r>
                    </a:p>
                  </a:txBody>
                  <a:tcPr anchor="ctr">
                    <a:lnL w="57150" cap="flat" cmpd="sng" algn="ctr">
                      <a:solidFill>
                        <a:schemeClr val="bg2"/>
                      </a:solidFill>
                      <a:prstDash val="solid"/>
                      <a:round/>
                      <a:headEnd type="none" w="med" len="med"/>
                      <a:tailEnd type="none" w="med" len="med"/>
                    </a:lnL>
                    <a:lnR w="57150" cap="flat" cmpd="sng" algn="ctr">
                      <a:solidFill>
                        <a:schemeClr val="bg2"/>
                      </a:solidFill>
                      <a:prstDash val="solid"/>
                      <a:round/>
                      <a:headEnd type="none" w="med" len="med"/>
                      <a:tailEnd type="none" w="med" len="med"/>
                    </a:lnR>
                    <a:lnT w="57150" cap="flat" cmpd="sng" algn="ctr">
                      <a:solidFill>
                        <a:schemeClr val="bg2"/>
                      </a:solidFill>
                      <a:prstDash val="solid"/>
                      <a:round/>
                      <a:headEnd type="none" w="med" len="med"/>
                      <a:tailEnd type="none" w="med" len="med"/>
                    </a:lnT>
                    <a:lnB w="57150" cap="flat" cmpd="sng" algn="ctr">
                      <a:solidFill>
                        <a:schemeClr val="bg2"/>
                      </a:solidFill>
                      <a:prstDash val="solid"/>
                      <a:round/>
                      <a:headEnd type="none" w="med" len="med"/>
                      <a:tailEnd type="none" w="med" len="med"/>
                    </a:lnB>
                    <a:solidFill>
                      <a:srgbClr val="E7E7E8"/>
                    </a:solidFill>
                  </a:tcPr>
                </a:tc>
                <a:tc>
                  <a:txBody>
                    <a:bodyPr/>
                    <a:lstStyle/>
                    <a:p>
                      <a:pPr algn="ctr"/>
                      <a:r>
                        <a:rPr lang="en-US" sz="2400"/>
                        <a:t>Java, Scala, Python, R</a:t>
                      </a:r>
                    </a:p>
                  </a:txBody>
                  <a:tcPr anchor="ctr">
                    <a:lnL w="57150" cap="flat" cmpd="sng" algn="ctr">
                      <a:solidFill>
                        <a:schemeClr val="bg2"/>
                      </a:solidFill>
                      <a:prstDash val="solid"/>
                      <a:round/>
                      <a:headEnd type="none" w="med" len="med"/>
                      <a:tailEnd type="none" w="med" len="med"/>
                    </a:lnL>
                    <a:lnT w="57150" cap="flat" cmpd="sng" algn="ctr">
                      <a:solidFill>
                        <a:schemeClr val="bg2"/>
                      </a:solidFill>
                      <a:prstDash val="solid"/>
                      <a:round/>
                      <a:headEnd type="none" w="med" len="med"/>
                      <a:tailEnd type="none" w="med" len="med"/>
                    </a:lnT>
                    <a:lnB w="57150" cap="flat" cmpd="sng" algn="ctr">
                      <a:solidFill>
                        <a:schemeClr val="bg2"/>
                      </a:solidFill>
                      <a:prstDash val="solid"/>
                      <a:round/>
                      <a:headEnd type="none" w="med" len="med"/>
                      <a:tailEnd type="none" w="med" len="med"/>
                    </a:lnB>
                    <a:solidFill>
                      <a:srgbClr val="E7E7E8"/>
                    </a:solidFill>
                  </a:tcPr>
                </a:tc>
                <a:extLst>
                  <a:ext uri="{0D108BD9-81ED-4DB2-BD59-A6C34878D82A}">
                    <a16:rowId xmlns:a16="http://schemas.microsoft.com/office/drawing/2014/main" val="2013166906"/>
                  </a:ext>
                </a:extLst>
              </a:tr>
              <a:tr h="793429">
                <a:tc>
                  <a:txBody>
                    <a:bodyPr/>
                    <a:lstStyle/>
                    <a:p>
                      <a:pPr algn="ctr"/>
                      <a:r>
                        <a:rPr lang="en-US" sz="2400"/>
                        <a:t>Working Sets</a:t>
                      </a:r>
                    </a:p>
                  </a:txBody>
                  <a:tcPr anchor="ctr">
                    <a:lnR w="57150" cap="flat" cmpd="sng" algn="ctr">
                      <a:solidFill>
                        <a:schemeClr val="bg2"/>
                      </a:solidFill>
                      <a:prstDash val="solid"/>
                      <a:round/>
                      <a:headEnd type="none" w="med" len="med"/>
                      <a:tailEnd type="none" w="med" len="med"/>
                    </a:lnR>
                    <a:lnT w="57150" cap="flat" cmpd="sng" algn="ctr">
                      <a:solidFill>
                        <a:schemeClr val="bg2"/>
                      </a:solidFill>
                      <a:prstDash val="solid"/>
                      <a:round/>
                      <a:headEnd type="none" w="med" len="med"/>
                      <a:tailEnd type="none" w="med" len="med"/>
                    </a:lnT>
                    <a:lnB w="57150" cap="flat" cmpd="sng" algn="ctr">
                      <a:solidFill>
                        <a:schemeClr val="bg2"/>
                      </a:solidFill>
                      <a:prstDash val="solid"/>
                      <a:round/>
                      <a:headEnd type="none" w="med" len="med"/>
                      <a:tailEnd type="none" w="med" len="med"/>
                    </a:lnB>
                    <a:solidFill>
                      <a:srgbClr val="E7E7E8"/>
                    </a:solidFill>
                  </a:tcPr>
                </a:tc>
                <a:tc>
                  <a:txBody>
                    <a:bodyPr/>
                    <a:lstStyle/>
                    <a:p>
                      <a:pPr algn="ctr"/>
                      <a:r>
                        <a:rPr lang="en-US" sz="2400"/>
                        <a:t>Working data stored on disk</a:t>
                      </a:r>
                    </a:p>
                  </a:txBody>
                  <a:tcPr anchor="ctr">
                    <a:lnL w="57150" cap="flat" cmpd="sng" algn="ctr">
                      <a:solidFill>
                        <a:schemeClr val="bg2"/>
                      </a:solidFill>
                      <a:prstDash val="solid"/>
                      <a:round/>
                      <a:headEnd type="none" w="med" len="med"/>
                      <a:tailEnd type="none" w="med" len="med"/>
                    </a:lnL>
                    <a:lnR w="57150" cap="flat" cmpd="sng" algn="ctr">
                      <a:solidFill>
                        <a:schemeClr val="bg2"/>
                      </a:solidFill>
                      <a:prstDash val="solid"/>
                      <a:round/>
                      <a:headEnd type="none" w="med" len="med"/>
                      <a:tailEnd type="none" w="med" len="med"/>
                    </a:lnR>
                    <a:lnT w="57150" cap="flat" cmpd="sng" algn="ctr">
                      <a:solidFill>
                        <a:schemeClr val="bg2"/>
                      </a:solidFill>
                      <a:prstDash val="solid"/>
                      <a:round/>
                      <a:headEnd type="none" w="med" len="med"/>
                      <a:tailEnd type="none" w="med" len="med"/>
                    </a:lnT>
                    <a:lnB w="57150" cap="flat" cmpd="sng" algn="ctr">
                      <a:solidFill>
                        <a:schemeClr val="bg2"/>
                      </a:solidFill>
                      <a:prstDash val="solid"/>
                      <a:round/>
                      <a:headEnd type="none" w="med" len="med"/>
                      <a:tailEnd type="none" w="med" len="med"/>
                    </a:lnB>
                    <a:solidFill>
                      <a:srgbClr val="E7E7E8"/>
                    </a:solidFill>
                  </a:tcPr>
                </a:tc>
                <a:tc>
                  <a:txBody>
                    <a:bodyPr/>
                    <a:lstStyle/>
                    <a:p>
                      <a:pPr algn="ctr"/>
                      <a:r>
                        <a:rPr lang="en-US" sz="2400"/>
                        <a:t>Working data stored in memory</a:t>
                      </a:r>
                    </a:p>
                  </a:txBody>
                  <a:tcPr anchor="ctr">
                    <a:lnL w="57150" cap="flat" cmpd="sng" algn="ctr">
                      <a:solidFill>
                        <a:schemeClr val="bg2"/>
                      </a:solidFill>
                      <a:prstDash val="solid"/>
                      <a:round/>
                      <a:headEnd type="none" w="med" len="med"/>
                      <a:tailEnd type="none" w="med" len="med"/>
                    </a:lnL>
                    <a:lnT w="57150" cap="flat" cmpd="sng" algn="ctr">
                      <a:solidFill>
                        <a:schemeClr val="bg2"/>
                      </a:solidFill>
                      <a:prstDash val="solid"/>
                      <a:round/>
                      <a:headEnd type="none" w="med" len="med"/>
                      <a:tailEnd type="none" w="med" len="med"/>
                    </a:lnT>
                    <a:lnB w="57150" cap="flat" cmpd="sng" algn="ctr">
                      <a:solidFill>
                        <a:schemeClr val="bg2"/>
                      </a:solidFill>
                      <a:prstDash val="solid"/>
                      <a:round/>
                      <a:headEnd type="none" w="med" len="med"/>
                      <a:tailEnd type="none" w="med" len="med"/>
                    </a:lnB>
                    <a:solidFill>
                      <a:srgbClr val="E7E7E8"/>
                    </a:solidFill>
                  </a:tcPr>
                </a:tc>
                <a:extLst>
                  <a:ext uri="{0D108BD9-81ED-4DB2-BD59-A6C34878D82A}">
                    <a16:rowId xmlns:a16="http://schemas.microsoft.com/office/drawing/2014/main" val="3510796843"/>
                  </a:ext>
                </a:extLst>
              </a:tr>
              <a:tr h="1124929">
                <a:tc>
                  <a:txBody>
                    <a:bodyPr/>
                    <a:lstStyle/>
                    <a:p>
                      <a:pPr algn="ctr"/>
                      <a:r>
                        <a:rPr lang="en-US" sz="2400"/>
                        <a:t>Iterations</a:t>
                      </a:r>
                    </a:p>
                  </a:txBody>
                  <a:tcPr anchor="ctr">
                    <a:lnR w="57150" cap="flat" cmpd="sng" algn="ctr">
                      <a:solidFill>
                        <a:schemeClr val="bg2"/>
                      </a:solidFill>
                      <a:prstDash val="solid"/>
                      <a:round/>
                      <a:headEnd type="none" w="med" len="med"/>
                      <a:tailEnd type="none" w="med" len="med"/>
                    </a:lnR>
                    <a:lnT w="57150" cap="flat" cmpd="sng" algn="ctr">
                      <a:solidFill>
                        <a:schemeClr val="bg2"/>
                      </a:solidFill>
                      <a:prstDash val="solid"/>
                      <a:round/>
                      <a:headEnd type="none" w="med" len="med"/>
                      <a:tailEnd type="none" w="med" len="med"/>
                    </a:lnT>
                    <a:lnB w="57150" cap="flat" cmpd="sng" algn="ctr">
                      <a:solidFill>
                        <a:schemeClr val="bg2"/>
                      </a:solidFill>
                      <a:prstDash val="solid"/>
                      <a:round/>
                      <a:headEnd type="none" w="med" len="med"/>
                      <a:tailEnd type="none" w="med" len="med"/>
                    </a:lnB>
                    <a:solidFill>
                      <a:srgbClr val="E7E7E8"/>
                    </a:solidFill>
                  </a:tcPr>
                </a:tc>
                <a:tc>
                  <a:txBody>
                    <a:bodyPr/>
                    <a:lstStyle/>
                    <a:p>
                      <a:pPr algn="ctr"/>
                      <a:r>
                        <a:rPr lang="en-US" sz="2400"/>
                        <a:t>Not well-suited for iterative algorithms </a:t>
                      </a:r>
                    </a:p>
                  </a:txBody>
                  <a:tcPr anchor="ctr">
                    <a:lnL w="57150" cap="flat" cmpd="sng" algn="ctr">
                      <a:solidFill>
                        <a:schemeClr val="bg2"/>
                      </a:solidFill>
                      <a:prstDash val="solid"/>
                      <a:round/>
                      <a:headEnd type="none" w="med" len="med"/>
                      <a:tailEnd type="none" w="med" len="med"/>
                    </a:lnL>
                    <a:lnR w="57150" cap="flat" cmpd="sng" algn="ctr">
                      <a:solidFill>
                        <a:schemeClr val="bg2"/>
                      </a:solidFill>
                      <a:prstDash val="solid"/>
                      <a:round/>
                      <a:headEnd type="none" w="med" len="med"/>
                      <a:tailEnd type="none" w="med" len="med"/>
                    </a:lnR>
                    <a:lnT w="57150" cap="flat" cmpd="sng" algn="ctr">
                      <a:solidFill>
                        <a:schemeClr val="bg2"/>
                      </a:solidFill>
                      <a:prstDash val="solid"/>
                      <a:round/>
                      <a:headEnd type="none" w="med" len="med"/>
                      <a:tailEnd type="none" w="med" len="med"/>
                    </a:lnT>
                    <a:lnB w="57150" cap="flat" cmpd="sng" algn="ctr">
                      <a:solidFill>
                        <a:schemeClr val="bg2"/>
                      </a:solidFill>
                      <a:prstDash val="solid"/>
                      <a:round/>
                      <a:headEnd type="none" w="med" len="med"/>
                      <a:tailEnd type="none" w="med" len="med"/>
                    </a:lnB>
                    <a:solidFill>
                      <a:srgbClr val="E7E7E8"/>
                    </a:solidFill>
                  </a:tcPr>
                </a:tc>
                <a:tc>
                  <a:txBody>
                    <a:bodyPr/>
                    <a:lstStyle/>
                    <a:p>
                      <a:pPr algn="ctr"/>
                      <a:r>
                        <a:rPr lang="en-US" sz="2400"/>
                        <a:t>Caches intermediate data between iterations, making it more efficient for iterative algorithms</a:t>
                      </a:r>
                    </a:p>
                  </a:txBody>
                  <a:tcPr anchor="ctr">
                    <a:lnL w="57150" cap="flat" cmpd="sng" algn="ctr">
                      <a:solidFill>
                        <a:schemeClr val="bg2"/>
                      </a:solidFill>
                      <a:prstDash val="solid"/>
                      <a:round/>
                      <a:headEnd type="none" w="med" len="med"/>
                      <a:tailEnd type="none" w="med" len="med"/>
                    </a:lnL>
                    <a:lnT w="57150" cap="flat" cmpd="sng" algn="ctr">
                      <a:solidFill>
                        <a:schemeClr val="bg2"/>
                      </a:solidFill>
                      <a:prstDash val="solid"/>
                      <a:round/>
                      <a:headEnd type="none" w="med" len="med"/>
                      <a:tailEnd type="none" w="med" len="med"/>
                    </a:lnT>
                    <a:lnB w="57150" cap="flat" cmpd="sng" algn="ctr">
                      <a:solidFill>
                        <a:schemeClr val="bg2"/>
                      </a:solidFill>
                      <a:prstDash val="solid"/>
                      <a:round/>
                      <a:headEnd type="none" w="med" len="med"/>
                      <a:tailEnd type="none" w="med" len="med"/>
                    </a:lnB>
                    <a:solidFill>
                      <a:srgbClr val="E7E7E8"/>
                    </a:solidFill>
                  </a:tcPr>
                </a:tc>
                <a:extLst>
                  <a:ext uri="{0D108BD9-81ED-4DB2-BD59-A6C34878D82A}">
                    <a16:rowId xmlns:a16="http://schemas.microsoft.com/office/drawing/2014/main" val="3529373885"/>
                  </a:ext>
                </a:extLst>
              </a:tr>
              <a:tr h="793429">
                <a:tc>
                  <a:txBody>
                    <a:bodyPr/>
                    <a:lstStyle/>
                    <a:p>
                      <a:pPr algn="ctr"/>
                      <a:r>
                        <a:rPr lang="en-US" sz="2400"/>
                        <a:t>Ease of User</a:t>
                      </a:r>
                    </a:p>
                  </a:txBody>
                  <a:tcPr anchor="ctr">
                    <a:lnR w="57150" cap="flat" cmpd="sng" algn="ctr">
                      <a:solidFill>
                        <a:schemeClr val="bg2"/>
                      </a:solidFill>
                      <a:prstDash val="solid"/>
                      <a:round/>
                      <a:headEnd type="none" w="med" len="med"/>
                      <a:tailEnd type="none" w="med" len="med"/>
                    </a:lnR>
                    <a:lnT w="57150" cap="flat" cmpd="sng" algn="ctr">
                      <a:solidFill>
                        <a:schemeClr val="bg2"/>
                      </a:solidFill>
                      <a:prstDash val="solid"/>
                      <a:round/>
                      <a:headEnd type="none" w="med" len="med"/>
                      <a:tailEnd type="none" w="med" len="med"/>
                    </a:lnT>
                    <a:solidFill>
                      <a:srgbClr val="E7E7E8"/>
                    </a:solidFill>
                  </a:tcPr>
                </a:tc>
                <a:tc>
                  <a:txBody>
                    <a:bodyPr/>
                    <a:lstStyle/>
                    <a:p>
                      <a:pPr algn="ctr"/>
                      <a:r>
                        <a:rPr lang="en-US" sz="2400"/>
                        <a:t>Requires proficiency in Java and MapReduce coding</a:t>
                      </a:r>
                    </a:p>
                  </a:txBody>
                  <a:tcPr anchor="ctr">
                    <a:lnL w="57150" cap="flat" cmpd="sng" algn="ctr">
                      <a:solidFill>
                        <a:schemeClr val="bg2"/>
                      </a:solidFill>
                      <a:prstDash val="solid"/>
                      <a:round/>
                      <a:headEnd type="none" w="med" len="med"/>
                      <a:tailEnd type="none" w="med" len="med"/>
                    </a:lnL>
                    <a:lnR w="57150" cap="flat" cmpd="sng" algn="ctr">
                      <a:solidFill>
                        <a:schemeClr val="bg2"/>
                      </a:solidFill>
                      <a:prstDash val="solid"/>
                      <a:round/>
                      <a:headEnd type="none" w="med" len="med"/>
                      <a:tailEnd type="none" w="med" len="med"/>
                    </a:lnR>
                    <a:lnT w="57150" cap="flat" cmpd="sng" algn="ctr">
                      <a:solidFill>
                        <a:schemeClr val="bg2"/>
                      </a:solidFill>
                      <a:prstDash val="solid"/>
                      <a:round/>
                      <a:headEnd type="none" w="med" len="med"/>
                      <a:tailEnd type="none" w="med" len="med"/>
                    </a:lnT>
                    <a:solidFill>
                      <a:srgbClr val="E7E7E8"/>
                    </a:solidFill>
                  </a:tcPr>
                </a:tc>
                <a:tc>
                  <a:txBody>
                    <a:bodyPr/>
                    <a:lstStyle/>
                    <a:p>
                      <a:pPr algn="ctr"/>
                      <a:r>
                        <a:rPr lang="en-US" sz="2400"/>
                        <a:t>Provides advanced data source parsing, and powerful data transformation functions</a:t>
                      </a:r>
                    </a:p>
                  </a:txBody>
                  <a:tcPr anchor="ctr">
                    <a:lnL w="57150" cap="flat" cmpd="sng" algn="ctr">
                      <a:solidFill>
                        <a:schemeClr val="bg2"/>
                      </a:solidFill>
                      <a:prstDash val="solid"/>
                      <a:round/>
                      <a:headEnd type="none" w="med" len="med"/>
                      <a:tailEnd type="none" w="med" len="med"/>
                    </a:lnL>
                    <a:lnT w="57150" cap="flat" cmpd="sng" algn="ctr">
                      <a:solidFill>
                        <a:schemeClr val="bg2"/>
                      </a:solidFill>
                      <a:prstDash val="solid"/>
                      <a:round/>
                      <a:headEnd type="none" w="med" len="med"/>
                      <a:tailEnd type="none" w="med" len="med"/>
                    </a:lnT>
                    <a:solidFill>
                      <a:srgbClr val="E7E7E8"/>
                    </a:solidFill>
                  </a:tcPr>
                </a:tc>
                <a:extLst>
                  <a:ext uri="{0D108BD9-81ED-4DB2-BD59-A6C34878D82A}">
                    <a16:rowId xmlns:a16="http://schemas.microsoft.com/office/drawing/2014/main" val="2316398470"/>
                  </a:ext>
                </a:extLst>
              </a:tr>
            </a:tbl>
          </a:graphicData>
        </a:graphic>
      </p:graphicFrame>
    </p:spTree>
    <p:custDataLst>
      <p:tags r:id="rId1"/>
    </p:custDataLst>
    <p:extLst>
      <p:ext uri="{BB962C8B-B14F-4D97-AF65-F5344CB8AC3E}">
        <p14:creationId xmlns:p14="http://schemas.microsoft.com/office/powerpoint/2010/main" val="14191980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76077723e4e34c3b5aeef4b04efa78bf">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19e363e40d36e188a1c3db48bbcaf99f"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FA838ED-C12F-4A42-8E88-98BAC73D2147}">
  <ds:schemaRefs>
    <ds:schemaRef ds:uri="http://schemas.microsoft.com/sharepoint/v3/contenttype/forms"/>
  </ds:schemaRefs>
</ds:datastoreItem>
</file>

<file path=customXml/itemProps2.xml><?xml version="1.0" encoding="utf-8"?>
<ds:datastoreItem xmlns:ds="http://schemas.openxmlformats.org/officeDocument/2006/customXml" ds:itemID="{3C6A4EEA-2556-441D-B20B-0657893061DE}">
  <ds:schemaRefs>
    <ds:schemaRef ds:uri="4e58ebf2-e4df-4cd3-9186-1e42b3ede124"/>
    <ds:schemaRef ds:uri="5e41b080-9453-459c-bb93-b19be7335f42"/>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63CCAE59-E087-4EB4-870C-37F3879B2B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9</Slides>
  <Notes>0</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Breeze</vt:lpstr>
      <vt:lpstr>Module 4: Lesson 1 Spark Overview</vt:lpstr>
      <vt:lpstr>Apache Spark</vt:lpstr>
      <vt:lpstr>Apache Spark</vt:lpstr>
      <vt:lpstr>Spark as a Distributed Processing Framework Scope of Applicability</vt:lpstr>
      <vt:lpstr>Apache Spark</vt:lpstr>
      <vt:lpstr>Apache Spark</vt:lpstr>
      <vt:lpstr>Apache Spark  Conceptual Architecture</vt:lpstr>
      <vt:lpstr>Apache Spark  Key Characteristics</vt:lpstr>
      <vt:lpstr>Apache Spark and MapReduce</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revision>7</cp:revision>
  <cp:lastPrinted>2023-12-28T21:37:41Z</cp:lastPrinted>
  <dcterms:created xsi:type="dcterms:W3CDTF">2019-02-13T16:04:21Z</dcterms:created>
  <dcterms:modified xsi:type="dcterms:W3CDTF">2024-07-09T19:31:58Z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ArticulateGUID">
    <vt:lpwstr>369170F6-4AB3-4F48-86AB-6937B8DB3CCE</vt:lpwstr>
  </property>
  <property fmtid="{D5CDD505-2E9C-101B-9397-08002B2CF9AE}" pid="4" name="ArticulatePath">
    <vt:lpwstr>Module 4 04012024</vt:lpwstr>
  </property>
  <property fmtid="{D5CDD505-2E9C-101B-9397-08002B2CF9AE}" pid="5" name="MediaServiceImageTags">
    <vt:lpwstr/>
  </property>
</Properties>
</file>