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7"/>
  </p:notesMasterIdLst>
  <p:sldIdLst>
    <p:sldId id="1007" r:id="rId5"/>
    <p:sldId id="850" r:id="rId6"/>
    <p:sldId id="689" r:id="rId7"/>
    <p:sldId id="835" r:id="rId8"/>
    <p:sldId id="832" r:id="rId9"/>
    <p:sldId id="836" r:id="rId10"/>
    <p:sldId id="1009" r:id="rId11"/>
    <p:sldId id="837" r:id="rId12"/>
    <p:sldId id="843" r:id="rId13"/>
    <p:sldId id="840" r:id="rId14"/>
    <p:sldId id="838" r:id="rId15"/>
    <p:sldId id="842" r:id="rId16"/>
  </p:sldIdLst>
  <p:sldSz cx="18288000" cy="10287000"/>
  <p:notesSz cx="6858000" cy="9144000"/>
  <p:custDataLst>
    <p:tags r:id="rId1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8"/>
    <a:srgbClr val="E1F8FF"/>
    <a:srgbClr val="E0F8FF"/>
    <a:srgbClr val="BABABA"/>
    <a:srgbClr val="0070C0"/>
    <a:srgbClr val="959595"/>
    <a:srgbClr val="E98D0A"/>
    <a:srgbClr val="969696"/>
    <a:srgbClr val="3F4F6C"/>
    <a:srgbClr val="C50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CCBB84-484C-2770-4E94-DD51DB243681}" v="9" dt="2024-07-10T14:54:16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88"/>
    <p:restoredTop sz="95726" autoAdjust="0"/>
  </p:normalViewPr>
  <p:slideViewPr>
    <p:cSldViewPr snapToGrid="0" snapToObjects="1">
      <p:cViewPr varScale="1">
        <p:scale>
          <a:sx n="74" d="100"/>
          <a:sy n="74" d="100"/>
        </p:scale>
        <p:origin x="738" y="8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F7CCBB84-484C-2770-4E94-DD51DB243681}"/>
    <pc:docChg chg="modSld">
      <pc:chgData name="Allison Mulshine" userId="S::allison.mulshine@collegiseducation.com::5f656d52-c555-4e5e-9a5b-18226766ffe3" providerId="AD" clId="Web-{F7CCBB84-484C-2770-4E94-DD51DB243681}" dt="2024-07-10T14:54:16.685" v="7" actId="1076"/>
      <pc:docMkLst>
        <pc:docMk/>
      </pc:docMkLst>
      <pc:sldChg chg="addSp delSp modSp">
        <pc:chgData name="Allison Mulshine" userId="S::allison.mulshine@collegiseducation.com::5f656d52-c555-4e5e-9a5b-18226766ffe3" providerId="AD" clId="Web-{F7CCBB84-484C-2770-4E94-DD51DB243681}" dt="2024-07-10T14:54:16.685" v="7" actId="1076"/>
        <pc:sldMkLst>
          <pc:docMk/>
          <pc:sldMk cId="3366692779" sldId="840"/>
        </pc:sldMkLst>
        <pc:grpChg chg="del">
          <ac:chgData name="Allison Mulshine" userId="S::allison.mulshine@collegiseducation.com::5f656d52-c555-4e5e-9a5b-18226766ffe3" providerId="AD" clId="Web-{F7CCBB84-484C-2770-4E94-DD51DB243681}" dt="2024-07-10T14:54:09.013" v="4"/>
          <ac:grpSpMkLst>
            <pc:docMk/>
            <pc:sldMk cId="3366692779" sldId="840"/>
            <ac:grpSpMk id="9" creationId="{5ED0DC3B-19AC-2207-6024-9621CAD3DF58}"/>
          </ac:grpSpMkLst>
        </pc:grpChg>
        <pc:picChg chg="add mod">
          <ac:chgData name="Allison Mulshine" userId="S::allison.mulshine@collegiseducation.com::5f656d52-c555-4e5e-9a5b-18226766ffe3" providerId="AD" clId="Web-{F7CCBB84-484C-2770-4E94-DD51DB243681}" dt="2024-07-10T14:54:16.685" v="7" actId="1076"/>
          <ac:picMkLst>
            <pc:docMk/>
            <pc:sldMk cId="3366692779" sldId="840"/>
            <ac:picMk id="11" creationId="{74BCD17E-4230-ED92-530C-D2EE3D7B00E6}"/>
          </ac:picMkLst>
        </pc:picChg>
      </pc:sldChg>
    </pc:docChg>
  </pc:docChgLst>
  <pc:docChgLst>
    <pc:chgData name="Allison Mulshine" userId="S::allison.mulshine@collegiseducation.com::5f656d52-c555-4e5e-9a5b-18226766ffe3" providerId="AD" clId="Web-{067696A0-07AC-03F4-532B-F352B37B54BB}"/>
    <pc:docChg chg="modSld">
      <pc:chgData name="Allison Mulshine" userId="S::allison.mulshine@collegiseducation.com::5f656d52-c555-4e5e-9a5b-18226766ffe3" providerId="AD" clId="Web-{067696A0-07AC-03F4-532B-F352B37B54BB}" dt="2024-06-21T18:32:36.650" v="4"/>
      <pc:docMkLst>
        <pc:docMk/>
      </pc:docMkLst>
      <pc:sldChg chg="addSp modSp">
        <pc:chgData name="Allison Mulshine" userId="S::allison.mulshine@collegiseducation.com::5f656d52-c555-4e5e-9a5b-18226766ffe3" providerId="AD" clId="Web-{067696A0-07AC-03F4-532B-F352B37B54BB}" dt="2024-06-21T18:31:52.540" v="3"/>
        <pc:sldMkLst>
          <pc:docMk/>
          <pc:sldMk cId="3366692779" sldId="840"/>
        </pc:sldMkLst>
        <pc:grpChg chg="add mod">
          <ac:chgData name="Allison Mulshine" userId="S::allison.mulshine@collegiseducation.com::5f656d52-c555-4e5e-9a5b-18226766ffe3" providerId="AD" clId="Web-{067696A0-07AC-03F4-532B-F352B37B54BB}" dt="2024-06-21T18:31:52.540" v="3"/>
          <ac:grpSpMkLst>
            <pc:docMk/>
            <pc:sldMk cId="3366692779" sldId="840"/>
            <ac:grpSpMk id="9" creationId="{5ED0DC3B-19AC-2207-6024-9621CAD3DF58}"/>
          </ac:grpSpMkLst>
        </pc:grpChg>
      </pc:sldChg>
      <pc:sldChg chg="modSp">
        <pc:chgData name="Allison Mulshine" userId="S::allison.mulshine@collegiseducation.com::5f656d52-c555-4e5e-9a5b-18226766ffe3" providerId="AD" clId="Web-{067696A0-07AC-03F4-532B-F352B37B54BB}" dt="2024-06-21T18:32:36.650" v="4"/>
        <pc:sldMkLst>
          <pc:docMk/>
          <pc:sldMk cId="2848987681" sldId="842"/>
        </pc:sldMkLst>
        <pc:graphicFrameChg chg="mod">
          <ac:chgData name="Allison Mulshine" userId="S::allison.mulshine@collegiseducation.com::5f656d52-c555-4e5e-9a5b-18226766ffe3" providerId="AD" clId="Web-{067696A0-07AC-03F4-532B-F352B37B54BB}" dt="2024-06-21T18:32:36.650" v="4"/>
          <ac:graphicFrameMkLst>
            <pc:docMk/>
            <pc:sldMk cId="2848987681" sldId="842"/>
            <ac:graphicFrameMk id="5" creationId="{1420FABA-0AE7-F5C2-5D75-95A5D34474C9}"/>
          </ac:graphicFrameMkLst>
        </pc:graphicFrameChg>
      </pc:sldChg>
      <pc:sldChg chg="addSp modSp">
        <pc:chgData name="Allison Mulshine" userId="S::allison.mulshine@collegiseducation.com::5f656d52-c555-4e5e-9a5b-18226766ffe3" providerId="AD" clId="Web-{067696A0-07AC-03F4-532B-F352B37B54BB}" dt="2024-06-21T18:31:01.132" v="1"/>
        <pc:sldMkLst>
          <pc:docMk/>
          <pc:sldMk cId="1949594316" sldId="1009"/>
        </pc:sldMkLst>
        <pc:grpChg chg="add mod">
          <ac:chgData name="Allison Mulshine" userId="S::allison.mulshine@collegiseducation.com::5f656d52-c555-4e5e-9a5b-18226766ffe3" providerId="AD" clId="Web-{067696A0-07AC-03F4-532B-F352B37B54BB}" dt="2024-06-21T18:31:01.132" v="1"/>
          <ac:grpSpMkLst>
            <pc:docMk/>
            <pc:sldMk cId="1949594316" sldId="1009"/>
            <ac:grpSpMk id="3" creationId="{B0744CDC-A667-8C6E-641C-957B8E84911A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00325D-92D6-D34B-93C2-455575BC4A6E}" type="doc">
      <dgm:prSet loTypeId="urn:microsoft.com/office/officeart/2008/layout/Lin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E5E123-A873-BD4B-8CFE-6D401CF1C771}">
      <dgm:prSet phldrT="[Text]" custT="1"/>
      <dgm:spPr/>
      <dgm:t>
        <a:bodyPr anchor="ctr"/>
        <a:lstStyle/>
        <a:p>
          <a:r>
            <a:rPr lang="en-US" sz="3200" dirty="0"/>
            <a:t>Allowing Spark to infer a schema is useful for small datasets and for prototyping and experimentation</a:t>
          </a:r>
        </a:p>
      </dgm:t>
    </dgm:pt>
    <dgm:pt modelId="{AC74C259-7D45-494D-8214-84CC474F0407}" type="parTrans" cxnId="{CFE510A8-F399-DA49-BE48-1F6097A4EE80}">
      <dgm:prSet/>
      <dgm:spPr/>
      <dgm:t>
        <a:bodyPr/>
        <a:lstStyle/>
        <a:p>
          <a:endParaRPr lang="en-US" sz="3200"/>
        </a:p>
      </dgm:t>
    </dgm:pt>
    <dgm:pt modelId="{3EF2363D-161B-0D49-B4EA-5EF50BD79F55}" type="sibTrans" cxnId="{CFE510A8-F399-DA49-BE48-1F6097A4EE80}">
      <dgm:prSet/>
      <dgm:spPr/>
      <dgm:t>
        <a:bodyPr/>
        <a:lstStyle/>
        <a:p>
          <a:endParaRPr lang="en-US" sz="3200"/>
        </a:p>
      </dgm:t>
    </dgm:pt>
    <dgm:pt modelId="{D930C896-9AEC-8544-B54D-C3260EE6F88D}">
      <dgm:prSet custT="1"/>
      <dgm:spPr/>
      <dgm:t>
        <a:bodyPr anchor="ctr"/>
        <a:lstStyle/>
        <a:p>
          <a:r>
            <a:rPr lang="en-US" sz="3200" dirty="0"/>
            <a:t>But Spark may scan an entire dataset (default) which can take significant time for massive datasets</a:t>
          </a:r>
        </a:p>
      </dgm:t>
    </dgm:pt>
    <dgm:pt modelId="{8585FEFE-B70D-1449-8042-FFB96D358C21}" type="parTrans" cxnId="{F4F55800-BCAC-0948-B692-437FF9F16A84}">
      <dgm:prSet/>
      <dgm:spPr/>
      <dgm:t>
        <a:bodyPr/>
        <a:lstStyle/>
        <a:p>
          <a:endParaRPr lang="en-US" sz="3200"/>
        </a:p>
      </dgm:t>
    </dgm:pt>
    <dgm:pt modelId="{3BF31C8E-61A9-664F-9933-B3EE05C8C8F5}" type="sibTrans" cxnId="{F4F55800-BCAC-0948-B692-437FF9F16A84}">
      <dgm:prSet/>
      <dgm:spPr/>
      <dgm:t>
        <a:bodyPr/>
        <a:lstStyle/>
        <a:p>
          <a:endParaRPr lang="en-US" sz="3200"/>
        </a:p>
      </dgm:t>
    </dgm:pt>
    <dgm:pt modelId="{9B078AD5-8D0A-BF4F-BC97-DB78E2438E88}">
      <dgm:prSet custT="1"/>
      <dgm:spPr/>
      <dgm:t>
        <a:bodyPr anchor="ctr"/>
        <a:lstStyle/>
        <a:p>
          <a:r>
            <a:rPr lang="en-US" sz="3200" dirty="0"/>
            <a:t>So for production use, it is a best practice to provide an explicitly defined schema or accept one from datasets in Parquet format</a:t>
          </a:r>
        </a:p>
      </dgm:t>
    </dgm:pt>
    <dgm:pt modelId="{6635E02E-FC3B-CC4E-B287-8FFEDA4AB4A8}" type="parTrans" cxnId="{8D2A57F3-13D0-AD47-8650-B065E0FA3635}">
      <dgm:prSet/>
      <dgm:spPr/>
      <dgm:t>
        <a:bodyPr/>
        <a:lstStyle/>
        <a:p>
          <a:endParaRPr lang="en-US" sz="3200"/>
        </a:p>
      </dgm:t>
    </dgm:pt>
    <dgm:pt modelId="{47B10DC9-F8A6-064D-95BE-22062AD61FB8}" type="sibTrans" cxnId="{8D2A57F3-13D0-AD47-8650-B065E0FA3635}">
      <dgm:prSet/>
      <dgm:spPr/>
      <dgm:t>
        <a:bodyPr/>
        <a:lstStyle/>
        <a:p>
          <a:endParaRPr lang="en-US" sz="3200"/>
        </a:p>
      </dgm:t>
    </dgm:pt>
    <dgm:pt modelId="{006751B9-E8F2-424D-8FF1-964A79D74981}" type="pres">
      <dgm:prSet presAssocID="{3900325D-92D6-D34B-93C2-455575BC4A6E}" presName="vert0" presStyleCnt="0">
        <dgm:presLayoutVars>
          <dgm:dir/>
          <dgm:animOne val="branch"/>
          <dgm:animLvl val="lvl"/>
        </dgm:presLayoutVars>
      </dgm:prSet>
      <dgm:spPr/>
    </dgm:pt>
    <dgm:pt modelId="{FA0D1D9E-027B-BB4E-A1C4-EF060D9781BC}" type="pres">
      <dgm:prSet presAssocID="{BEE5E123-A873-BD4B-8CFE-6D401CF1C771}" presName="thickLine" presStyleLbl="alignNode1" presStyleIdx="0" presStyleCnt="3"/>
      <dgm:spPr/>
    </dgm:pt>
    <dgm:pt modelId="{2058548B-11C1-0B45-BC9F-997B5CB92BDF}" type="pres">
      <dgm:prSet presAssocID="{BEE5E123-A873-BD4B-8CFE-6D401CF1C771}" presName="horz1" presStyleCnt="0"/>
      <dgm:spPr/>
    </dgm:pt>
    <dgm:pt modelId="{204A94CB-8ABC-5D48-BFDE-ED90CD8D80C8}" type="pres">
      <dgm:prSet presAssocID="{BEE5E123-A873-BD4B-8CFE-6D401CF1C771}" presName="tx1" presStyleLbl="revTx" presStyleIdx="0" presStyleCnt="3"/>
      <dgm:spPr/>
    </dgm:pt>
    <dgm:pt modelId="{D0825750-CCED-C440-B2D0-45B21FBDED31}" type="pres">
      <dgm:prSet presAssocID="{BEE5E123-A873-BD4B-8CFE-6D401CF1C771}" presName="vert1" presStyleCnt="0"/>
      <dgm:spPr/>
    </dgm:pt>
    <dgm:pt modelId="{792167A1-F7A9-0549-A4E1-95A06EF1ED44}" type="pres">
      <dgm:prSet presAssocID="{D930C896-9AEC-8544-B54D-C3260EE6F88D}" presName="thickLine" presStyleLbl="alignNode1" presStyleIdx="1" presStyleCnt="3"/>
      <dgm:spPr/>
    </dgm:pt>
    <dgm:pt modelId="{04359F49-CB50-5C46-B02A-7C3A852575D1}" type="pres">
      <dgm:prSet presAssocID="{D930C896-9AEC-8544-B54D-C3260EE6F88D}" presName="horz1" presStyleCnt="0"/>
      <dgm:spPr/>
    </dgm:pt>
    <dgm:pt modelId="{956BE22C-3153-3649-B539-347D9B9FB5B6}" type="pres">
      <dgm:prSet presAssocID="{D930C896-9AEC-8544-B54D-C3260EE6F88D}" presName="tx1" presStyleLbl="revTx" presStyleIdx="1" presStyleCnt="3"/>
      <dgm:spPr/>
    </dgm:pt>
    <dgm:pt modelId="{8D584F9A-6ACD-6E46-AFD2-EF84183C2BA5}" type="pres">
      <dgm:prSet presAssocID="{D930C896-9AEC-8544-B54D-C3260EE6F88D}" presName="vert1" presStyleCnt="0"/>
      <dgm:spPr/>
    </dgm:pt>
    <dgm:pt modelId="{12967449-4535-BB4E-BB1D-CF36F2F1231F}" type="pres">
      <dgm:prSet presAssocID="{9B078AD5-8D0A-BF4F-BC97-DB78E2438E88}" presName="thickLine" presStyleLbl="alignNode1" presStyleIdx="2" presStyleCnt="3"/>
      <dgm:spPr/>
    </dgm:pt>
    <dgm:pt modelId="{3A028C42-5E6F-3545-BABE-783A5E8AE3AD}" type="pres">
      <dgm:prSet presAssocID="{9B078AD5-8D0A-BF4F-BC97-DB78E2438E88}" presName="horz1" presStyleCnt="0"/>
      <dgm:spPr/>
    </dgm:pt>
    <dgm:pt modelId="{9988D2DA-20EF-CE4B-87A0-2725AF706465}" type="pres">
      <dgm:prSet presAssocID="{9B078AD5-8D0A-BF4F-BC97-DB78E2438E88}" presName="tx1" presStyleLbl="revTx" presStyleIdx="2" presStyleCnt="3"/>
      <dgm:spPr/>
    </dgm:pt>
    <dgm:pt modelId="{94672ED1-EBAF-074D-AA20-B0FD87C8DC1E}" type="pres">
      <dgm:prSet presAssocID="{9B078AD5-8D0A-BF4F-BC97-DB78E2438E88}" presName="vert1" presStyleCnt="0"/>
      <dgm:spPr/>
    </dgm:pt>
  </dgm:ptLst>
  <dgm:cxnLst>
    <dgm:cxn modelId="{F4F55800-BCAC-0948-B692-437FF9F16A84}" srcId="{3900325D-92D6-D34B-93C2-455575BC4A6E}" destId="{D930C896-9AEC-8544-B54D-C3260EE6F88D}" srcOrd="1" destOrd="0" parTransId="{8585FEFE-B70D-1449-8042-FFB96D358C21}" sibTransId="{3BF31C8E-61A9-664F-9933-B3EE05C8C8F5}"/>
    <dgm:cxn modelId="{B849962D-A0A3-CB40-92BA-0C3E137E44F8}" type="presOf" srcId="{BEE5E123-A873-BD4B-8CFE-6D401CF1C771}" destId="{204A94CB-8ABC-5D48-BFDE-ED90CD8D80C8}" srcOrd="0" destOrd="0" presId="urn:microsoft.com/office/officeart/2008/layout/LinedList"/>
    <dgm:cxn modelId="{EE501E5C-B5B4-394E-8404-67E7FE57FEEE}" type="presOf" srcId="{3900325D-92D6-D34B-93C2-455575BC4A6E}" destId="{006751B9-E8F2-424D-8FF1-964A79D74981}" srcOrd="0" destOrd="0" presId="urn:microsoft.com/office/officeart/2008/layout/LinedList"/>
    <dgm:cxn modelId="{CFE510A8-F399-DA49-BE48-1F6097A4EE80}" srcId="{3900325D-92D6-D34B-93C2-455575BC4A6E}" destId="{BEE5E123-A873-BD4B-8CFE-6D401CF1C771}" srcOrd="0" destOrd="0" parTransId="{AC74C259-7D45-494D-8214-84CC474F0407}" sibTransId="{3EF2363D-161B-0D49-B4EA-5EF50BD79F55}"/>
    <dgm:cxn modelId="{FF68D7D3-D670-B944-B384-437AD7486FF3}" type="presOf" srcId="{9B078AD5-8D0A-BF4F-BC97-DB78E2438E88}" destId="{9988D2DA-20EF-CE4B-87A0-2725AF706465}" srcOrd="0" destOrd="0" presId="urn:microsoft.com/office/officeart/2008/layout/LinedList"/>
    <dgm:cxn modelId="{8D2A57F3-13D0-AD47-8650-B065E0FA3635}" srcId="{3900325D-92D6-D34B-93C2-455575BC4A6E}" destId="{9B078AD5-8D0A-BF4F-BC97-DB78E2438E88}" srcOrd="2" destOrd="0" parTransId="{6635E02E-FC3B-CC4E-B287-8FFEDA4AB4A8}" sibTransId="{47B10DC9-F8A6-064D-95BE-22062AD61FB8}"/>
    <dgm:cxn modelId="{361AB6FA-9061-624F-86D1-5DB696FE889A}" type="presOf" srcId="{D930C896-9AEC-8544-B54D-C3260EE6F88D}" destId="{956BE22C-3153-3649-B539-347D9B9FB5B6}" srcOrd="0" destOrd="0" presId="urn:microsoft.com/office/officeart/2008/layout/LinedList"/>
    <dgm:cxn modelId="{5DCF27A7-D835-2E4A-A663-A7948CE76816}" type="presParOf" srcId="{006751B9-E8F2-424D-8FF1-964A79D74981}" destId="{FA0D1D9E-027B-BB4E-A1C4-EF060D9781BC}" srcOrd="0" destOrd="0" presId="urn:microsoft.com/office/officeart/2008/layout/LinedList"/>
    <dgm:cxn modelId="{FE40A51F-359F-5746-98D5-56CF5298723A}" type="presParOf" srcId="{006751B9-E8F2-424D-8FF1-964A79D74981}" destId="{2058548B-11C1-0B45-BC9F-997B5CB92BDF}" srcOrd="1" destOrd="0" presId="urn:microsoft.com/office/officeart/2008/layout/LinedList"/>
    <dgm:cxn modelId="{C3260983-8F25-C445-8D0B-059028628227}" type="presParOf" srcId="{2058548B-11C1-0B45-BC9F-997B5CB92BDF}" destId="{204A94CB-8ABC-5D48-BFDE-ED90CD8D80C8}" srcOrd="0" destOrd="0" presId="urn:microsoft.com/office/officeart/2008/layout/LinedList"/>
    <dgm:cxn modelId="{5F2CE1A0-A891-074A-85E7-A01A8A5003CC}" type="presParOf" srcId="{2058548B-11C1-0B45-BC9F-997B5CB92BDF}" destId="{D0825750-CCED-C440-B2D0-45B21FBDED31}" srcOrd="1" destOrd="0" presId="urn:microsoft.com/office/officeart/2008/layout/LinedList"/>
    <dgm:cxn modelId="{B18F1141-1078-5743-B03F-3EF2156AB33C}" type="presParOf" srcId="{006751B9-E8F2-424D-8FF1-964A79D74981}" destId="{792167A1-F7A9-0549-A4E1-95A06EF1ED44}" srcOrd="2" destOrd="0" presId="urn:microsoft.com/office/officeart/2008/layout/LinedList"/>
    <dgm:cxn modelId="{3DF23C7B-E3CD-5749-B2C0-69BBC7318509}" type="presParOf" srcId="{006751B9-E8F2-424D-8FF1-964A79D74981}" destId="{04359F49-CB50-5C46-B02A-7C3A852575D1}" srcOrd="3" destOrd="0" presId="urn:microsoft.com/office/officeart/2008/layout/LinedList"/>
    <dgm:cxn modelId="{316595DF-25E1-9844-BC90-A78BA1AF9EDA}" type="presParOf" srcId="{04359F49-CB50-5C46-B02A-7C3A852575D1}" destId="{956BE22C-3153-3649-B539-347D9B9FB5B6}" srcOrd="0" destOrd="0" presId="urn:microsoft.com/office/officeart/2008/layout/LinedList"/>
    <dgm:cxn modelId="{5DF62DEB-4998-2B44-B6A6-1E483EFB6020}" type="presParOf" srcId="{04359F49-CB50-5C46-B02A-7C3A852575D1}" destId="{8D584F9A-6ACD-6E46-AFD2-EF84183C2BA5}" srcOrd="1" destOrd="0" presId="urn:microsoft.com/office/officeart/2008/layout/LinedList"/>
    <dgm:cxn modelId="{DA1965B0-5A8E-3F4C-ABC7-B6052F1340C0}" type="presParOf" srcId="{006751B9-E8F2-424D-8FF1-964A79D74981}" destId="{12967449-4535-BB4E-BB1D-CF36F2F1231F}" srcOrd="4" destOrd="0" presId="urn:microsoft.com/office/officeart/2008/layout/LinedList"/>
    <dgm:cxn modelId="{212B03FA-0651-394E-9DF2-052816256B49}" type="presParOf" srcId="{006751B9-E8F2-424D-8FF1-964A79D74981}" destId="{3A028C42-5E6F-3545-BABE-783A5E8AE3AD}" srcOrd="5" destOrd="0" presId="urn:microsoft.com/office/officeart/2008/layout/LinedList"/>
    <dgm:cxn modelId="{F4BBA85D-B31A-E444-938E-B1E0C3F1863E}" type="presParOf" srcId="{3A028C42-5E6F-3545-BABE-783A5E8AE3AD}" destId="{9988D2DA-20EF-CE4B-87A0-2725AF706465}" srcOrd="0" destOrd="0" presId="urn:microsoft.com/office/officeart/2008/layout/LinedList"/>
    <dgm:cxn modelId="{8D512769-AE58-8E48-A75D-B07AA9D4DB91}" type="presParOf" srcId="{3A028C42-5E6F-3545-BABE-783A5E8AE3AD}" destId="{94672ED1-EBAF-074D-AA20-B0FD87C8DC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D1D9E-027B-BB4E-A1C4-EF060D9781BC}">
      <dsp:nvSpPr>
        <dsp:cNvPr id="0" name=""/>
        <dsp:cNvSpPr/>
      </dsp:nvSpPr>
      <dsp:spPr>
        <a:xfrm>
          <a:off x="0" y="2588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A94CB-8ABC-5D48-BFDE-ED90CD8D80C8}">
      <dsp:nvSpPr>
        <dsp:cNvPr id="0" name=""/>
        <dsp:cNvSpPr/>
      </dsp:nvSpPr>
      <dsp:spPr>
        <a:xfrm>
          <a:off x="0" y="2588"/>
          <a:ext cx="16084552" cy="176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Allowing Spark to infer a schema is useful for small datasets and for prototyping and experimentation</a:t>
          </a:r>
        </a:p>
      </dsp:txBody>
      <dsp:txXfrm>
        <a:off x="0" y="2588"/>
        <a:ext cx="16084552" cy="1765690"/>
      </dsp:txXfrm>
    </dsp:sp>
    <dsp:sp modelId="{792167A1-F7A9-0549-A4E1-95A06EF1ED44}">
      <dsp:nvSpPr>
        <dsp:cNvPr id="0" name=""/>
        <dsp:cNvSpPr/>
      </dsp:nvSpPr>
      <dsp:spPr>
        <a:xfrm>
          <a:off x="0" y="1768279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BE22C-3153-3649-B539-347D9B9FB5B6}">
      <dsp:nvSpPr>
        <dsp:cNvPr id="0" name=""/>
        <dsp:cNvSpPr/>
      </dsp:nvSpPr>
      <dsp:spPr>
        <a:xfrm>
          <a:off x="0" y="1768279"/>
          <a:ext cx="16084552" cy="176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But Spark may scan an entire dataset (default) which can take significant time for massive datasets</a:t>
          </a:r>
        </a:p>
      </dsp:txBody>
      <dsp:txXfrm>
        <a:off x="0" y="1768279"/>
        <a:ext cx="16084552" cy="1765690"/>
      </dsp:txXfrm>
    </dsp:sp>
    <dsp:sp modelId="{12967449-4535-BB4E-BB1D-CF36F2F1231F}">
      <dsp:nvSpPr>
        <dsp:cNvPr id="0" name=""/>
        <dsp:cNvSpPr/>
      </dsp:nvSpPr>
      <dsp:spPr>
        <a:xfrm>
          <a:off x="0" y="3533970"/>
          <a:ext cx="16084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8D2DA-20EF-CE4B-87A0-2725AF706465}">
      <dsp:nvSpPr>
        <dsp:cNvPr id="0" name=""/>
        <dsp:cNvSpPr/>
      </dsp:nvSpPr>
      <dsp:spPr>
        <a:xfrm>
          <a:off x="0" y="3533970"/>
          <a:ext cx="16084552" cy="176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So for production use, it is a best practice to provide an explicitly defined schema or accept one from datasets in Parquet format</a:t>
          </a:r>
        </a:p>
      </dsp:txBody>
      <dsp:txXfrm>
        <a:off x="0" y="3533970"/>
        <a:ext cx="16084552" cy="1765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spark.apache.org/docs/latest/api/python/reference/pyspark.sql/api/pyspark.sql.types.DoubleType.html#pyspark.sql.types.DoubleType" TargetMode="External"/><Relationship Id="rId13" Type="http://schemas.openxmlformats.org/officeDocument/2006/relationships/hyperlink" Target="https://spark.apache.org/docs/latest/api/python/reference/pyspark.sql/api/pyspark.sql.types.ShortType.html#pyspark.sql.types.ShortType" TargetMode="External"/><Relationship Id="rId3" Type="http://schemas.openxmlformats.org/officeDocument/2006/relationships/hyperlink" Target="https://spark.apache.org/docs/latest/api/python/reference/pyspark.sql/api/pyspark.sql.types.BooleanType.html#pyspark.sql.types.BooleanType" TargetMode="External"/><Relationship Id="rId7" Type="http://schemas.openxmlformats.org/officeDocument/2006/relationships/hyperlink" Target="https://spark.apache.org/docs/latest/api/python/reference/pyspark.sql/api/pyspark.sql.types.DecimalType.html#pyspark.sql.types.DecimalType" TargetMode="External"/><Relationship Id="rId12" Type="http://schemas.openxmlformats.org/officeDocument/2006/relationships/hyperlink" Target="https://spark.apache.org/docs/latest/api/python/reference/pyspark.sql/api/pyspark.sql.types.NullType.html#pyspark.sql.types.NullType" TargetMode="External"/><Relationship Id="rId17" Type="http://schemas.openxmlformats.org/officeDocument/2006/relationships/hyperlink" Target="https://spark.apache.org/docs/latest/api/python/reference/pyspark.sql/api/pyspark.sql.types.TimestampType.html#pyspark.sql.types.TimestampType" TargetMode="External"/><Relationship Id="rId2" Type="http://schemas.openxmlformats.org/officeDocument/2006/relationships/hyperlink" Target="https://spark.apache.org/docs/latest/api/python/reference/pyspark.sql/api/pyspark.sql.types.BinaryType.html#pyspark.sql.types.BinaryType" TargetMode="External"/><Relationship Id="rId16" Type="http://schemas.openxmlformats.org/officeDocument/2006/relationships/hyperlink" Target="https://spark.apache.org/docs/latest/api/python/reference/pyspark.sql/api/pyspark.sql.types.StructField.html#pyspark.sql.types.StructFiel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ark.apache.org/docs/latest/api/python/reference/pyspark.sql/api/pyspark.sql.types.DateType.html#pyspark.sql.types.DateType" TargetMode="External"/><Relationship Id="rId11" Type="http://schemas.openxmlformats.org/officeDocument/2006/relationships/hyperlink" Target="https://spark.apache.org/docs/latest/api/python/reference/pyspark.sql/api/pyspark.sql.types.LongType.html#pyspark.sql.types.LongType" TargetMode="External"/><Relationship Id="rId5" Type="http://schemas.openxmlformats.org/officeDocument/2006/relationships/hyperlink" Target="https://spark.apache.org/docs/latest/api/python/reference/pyspark.sql/api/pyspark.sql.types.DataType.html#pyspark.sql.types.DataType" TargetMode="External"/><Relationship Id="rId15" Type="http://schemas.openxmlformats.org/officeDocument/2006/relationships/hyperlink" Target="https://spark.apache.org/docs/latest/api/python/reference/pyspark.sql/api/pyspark.sql.types.StructType.html#pyspark.sql.types.StructType" TargetMode="External"/><Relationship Id="rId10" Type="http://schemas.openxmlformats.org/officeDocument/2006/relationships/hyperlink" Target="https://spark.apache.org/docs/latest/api/python/reference/pyspark.sql/api/pyspark.sql.types.IntegerType.html#pyspark.sql.types.IntegerType" TargetMode="External"/><Relationship Id="rId4" Type="http://schemas.openxmlformats.org/officeDocument/2006/relationships/hyperlink" Target="https://spark.apache.org/docs/latest/api/python/reference/pyspark.sql/api/pyspark.sql.types.ByteType.html#pyspark.sql.types.ByteType" TargetMode="External"/><Relationship Id="rId9" Type="http://schemas.openxmlformats.org/officeDocument/2006/relationships/hyperlink" Target="https://spark.apache.org/docs/latest/api/python/reference/pyspark.sql/api/pyspark.sql.types.FloatType.html#pyspark.sql.types.FloatType" TargetMode="External"/><Relationship Id="rId14" Type="http://schemas.openxmlformats.org/officeDocument/2006/relationships/hyperlink" Target="https://spark.apache.org/docs/latest/api/python/reference/pyspark.sql/api/pyspark.sql.types.StringType.html#pyspark.sql.types.StringTyp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4: Lesson 5 </a:t>
            </a:r>
            <a:br>
              <a:rPr lang="en-US" dirty="0"/>
            </a:br>
            <a:r>
              <a:rPr lang="en-US" dirty="0"/>
              <a:t>Defining Spark Schemas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22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schema is metadata associated with a DataFrame which defines the column names, column types, and whether the column can be null (None) or no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Each DataFrame is associated with a schema upon its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DataFrame schema is represented as an instance of class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pyspark.sql.types.StructType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consist of a list of instances of class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pyspark.sql.types.StructField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Each instance of class pyspark.sql.StructField describes a column: its name, data type (integer, string, etc.) and whether the column can be null (None) or not.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4072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78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schema can be associated with a DataFrame in one of the following ways: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(1) A user can associate a schema with a DataFrame explicitly (manually) 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(2) Spark can associate a default schema with a DataFrame, assigning column names such as ‘_c0’, ’_c1”, etc. and assigning each (simple) column a type of ‘string’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(3) Spark can scan a data source while creating a DataFrame to infer column names and types from the data itself. This can be expensive for large datasets.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4072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(4) Spark can extract schema information from certain data sources such as Parquet format files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4072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78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Function and Attributes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DataFrame.printSchema()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Prints out the schema in the tree format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DataFrame.columns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Returns all column names as a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DataFrame.dtypes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Returns all column names and their data types as a 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DataFrame.schema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Returns the schema of this DataFrame as a pyspark.sql.types.StructType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4072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90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Default Schema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reads in a csv format file, skips the header (using the header labels as column names), and lets Spark assign the default column type ‘string’ to each column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91EFB-E9B9-4097-FFD9-FA1CAE001F4F}"/>
              </a:ext>
            </a:extLst>
          </p:cNvPr>
          <p:cNvSpPr txBox="1"/>
          <p:nvPr/>
        </p:nvSpPr>
        <p:spPr>
          <a:xfrm>
            <a:off x="882651" y="4866078"/>
            <a:ext cx="16516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spark.read.format("csv").option("header", 'true').load("/Users/nachdaph/auto-mpg.csv").printSchema()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D86BB0-DAD6-10A9-3020-D2643AF8C73A}"/>
              </a:ext>
            </a:extLst>
          </p:cNvPr>
          <p:cNvSpPr txBox="1"/>
          <p:nvPr/>
        </p:nvSpPr>
        <p:spPr>
          <a:xfrm>
            <a:off x="882651" y="6393239"/>
            <a:ext cx="57864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+----+----------+--------------------+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 mpg|horsepower|             carname|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+----+----------+--------------------+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|29.0|      49.0|            fiat 128|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|32.0|      61.0|          datsun 710|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|44.3|      48.0|vw rabbit c (diesel)|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|31.6|      74.0|           mazda 626|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|36.4|      67.0| audi 5000s (diesel)|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|19.8|      85.0|    mercury zephyr 6|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|NULL|      NULL|                NULL|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+----+----------+--------------------+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EC7339-E818-7902-2BC0-1721F197B4EA}"/>
              </a:ext>
            </a:extLst>
          </p:cNvPr>
          <p:cNvSpPr txBox="1"/>
          <p:nvPr/>
        </p:nvSpPr>
        <p:spPr>
          <a:xfrm>
            <a:off x="8620920" y="6977284"/>
            <a:ext cx="6757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root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mpg: string (nullable = true)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horsepower: string (nullable = true)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carname: string (nullable = true)</a:t>
            </a:r>
          </a:p>
        </p:txBody>
      </p: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8403834C-327D-5109-C732-48BCC86B0FB9}"/>
              </a:ext>
            </a:extLst>
          </p:cNvPr>
          <p:cNvSpPr/>
          <p:nvPr/>
        </p:nvSpPr>
        <p:spPr>
          <a:xfrm>
            <a:off x="6997304" y="5634348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8EB7F-EA7A-F296-3EBB-E3442A319DCF}"/>
              </a:ext>
            </a:extLst>
          </p:cNvPr>
          <p:cNvSpPr txBox="1"/>
          <p:nvPr/>
        </p:nvSpPr>
        <p:spPr>
          <a:xfrm>
            <a:off x="882651" y="5990936"/>
            <a:ext cx="404469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/Users/nachdaph/auto-mpg.csv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56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Inferred Schema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reads in a csv format file, skips the header (using the header labels as column names), and lets Spark infer the column types. Indicate to Spark that is to infer a schema by supplying the following option when reading from the data source: option("inferSchema", "true")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D86BB0-DAD6-10A9-3020-D2643AF8C73A}"/>
              </a:ext>
            </a:extLst>
          </p:cNvPr>
          <p:cNvSpPr txBox="1"/>
          <p:nvPr/>
        </p:nvSpPr>
        <p:spPr>
          <a:xfrm>
            <a:off x="882651" y="6393239"/>
            <a:ext cx="57864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+----+----------+--------------------+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 mpg|horsepower|             carname|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+----+----------+--------------------+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|29.0|      49.0|            fiat 128|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|32.0|      61.0|          datsun 710|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|44.3|      48.0|vw rabbit c (diesel)|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|31.6|      74.0|           mazda 626|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|36.4|      67.0| audi 5000s (diesel)|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|19.8|      85.0|    mercury zephyr 6|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|NULL|      NULL|                NULL|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+----+----------+--------------------+</a:t>
            </a:r>
          </a:p>
        </p:txBody>
      </p: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8403834C-327D-5109-C732-48BCC86B0FB9}"/>
              </a:ext>
            </a:extLst>
          </p:cNvPr>
          <p:cNvSpPr/>
          <p:nvPr/>
        </p:nvSpPr>
        <p:spPr>
          <a:xfrm>
            <a:off x="6997304" y="5634348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8EB7F-EA7A-F296-3EBB-E3442A319DCF}"/>
              </a:ext>
            </a:extLst>
          </p:cNvPr>
          <p:cNvSpPr txBox="1"/>
          <p:nvPr/>
        </p:nvSpPr>
        <p:spPr>
          <a:xfrm>
            <a:off x="882651" y="5990936"/>
            <a:ext cx="404469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/Users/nachdaph/auto-mpg.csv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DFBE3-5A38-9FAC-B5E6-698F015D7214}"/>
              </a:ext>
            </a:extLst>
          </p:cNvPr>
          <p:cNvSpPr txBox="1"/>
          <p:nvPr/>
        </p:nvSpPr>
        <p:spPr>
          <a:xfrm>
            <a:off x="3344344" y="4508063"/>
            <a:ext cx="98967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spark.read.format("csv")\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    .option("header", 'true’).option("inferSchema", "true") \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    .load("/Users/nachdaph/auto-mpg-fixed.csv").printSchema()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8D791-A561-A1EA-85AE-2E9FB2B62BC8}"/>
              </a:ext>
            </a:extLst>
          </p:cNvPr>
          <p:cNvSpPr txBox="1"/>
          <p:nvPr/>
        </p:nvSpPr>
        <p:spPr>
          <a:xfrm>
            <a:off x="8292704" y="7354822"/>
            <a:ext cx="62995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root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mpg: double (nullable = true)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horsepower: double (nullable = true)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carname: string (nullable = true)</a:t>
            </a:r>
          </a:p>
        </p:txBody>
      </p:sp>
    </p:spTree>
    <p:extLst>
      <p:ext uri="{BB962C8B-B14F-4D97-AF65-F5344CB8AC3E}">
        <p14:creationId xmlns:p14="http://schemas.microsoft.com/office/powerpoint/2010/main" val="294916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Inferred Schema with Sampling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983792-79E7-93BF-5C41-33FFC0ADFB3D}"/>
              </a:ext>
            </a:extLst>
          </p:cNvPr>
          <p:cNvSpPr/>
          <p:nvPr/>
        </p:nvSpPr>
        <p:spPr>
          <a:xfrm>
            <a:off x="1232453" y="19888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 panose="02020603050405020304" pitchFamily="18" charset="0"/>
              </a:rPr>
              <a:t>By default Spark scans the entire dataset to accurately infer a schema, but this can be very time consuming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55206E-09BB-4162-7D3C-E1D039B8D68F}"/>
              </a:ext>
            </a:extLst>
          </p:cNvPr>
          <p:cNvSpPr/>
          <p:nvPr/>
        </p:nvSpPr>
        <p:spPr>
          <a:xfrm>
            <a:off x="1232453" y="32861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But Spark provides the ‘</a:t>
            </a:r>
            <a:r>
              <a:rPr kumimoji="0" lang="en-US" altLang="en-US" sz="28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samplingRatio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’ option to define the fraction of data set to read to infer the schema ([0.0-1.0]), although the schema might not be as accurate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D3218-DAC4-8789-5CBC-98663C1B1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19888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296F0A-37EE-A47F-8130-CF0B80FF5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2861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 descr="The image demonstrates how to read a CSV file into a Spark DataFrame and print its schema while sampling only 1% of the dataset. Here's a detailed explanation:&#10;&#10;1. **Code Snippet**:&#10;   ```python&#10;   spark.read.format(&quot;csv&quot;) \&#10;       .option(&quot;header&quot;, &quot;true&quot;) \&#10;       .option(&quot;inferSchema&quot;, &quot;true&quot;) \&#10;       .option(&quot;samplingRatio&quot;, 0.01) \&#10;       .load(&quot;/Users/nachdaph/auto-mpg-fixed.csv&quot;) \&#10;       .printSchema()&#10;   ```&#10;&#10;2. **Components**:&#10;   - **Format**: &#10;     - `.format(&quot;csv&quot;)`: Specifies that the data source format is CSV.&#10;   - **Option**:&#10;     - `.option(&quot;header&quot;, &quot;true&quot;)`: Indicates that the CSV file has a header row.&#10;     - `.option(&quot;inferSchema&quot;, &quot;true&quot;)`: Instructs Spark to infer the schema of the dataset automatically.&#10;     - `.option(&quot;samplingRatio&quot;, 0.01)`: Specifies that only 1% of the dataset should be sampled to infer the schema.&#10;   - **Load**:&#10;     - `.load(&quot;/Users/nachdaph/auto-mpg-fixed.csv&quot;)`: Loads the data from the specified path into a DataFrame.&#10;   - **Print Schema**:&#10;     - `.printSchema()`: Prints the schema of the DataFrame.&#10;&#10;3. **Dataset**:&#10;   - The dataset `/Users/nachdaph/auto-mpg.csv` contains columns such as `mpg`, `horsepower`, and `carname`.&#10;&#10;4. **Schema Output**:&#10;   - The schema printed indicates:&#10;     - `mpg`: double (nullable = true)&#10;     - `horsepower`: double (nullable = true)&#10;     - `carname`: string (nullable = true)&#10;&#10;5. **Purpose**:&#10;   - This process reads the CSV file, infers the schema by sampling 1% of the dataset, and prints the schema. Sampling a small portion of the dataset helps in quickly inferring the schema without reading the entire dataset, which is beneficial for large datasets.&#10;&#10;This example demonstrates how to efficiently load a CSV file into Spark, infer its schema using sampling, and inspect the structure of the data.">
            <a:extLst>
              <a:ext uri="{FF2B5EF4-FFF2-40B4-BE49-F238E27FC236}">
                <a16:creationId xmlns:a16="http://schemas.microsoft.com/office/drawing/2014/main" id="{B0744CDC-A667-8C6E-641C-957B8E84911A}"/>
              </a:ext>
            </a:extLst>
          </p:cNvPr>
          <p:cNvGrpSpPr/>
          <p:nvPr/>
        </p:nvGrpSpPr>
        <p:grpSpPr>
          <a:xfrm>
            <a:off x="882651" y="4560747"/>
            <a:ext cx="17405349" cy="5200413"/>
            <a:chOff x="882651" y="4560747"/>
            <a:chExt cx="17405349" cy="52004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D86BB0-DAD6-10A9-3020-D2643AF8C73A}"/>
                </a:ext>
              </a:extLst>
            </p:cNvPr>
            <p:cNvSpPr txBox="1"/>
            <p:nvPr/>
          </p:nvSpPr>
          <p:spPr>
            <a:xfrm>
              <a:off x="882651" y="6621839"/>
              <a:ext cx="5786437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+----+----------+--------------------+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 mpg|horsepower|             carname|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+----+----------+--------------------+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|29.0|      49.0|            fiat 128|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|32.0|      61.0|          datsun 710|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|44.3|      48.0|vw rabbit c (diesel)|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|31.6|      74.0|           mazda 626|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|36.4|      67.0| audi 5000s (diesel)|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|19.8|      85.0|    mercury zephyr 6|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|NULL|      NULL|                NULL|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+----+----------+--------------------+</a:t>
              </a:r>
            </a:p>
          </p:txBody>
        </p:sp>
        <p:sp>
          <p:nvSpPr>
            <p:cNvPr id="21" name="Circular Arrow 20">
              <a:extLst>
                <a:ext uri="{FF2B5EF4-FFF2-40B4-BE49-F238E27FC236}">
                  <a16:creationId xmlns:a16="http://schemas.microsoft.com/office/drawing/2014/main" id="{8403834C-327D-5109-C732-48BCC86B0FB9}"/>
                </a:ext>
              </a:extLst>
            </p:cNvPr>
            <p:cNvSpPr/>
            <p:nvPr/>
          </p:nvSpPr>
          <p:spPr>
            <a:xfrm>
              <a:off x="6997304" y="5862948"/>
              <a:ext cx="1295400" cy="1943100"/>
            </a:xfrm>
            <a:prstGeom prst="circular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88EB7F-EA7A-F296-3EBB-E3442A319DCF}"/>
                </a:ext>
              </a:extLst>
            </p:cNvPr>
            <p:cNvSpPr txBox="1"/>
            <p:nvPr/>
          </p:nvSpPr>
          <p:spPr>
            <a:xfrm>
              <a:off x="882651" y="6219536"/>
              <a:ext cx="4044697" cy="36933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panose="020B0600070205080204" pitchFamily="34" charset="-128"/>
                  <a:cs typeface="+mn-cs"/>
                </a:rPr>
                <a:t>/Users/nachdaph/auto-mpg.csv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3DFBE3-5A38-9FAC-B5E6-698F015D7214}"/>
                </a:ext>
              </a:extLst>
            </p:cNvPr>
            <p:cNvSpPr txBox="1"/>
            <p:nvPr/>
          </p:nvSpPr>
          <p:spPr>
            <a:xfrm>
              <a:off x="1625601" y="4560747"/>
              <a:ext cx="1666239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spark.read.format("csv")\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    .option("header", 'true’).option("inferSchema", "true").option(“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samplingRatio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”, 0.01) ]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    .load("/Users/nachdaph/auto-mpg-fixed.csv").printSchema()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08D791-A561-A1EA-85AE-2E9FB2B62BC8}"/>
                </a:ext>
              </a:extLst>
            </p:cNvPr>
            <p:cNvSpPr txBox="1"/>
            <p:nvPr/>
          </p:nvSpPr>
          <p:spPr>
            <a:xfrm>
              <a:off x="8292704" y="7583422"/>
              <a:ext cx="629959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root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 |-- mpg: double (nullable = true)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 |-- horsepower: double (nullable = true)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nlo" panose="020B0609030804020204" pitchFamily="49" charset="0"/>
                  <a:ea typeface="ＭＳ Ｐゴシック" panose="020B0600070205080204" pitchFamily="34" charset="-128"/>
                  <a:cs typeface="+mn-cs"/>
                </a:rPr>
                <a:t> |-- carname: string (nullable = true)</a:t>
              </a:r>
            </a:p>
          </p:txBody>
        </p:sp>
        <p:sp>
          <p:nvSpPr>
            <p:cNvPr id="15" name="Rectangular Callout 14">
              <a:extLst>
                <a:ext uri="{FF2B5EF4-FFF2-40B4-BE49-F238E27FC236}">
                  <a16:creationId xmlns:a16="http://schemas.microsoft.com/office/drawing/2014/main" id="{EA210979-7C70-F8FD-86E5-506F4C4915AC}"/>
                </a:ext>
              </a:extLst>
            </p:cNvPr>
            <p:cNvSpPr/>
            <p:nvPr/>
          </p:nvSpPr>
          <p:spPr>
            <a:xfrm>
              <a:off x="11442502" y="6282010"/>
              <a:ext cx="1771650" cy="923330"/>
            </a:xfrm>
            <a:prstGeom prst="wedgeRectCallout">
              <a:avLst>
                <a:gd name="adj1" fmla="val -113538"/>
                <a:gd name="adj2" fmla="val -155915"/>
              </a:avLst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Sample 1% of the dataset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959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Explicit Schema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AA1F42-88DC-923F-50EB-13A9FDBBF519}"/>
              </a:ext>
            </a:extLst>
          </p:cNvPr>
          <p:cNvGrpSpPr/>
          <p:nvPr/>
        </p:nvGrpSpPr>
        <p:grpSpPr>
          <a:xfrm>
            <a:off x="-1" y="1931670"/>
            <a:ext cx="14948454" cy="1038225"/>
            <a:chOff x="-1" y="1931670"/>
            <a:chExt cx="14948454" cy="10382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AFF48F-88D7-36EF-3D3C-89AD220846E7}"/>
                </a:ext>
              </a:extLst>
            </p:cNvPr>
            <p:cNvSpPr/>
            <p:nvPr/>
          </p:nvSpPr>
          <p:spPr>
            <a:xfrm>
              <a:off x="1232453" y="1931670"/>
              <a:ext cx="13716000" cy="10382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class pyspark.sql.types.StructType(fields=None)</a:t>
              </a:r>
              <a:endPara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5C159-5C92-BCA3-41C6-866AA4775CF5}"/>
                </a:ext>
              </a:extLst>
            </p:cNvPr>
            <p:cNvSpPr/>
            <p:nvPr/>
          </p:nvSpPr>
          <p:spPr>
            <a:xfrm>
              <a:off x="-1" y="1931670"/>
              <a:ext cx="1232454" cy="10382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27BEF2-663E-D2A8-6BAA-74D6F0AE9442}"/>
              </a:ext>
            </a:extLst>
          </p:cNvPr>
          <p:cNvGrpSpPr/>
          <p:nvPr/>
        </p:nvGrpSpPr>
        <p:grpSpPr>
          <a:xfrm>
            <a:off x="-1" y="3130677"/>
            <a:ext cx="14948453" cy="1038225"/>
            <a:chOff x="-1" y="3152775"/>
            <a:chExt cx="14948453" cy="1038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D4DE36-52C0-CB95-BACC-337A00B1A90C}"/>
                </a:ext>
              </a:extLst>
            </p:cNvPr>
            <p:cNvSpPr/>
            <p:nvPr/>
          </p:nvSpPr>
          <p:spPr>
            <a:xfrm>
              <a:off x="1232453" y="3152775"/>
              <a:ext cx="13715999" cy="10382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fields is a list of StructField instances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BC379E-337C-E555-73C1-C466E42489C1}"/>
                </a:ext>
              </a:extLst>
            </p:cNvPr>
            <p:cNvSpPr/>
            <p:nvPr/>
          </p:nvSpPr>
          <p:spPr>
            <a:xfrm>
              <a:off x="-1" y="3152775"/>
              <a:ext cx="1232454" cy="10382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D48E9C-D552-FA78-8E70-A96A3CDADEE1}"/>
              </a:ext>
            </a:extLst>
          </p:cNvPr>
          <p:cNvGrpSpPr/>
          <p:nvPr/>
        </p:nvGrpSpPr>
        <p:grpSpPr>
          <a:xfrm>
            <a:off x="0" y="4329684"/>
            <a:ext cx="14948453" cy="1038225"/>
            <a:chOff x="0" y="4362450"/>
            <a:chExt cx="14948453" cy="10382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AAFCEC-8CFD-2586-37E2-FB68E05134D6}"/>
                </a:ext>
              </a:extLst>
            </p:cNvPr>
            <p:cNvSpPr/>
            <p:nvPr/>
          </p:nvSpPr>
          <p:spPr>
            <a:xfrm>
              <a:off x="1232453" y="4362450"/>
              <a:ext cx="13716000" cy="10382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class pyspark.sql.types.StructField(name, dataType, nullable=True)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198E06-907F-EDB8-3165-65181847C7FE}"/>
                </a:ext>
              </a:extLst>
            </p:cNvPr>
            <p:cNvSpPr/>
            <p:nvPr/>
          </p:nvSpPr>
          <p:spPr>
            <a:xfrm>
              <a:off x="0" y="4362450"/>
              <a:ext cx="1234440" cy="10382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28B0F2-6896-C5DB-B939-659417E5BEB8}"/>
              </a:ext>
            </a:extLst>
          </p:cNvPr>
          <p:cNvGrpSpPr/>
          <p:nvPr/>
        </p:nvGrpSpPr>
        <p:grpSpPr>
          <a:xfrm>
            <a:off x="-1" y="5528691"/>
            <a:ext cx="14948454" cy="1038225"/>
            <a:chOff x="-1" y="5563840"/>
            <a:chExt cx="14948454" cy="10382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BFD7CE-AB6F-124F-FD61-7AB8ADFC99E3}"/>
                </a:ext>
              </a:extLst>
            </p:cNvPr>
            <p:cNvSpPr/>
            <p:nvPr/>
          </p:nvSpPr>
          <p:spPr>
            <a:xfrm>
              <a:off x="1232453" y="5563840"/>
              <a:ext cx="13716000" cy="10382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 is a string, the name of the field (column)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145B75-5BEF-663B-2CA4-F20ABD4D9041}"/>
                </a:ext>
              </a:extLst>
            </p:cNvPr>
            <p:cNvSpPr/>
            <p:nvPr/>
          </p:nvSpPr>
          <p:spPr>
            <a:xfrm>
              <a:off x="-1" y="5563840"/>
              <a:ext cx="1234440" cy="10382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4072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3568F4-941A-3C77-94C4-AC7F4F5BAAB0}"/>
              </a:ext>
            </a:extLst>
          </p:cNvPr>
          <p:cNvGrpSpPr/>
          <p:nvPr/>
        </p:nvGrpSpPr>
        <p:grpSpPr>
          <a:xfrm>
            <a:off x="30479" y="6727698"/>
            <a:ext cx="14948454" cy="1038225"/>
            <a:chOff x="30479" y="6764655"/>
            <a:chExt cx="14948454" cy="103822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8781AD-82B3-30B5-7D07-45800FC20FCF}"/>
                </a:ext>
              </a:extLst>
            </p:cNvPr>
            <p:cNvSpPr/>
            <p:nvPr/>
          </p:nvSpPr>
          <p:spPr>
            <a:xfrm>
              <a:off x="1262933" y="6764655"/>
              <a:ext cx="13716000" cy="1038225"/>
            </a:xfrm>
            <a:prstGeom prst="rect">
              <a:avLst/>
            </a:prstGeom>
            <a:solidFill>
              <a:srgbClr val="1770C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dataType is the data type of the field: IntegerType(), DoubleType(), StringType(), etc.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AC3EB0-949C-4C3A-4E8D-AFEE364D835C}"/>
                </a:ext>
              </a:extLst>
            </p:cNvPr>
            <p:cNvSpPr/>
            <p:nvPr/>
          </p:nvSpPr>
          <p:spPr>
            <a:xfrm>
              <a:off x="30479" y="6764655"/>
              <a:ext cx="1234440" cy="1038225"/>
            </a:xfrm>
            <a:prstGeom prst="rect">
              <a:avLst/>
            </a:prstGeom>
            <a:solidFill>
              <a:srgbClr val="1770C0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4072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662A477-337A-2755-1CA2-F40AE7AC4C46}"/>
              </a:ext>
            </a:extLst>
          </p:cNvPr>
          <p:cNvGrpSpPr/>
          <p:nvPr/>
        </p:nvGrpSpPr>
        <p:grpSpPr>
          <a:xfrm>
            <a:off x="30479" y="7926705"/>
            <a:ext cx="14948454" cy="1038225"/>
            <a:chOff x="30479" y="7926705"/>
            <a:chExt cx="14948454" cy="103822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CAFA93-CBA6-9C72-308B-D85AE9C5E57D}"/>
                </a:ext>
              </a:extLst>
            </p:cNvPr>
            <p:cNvSpPr/>
            <p:nvPr/>
          </p:nvSpPr>
          <p:spPr>
            <a:xfrm>
              <a:off x="1262933" y="7926705"/>
              <a:ext cx="13716000" cy="1038225"/>
            </a:xfrm>
            <a:prstGeom prst="rect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nullable is a Boolean, whether the field can be null (None) or not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04EC33C-AF9F-6CF6-037E-076CB50E616A}"/>
                </a:ext>
              </a:extLst>
            </p:cNvPr>
            <p:cNvSpPr/>
            <p:nvPr/>
          </p:nvSpPr>
          <p:spPr>
            <a:xfrm>
              <a:off x="30479" y="7926705"/>
              <a:ext cx="1234440" cy="1038225"/>
            </a:xfrm>
            <a:prstGeom prst="rect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40724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7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C26E-669B-7D8A-6565-4E13D13C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Explicit Schema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CFFFCC-8A81-1722-E158-F5791C97729C}"/>
              </a:ext>
            </a:extLst>
          </p:cNvPr>
          <p:cNvGraphicFramePr>
            <a:graphicFrameLocks noGrp="1"/>
          </p:cNvGraphicFramePr>
          <p:nvPr/>
        </p:nvGraphicFramePr>
        <p:xfrm>
          <a:off x="2660651" y="2205355"/>
          <a:ext cx="12960350" cy="6217920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5130800">
                  <a:extLst>
                    <a:ext uri="{9D8B030D-6E8A-4147-A177-3AD203B41FA5}">
                      <a16:colId xmlns:a16="http://schemas.microsoft.com/office/drawing/2014/main" val="3150205998"/>
                    </a:ext>
                  </a:extLst>
                </a:gridCol>
                <a:gridCol w="7829550">
                  <a:extLst>
                    <a:ext uri="{9D8B030D-6E8A-4147-A177-3AD203B41FA5}">
                      <a16:colId xmlns:a16="http://schemas.microsoft.com/office/drawing/2014/main" val="1147761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chemeClr val="bg2"/>
                          </a:solidFill>
                          <a:effectLst/>
                        </a:rPr>
                        <a:t>pyspark.sql.type</a:t>
                      </a:r>
                      <a:endParaRPr lang="en-US" sz="1800" b="1" u="none" dirty="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</a:rPr>
                        <a:t>Description</a:t>
                      </a:r>
                      <a:endParaRPr lang="en-US" sz="2400" b="1" dirty="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9681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2" tooltip="pyspark.sql.types.BinaryType"/>
                        </a:rPr>
                        <a:t>BinaryType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Binary (byte array) data type.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782190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3" tooltip="pyspark.sql.types.BooleanType"/>
                        </a:rPr>
                        <a:t>BooleanType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Boolean data type.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7873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4" tooltip="pyspark.sql.types.ByteType"/>
                        </a:rPr>
                        <a:t>ByteType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Byte data type, i.e.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074122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5" tooltip="pyspark.sql.types.DataType"/>
                        </a:rPr>
                        <a:t>DataType</a:t>
                      </a:r>
                      <a:endParaRPr lang="en-US" sz="2400" b="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Base class for data types.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96980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6" tooltip="pyspark.sql.types.DateType"/>
                        </a:rPr>
                        <a:t>DateType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Date (datetime.date) data type.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698341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7" tooltip="pyspark.sql.types.DecimalType"/>
                        </a:rPr>
                        <a:t>DecimalType</a:t>
                      </a:r>
                      <a:r>
                        <a:rPr lang="en-US" sz="2400" b="0" u="none">
                          <a:solidFill>
                            <a:srgbClr val="212529"/>
                          </a:solidFill>
                          <a:effectLst/>
                        </a:rPr>
                        <a:t>([precision, scale])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Decimal (decimal.Decimal) data type.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89707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8" tooltip="pyspark.sql.types.DoubleType"/>
                        </a:rPr>
                        <a:t>DoubleType</a:t>
                      </a:r>
                      <a:endParaRPr lang="en-US" sz="2400" b="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Double data type, representing double precision floats.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80264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9" tooltip="pyspark.sql.types.FloatType"/>
                        </a:rPr>
                        <a:t>FloatType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Float data type, representing single precision floats.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10893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0" tooltip="pyspark.sql.types.IntegerType"/>
                        </a:rPr>
                        <a:t>IntegerType</a:t>
                      </a:r>
                      <a:endParaRPr lang="en-US" sz="2400" b="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Int data type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8624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1" tooltip="pyspark.sql.types.LongType"/>
                        </a:rPr>
                        <a:t>LongType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Long data type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88321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2" tooltip="pyspark.sql.types.NullType"/>
                        </a:rPr>
                        <a:t>NullType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Null type.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56239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3" tooltip="pyspark.sql.types.ShortType"/>
                        </a:rPr>
                        <a:t>ShortType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Short data type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83357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4" tooltip="pyspark.sql.types.StringType"/>
                        </a:rPr>
                        <a:t>StringType</a:t>
                      </a:r>
                      <a:endParaRPr lang="en-US" sz="2400" b="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String data type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96075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5" tooltip="pyspark.sql.types.StructType"/>
                        </a:rPr>
                        <a:t>StructType</a:t>
                      </a:r>
                      <a:r>
                        <a:rPr lang="en-US" sz="2400" b="0" u="none" dirty="0">
                          <a:solidFill>
                            <a:srgbClr val="212529"/>
                          </a:solidFill>
                          <a:effectLst/>
                        </a:rPr>
                        <a:t>([fields])</a:t>
                      </a:r>
                      <a:endParaRPr lang="en-US" sz="2400" b="0" u="none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Struct type, consisting of a list of </a:t>
                      </a:r>
                      <a:r>
                        <a:rPr lang="en-US" sz="2400" b="1" u="none" strike="noStrike" dirty="0">
                          <a:solidFill>
                            <a:srgbClr val="0000FF"/>
                          </a:solidFill>
                          <a:effectLst/>
                          <a:hlinkClick r:id="rId16" tooltip="pyspark.sql.types.StructField"/>
                        </a:rPr>
                        <a:t>StructField</a:t>
                      </a: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648265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dirty="0">
                          <a:solidFill>
                            <a:srgbClr val="0000FF"/>
                          </a:solidFill>
                          <a:effectLst/>
                          <a:hlinkClick r:id="rId17" tooltip="pyspark.sql.types.TimestampType"/>
                        </a:rPr>
                        <a:t>TimestampType</a:t>
                      </a:r>
                      <a:endParaRPr lang="en-US" sz="2400" b="0" u="none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212529"/>
                          </a:solidFill>
                          <a:effectLst/>
                        </a:rPr>
                        <a:t>Timestamp (datetime.datetime) data type.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815242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98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Explicit Schema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Given the following data source compose an explicit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Picture 10" descr="The image demonstrates how to define a custom schema for a CSV file in Apache Spark using the `StructType` and `StructField` classes. Here’s a detailed explanation:&#10;&#10;1. **Dataset**:&#10;   - The dataset located at `/Users/nachdaph/auto-mpg2.csv` includes columns such as `milesPerGallon`, `horsepower`, and `carname`.&#10;&#10;2. **Schema Definition**:&#10;   - The custom schema is defined using the `StructType` and `StructField` classes.&#10;   - The schema specifies the column names, data types, and whether null values are allowed.&#10;&#10;3. **Schema Code**:&#10;   ```python&#10;   from pyspark.sql.types import StructType, StructField, DoubleType, IntegerType, StringType&#10;&#10;   mySchema = StructType([&#10;       StructField(&quot;milesPerGallon&quot;, DoubleType(), True),&#10;       StructField(&quot;horsepower&quot;, IntegerType(), True),&#10;       StructField(&quot;carname&quot;, StringType(), True)&#10;   ])&#10;   ```&#10;&#10;4. **Components**:&#10;   - **StructField**:&#10;     - `StructField(&quot;milesPerGallon&quot;, DoubleType(), True)`: Defines the `milesPerGallon` column with data type `DoubleType` and allows null values (`True`).&#10;     - `StructField(&quot;horsepower&quot;, IntegerType(), True)`: Defines the `horsepower` column with data type `IntegerType` and allows null values (`True`).&#10;     - `StructField(&quot;carname&quot;, StringType(), True)`: Defines the `carname` column with data type `StringType` and allows null values (`True`).&#10;&#10;5. **Column Attributes**:&#10;   - **Column name**: The name of the column in the schema (e.g., `milesPerGallon`).&#10;   - **Column type**: The data type of the column (e.g., `DoubleType`).&#10;   - **Allow nulls**: Indicates whether null values are allowed in the column (`True` or `False`).&#10;&#10;This schema definition allows Spark to understand the structure of the CSV file and how to interpret the data within each column, ensuring accurate data processing and analysis.">
            <a:extLst>
              <a:ext uri="{FF2B5EF4-FFF2-40B4-BE49-F238E27FC236}">
                <a16:creationId xmlns:a16="http://schemas.microsoft.com/office/drawing/2014/main" id="{74BCD17E-4230-ED92-530C-D2EE3D7B0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38180"/>
            <a:ext cx="17609127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92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Explicit Schema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Reads in a csv format file (no header), and uses an explicitly defined schema using DataFrameReader.schema(schema) where ‘schema’ is a pyspark.sql.types.StructType instance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8403834C-327D-5109-C732-48BCC86B0FB9}"/>
              </a:ext>
            </a:extLst>
          </p:cNvPr>
          <p:cNvSpPr/>
          <p:nvPr/>
        </p:nvSpPr>
        <p:spPr>
          <a:xfrm>
            <a:off x="6090474" y="4855318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8EB7F-EA7A-F296-3EBB-E3442A319DCF}"/>
              </a:ext>
            </a:extLst>
          </p:cNvPr>
          <p:cNvSpPr txBox="1"/>
          <p:nvPr/>
        </p:nvSpPr>
        <p:spPr>
          <a:xfrm>
            <a:off x="882651" y="5457536"/>
            <a:ext cx="432041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/Users/nachdaph/auto-mpg=2.csv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40B6E-2D4A-A620-D300-8F32A10E125B}"/>
              </a:ext>
            </a:extLst>
          </p:cNvPr>
          <p:cNvSpPr txBox="1"/>
          <p:nvPr/>
        </p:nvSpPr>
        <p:spPr>
          <a:xfrm>
            <a:off x="697708" y="5987765"/>
            <a:ext cx="69961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+--------------+----------+--------------------+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          21.5|       110|          mazda rx-4|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          43.1|        48|vw rabbit custom ...|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          36.1|        66|         ford fiesta|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          32.8|        52|    mazda glc deluxe|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          39.4|        70|      datsun b210 gx|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|          36.1|        60|    honda civic cvcc|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+--------------+----------+--------------------+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80DE9-69CA-CA91-517E-D4655F74F03E}"/>
              </a:ext>
            </a:extLst>
          </p:cNvPr>
          <p:cNvSpPr txBox="1"/>
          <p:nvPr/>
        </p:nvSpPr>
        <p:spPr>
          <a:xfrm>
            <a:off x="882651" y="4300119"/>
            <a:ext cx="1317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spark.read.format("csv").schema(mySchema).load("/Users/nachdaph/auto-mpg-2.csv").printSchema()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60108C-C1DC-42C8-E739-53B987D76AF4}"/>
              </a:ext>
            </a:extLst>
          </p:cNvPr>
          <p:cNvSpPr txBox="1"/>
          <p:nvPr/>
        </p:nvSpPr>
        <p:spPr>
          <a:xfrm>
            <a:off x="8201878" y="6297063"/>
            <a:ext cx="91535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root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milesPerGallon: double (nullable = true)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horsepower: integer (nullable = true)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ＭＳ Ｐゴシック" panose="020B0600070205080204" pitchFamily="34" charset="-128"/>
                <a:cs typeface="+mn-cs"/>
              </a:rPr>
              <a:t> |-- carname: string (nullable = true)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710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15E0-2E67-A421-39ED-FA740AEC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Best Practices</a:t>
            </a:r>
          </a:p>
        </p:txBody>
      </p:sp>
      <p:graphicFrame>
        <p:nvGraphicFramePr>
          <p:cNvPr id="5" name="Diagram 4" descr="The image provides guidance on schema inference and definition in Apache Spark, highlighting best practices for different scenarios. Here’s a detailed explanation:&#10;&#10;1. **Schema Inference for Small Datasets and Prototyping**:&#10;   - Allowing Spark to infer a schema is useful for small datasets and for prototyping and experimentation.&#10;   - This can be convenient when working with small-scale data or during the initial development phase.&#10;&#10;2. **Limitations for Massive Datasets**:&#10;   - When Spark infers the schema, it may scan the entire dataset by default, which can take significant time for massive datasets.&#10;   - This default behavior can be inefficient and slow for large-scale data processing.&#10;&#10;3. **Best Practice for Production Use**:&#10;   - For production use, it is best practice to provide an explicitly defined schema.&#10;   - Alternatively, accept a predefined schema from datasets in Parquet format, which includes schema information.&#10;   - Providing a schema improves performance by avoiding the need to scan the entire dataset and ensures consistent data interpretation.&#10;&#10;These guidelines help optimize Spark’s performance and reliability in different data processing scenarios, balancing convenience during development with efficiency in production environments.">
            <a:extLst>
              <a:ext uri="{FF2B5EF4-FFF2-40B4-BE49-F238E27FC236}">
                <a16:creationId xmlns:a16="http://schemas.microsoft.com/office/drawing/2014/main" id="{1420FABA-0AE7-F5C2-5D75-95A5D34474C9}"/>
              </a:ext>
            </a:extLst>
          </p:cNvPr>
          <p:cNvGraphicFramePr/>
          <p:nvPr/>
        </p:nvGraphicFramePr>
        <p:xfrm>
          <a:off x="1101724" y="2596009"/>
          <a:ext cx="16084552" cy="5302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8987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CDFAAC81-C97C-4B1C-ADC7-917EF7FEEB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86196</TotalTime>
  <Words>1454</Words>
  <Application>Microsoft Office PowerPoint</Application>
  <PresentationFormat>Custom</PresentationFormat>
  <Paragraphs>165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Breeze</vt:lpstr>
      <vt:lpstr>Module 4: Lesson 5  Defining Spark Schemas</vt:lpstr>
      <vt:lpstr>Schemas</vt:lpstr>
      <vt:lpstr>Schemas</vt:lpstr>
      <vt:lpstr>Schema Function and Attributes</vt:lpstr>
      <vt:lpstr>Using a Default Schema</vt:lpstr>
      <vt:lpstr>Using an Inferred Schema</vt:lpstr>
      <vt:lpstr>Using an Inferred Schema with Sampling</vt:lpstr>
      <vt:lpstr>Using an Explicit Schema</vt:lpstr>
      <vt:lpstr>Using an Explicit Schema</vt:lpstr>
      <vt:lpstr>Using an Explicit Schema</vt:lpstr>
      <vt:lpstr>Using an Explicit Schema</vt:lpstr>
      <vt:lpstr>Schema Best Practices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306</cp:revision>
  <cp:lastPrinted>2023-12-28T21:37:41Z</cp:lastPrinted>
  <dcterms:created xsi:type="dcterms:W3CDTF">2019-02-13T16:04:21Z</dcterms:created>
  <dcterms:modified xsi:type="dcterms:W3CDTF">2024-07-10T14:54:20Z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69A0629E-A94F-4F43-A853-731C58639372</vt:lpwstr>
  </property>
  <property fmtid="{D5CDD505-2E9C-101B-9397-08002B2CF9AE}" pid="4" name="ArticulatePath">
    <vt:lpwstr>Module 4 04012024</vt:lpwstr>
  </property>
  <property fmtid="{D5CDD505-2E9C-101B-9397-08002B2CF9AE}" pid="5" name="MediaServiceImageTags">
    <vt:lpwstr/>
  </property>
</Properties>
</file>