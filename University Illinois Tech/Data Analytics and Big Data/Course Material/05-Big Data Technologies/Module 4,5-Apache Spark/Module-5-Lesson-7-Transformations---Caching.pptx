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4"/>
  </p:notesMasterIdLst>
  <p:sldIdLst>
    <p:sldId id="943" r:id="rId5"/>
    <p:sldId id="863" r:id="rId6"/>
    <p:sldId id="860" r:id="rId7"/>
    <p:sldId id="867" r:id="rId8"/>
    <p:sldId id="864" r:id="rId9"/>
    <p:sldId id="862" r:id="rId10"/>
    <p:sldId id="865" r:id="rId11"/>
    <p:sldId id="855" r:id="rId12"/>
    <p:sldId id="868" r:id="rId13"/>
  </p:sldIdLst>
  <p:sldSz cx="18288000" cy="10287000"/>
  <p:notesSz cx="9144000" cy="6858000"/>
  <p:custDataLst>
    <p:tags r:id="rId15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8A75D-9F89-A44F-9910-29F84B952022}" v="72" dt="2024-07-10T15:11:54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BAB8A75D-9F89-A44F-9910-29F84B952022}"/>
    <pc:docChg chg="modSld">
      <pc:chgData name="Allison Mulshine" userId="S::allison.mulshine@collegiseducation.com::5f656d52-c555-4e5e-9a5b-18226766ffe3" providerId="AD" clId="Web-{BAB8A75D-9F89-A44F-9910-29F84B952022}" dt="2024-07-10T15:11:54.913" v="69"/>
      <pc:docMkLst>
        <pc:docMk/>
      </pc:docMkLst>
      <pc:sldChg chg="addSp delSp modSp">
        <pc:chgData name="Allison Mulshine" userId="S::allison.mulshine@collegiseducation.com::5f656d52-c555-4e5e-9a5b-18226766ffe3" providerId="AD" clId="Web-{BAB8A75D-9F89-A44F-9910-29F84B952022}" dt="2024-07-10T15:10:58.631" v="68"/>
        <pc:sldMkLst>
          <pc:docMk/>
          <pc:sldMk cId="129663008" sldId="855"/>
        </pc:sldMkLst>
        <pc:spChg chg="del">
          <ac:chgData name="Allison Mulshine" userId="S::allison.mulshine@collegiseducation.com::5f656d52-c555-4e5e-9a5b-18226766ffe3" providerId="AD" clId="Web-{BAB8A75D-9F89-A44F-9910-29F84B952022}" dt="2024-07-10T15:10:26.053" v="54"/>
          <ac:spMkLst>
            <pc:docMk/>
            <pc:sldMk cId="129663008" sldId="855"/>
            <ac:spMk id="2" creationId="{52BFD5C1-FA5C-0BB5-08AD-A3109AC7124F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9.397" v="58"/>
          <ac:spMkLst>
            <pc:docMk/>
            <pc:sldMk cId="129663008" sldId="855"/>
            <ac:spMk id="4" creationId="{55E49709-A2AC-4B3F-1987-2FBAF53DE338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9.397" v="57"/>
          <ac:spMkLst>
            <pc:docMk/>
            <pc:sldMk cId="129663008" sldId="855"/>
            <ac:spMk id="5" creationId="{FC76BE97-8770-5993-23D6-6C9CAAB34919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9.397" v="56"/>
          <ac:spMkLst>
            <pc:docMk/>
            <pc:sldMk cId="129663008" sldId="855"/>
            <ac:spMk id="6" creationId="{67F4FF23-F4F8-35A7-87B5-A107E24778B4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53"/>
          <ac:spMkLst>
            <pc:docMk/>
            <pc:sldMk cId="129663008" sldId="855"/>
            <ac:spMk id="7" creationId="{49918F7C-0172-9473-4B36-BBE7AFF930F5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52"/>
          <ac:spMkLst>
            <pc:docMk/>
            <pc:sldMk cId="129663008" sldId="855"/>
            <ac:spMk id="8" creationId="{AA0A5531-0A70-8E4A-86AD-E691F2617F1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51"/>
          <ac:spMkLst>
            <pc:docMk/>
            <pc:sldMk cId="129663008" sldId="855"/>
            <ac:spMk id="9" creationId="{EC025183-1F18-D207-2D0E-E7E30FEB7874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50"/>
          <ac:spMkLst>
            <pc:docMk/>
            <pc:sldMk cId="129663008" sldId="855"/>
            <ac:spMk id="10" creationId="{BE8F2A98-61D3-A69E-6C2C-31DC3BA922C5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49"/>
          <ac:spMkLst>
            <pc:docMk/>
            <pc:sldMk cId="129663008" sldId="855"/>
            <ac:spMk id="11" creationId="{7EC86E34-9A37-7626-E3C0-9A1D7F78EDC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48"/>
          <ac:spMkLst>
            <pc:docMk/>
            <pc:sldMk cId="129663008" sldId="855"/>
            <ac:spMk id="12" creationId="{691C7537-1645-7CC7-A82A-AA4D23847956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47"/>
          <ac:spMkLst>
            <pc:docMk/>
            <pc:sldMk cId="129663008" sldId="855"/>
            <ac:spMk id="13" creationId="{6B57250E-E2F0-D177-8D0A-2B43E100C38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46"/>
          <ac:spMkLst>
            <pc:docMk/>
            <pc:sldMk cId="129663008" sldId="855"/>
            <ac:spMk id="14" creationId="{59C12CD2-8B41-A53E-DA85-85B7846C70C3}"/>
          </ac:spMkLst>
        </pc:spChg>
        <pc:spChg chg="add del mod">
          <ac:chgData name="Allison Mulshine" userId="S::allison.mulshine@collegiseducation.com::5f656d52-c555-4e5e-9a5b-18226766ffe3" providerId="AD" clId="Web-{BAB8A75D-9F89-A44F-9910-29F84B952022}" dt="2024-07-10T15:10:42.303" v="64"/>
          <ac:spMkLst>
            <pc:docMk/>
            <pc:sldMk cId="129663008" sldId="855"/>
            <ac:spMk id="18" creationId="{0AF0CB11-0523-1786-5717-888AC5F9FA7D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38"/>
          <ac:spMkLst>
            <pc:docMk/>
            <pc:sldMk cId="129663008" sldId="855"/>
            <ac:spMk id="52" creationId="{1A4726A8-4020-B5AA-1969-78AB2ACEFFC3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37"/>
          <ac:spMkLst>
            <pc:docMk/>
            <pc:sldMk cId="129663008" sldId="855"/>
            <ac:spMk id="53" creationId="{69A49665-51EC-7309-1D00-5C1B5B78FFB2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6.006" v="36"/>
          <ac:spMkLst>
            <pc:docMk/>
            <pc:sldMk cId="129663008" sldId="855"/>
            <ac:spMk id="55" creationId="{81E5357B-8AD8-27B9-5CF5-8C5DC7B07B63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10:29.381" v="55"/>
          <ac:spMkLst>
            <pc:docMk/>
            <pc:sldMk cId="129663008" sldId="855"/>
            <ac:spMk id="59" creationId="{5130C551-0837-8C42-744D-B76B121C9BCE}"/>
          </ac:spMkLst>
        </pc:spChg>
        <pc:picChg chg="add mod">
          <ac:chgData name="Allison Mulshine" userId="S::allison.mulshine@collegiseducation.com::5f656d52-c555-4e5e-9a5b-18226766ffe3" providerId="AD" clId="Web-{BAB8A75D-9F89-A44F-9910-29F84B952022}" dt="2024-07-10T15:10:58.631" v="68"/>
          <ac:picMkLst>
            <pc:docMk/>
            <pc:sldMk cId="129663008" sldId="855"/>
            <ac:picMk id="3" creationId="{E469BB04-D588-3515-7799-6DA4DA74F413}"/>
          </ac:picMkLst>
        </pc:picChg>
        <pc:cxnChg chg="del mod">
          <ac:chgData name="Allison Mulshine" userId="S::allison.mulshine@collegiseducation.com::5f656d52-c555-4e5e-9a5b-18226766ffe3" providerId="AD" clId="Web-{BAB8A75D-9F89-A44F-9910-29F84B952022}" dt="2024-07-10T15:10:31.319" v="61"/>
          <ac:cxnSpMkLst>
            <pc:docMk/>
            <pc:sldMk cId="129663008" sldId="855"/>
            <ac:cxnSpMk id="16" creationId="{1029E66B-30FD-5C24-AE95-DFFB54CD609E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31.303" v="60"/>
          <ac:cxnSpMkLst>
            <pc:docMk/>
            <pc:sldMk cId="129663008" sldId="855"/>
            <ac:cxnSpMk id="17" creationId="{E25A269C-5C19-38B6-7ADD-C5D74801B3E4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31.303" v="59"/>
          <ac:cxnSpMkLst>
            <pc:docMk/>
            <pc:sldMk cId="129663008" sldId="855"/>
            <ac:cxnSpMk id="20" creationId="{1F71F52F-FC3A-53F7-B8E5-C3AC3862B58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5"/>
          <ac:cxnSpMkLst>
            <pc:docMk/>
            <pc:sldMk cId="129663008" sldId="855"/>
            <ac:cxnSpMk id="23" creationId="{D9654880-4EB5-FB7B-FFD3-61028075914E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4"/>
          <ac:cxnSpMkLst>
            <pc:docMk/>
            <pc:sldMk cId="129663008" sldId="855"/>
            <ac:cxnSpMk id="26" creationId="{64A645AC-479D-13E9-222D-B81A89468629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3"/>
          <ac:cxnSpMkLst>
            <pc:docMk/>
            <pc:sldMk cId="129663008" sldId="855"/>
            <ac:cxnSpMk id="30" creationId="{B52814F7-FCAC-2358-8591-98A50E42F92C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2"/>
          <ac:cxnSpMkLst>
            <pc:docMk/>
            <pc:sldMk cId="129663008" sldId="855"/>
            <ac:cxnSpMk id="33" creationId="{A16C969F-463A-B3CA-4D65-A74E444B2D9D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1"/>
          <ac:cxnSpMkLst>
            <pc:docMk/>
            <pc:sldMk cId="129663008" sldId="855"/>
            <ac:cxnSpMk id="36" creationId="{014CD69C-6B18-5683-48FD-BFA65C79103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40"/>
          <ac:cxnSpMkLst>
            <pc:docMk/>
            <pc:sldMk cId="129663008" sldId="855"/>
            <ac:cxnSpMk id="41" creationId="{EB2C5A69-3A1B-90B8-49F9-956821258BF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10:26.006" v="39"/>
          <ac:cxnSpMkLst>
            <pc:docMk/>
            <pc:sldMk cId="129663008" sldId="855"/>
            <ac:cxnSpMk id="45" creationId="{06F6BC9E-F7F3-C83F-74C1-D441610A58EE}"/>
          </ac:cxnSpMkLst>
        </pc:cxnChg>
      </pc:sldChg>
      <pc:sldChg chg="addSp delSp modSp">
        <pc:chgData name="Allison Mulshine" userId="S::allison.mulshine@collegiseducation.com::5f656d52-c555-4e5e-9a5b-18226766ffe3" providerId="AD" clId="Web-{BAB8A75D-9F89-A44F-9910-29F84B952022}" dt="2024-07-10T15:09:16.584" v="33"/>
        <pc:sldMkLst>
          <pc:docMk/>
          <pc:sldMk cId="2016096930" sldId="862"/>
        </pc:sldMkLst>
        <pc:spChg chg="del">
          <ac:chgData name="Allison Mulshine" userId="S::allison.mulshine@collegiseducation.com::5f656d52-c555-4e5e-9a5b-18226766ffe3" providerId="AD" clId="Web-{BAB8A75D-9F89-A44F-9910-29F84B952022}" dt="2024-07-10T15:08:46.662" v="24"/>
          <ac:spMkLst>
            <pc:docMk/>
            <pc:sldMk cId="2016096930" sldId="862"/>
            <ac:spMk id="2" creationId="{52BFD5C1-FA5C-0BB5-08AD-A3109AC7124F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23"/>
          <ac:spMkLst>
            <pc:docMk/>
            <pc:sldMk cId="2016096930" sldId="862"/>
            <ac:spMk id="4" creationId="{55E49709-A2AC-4B3F-1987-2FBAF53DE338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22"/>
          <ac:spMkLst>
            <pc:docMk/>
            <pc:sldMk cId="2016096930" sldId="862"/>
            <ac:spMk id="5" creationId="{FC76BE97-8770-5993-23D6-6C9CAAB34919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21"/>
          <ac:spMkLst>
            <pc:docMk/>
            <pc:sldMk cId="2016096930" sldId="862"/>
            <ac:spMk id="6" creationId="{67F4FF23-F4F8-35A7-87B5-A107E24778B4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20"/>
          <ac:spMkLst>
            <pc:docMk/>
            <pc:sldMk cId="2016096930" sldId="862"/>
            <ac:spMk id="7" creationId="{49918F7C-0172-9473-4B36-BBE7AFF930F5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9"/>
          <ac:spMkLst>
            <pc:docMk/>
            <pc:sldMk cId="2016096930" sldId="862"/>
            <ac:spMk id="8" creationId="{AA0A5531-0A70-8E4A-86AD-E691F2617F1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8"/>
          <ac:spMkLst>
            <pc:docMk/>
            <pc:sldMk cId="2016096930" sldId="862"/>
            <ac:spMk id="9" creationId="{EC025183-1F18-D207-2D0E-E7E30FEB7874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7"/>
          <ac:spMkLst>
            <pc:docMk/>
            <pc:sldMk cId="2016096930" sldId="862"/>
            <ac:spMk id="10" creationId="{BE8F2A98-61D3-A69E-6C2C-31DC3BA922C5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6"/>
          <ac:spMkLst>
            <pc:docMk/>
            <pc:sldMk cId="2016096930" sldId="862"/>
            <ac:spMk id="11" creationId="{7EC86E34-9A37-7626-E3C0-9A1D7F78EDC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5"/>
          <ac:spMkLst>
            <pc:docMk/>
            <pc:sldMk cId="2016096930" sldId="862"/>
            <ac:spMk id="12" creationId="{691C7537-1645-7CC7-A82A-AA4D23847956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4"/>
          <ac:spMkLst>
            <pc:docMk/>
            <pc:sldMk cId="2016096930" sldId="862"/>
            <ac:spMk id="13" creationId="{6B57250E-E2F0-D177-8D0A-2B43E100C380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46" v="13"/>
          <ac:spMkLst>
            <pc:docMk/>
            <pc:sldMk cId="2016096930" sldId="862"/>
            <ac:spMk id="14" creationId="{59C12CD2-8B41-A53E-DA85-85B7846C70C3}"/>
          </ac:spMkLst>
        </pc:spChg>
        <pc:spChg chg="add del mod">
          <ac:chgData name="Allison Mulshine" userId="S::allison.mulshine@collegiseducation.com::5f656d52-c555-4e5e-9a5b-18226766ffe3" providerId="AD" clId="Web-{BAB8A75D-9F89-A44F-9910-29F84B952022}" dt="2024-07-10T15:08:55.490" v="27"/>
          <ac:spMkLst>
            <pc:docMk/>
            <pc:sldMk cId="2016096930" sldId="862"/>
            <ac:spMk id="15" creationId="{C7FAEED5-8C5B-8993-9F4D-06D08C8F6418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31" v="2"/>
          <ac:spMkLst>
            <pc:docMk/>
            <pc:sldMk cId="2016096930" sldId="862"/>
            <ac:spMk id="52" creationId="{1A4726A8-4020-B5AA-1969-78AB2ACEFFC3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31" v="1"/>
          <ac:spMkLst>
            <pc:docMk/>
            <pc:sldMk cId="2016096930" sldId="862"/>
            <ac:spMk id="53" creationId="{69A49665-51EC-7309-1D00-5C1B5B78FFB2}"/>
          </ac:spMkLst>
        </pc:spChg>
        <pc:spChg chg="del">
          <ac:chgData name="Allison Mulshine" userId="S::allison.mulshine@collegiseducation.com::5f656d52-c555-4e5e-9a5b-18226766ffe3" providerId="AD" clId="Web-{BAB8A75D-9F89-A44F-9910-29F84B952022}" dt="2024-07-10T15:08:46.631" v="0"/>
          <ac:spMkLst>
            <pc:docMk/>
            <pc:sldMk cId="2016096930" sldId="862"/>
            <ac:spMk id="55" creationId="{81E5357B-8AD8-27B9-5CF5-8C5DC7B07B63}"/>
          </ac:spMkLst>
        </pc:spChg>
        <pc:picChg chg="add mod">
          <ac:chgData name="Allison Mulshine" userId="S::allison.mulshine@collegiseducation.com::5f656d52-c555-4e5e-9a5b-18226766ffe3" providerId="AD" clId="Web-{BAB8A75D-9F89-A44F-9910-29F84B952022}" dt="2024-07-10T15:09:16.584" v="33"/>
          <ac:picMkLst>
            <pc:docMk/>
            <pc:sldMk cId="2016096930" sldId="862"/>
            <ac:picMk id="18" creationId="{D9EB3574-13AA-ECA0-1102-E295EC3EE740}"/>
          </ac:picMkLst>
        </pc:picChg>
        <pc:cxnChg chg="del mod">
          <ac:chgData name="Allison Mulshine" userId="S::allison.mulshine@collegiseducation.com::5f656d52-c555-4e5e-9a5b-18226766ffe3" providerId="AD" clId="Web-{BAB8A75D-9F89-A44F-9910-29F84B952022}" dt="2024-07-10T15:08:46.646" v="12"/>
          <ac:cxnSpMkLst>
            <pc:docMk/>
            <pc:sldMk cId="2016096930" sldId="862"/>
            <ac:cxnSpMk id="16" creationId="{1029E66B-30FD-5C24-AE95-DFFB54CD609E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46" v="11"/>
          <ac:cxnSpMkLst>
            <pc:docMk/>
            <pc:sldMk cId="2016096930" sldId="862"/>
            <ac:cxnSpMk id="17" creationId="{E25A269C-5C19-38B6-7ADD-C5D74801B3E4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10"/>
          <ac:cxnSpMkLst>
            <pc:docMk/>
            <pc:sldMk cId="2016096930" sldId="862"/>
            <ac:cxnSpMk id="20" creationId="{1F71F52F-FC3A-53F7-B8E5-C3AC3862B58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9"/>
          <ac:cxnSpMkLst>
            <pc:docMk/>
            <pc:sldMk cId="2016096930" sldId="862"/>
            <ac:cxnSpMk id="23" creationId="{D9654880-4EB5-FB7B-FFD3-61028075914E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8"/>
          <ac:cxnSpMkLst>
            <pc:docMk/>
            <pc:sldMk cId="2016096930" sldId="862"/>
            <ac:cxnSpMk id="26" creationId="{64A645AC-479D-13E9-222D-B81A89468629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7"/>
          <ac:cxnSpMkLst>
            <pc:docMk/>
            <pc:sldMk cId="2016096930" sldId="862"/>
            <ac:cxnSpMk id="30" creationId="{B52814F7-FCAC-2358-8591-98A50E42F92C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6"/>
          <ac:cxnSpMkLst>
            <pc:docMk/>
            <pc:sldMk cId="2016096930" sldId="862"/>
            <ac:cxnSpMk id="33" creationId="{A16C969F-463A-B3CA-4D65-A74E444B2D9D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5"/>
          <ac:cxnSpMkLst>
            <pc:docMk/>
            <pc:sldMk cId="2016096930" sldId="862"/>
            <ac:cxnSpMk id="36" creationId="{014CD69C-6B18-5683-48FD-BFA65C79103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4"/>
          <ac:cxnSpMkLst>
            <pc:docMk/>
            <pc:sldMk cId="2016096930" sldId="862"/>
            <ac:cxnSpMk id="41" creationId="{EB2C5A69-3A1B-90B8-49F9-956821258BF5}"/>
          </ac:cxnSpMkLst>
        </pc:cxnChg>
        <pc:cxnChg chg="del mod">
          <ac:chgData name="Allison Mulshine" userId="S::allison.mulshine@collegiseducation.com::5f656d52-c555-4e5e-9a5b-18226766ffe3" providerId="AD" clId="Web-{BAB8A75D-9F89-A44F-9910-29F84B952022}" dt="2024-07-10T15:08:46.631" v="3"/>
          <ac:cxnSpMkLst>
            <pc:docMk/>
            <pc:sldMk cId="2016096930" sldId="862"/>
            <ac:cxnSpMk id="45" creationId="{06F6BC9E-F7F3-C83F-74C1-D441610A58EE}"/>
          </ac:cxnSpMkLst>
        </pc:cxnChg>
      </pc:sldChg>
      <pc:sldChg chg="modSp">
        <pc:chgData name="Allison Mulshine" userId="S::allison.mulshine@collegiseducation.com::5f656d52-c555-4e5e-9a5b-18226766ffe3" providerId="AD" clId="Web-{BAB8A75D-9F89-A44F-9910-29F84B952022}" dt="2024-07-10T15:11:54.913" v="69"/>
        <pc:sldMkLst>
          <pc:docMk/>
          <pc:sldMk cId="887650521" sldId="868"/>
        </pc:sldMkLst>
        <pc:graphicFrameChg chg="mod">
          <ac:chgData name="Allison Mulshine" userId="S::allison.mulshine@collegiseducation.com::5f656d52-c555-4e5e-9a5b-18226766ffe3" providerId="AD" clId="Web-{BAB8A75D-9F89-A44F-9910-29F84B952022}" dt="2024-07-10T15:11:54.913" v="69"/>
          <ac:graphicFrameMkLst>
            <pc:docMk/>
            <pc:sldMk cId="887650521" sldId="868"/>
            <ac:graphicFrameMk id="4" creationId="{0DC06A41-A370-2907-4621-EE286E00A95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D78F47-87CA-0948-901F-B589B61B3E8D}" type="doc">
      <dgm:prSet loTypeId="urn:microsoft.com/office/officeart/2008/layout/Lin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E5C84-081F-1342-A35C-E6D403D69948}">
      <dgm:prSet phldrT="[Text]" custT="1"/>
      <dgm:spPr/>
      <dgm:t>
        <a:bodyPr anchor="ctr"/>
        <a:lstStyle/>
        <a:p>
          <a:r>
            <a:rPr lang="en-US" sz="4000"/>
            <a:t>Cache only the data that you need</a:t>
          </a:r>
        </a:p>
      </dgm:t>
    </dgm:pt>
    <dgm:pt modelId="{165D5A27-C154-2D4F-BECA-B49CAC634BCA}" type="parTrans" cxnId="{7ECC4265-E799-9B49-9341-7DCE3FC2A712}">
      <dgm:prSet/>
      <dgm:spPr/>
      <dgm:t>
        <a:bodyPr/>
        <a:lstStyle/>
        <a:p>
          <a:endParaRPr lang="en-US"/>
        </a:p>
      </dgm:t>
    </dgm:pt>
    <dgm:pt modelId="{53428820-3CF0-BE4E-96CE-9265949CBF9A}" type="sibTrans" cxnId="{7ECC4265-E799-9B49-9341-7DCE3FC2A712}">
      <dgm:prSet/>
      <dgm:spPr/>
      <dgm:t>
        <a:bodyPr/>
        <a:lstStyle/>
        <a:p>
          <a:endParaRPr lang="en-US"/>
        </a:p>
      </dgm:t>
    </dgm:pt>
    <dgm:pt modelId="{28D1F12F-E93F-3942-8A58-D989DBE477F9}">
      <dgm:prSet custT="1"/>
      <dgm:spPr/>
      <dgm:t>
        <a:bodyPr anchor="ctr"/>
        <a:lstStyle/>
        <a:p>
          <a:r>
            <a:rPr lang="en-US" sz="4000"/>
            <a:t>Cache only frequently accessed data</a:t>
          </a:r>
        </a:p>
      </dgm:t>
    </dgm:pt>
    <dgm:pt modelId="{C2A708A8-8F53-2948-BBAE-05B27FC18234}" type="parTrans" cxnId="{A415565C-511C-104D-8205-4A0158587F0C}">
      <dgm:prSet/>
      <dgm:spPr/>
      <dgm:t>
        <a:bodyPr/>
        <a:lstStyle/>
        <a:p>
          <a:endParaRPr lang="en-US"/>
        </a:p>
      </dgm:t>
    </dgm:pt>
    <dgm:pt modelId="{68787803-4352-654A-ABCC-239C889095DE}" type="sibTrans" cxnId="{A415565C-511C-104D-8205-4A0158587F0C}">
      <dgm:prSet/>
      <dgm:spPr/>
      <dgm:t>
        <a:bodyPr/>
        <a:lstStyle/>
        <a:p>
          <a:endParaRPr lang="en-US"/>
        </a:p>
      </dgm:t>
    </dgm:pt>
    <dgm:pt modelId="{CC1BCE17-ADF0-EE40-814E-D1CFCACF5530}">
      <dgm:prSet custT="1"/>
      <dgm:spPr/>
      <dgm:t>
        <a:bodyPr anchor="ctr"/>
        <a:lstStyle/>
        <a:p>
          <a:r>
            <a:rPr lang="en-US" sz="4000"/>
            <a:t>Release cached data when no longer needed</a:t>
          </a:r>
        </a:p>
      </dgm:t>
    </dgm:pt>
    <dgm:pt modelId="{56E377B0-3093-4049-8953-3A57D0AD719E}" type="parTrans" cxnId="{F6B1E575-5CA9-F64C-8B78-BAB89A8A1E36}">
      <dgm:prSet/>
      <dgm:spPr/>
      <dgm:t>
        <a:bodyPr/>
        <a:lstStyle/>
        <a:p>
          <a:endParaRPr lang="en-US"/>
        </a:p>
      </dgm:t>
    </dgm:pt>
    <dgm:pt modelId="{5C00670E-ABAE-D746-96BE-CE45A97DC5DD}" type="sibTrans" cxnId="{F6B1E575-5CA9-F64C-8B78-BAB89A8A1E36}">
      <dgm:prSet/>
      <dgm:spPr/>
      <dgm:t>
        <a:bodyPr/>
        <a:lstStyle/>
        <a:p>
          <a:endParaRPr lang="en-US"/>
        </a:p>
      </dgm:t>
    </dgm:pt>
    <dgm:pt modelId="{84C37227-30EE-5843-B85B-E09A312582EE}">
      <dgm:prSet phldrT="[Text]" custT="1"/>
      <dgm:spPr/>
      <dgm:t>
        <a:bodyPr anchor="ctr"/>
        <a:lstStyle/>
        <a:p>
          <a:r>
            <a:rPr lang="en-US" sz="3200"/>
            <a:t>Caching too much data can lead to memory pressure on the worker nodes and degrade performance</a:t>
          </a:r>
        </a:p>
      </dgm:t>
    </dgm:pt>
    <dgm:pt modelId="{8E28E3FD-B2CD-7B41-BE9C-C476A8962AB2}" type="parTrans" cxnId="{762627F3-11CF-1F44-BB20-02DB399005FE}">
      <dgm:prSet/>
      <dgm:spPr/>
      <dgm:t>
        <a:bodyPr/>
        <a:lstStyle/>
        <a:p>
          <a:endParaRPr lang="en-US"/>
        </a:p>
      </dgm:t>
    </dgm:pt>
    <dgm:pt modelId="{4F6DAA60-2140-FD40-8086-5579CA58E4B1}" type="sibTrans" cxnId="{762627F3-11CF-1F44-BB20-02DB399005FE}">
      <dgm:prSet/>
      <dgm:spPr/>
      <dgm:t>
        <a:bodyPr/>
        <a:lstStyle/>
        <a:p>
          <a:endParaRPr lang="en-US"/>
        </a:p>
      </dgm:t>
    </dgm:pt>
    <dgm:pt modelId="{4022BC46-B9DF-F843-B8F8-D48EF72C42AC}">
      <dgm:prSet custT="1"/>
      <dgm:spPr/>
      <dgm:t>
        <a:bodyPr anchor="ctr"/>
        <a:lstStyle/>
        <a:p>
          <a:r>
            <a:rPr lang="en-US" sz="3200"/>
            <a:t>If you will not reuse a </a:t>
          </a:r>
          <a:r>
            <a:rPr lang="en-US" sz="3200" err="1"/>
            <a:t>DataFrame</a:t>
          </a:r>
          <a:r>
            <a:rPr lang="en-US" sz="3200"/>
            <a:t>, there’s no reason to waste storage space by caching it</a:t>
          </a:r>
        </a:p>
      </dgm:t>
    </dgm:pt>
    <dgm:pt modelId="{AE072207-FC80-8247-8B85-DFE6BEA3D225}" type="parTrans" cxnId="{01B79EFB-7B86-FC43-87E8-63ED4D9933D7}">
      <dgm:prSet/>
      <dgm:spPr/>
      <dgm:t>
        <a:bodyPr/>
        <a:lstStyle/>
        <a:p>
          <a:endParaRPr lang="en-US"/>
        </a:p>
      </dgm:t>
    </dgm:pt>
    <dgm:pt modelId="{8C4547F6-ED91-8245-AC73-9E69BA795ABE}" type="sibTrans" cxnId="{01B79EFB-7B86-FC43-87E8-63ED4D9933D7}">
      <dgm:prSet/>
      <dgm:spPr/>
      <dgm:t>
        <a:bodyPr/>
        <a:lstStyle/>
        <a:p>
          <a:endParaRPr lang="en-US"/>
        </a:p>
      </dgm:t>
    </dgm:pt>
    <dgm:pt modelId="{5450E998-9039-2540-9616-3FD3C8CD825B}">
      <dgm:prSet custT="1"/>
      <dgm:spPr/>
      <dgm:t>
        <a:bodyPr anchor="ctr"/>
        <a:lstStyle/>
        <a:p>
          <a:r>
            <a:rPr lang="en-US" sz="3200"/>
            <a:t>It's important to release cached data when it is no longer needed to free up memory resources on the worker nodes</a:t>
          </a:r>
        </a:p>
      </dgm:t>
    </dgm:pt>
    <dgm:pt modelId="{FC125034-49B6-DC45-8245-65AC78133E7C}" type="parTrans" cxnId="{8EEC25EB-19DC-984D-8DD0-2658BB3548EA}">
      <dgm:prSet/>
      <dgm:spPr/>
      <dgm:t>
        <a:bodyPr/>
        <a:lstStyle/>
        <a:p>
          <a:endParaRPr lang="en-US"/>
        </a:p>
      </dgm:t>
    </dgm:pt>
    <dgm:pt modelId="{A515EC41-D977-534D-9A75-876E825DD279}" type="sibTrans" cxnId="{8EEC25EB-19DC-984D-8DD0-2658BB3548EA}">
      <dgm:prSet/>
      <dgm:spPr/>
      <dgm:t>
        <a:bodyPr/>
        <a:lstStyle/>
        <a:p>
          <a:endParaRPr lang="en-US"/>
        </a:p>
      </dgm:t>
    </dgm:pt>
    <dgm:pt modelId="{24EAAE8C-0544-BD45-ADB6-6FE43A90A813}" type="pres">
      <dgm:prSet presAssocID="{87D78F47-87CA-0948-901F-B589B61B3E8D}" presName="vert0" presStyleCnt="0">
        <dgm:presLayoutVars>
          <dgm:dir/>
          <dgm:animOne val="branch"/>
          <dgm:animLvl val="lvl"/>
        </dgm:presLayoutVars>
      </dgm:prSet>
      <dgm:spPr/>
    </dgm:pt>
    <dgm:pt modelId="{49FE25A9-567B-364D-93E8-3AEDA29F3690}" type="pres">
      <dgm:prSet presAssocID="{82CE5C84-081F-1342-A35C-E6D403D69948}" presName="thickLine" presStyleLbl="alignNode1" presStyleIdx="0" presStyleCnt="3"/>
      <dgm:spPr/>
    </dgm:pt>
    <dgm:pt modelId="{5C351A6B-7CC2-5844-8C43-4E1CC29CD62C}" type="pres">
      <dgm:prSet presAssocID="{82CE5C84-081F-1342-A35C-E6D403D69948}" presName="horz1" presStyleCnt="0"/>
      <dgm:spPr/>
    </dgm:pt>
    <dgm:pt modelId="{2B4C1571-D520-E74A-BB95-D3BC3D978DC7}" type="pres">
      <dgm:prSet presAssocID="{82CE5C84-081F-1342-A35C-E6D403D69948}" presName="tx1" presStyleLbl="revTx" presStyleIdx="0" presStyleCnt="6" custScaleX="169845"/>
      <dgm:spPr/>
    </dgm:pt>
    <dgm:pt modelId="{D5D15E70-9399-3C4F-9288-213ADF788BA5}" type="pres">
      <dgm:prSet presAssocID="{82CE5C84-081F-1342-A35C-E6D403D69948}" presName="vert1" presStyleCnt="0"/>
      <dgm:spPr/>
    </dgm:pt>
    <dgm:pt modelId="{92CCFEA4-DCA8-454A-8610-EFBD5CC509C4}" type="pres">
      <dgm:prSet presAssocID="{84C37227-30EE-5843-B85B-E09A312582EE}" presName="vertSpace2a" presStyleCnt="0"/>
      <dgm:spPr/>
    </dgm:pt>
    <dgm:pt modelId="{887B7832-5EE2-9A4A-B1AD-004D8D9010E4}" type="pres">
      <dgm:prSet presAssocID="{84C37227-30EE-5843-B85B-E09A312582EE}" presName="horz2" presStyleCnt="0"/>
      <dgm:spPr/>
    </dgm:pt>
    <dgm:pt modelId="{4860486D-EEE9-424C-90AC-566F60057F30}" type="pres">
      <dgm:prSet presAssocID="{84C37227-30EE-5843-B85B-E09A312582EE}" presName="horzSpace2" presStyleCnt="0"/>
      <dgm:spPr/>
    </dgm:pt>
    <dgm:pt modelId="{F69D0408-CF6C-9444-BED9-A0F0256BF777}" type="pres">
      <dgm:prSet presAssocID="{84C37227-30EE-5843-B85B-E09A312582EE}" presName="tx2" presStyleLbl="revTx" presStyleIdx="1" presStyleCnt="6"/>
      <dgm:spPr/>
    </dgm:pt>
    <dgm:pt modelId="{C4A67B1F-5A31-DF48-B069-3B9200933F72}" type="pres">
      <dgm:prSet presAssocID="{84C37227-30EE-5843-B85B-E09A312582EE}" presName="vert2" presStyleCnt="0"/>
      <dgm:spPr/>
    </dgm:pt>
    <dgm:pt modelId="{753E998C-6D9A-F045-84AB-5059DBA374D3}" type="pres">
      <dgm:prSet presAssocID="{84C37227-30EE-5843-B85B-E09A312582EE}" presName="thinLine2b" presStyleLbl="callout" presStyleIdx="0" presStyleCnt="3"/>
      <dgm:spPr/>
    </dgm:pt>
    <dgm:pt modelId="{255109AD-446C-F44F-BBE6-5DB2CF8746C6}" type="pres">
      <dgm:prSet presAssocID="{84C37227-30EE-5843-B85B-E09A312582EE}" presName="vertSpace2b" presStyleCnt="0"/>
      <dgm:spPr/>
    </dgm:pt>
    <dgm:pt modelId="{396BDE53-BE42-E24C-AE21-F4AE4090BC7A}" type="pres">
      <dgm:prSet presAssocID="{28D1F12F-E93F-3942-8A58-D989DBE477F9}" presName="thickLine" presStyleLbl="alignNode1" presStyleIdx="1" presStyleCnt="3"/>
      <dgm:spPr/>
    </dgm:pt>
    <dgm:pt modelId="{C08529DB-39E4-2E49-B2F4-2233EAF8288E}" type="pres">
      <dgm:prSet presAssocID="{28D1F12F-E93F-3942-8A58-D989DBE477F9}" presName="horz1" presStyleCnt="0"/>
      <dgm:spPr/>
    </dgm:pt>
    <dgm:pt modelId="{2085422D-E052-2543-9E42-9210506FE6F6}" type="pres">
      <dgm:prSet presAssocID="{28D1F12F-E93F-3942-8A58-D989DBE477F9}" presName="tx1" presStyleLbl="revTx" presStyleIdx="2" presStyleCnt="6" custScaleX="171715"/>
      <dgm:spPr/>
    </dgm:pt>
    <dgm:pt modelId="{58072820-E106-9748-82BE-FAC201A94467}" type="pres">
      <dgm:prSet presAssocID="{28D1F12F-E93F-3942-8A58-D989DBE477F9}" presName="vert1" presStyleCnt="0"/>
      <dgm:spPr/>
    </dgm:pt>
    <dgm:pt modelId="{0195A9B1-DAA7-5C45-84C9-0F5B37684655}" type="pres">
      <dgm:prSet presAssocID="{4022BC46-B9DF-F843-B8F8-D48EF72C42AC}" presName="vertSpace2a" presStyleCnt="0"/>
      <dgm:spPr/>
    </dgm:pt>
    <dgm:pt modelId="{910FB56F-9266-914D-8653-8E1C35985FE9}" type="pres">
      <dgm:prSet presAssocID="{4022BC46-B9DF-F843-B8F8-D48EF72C42AC}" presName="horz2" presStyleCnt="0"/>
      <dgm:spPr/>
    </dgm:pt>
    <dgm:pt modelId="{E647D324-E34B-DE49-A69D-4913FF51A5B5}" type="pres">
      <dgm:prSet presAssocID="{4022BC46-B9DF-F843-B8F8-D48EF72C42AC}" presName="horzSpace2" presStyleCnt="0"/>
      <dgm:spPr/>
    </dgm:pt>
    <dgm:pt modelId="{760BF5F0-F138-C24B-9FB2-506465F55752}" type="pres">
      <dgm:prSet presAssocID="{4022BC46-B9DF-F843-B8F8-D48EF72C42AC}" presName="tx2" presStyleLbl="revTx" presStyleIdx="3" presStyleCnt="6"/>
      <dgm:spPr/>
    </dgm:pt>
    <dgm:pt modelId="{986C44E7-E355-4A43-B60A-1C7E6949EE26}" type="pres">
      <dgm:prSet presAssocID="{4022BC46-B9DF-F843-B8F8-D48EF72C42AC}" presName="vert2" presStyleCnt="0"/>
      <dgm:spPr/>
    </dgm:pt>
    <dgm:pt modelId="{E30D8B07-87B8-B842-BA10-75FF3015E8C4}" type="pres">
      <dgm:prSet presAssocID="{4022BC46-B9DF-F843-B8F8-D48EF72C42AC}" presName="thinLine2b" presStyleLbl="callout" presStyleIdx="1" presStyleCnt="3"/>
      <dgm:spPr/>
    </dgm:pt>
    <dgm:pt modelId="{FC57D5BE-6D73-124C-B62C-B2A56ACC0A44}" type="pres">
      <dgm:prSet presAssocID="{4022BC46-B9DF-F843-B8F8-D48EF72C42AC}" presName="vertSpace2b" presStyleCnt="0"/>
      <dgm:spPr/>
    </dgm:pt>
    <dgm:pt modelId="{F7FA95B5-02EB-B246-B59A-C1BC350C5C65}" type="pres">
      <dgm:prSet presAssocID="{CC1BCE17-ADF0-EE40-814E-D1CFCACF5530}" presName="thickLine" presStyleLbl="alignNode1" presStyleIdx="2" presStyleCnt="3"/>
      <dgm:spPr/>
    </dgm:pt>
    <dgm:pt modelId="{2F1196BB-329E-A844-A71D-B7FE3617C09D}" type="pres">
      <dgm:prSet presAssocID="{CC1BCE17-ADF0-EE40-814E-D1CFCACF5530}" presName="horz1" presStyleCnt="0"/>
      <dgm:spPr/>
    </dgm:pt>
    <dgm:pt modelId="{DBF8781C-0B2E-EB4C-8835-5517C4B53B93}" type="pres">
      <dgm:prSet presAssocID="{CC1BCE17-ADF0-EE40-814E-D1CFCACF5530}" presName="tx1" presStyleLbl="revTx" presStyleIdx="4" presStyleCnt="6" custScaleX="175443"/>
      <dgm:spPr/>
    </dgm:pt>
    <dgm:pt modelId="{DD2F1AFB-FEF5-6140-B7DD-CF04E432D5F2}" type="pres">
      <dgm:prSet presAssocID="{CC1BCE17-ADF0-EE40-814E-D1CFCACF5530}" presName="vert1" presStyleCnt="0"/>
      <dgm:spPr/>
    </dgm:pt>
    <dgm:pt modelId="{D496BBBA-290F-D74C-AC3B-D044C43EEC38}" type="pres">
      <dgm:prSet presAssocID="{5450E998-9039-2540-9616-3FD3C8CD825B}" presName="vertSpace2a" presStyleCnt="0"/>
      <dgm:spPr/>
    </dgm:pt>
    <dgm:pt modelId="{34BCC293-EAD8-504E-9D4A-21A483584B83}" type="pres">
      <dgm:prSet presAssocID="{5450E998-9039-2540-9616-3FD3C8CD825B}" presName="horz2" presStyleCnt="0"/>
      <dgm:spPr/>
    </dgm:pt>
    <dgm:pt modelId="{6B0C9F3E-120D-E94B-9B1C-2D5701F35679}" type="pres">
      <dgm:prSet presAssocID="{5450E998-9039-2540-9616-3FD3C8CD825B}" presName="horzSpace2" presStyleCnt="0"/>
      <dgm:spPr/>
    </dgm:pt>
    <dgm:pt modelId="{53A621E8-C8DB-7E45-ACE4-3F8DB692F934}" type="pres">
      <dgm:prSet presAssocID="{5450E998-9039-2540-9616-3FD3C8CD825B}" presName="tx2" presStyleLbl="revTx" presStyleIdx="5" presStyleCnt="6"/>
      <dgm:spPr/>
    </dgm:pt>
    <dgm:pt modelId="{2BCE19DF-86D5-B74C-BAF1-77ACA3770439}" type="pres">
      <dgm:prSet presAssocID="{5450E998-9039-2540-9616-3FD3C8CD825B}" presName="vert2" presStyleCnt="0"/>
      <dgm:spPr/>
    </dgm:pt>
    <dgm:pt modelId="{D7FF2A15-FB4D-C347-B907-46405C97C520}" type="pres">
      <dgm:prSet presAssocID="{5450E998-9039-2540-9616-3FD3C8CD825B}" presName="thinLine2b" presStyleLbl="callout" presStyleIdx="2" presStyleCnt="3"/>
      <dgm:spPr/>
    </dgm:pt>
    <dgm:pt modelId="{43C0B911-9FEA-874A-8904-6D129470A25C}" type="pres">
      <dgm:prSet presAssocID="{5450E998-9039-2540-9616-3FD3C8CD825B}" presName="vertSpace2b" presStyleCnt="0"/>
      <dgm:spPr/>
    </dgm:pt>
  </dgm:ptLst>
  <dgm:cxnLst>
    <dgm:cxn modelId="{8507711C-8B8D-9E4E-8684-F82335332C52}" type="presOf" srcId="{5450E998-9039-2540-9616-3FD3C8CD825B}" destId="{53A621E8-C8DB-7E45-ACE4-3F8DB692F934}" srcOrd="0" destOrd="0" presId="urn:microsoft.com/office/officeart/2008/layout/LinedList"/>
    <dgm:cxn modelId="{A415565C-511C-104D-8205-4A0158587F0C}" srcId="{87D78F47-87CA-0948-901F-B589B61B3E8D}" destId="{28D1F12F-E93F-3942-8A58-D989DBE477F9}" srcOrd="1" destOrd="0" parTransId="{C2A708A8-8F53-2948-BBAE-05B27FC18234}" sibTransId="{68787803-4352-654A-ABCC-239C889095DE}"/>
    <dgm:cxn modelId="{7ECC4265-E799-9B49-9341-7DCE3FC2A712}" srcId="{87D78F47-87CA-0948-901F-B589B61B3E8D}" destId="{82CE5C84-081F-1342-A35C-E6D403D69948}" srcOrd="0" destOrd="0" parTransId="{165D5A27-C154-2D4F-BECA-B49CAC634BCA}" sibTransId="{53428820-3CF0-BE4E-96CE-9265949CBF9A}"/>
    <dgm:cxn modelId="{F6B1E575-5CA9-F64C-8B78-BAB89A8A1E36}" srcId="{87D78F47-87CA-0948-901F-B589B61B3E8D}" destId="{CC1BCE17-ADF0-EE40-814E-D1CFCACF5530}" srcOrd="2" destOrd="0" parTransId="{56E377B0-3093-4049-8953-3A57D0AD719E}" sibTransId="{5C00670E-ABAE-D746-96BE-CE45A97DC5DD}"/>
    <dgm:cxn modelId="{BF3D5689-0615-544A-BEF6-8022FB7D2635}" type="presOf" srcId="{4022BC46-B9DF-F843-B8F8-D48EF72C42AC}" destId="{760BF5F0-F138-C24B-9FB2-506465F55752}" srcOrd="0" destOrd="0" presId="urn:microsoft.com/office/officeart/2008/layout/LinedList"/>
    <dgm:cxn modelId="{4B71EC8A-244D-014D-8D18-189D4C983E1C}" type="presOf" srcId="{82CE5C84-081F-1342-A35C-E6D403D69948}" destId="{2B4C1571-D520-E74A-BB95-D3BC3D978DC7}" srcOrd="0" destOrd="0" presId="urn:microsoft.com/office/officeart/2008/layout/LinedList"/>
    <dgm:cxn modelId="{23BECC9B-5480-9542-B649-7FE704061C89}" type="presOf" srcId="{87D78F47-87CA-0948-901F-B589B61B3E8D}" destId="{24EAAE8C-0544-BD45-ADB6-6FE43A90A813}" srcOrd="0" destOrd="0" presId="urn:microsoft.com/office/officeart/2008/layout/LinedList"/>
    <dgm:cxn modelId="{045538BD-BFF9-E94C-BE3D-05A68676A4A4}" type="presOf" srcId="{84C37227-30EE-5843-B85B-E09A312582EE}" destId="{F69D0408-CF6C-9444-BED9-A0F0256BF777}" srcOrd="0" destOrd="0" presId="urn:microsoft.com/office/officeart/2008/layout/LinedList"/>
    <dgm:cxn modelId="{10497EBF-341D-CA4D-A8A2-80406085AE14}" type="presOf" srcId="{CC1BCE17-ADF0-EE40-814E-D1CFCACF5530}" destId="{DBF8781C-0B2E-EB4C-8835-5517C4B53B93}" srcOrd="0" destOrd="0" presId="urn:microsoft.com/office/officeart/2008/layout/LinedList"/>
    <dgm:cxn modelId="{854A34DE-4AAF-3942-ABF9-7D78C9783B79}" type="presOf" srcId="{28D1F12F-E93F-3942-8A58-D989DBE477F9}" destId="{2085422D-E052-2543-9E42-9210506FE6F6}" srcOrd="0" destOrd="0" presId="urn:microsoft.com/office/officeart/2008/layout/LinedList"/>
    <dgm:cxn modelId="{8EEC25EB-19DC-984D-8DD0-2658BB3548EA}" srcId="{CC1BCE17-ADF0-EE40-814E-D1CFCACF5530}" destId="{5450E998-9039-2540-9616-3FD3C8CD825B}" srcOrd="0" destOrd="0" parTransId="{FC125034-49B6-DC45-8245-65AC78133E7C}" sibTransId="{A515EC41-D977-534D-9A75-876E825DD279}"/>
    <dgm:cxn modelId="{762627F3-11CF-1F44-BB20-02DB399005FE}" srcId="{82CE5C84-081F-1342-A35C-E6D403D69948}" destId="{84C37227-30EE-5843-B85B-E09A312582EE}" srcOrd="0" destOrd="0" parTransId="{8E28E3FD-B2CD-7B41-BE9C-C476A8962AB2}" sibTransId="{4F6DAA60-2140-FD40-8086-5579CA58E4B1}"/>
    <dgm:cxn modelId="{01B79EFB-7B86-FC43-87E8-63ED4D9933D7}" srcId="{28D1F12F-E93F-3942-8A58-D989DBE477F9}" destId="{4022BC46-B9DF-F843-B8F8-D48EF72C42AC}" srcOrd="0" destOrd="0" parTransId="{AE072207-FC80-8247-8B85-DFE6BEA3D225}" sibTransId="{8C4547F6-ED91-8245-AC73-9E69BA795ABE}"/>
    <dgm:cxn modelId="{EE267C2D-EA41-064F-B300-7FFFBF8DB5B2}" type="presParOf" srcId="{24EAAE8C-0544-BD45-ADB6-6FE43A90A813}" destId="{49FE25A9-567B-364D-93E8-3AEDA29F3690}" srcOrd="0" destOrd="0" presId="urn:microsoft.com/office/officeart/2008/layout/LinedList"/>
    <dgm:cxn modelId="{3292AE9D-E19C-2F43-B684-B2D00C90C104}" type="presParOf" srcId="{24EAAE8C-0544-BD45-ADB6-6FE43A90A813}" destId="{5C351A6B-7CC2-5844-8C43-4E1CC29CD62C}" srcOrd="1" destOrd="0" presId="urn:microsoft.com/office/officeart/2008/layout/LinedList"/>
    <dgm:cxn modelId="{563055E1-ADE1-6D43-A941-C4D918B84F68}" type="presParOf" srcId="{5C351A6B-7CC2-5844-8C43-4E1CC29CD62C}" destId="{2B4C1571-D520-E74A-BB95-D3BC3D978DC7}" srcOrd="0" destOrd="0" presId="urn:microsoft.com/office/officeart/2008/layout/LinedList"/>
    <dgm:cxn modelId="{71D1CCB8-6321-9546-9840-9C86218FF3F0}" type="presParOf" srcId="{5C351A6B-7CC2-5844-8C43-4E1CC29CD62C}" destId="{D5D15E70-9399-3C4F-9288-213ADF788BA5}" srcOrd="1" destOrd="0" presId="urn:microsoft.com/office/officeart/2008/layout/LinedList"/>
    <dgm:cxn modelId="{83D2F2F4-82F9-3242-A121-C488E95450FE}" type="presParOf" srcId="{D5D15E70-9399-3C4F-9288-213ADF788BA5}" destId="{92CCFEA4-DCA8-454A-8610-EFBD5CC509C4}" srcOrd="0" destOrd="0" presId="urn:microsoft.com/office/officeart/2008/layout/LinedList"/>
    <dgm:cxn modelId="{F2EBFB4B-A6B4-1F45-A3E9-4DE791733D19}" type="presParOf" srcId="{D5D15E70-9399-3C4F-9288-213ADF788BA5}" destId="{887B7832-5EE2-9A4A-B1AD-004D8D9010E4}" srcOrd="1" destOrd="0" presId="urn:microsoft.com/office/officeart/2008/layout/LinedList"/>
    <dgm:cxn modelId="{6D41B8FF-4D81-7247-B7E2-772C3DC49317}" type="presParOf" srcId="{887B7832-5EE2-9A4A-B1AD-004D8D9010E4}" destId="{4860486D-EEE9-424C-90AC-566F60057F30}" srcOrd="0" destOrd="0" presId="urn:microsoft.com/office/officeart/2008/layout/LinedList"/>
    <dgm:cxn modelId="{33425A79-0B27-9147-9843-A1DAFF665F28}" type="presParOf" srcId="{887B7832-5EE2-9A4A-B1AD-004D8D9010E4}" destId="{F69D0408-CF6C-9444-BED9-A0F0256BF777}" srcOrd="1" destOrd="0" presId="urn:microsoft.com/office/officeart/2008/layout/LinedList"/>
    <dgm:cxn modelId="{1A52F692-CE9C-0E4D-8371-F42FD88F7EFB}" type="presParOf" srcId="{887B7832-5EE2-9A4A-B1AD-004D8D9010E4}" destId="{C4A67B1F-5A31-DF48-B069-3B9200933F72}" srcOrd="2" destOrd="0" presId="urn:microsoft.com/office/officeart/2008/layout/LinedList"/>
    <dgm:cxn modelId="{DB9D2897-4EAD-EA49-8C89-86217FF5B4FF}" type="presParOf" srcId="{D5D15E70-9399-3C4F-9288-213ADF788BA5}" destId="{753E998C-6D9A-F045-84AB-5059DBA374D3}" srcOrd="2" destOrd="0" presId="urn:microsoft.com/office/officeart/2008/layout/LinedList"/>
    <dgm:cxn modelId="{6DCFF44A-1F4B-1F46-B047-A093B93FEB45}" type="presParOf" srcId="{D5D15E70-9399-3C4F-9288-213ADF788BA5}" destId="{255109AD-446C-F44F-BBE6-5DB2CF8746C6}" srcOrd="3" destOrd="0" presId="urn:microsoft.com/office/officeart/2008/layout/LinedList"/>
    <dgm:cxn modelId="{49802D59-8B15-8642-A2C5-2B010524D023}" type="presParOf" srcId="{24EAAE8C-0544-BD45-ADB6-6FE43A90A813}" destId="{396BDE53-BE42-E24C-AE21-F4AE4090BC7A}" srcOrd="2" destOrd="0" presId="urn:microsoft.com/office/officeart/2008/layout/LinedList"/>
    <dgm:cxn modelId="{746E9BCE-4039-7D40-A396-7263F2ACE0EB}" type="presParOf" srcId="{24EAAE8C-0544-BD45-ADB6-6FE43A90A813}" destId="{C08529DB-39E4-2E49-B2F4-2233EAF8288E}" srcOrd="3" destOrd="0" presId="urn:microsoft.com/office/officeart/2008/layout/LinedList"/>
    <dgm:cxn modelId="{E1FA61F9-CE4A-3842-9570-A998881E5DBD}" type="presParOf" srcId="{C08529DB-39E4-2E49-B2F4-2233EAF8288E}" destId="{2085422D-E052-2543-9E42-9210506FE6F6}" srcOrd="0" destOrd="0" presId="urn:microsoft.com/office/officeart/2008/layout/LinedList"/>
    <dgm:cxn modelId="{E3FB0D23-DC6E-3B49-884B-3CF3B3D79006}" type="presParOf" srcId="{C08529DB-39E4-2E49-B2F4-2233EAF8288E}" destId="{58072820-E106-9748-82BE-FAC201A94467}" srcOrd="1" destOrd="0" presId="urn:microsoft.com/office/officeart/2008/layout/LinedList"/>
    <dgm:cxn modelId="{91E4D033-705C-8847-8DF2-B45B708A2289}" type="presParOf" srcId="{58072820-E106-9748-82BE-FAC201A94467}" destId="{0195A9B1-DAA7-5C45-84C9-0F5B37684655}" srcOrd="0" destOrd="0" presId="urn:microsoft.com/office/officeart/2008/layout/LinedList"/>
    <dgm:cxn modelId="{668E163A-CE43-AD4C-80DF-4C200FEFE59F}" type="presParOf" srcId="{58072820-E106-9748-82BE-FAC201A94467}" destId="{910FB56F-9266-914D-8653-8E1C35985FE9}" srcOrd="1" destOrd="0" presId="urn:microsoft.com/office/officeart/2008/layout/LinedList"/>
    <dgm:cxn modelId="{51D99BCD-51F7-244F-80BC-432D59402C3B}" type="presParOf" srcId="{910FB56F-9266-914D-8653-8E1C35985FE9}" destId="{E647D324-E34B-DE49-A69D-4913FF51A5B5}" srcOrd="0" destOrd="0" presId="urn:microsoft.com/office/officeart/2008/layout/LinedList"/>
    <dgm:cxn modelId="{4DC56142-78C6-B047-B91C-6AC9DCBA13D2}" type="presParOf" srcId="{910FB56F-9266-914D-8653-8E1C35985FE9}" destId="{760BF5F0-F138-C24B-9FB2-506465F55752}" srcOrd="1" destOrd="0" presId="urn:microsoft.com/office/officeart/2008/layout/LinedList"/>
    <dgm:cxn modelId="{795C43D3-53AB-1740-B495-CFE97882446E}" type="presParOf" srcId="{910FB56F-9266-914D-8653-8E1C35985FE9}" destId="{986C44E7-E355-4A43-B60A-1C7E6949EE26}" srcOrd="2" destOrd="0" presId="urn:microsoft.com/office/officeart/2008/layout/LinedList"/>
    <dgm:cxn modelId="{F6CF5938-DA38-BD4F-AF5E-CCE51A9792C0}" type="presParOf" srcId="{58072820-E106-9748-82BE-FAC201A94467}" destId="{E30D8B07-87B8-B842-BA10-75FF3015E8C4}" srcOrd="2" destOrd="0" presId="urn:microsoft.com/office/officeart/2008/layout/LinedList"/>
    <dgm:cxn modelId="{FDFF6478-45DB-FB4D-BEA2-7A87345AD7F2}" type="presParOf" srcId="{58072820-E106-9748-82BE-FAC201A94467}" destId="{FC57D5BE-6D73-124C-B62C-B2A56ACC0A44}" srcOrd="3" destOrd="0" presId="urn:microsoft.com/office/officeart/2008/layout/LinedList"/>
    <dgm:cxn modelId="{9D79AFAF-D528-D349-8BB2-41B2E9046350}" type="presParOf" srcId="{24EAAE8C-0544-BD45-ADB6-6FE43A90A813}" destId="{F7FA95B5-02EB-B246-B59A-C1BC350C5C65}" srcOrd="4" destOrd="0" presId="urn:microsoft.com/office/officeart/2008/layout/LinedList"/>
    <dgm:cxn modelId="{706C2EA2-1765-D247-AACF-0300AC0026E8}" type="presParOf" srcId="{24EAAE8C-0544-BD45-ADB6-6FE43A90A813}" destId="{2F1196BB-329E-A844-A71D-B7FE3617C09D}" srcOrd="5" destOrd="0" presId="urn:microsoft.com/office/officeart/2008/layout/LinedList"/>
    <dgm:cxn modelId="{7E814108-70DF-E847-93EC-F2A20EB9888E}" type="presParOf" srcId="{2F1196BB-329E-A844-A71D-B7FE3617C09D}" destId="{DBF8781C-0B2E-EB4C-8835-5517C4B53B93}" srcOrd="0" destOrd="0" presId="urn:microsoft.com/office/officeart/2008/layout/LinedList"/>
    <dgm:cxn modelId="{E3131693-45A3-B541-8277-76D2F88745AE}" type="presParOf" srcId="{2F1196BB-329E-A844-A71D-B7FE3617C09D}" destId="{DD2F1AFB-FEF5-6140-B7DD-CF04E432D5F2}" srcOrd="1" destOrd="0" presId="urn:microsoft.com/office/officeart/2008/layout/LinedList"/>
    <dgm:cxn modelId="{2C43539C-4AA9-5A4E-88BE-D12651211D2A}" type="presParOf" srcId="{DD2F1AFB-FEF5-6140-B7DD-CF04E432D5F2}" destId="{D496BBBA-290F-D74C-AC3B-D044C43EEC38}" srcOrd="0" destOrd="0" presId="urn:microsoft.com/office/officeart/2008/layout/LinedList"/>
    <dgm:cxn modelId="{5154D014-FC62-FE4F-AD05-7A48A9EB7C4A}" type="presParOf" srcId="{DD2F1AFB-FEF5-6140-B7DD-CF04E432D5F2}" destId="{34BCC293-EAD8-504E-9D4A-21A483584B83}" srcOrd="1" destOrd="0" presId="urn:microsoft.com/office/officeart/2008/layout/LinedList"/>
    <dgm:cxn modelId="{B3C1593E-7DD7-154A-BE6A-87356CB836D2}" type="presParOf" srcId="{34BCC293-EAD8-504E-9D4A-21A483584B83}" destId="{6B0C9F3E-120D-E94B-9B1C-2D5701F35679}" srcOrd="0" destOrd="0" presId="urn:microsoft.com/office/officeart/2008/layout/LinedList"/>
    <dgm:cxn modelId="{9127949F-3877-144E-9781-9C9E62F0B2CD}" type="presParOf" srcId="{34BCC293-EAD8-504E-9D4A-21A483584B83}" destId="{53A621E8-C8DB-7E45-ACE4-3F8DB692F934}" srcOrd="1" destOrd="0" presId="urn:microsoft.com/office/officeart/2008/layout/LinedList"/>
    <dgm:cxn modelId="{9C5D5C8A-360E-6345-B49A-7CFF0C58F69D}" type="presParOf" srcId="{34BCC293-EAD8-504E-9D4A-21A483584B83}" destId="{2BCE19DF-86D5-B74C-BAF1-77ACA3770439}" srcOrd="2" destOrd="0" presId="urn:microsoft.com/office/officeart/2008/layout/LinedList"/>
    <dgm:cxn modelId="{5BB254CE-6999-8C47-AE61-A3F5CEAD0756}" type="presParOf" srcId="{DD2F1AFB-FEF5-6140-B7DD-CF04E432D5F2}" destId="{D7FF2A15-FB4D-C347-B907-46405C97C520}" srcOrd="2" destOrd="0" presId="urn:microsoft.com/office/officeart/2008/layout/LinedList"/>
    <dgm:cxn modelId="{71BBB42E-497D-8241-AFFC-C987984FAFF0}" type="presParOf" srcId="{DD2F1AFB-FEF5-6140-B7DD-CF04E432D5F2}" destId="{43C0B911-9FEA-874A-8904-6D129470A25C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E25A9-567B-364D-93E8-3AEDA29F3690}">
      <dsp:nvSpPr>
        <dsp:cNvPr id="0" name=""/>
        <dsp:cNvSpPr/>
      </dsp:nvSpPr>
      <dsp:spPr>
        <a:xfrm>
          <a:off x="0" y="3166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C1571-D520-E74A-BB95-D3BC3D978DC7}">
      <dsp:nvSpPr>
        <dsp:cNvPr id="0" name=""/>
        <dsp:cNvSpPr/>
      </dsp:nvSpPr>
      <dsp:spPr>
        <a:xfrm>
          <a:off x="0" y="3166"/>
          <a:ext cx="4791462" cy="2159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Cache only the data that you need</a:t>
          </a:r>
        </a:p>
      </dsp:txBody>
      <dsp:txXfrm>
        <a:off x="0" y="3166"/>
        <a:ext cx="4791462" cy="2159842"/>
      </dsp:txXfrm>
    </dsp:sp>
    <dsp:sp modelId="{F69D0408-CF6C-9444-BED9-A0F0256BF777}">
      <dsp:nvSpPr>
        <dsp:cNvPr id="0" name=""/>
        <dsp:cNvSpPr/>
      </dsp:nvSpPr>
      <dsp:spPr>
        <a:xfrm>
          <a:off x="5003043" y="101245"/>
          <a:ext cx="11072737" cy="1961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Caching too much data can lead to memory pressure on the worker nodes and degrade performance</a:t>
          </a:r>
        </a:p>
      </dsp:txBody>
      <dsp:txXfrm>
        <a:off x="5003043" y="101245"/>
        <a:ext cx="11072737" cy="1961575"/>
      </dsp:txXfrm>
    </dsp:sp>
    <dsp:sp modelId="{753E998C-6D9A-F045-84AB-5059DBA374D3}">
      <dsp:nvSpPr>
        <dsp:cNvPr id="0" name=""/>
        <dsp:cNvSpPr/>
      </dsp:nvSpPr>
      <dsp:spPr>
        <a:xfrm>
          <a:off x="4791462" y="2062821"/>
          <a:ext cx="11284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BDE53-BE42-E24C-AE21-F4AE4090BC7A}">
      <dsp:nvSpPr>
        <dsp:cNvPr id="0" name=""/>
        <dsp:cNvSpPr/>
      </dsp:nvSpPr>
      <dsp:spPr>
        <a:xfrm>
          <a:off x="0" y="2163009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5422D-E052-2543-9E42-9210506FE6F6}">
      <dsp:nvSpPr>
        <dsp:cNvPr id="0" name=""/>
        <dsp:cNvSpPr/>
      </dsp:nvSpPr>
      <dsp:spPr>
        <a:xfrm>
          <a:off x="0" y="2163009"/>
          <a:ext cx="4828033" cy="2159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Cache only frequently accessed data</a:t>
          </a:r>
        </a:p>
      </dsp:txBody>
      <dsp:txXfrm>
        <a:off x="0" y="2163009"/>
        <a:ext cx="4828033" cy="2159842"/>
      </dsp:txXfrm>
    </dsp:sp>
    <dsp:sp modelId="{760BF5F0-F138-C24B-9FB2-506465F55752}">
      <dsp:nvSpPr>
        <dsp:cNvPr id="0" name=""/>
        <dsp:cNvSpPr/>
      </dsp:nvSpPr>
      <dsp:spPr>
        <a:xfrm>
          <a:off x="5038907" y="2261088"/>
          <a:ext cx="11035746" cy="1961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you will not reuse a </a:t>
          </a:r>
          <a:r>
            <a:rPr lang="en-US" sz="3200" kern="1200" err="1"/>
            <a:t>DataFrame</a:t>
          </a:r>
          <a:r>
            <a:rPr lang="en-US" sz="3200" kern="1200"/>
            <a:t>, there’s no reason to waste storage space by caching it</a:t>
          </a:r>
        </a:p>
      </dsp:txBody>
      <dsp:txXfrm>
        <a:off x="5038907" y="2261088"/>
        <a:ext cx="11035746" cy="1961575"/>
      </dsp:txXfrm>
    </dsp:sp>
    <dsp:sp modelId="{E30D8B07-87B8-B842-BA10-75FF3015E8C4}">
      <dsp:nvSpPr>
        <dsp:cNvPr id="0" name=""/>
        <dsp:cNvSpPr/>
      </dsp:nvSpPr>
      <dsp:spPr>
        <a:xfrm>
          <a:off x="4828033" y="4222663"/>
          <a:ext cx="112466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A95B5-02EB-B246-B59A-C1BC350C5C65}">
      <dsp:nvSpPr>
        <dsp:cNvPr id="0" name=""/>
        <dsp:cNvSpPr/>
      </dsp:nvSpPr>
      <dsp:spPr>
        <a:xfrm>
          <a:off x="0" y="4322851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8781C-0B2E-EB4C-8835-5517C4B53B93}">
      <dsp:nvSpPr>
        <dsp:cNvPr id="0" name=""/>
        <dsp:cNvSpPr/>
      </dsp:nvSpPr>
      <dsp:spPr>
        <a:xfrm>
          <a:off x="0" y="4322851"/>
          <a:ext cx="4899782" cy="2159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Release cached data when no longer needed</a:t>
          </a:r>
        </a:p>
      </dsp:txBody>
      <dsp:txXfrm>
        <a:off x="0" y="4322851"/>
        <a:ext cx="4899782" cy="2159842"/>
      </dsp:txXfrm>
    </dsp:sp>
    <dsp:sp modelId="{53A621E8-C8DB-7E45-ACE4-3F8DB692F934}">
      <dsp:nvSpPr>
        <dsp:cNvPr id="0" name=""/>
        <dsp:cNvSpPr/>
      </dsp:nvSpPr>
      <dsp:spPr>
        <a:xfrm>
          <a:off x="5109243" y="4420930"/>
          <a:ext cx="10961763" cy="1961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It's important to release cached data when it is no longer needed to free up memory resources on the worker nodes</a:t>
          </a:r>
        </a:p>
      </dsp:txBody>
      <dsp:txXfrm>
        <a:off x="5109243" y="4420930"/>
        <a:ext cx="10961763" cy="1961575"/>
      </dsp:txXfrm>
    </dsp:sp>
    <dsp:sp modelId="{D7FF2A15-FB4D-C347-B907-46405C97C520}">
      <dsp:nvSpPr>
        <dsp:cNvPr id="0" name=""/>
        <dsp:cNvSpPr/>
      </dsp:nvSpPr>
      <dsp:spPr>
        <a:xfrm>
          <a:off x="4899782" y="6382506"/>
          <a:ext cx="11171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5 : Lesson 7 </a:t>
            </a:r>
            <a:br>
              <a:rPr lang="en-US"/>
            </a:br>
            <a:r>
              <a:rPr lang="en-US" sz="6000"/>
              <a:t>Transformations – Caching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91FBD-53BD-9EF0-6809-923367027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957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Spark </a:t>
            </a:r>
            <a:r>
              <a:rPr lang="en-US" sz="28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DataFrames</a:t>
            </a:r>
            <a:r>
              <a:rPr lang="en-US" sz="280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are by default recomputed each time you run an action on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If you would like to reuse a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in multiple actions, you can ask Spark to cache it making future actions more than 10x faster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When you cache a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, Spark keeps the data in memory (or on local disk) so that it can be quickly retrieved the next time it is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</a:rPr>
              <a:t>Caching is especially useful when you need to perform multiple operations on the same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, as it eliminates the need to read the data from a disk each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Caching is fault-tolerant such that if any partition of an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is lost, it will automatically be recomputed using the transformations that originally created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00472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Caching – cache()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Persists the </a:t>
            </a:r>
            <a:r>
              <a:rPr lang="en-US" sz="2800" i="0" err="1">
                <a:solidFill>
                  <a:schemeClr val="bg2"/>
                </a:solidFill>
                <a:effectLst/>
              </a:rPr>
              <a:t>DataFrame</a:t>
            </a:r>
            <a:r>
              <a:rPr lang="en-US" sz="2800" i="0">
                <a:solidFill>
                  <a:schemeClr val="bg2"/>
                </a:solidFill>
                <a:effectLst/>
              </a:rPr>
              <a:t> with the default storage level (MEMORY_AND_DISK)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tx1"/>
                </a:solidFill>
              </a:rPr>
              <a:t>DataFrame.cache</a:t>
            </a:r>
            <a:r>
              <a:rPr lang="en-US" altLang="en-US" sz="2800" b="1" dirty="0">
                <a:solidFill>
                  <a:schemeClr val="tx1"/>
                </a:solidFill>
              </a:rPr>
              <a:t>() → </a:t>
            </a:r>
            <a:r>
              <a:rPr lang="en-US" altLang="en-US" sz="2800" b="1" dirty="0" err="1">
                <a:solidFill>
                  <a:schemeClr val="tx1"/>
                </a:solidFill>
              </a:rPr>
              <a:t>DataFrame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partitions will be stored in memory or onto local disk when the storage required is greater than available memory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 Note, disk storage is slower as there is I/O involved in retrieving the partition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1533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Caching – </a:t>
            </a:r>
            <a:r>
              <a:rPr lang="en-US" err="1"/>
              <a:t>unpersist</a:t>
            </a:r>
            <a:r>
              <a:rPr lang="en-US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Marks the </a:t>
            </a:r>
            <a:r>
              <a:rPr lang="en-US" sz="2800" i="0" err="1">
                <a:solidFill>
                  <a:schemeClr val="bg2"/>
                </a:solidFill>
                <a:effectLst/>
              </a:rPr>
              <a:t>DataFrame</a:t>
            </a:r>
            <a:r>
              <a:rPr lang="en-US" sz="2800" i="0">
                <a:solidFill>
                  <a:schemeClr val="bg2"/>
                </a:solidFill>
                <a:effectLst/>
              </a:rPr>
              <a:t> as non-persistent, and remove all blocks for it from memory and disk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tx1"/>
                </a:solidFill>
              </a:rPr>
              <a:t>DataFrame.unpersist</a:t>
            </a:r>
            <a:r>
              <a:rPr lang="en-US" altLang="en-US" sz="2800" b="1" dirty="0">
                <a:solidFill>
                  <a:schemeClr val="tx1"/>
                </a:solidFill>
              </a:rPr>
              <a:t>(blocking) → </a:t>
            </a:r>
            <a:r>
              <a:rPr lang="en-US" altLang="en-US" sz="2800" b="1" dirty="0" err="1">
                <a:solidFill>
                  <a:schemeClr val="tx1"/>
                </a:solidFill>
              </a:rPr>
              <a:t>DataFrame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Blocking indicates whether to wait (True) until all blocks are deleted. Not waiting (False) is the default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 Returns and </a:t>
            </a:r>
            <a:r>
              <a:rPr lang="en-US" sz="2800" err="1">
                <a:solidFill>
                  <a:schemeClr val="bg2"/>
                </a:solidFill>
              </a:rPr>
              <a:t>unpersisted</a:t>
            </a:r>
            <a:r>
              <a:rPr lang="en-US" sz="2800">
                <a:solidFill>
                  <a:schemeClr val="bg2"/>
                </a:solidFill>
              </a:rPr>
              <a:t> (un-cached)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27169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1689-5307-9928-FD40-018D6F73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Without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5359-77E8-BE22-0BB0-DC7EF0E6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196" y="2752444"/>
            <a:ext cx="10335735" cy="4690343"/>
          </a:xfrm>
        </p:spPr>
        <p:txBody>
          <a:bodyPr/>
          <a:lstStyle/>
          <a:p>
            <a:pPr marL="0" indent="0">
              <a:buNone/>
            </a:pPr>
            <a:r>
              <a:rPr lang="en-US" sz="2800" err="1">
                <a:solidFill>
                  <a:srgbClr val="000000"/>
                </a:solidFill>
                <a:latin typeface="Courier" pitchFamily="2" charset="0"/>
              </a:rPr>
              <a:t>d</a:t>
            </a:r>
            <a:r>
              <a:rPr lang="en-US" sz="2800" err="1">
                <a:solidFill>
                  <a:srgbClr val="000000"/>
                </a:solidFill>
                <a:effectLst/>
                <a:latin typeface="Courier" pitchFamily="2" charset="0"/>
              </a:rPr>
              <a:t>f</a:t>
            </a:r>
            <a:r>
              <a:rPr lang="en-US" sz="2800">
                <a:solidFill>
                  <a:srgbClr val="000000"/>
                </a:solidFill>
                <a:effectLst/>
                <a:latin typeface="Courier" pitchFamily="2" charset="0"/>
              </a:rPr>
              <a:t> = </a:t>
            </a:r>
            <a:r>
              <a:rPr lang="en-US" sz="2800" err="1">
                <a:solidFill>
                  <a:srgbClr val="000000"/>
                </a:solidFill>
                <a:effectLst/>
                <a:latin typeface="Courier" pitchFamily="2" charset="0"/>
              </a:rPr>
              <a:t>spark.read.format</a:t>
            </a:r>
            <a:r>
              <a:rPr lang="en-US" sz="2800">
                <a:solidFill>
                  <a:srgbClr val="000000"/>
                </a:solidFill>
                <a:effectLst/>
                <a:latin typeface="Courier" pitchFamily="2" charset="0"/>
              </a:rPr>
              <a:t>("csv").option("header",\ 'true’).load("/Users/</a:t>
            </a:r>
            <a:r>
              <a:rPr lang="en-US" sz="2800" err="1">
                <a:solidFill>
                  <a:srgbClr val="000000"/>
                </a:solidFill>
                <a:effectLst/>
                <a:latin typeface="Courier" pitchFamily="2" charset="0"/>
              </a:rPr>
              <a:t>nachdaph</a:t>
            </a:r>
            <a:r>
              <a:rPr lang="en-US" sz="2800">
                <a:solidFill>
                  <a:srgbClr val="000000"/>
                </a:solidFill>
                <a:effectLst/>
                <a:latin typeface="Courier" pitchFamily="2" charset="0"/>
              </a:rPr>
              <a:t>/auto-</a:t>
            </a:r>
            <a:r>
              <a:rPr lang="en-US" sz="2800" err="1">
                <a:solidFill>
                  <a:srgbClr val="000000"/>
                </a:solidFill>
                <a:effectLst/>
                <a:latin typeface="Courier" pitchFamily="2" charset="0"/>
              </a:rPr>
              <a:t>mpg.csv</a:t>
            </a:r>
            <a:r>
              <a:rPr lang="en-US" sz="2800">
                <a:solidFill>
                  <a:srgbClr val="000000"/>
                </a:solidFill>
                <a:effectLst/>
                <a:latin typeface="Courier" pitchFamily="2" charset="0"/>
              </a:rPr>
              <a:t>")</a:t>
            </a:r>
          </a:p>
          <a:p>
            <a:pPr marL="0" indent="0">
              <a:buNone/>
            </a:pPr>
            <a:endParaRPr lang="en-US" sz="280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df2 = </a:t>
            </a:r>
            <a:r>
              <a:rPr lang="en-US" sz="2800" err="1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df.filter</a:t>
            </a: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(col(”mpg") &lt; 50)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count = df2.count()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df3 = df2.filter(col(‘horsepower’) &gt; 25)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count = df3.count()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239B5-33E6-2812-504B-57AB19C42D92}"/>
              </a:ext>
            </a:extLst>
          </p:cNvPr>
          <p:cNvSpPr/>
          <p:nvPr/>
        </p:nvSpPr>
        <p:spPr>
          <a:xfrm>
            <a:off x="1232453" y="2324100"/>
            <a:ext cx="5678710" cy="22924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Without caching in this example, we are reading the file twice and executing </a:t>
            </a:r>
            <a:r>
              <a:rPr lang="en-US" sz="2800" i="0" err="1">
                <a:solidFill>
                  <a:schemeClr val="bg2"/>
                </a:solidFill>
                <a:effectLst/>
              </a:rPr>
              <a:t>df.where</a:t>
            </a:r>
            <a:r>
              <a:rPr lang="en-US" sz="2800" i="0">
                <a:solidFill>
                  <a:schemeClr val="bg2"/>
                </a:solidFill>
                <a:effectLst/>
              </a:rPr>
              <a:t>() twice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99C9B-1844-B171-DB88-5B025118DF61}"/>
              </a:ext>
            </a:extLst>
          </p:cNvPr>
          <p:cNvSpPr/>
          <p:nvPr/>
        </p:nvSpPr>
        <p:spPr>
          <a:xfrm>
            <a:off x="1232453" y="4810121"/>
            <a:ext cx="5678710" cy="22924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will significantly degrade performance when you are dealing with a file holding billions of data items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7DDA4-CC9A-816B-0B7A-7204A948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22924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800BF-3189-221A-BFE4-9E807687B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4810121"/>
            <a:ext cx="1232454" cy="22924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41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he image illustrates an example of a data processing workflow without caching in Spark, highlighting the inefficiencies caused by repeated reads and computations:&#10;&#10;1. **Source File**:&#10;   - `auto-mpg.csv`: The source file containing the data.&#10;&#10;2. **Initial Read**:&#10;   - The data from `auto-mpg.csv` is read twice into the DataFrame `df`.&#10;&#10;3. **DataFrame Creation**:&#10;   - `df`: The initial DataFrame created from the source file.&#10;&#10;4. **Filtering and Transformation**:&#10;   - `df` is filtered twice to create `df2` and `df3`.&#10;&#10;5. **Lineage and Dependencies**:&#10;   - `df2 lineage`: Indicates that `df2` depends on `df`, which requires reading from the source file.&#10;   - `df3 lineage`: Indicates that `df3` depends on `df2`, which in turn depends on `df`, necessitating reading from the source file.&#10;&#10;6. **Count Operations**:&#10;   - `df2` and `df3` undergo count operations to produce some count results.&#10;&#10;This example demonstrates the lack of caching, which results in multiple reads from the source file and redundant computations, leading to inefficiencies in the data processing workflow.">
            <a:extLst>
              <a:ext uri="{FF2B5EF4-FFF2-40B4-BE49-F238E27FC236}">
                <a16:creationId xmlns:a16="http://schemas.microsoft.com/office/drawing/2014/main" id="{D9EB3574-13AA-ECA0-1102-E295EC3E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4" y="387494"/>
            <a:ext cx="17337231" cy="86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9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1689-5307-9928-FD40-018D6F73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With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5359-77E8-BE22-0BB0-DC7EF0E6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196" y="2798328"/>
            <a:ext cx="10335735" cy="4690343"/>
          </a:xfrm>
        </p:spPr>
        <p:txBody>
          <a:bodyPr/>
          <a:lstStyle/>
          <a:p>
            <a:pPr marL="0" indent="0">
              <a:buNone/>
            </a:pPr>
            <a:r>
              <a:rPr lang="en-US" sz="2400" err="1">
                <a:solidFill>
                  <a:srgbClr val="000000"/>
                </a:solidFill>
                <a:latin typeface="Courier" pitchFamily="2" charset="0"/>
              </a:rPr>
              <a:t>d</a:t>
            </a:r>
            <a:r>
              <a:rPr lang="en-US" sz="2400" err="1">
                <a:solidFill>
                  <a:srgbClr val="000000"/>
                </a:solidFill>
                <a:effectLst/>
                <a:latin typeface="Courier" pitchFamily="2" charset="0"/>
              </a:rPr>
              <a:t>f</a:t>
            </a:r>
            <a:r>
              <a:rPr lang="en-US" sz="2400">
                <a:solidFill>
                  <a:srgbClr val="000000"/>
                </a:solidFill>
                <a:effectLst/>
                <a:latin typeface="Courier" pitchFamily="2" charset="0"/>
              </a:rPr>
              <a:t> = </a:t>
            </a:r>
            <a:r>
              <a:rPr lang="en-US" sz="2400" err="1">
                <a:solidFill>
                  <a:srgbClr val="000000"/>
                </a:solidFill>
                <a:effectLst/>
                <a:latin typeface="Courier" pitchFamily="2" charset="0"/>
              </a:rPr>
              <a:t>spark.read.format</a:t>
            </a:r>
            <a:r>
              <a:rPr lang="en-US" sz="2400">
                <a:solidFill>
                  <a:srgbClr val="000000"/>
                </a:solidFill>
                <a:effectLst/>
                <a:latin typeface="Courier" pitchFamily="2" charset="0"/>
              </a:rPr>
              <a:t>("csv").option("header",\ 'true’).load("/Users/</a:t>
            </a:r>
            <a:r>
              <a:rPr lang="en-US" sz="2400" err="1">
                <a:solidFill>
                  <a:srgbClr val="000000"/>
                </a:solidFill>
                <a:effectLst/>
                <a:latin typeface="Courier" pitchFamily="2" charset="0"/>
              </a:rPr>
              <a:t>nachdaph</a:t>
            </a:r>
            <a:r>
              <a:rPr lang="en-US" sz="2400">
                <a:solidFill>
                  <a:srgbClr val="000000"/>
                </a:solidFill>
                <a:effectLst/>
                <a:latin typeface="Courier" pitchFamily="2" charset="0"/>
              </a:rPr>
              <a:t>/auto-</a:t>
            </a:r>
            <a:r>
              <a:rPr lang="en-US" sz="2400" err="1">
                <a:solidFill>
                  <a:srgbClr val="000000"/>
                </a:solidFill>
                <a:effectLst/>
                <a:latin typeface="Courier" pitchFamily="2" charset="0"/>
              </a:rPr>
              <a:t>mpg.csv</a:t>
            </a:r>
            <a:r>
              <a:rPr lang="en-US" sz="2400">
                <a:solidFill>
                  <a:srgbClr val="000000"/>
                </a:solidFill>
                <a:effectLst/>
                <a:latin typeface="Courier" pitchFamily="2" charset="0"/>
              </a:rPr>
              <a:t>").</a:t>
            </a:r>
            <a:r>
              <a:rPr lang="en-US" sz="2400">
                <a:solidFill>
                  <a:srgbClr val="0070C0"/>
                </a:solidFill>
                <a:effectLst/>
                <a:latin typeface="Courier" pitchFamily="2" charset="0"/>
              </a:rPr>
              <a:t>cache()</a:t>
            </a:r>
          </a:p>
          <a:p>
            <a:pPr marL="0" indent="0">
              <a:buNone/>
            </a:pPr>
            <a:endParaRPr lang="en-US" sz="240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df2 = </a:t>
            </a:r>
            <a:r>
              <a:rPr lang="en-US" sz="2400" err="1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df.filter</a:t>
            </a: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(col(”mpg") &lt; 50).</a:t>
            </a:r>
            <a:r>
              <a:rPr lang="en-US" sz="2400">
                <a:solidFill>
                  <a:srgbClr val="0070C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cache()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count = df2.count()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df3 = df2.filter(col(‘horsepower’) &gt; 25)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count = df3.count()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239B5-33E6-2812-504B-57AB19C42D92}"/>
              </a:ext>
            </a:extLst>
          </p:cNvPr>
          <p:cNvSpPr/>
          <p:nvPr/>
        </p:nvSpPr>
        <p:spPr>
          <a:xfrm>
            <a:off x="1232453" y="2324100"/>
            <a:ext cx="5678710" cy="22924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chemeClr val="bg2"/>
                </a:solidFill>
              </a:rPr>
              <a:t>The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‘</a:t>
            </a:r>
            <a:r>
              <a:rPr lang="en-US" sz="2800" err="1">
                <a:solidFill>
                  <a:schemeClr val="bg2"/>
                </a:solidFill>
              </a:rPr>
              <a:t>d</a:t>
            </a:r>
            <a:r>
              <a:rPr lang="en-US" sz="2800" i="0" err="1">
                <a:solidFill>
                  <a:schemeClr val="bg2"/>
                </a:solidFill>
                <a:effectLst/>
              </a:rPr>
              <a:t>f</a:t>
            </a:r>
            <a:r>
              <a:rPr lang="en-US" sz="2800" i="0">
                <a:solidFill>
                  <a:schemeClr val="bg2"/>
                </a:solidFill>
                <a:effectLst/>
              </a:rPr>
              <a:t>’ is cached so it will only be read once.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99C9B-1844-B171-DB88-5B025118DF61}"/>
              </a:ext>
            </a:extLst>
          </p:cNvPr>
          <p:cNvSpPr/>
          <p:nvPr/>
        </p:nvSpPr>
        <p:spPr>
          <a:xfrm>
            <a:off x="1232453" y="4810121"/>
            <a:ext cx="5678710" cy="22924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The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‘df2’ is cached so the filter() operation will only be executed once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7DDA4-CC9A-816B-0B7A-7204A948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22924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800BF-3189-221A-BFE4-9E807687B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4810121"/>
            <a:ext cx="1232454" cy="22924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48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llustrates an example of a data processing workflow with caching in Spark, demonstrating the efficiency gained by avoiding repeated reads and computations:&#10;&#10;1. **Source File**:&#10;   - `auto-mpg.csv`: The source file containing the data.&#10;&#10;2. **Initial Read**:&#10;   - The data from `auto-mpg.csv` is read once into the DataFrame `df`.&#10;&#10;3. **DataFrame Creation**:&#10;   - `df`: The initial DataFrame created from the source file.&#10;&#10;4. **Caching**:&#10;   - `df` is cached after the initial read to avoid redundant reads from the source file.&#10;&#10;5. **Filtering and Transformation**:&#10;   - `df` is filtered once to create `df2`.&#10;&#10;6. **Lineage and Dependencies**:&#10;   - `df2 lineage`: Indicates that `df2` depends on the cached `df`, reducing the need to read from the source file repeatedly.&#10;   - `df3 lineage`: Indicates that `df3` depends on `df2`, which in turn depends on the cached `df`, further avoiding redundant reads.&#10;&#10;7. **Count Operations**:&#10;   - `df2` and `df3` undergo count operations to produce some count results.&#10;&#10;This example demonstrates the benefits of caching, which include reduced reads from the source file and minimized redundant computations, leading to a more efficient data processing workflow.">
            <a:extLst>
              <a:ext uri="{FF2B5EF4-FFF2-40B4-BE49-F238E27FC236}">
                <a16:creationId xmlns:a16="http://schemas.microsoft.com/office/drawing/2014/main" id="{E469BB04-D588-3515-7799-6DA4DA74F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3" y="906174"/>
            <a:ext cx="16683470" cy="797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03CB-830B-AF5A-ECD4-EAA4E123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 for Caching</a:t>
            </a:r>
          </a:p>
        </p:txBody>
      </p:sp>
      <p:graphicFrame>
        <p:nvGraphicFramePr>
          <p:cNvPr id="4" name="Diagram 3" descr="The image provides guidelines for effective caching in Spark to optimize performance and resource utilization:&#10;&#10;1. **Cache only the data that you need**:&#10;   - Caching too much data can lead to memory pressure on the worker nodes and degrade performance.&#10;&#10;2. **Cache only frequently accessed data**:&#10;   - If you will not reuse a DataFrame, there’s no reason to waste storage space by caching it.&#10;&#10;3. **Release cached data when no longer needed**:&#10;   - It’s important to release cached data when it is no longer needed to free up memory resources on the worker nodes.&#10;&#10;These guidelines help in managing memory usage efficiently and ensuring optimal performance during data processing tasks in Spark.">
            <a:extLst>
              <a:ext uri="{FF2B5EF4-FFF2-40B4-BE49-F238E27FC236}">
                <a16:creationId xmlns:a16="http://schemas.microsoft.com/office/drawing/2014/main" id="{0DC06A41-A370-2907-4621-EE286E00A9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995878"/>
              </p:ext>
            </p:extLst>
          </p:nvPr>
        </p:nvGraphicFramePr>
        <p:xfrm>
          <a:off x="1098550" y="2254102"/>
          <a:ext cx="16084552" cy="648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876505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CCB98BE5-23E4-475F-9F8F-72609AC6C0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85683</TotalTime>
  <Words>657</Words>
  <Application>Microsoft Office PowerPoint</Application>
  <PresentationFormat>Custom</PresentationFormat>
  <Paragraphs>83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Breeze</vt:lpstr>
      <vt:lpstr>Module 5 : Lesson 7  Transformations – Caching</vt:lpstr>
      <vt:lpstr>Caching</vt:lpstr>
      <vt:lpstr>Caching – cache()</vt:lpstr>
      <vt:lpstr>Caching – unpersist()</vt:lpstr>
      <vt:lpstr>Example Without Caching</vt:lpstr>
      <vt:lpstr>PowerPoint Presentation</vt:lpstr>
      <vt:lpstr>Example With Caching</vt:lpstr>
      <vt:lpstr>PowerPoint Presentation</vt:lpstr>
      <vt:lpstr>Best Practices for Caching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294</cp:revision>
  <cp:lastPrinted>2024-01-03T15:49:50Z</cp:lastPrinted>
  <dcterms:created xsi:type="dcterms:W3CDTF">2019-02-13T16:04:21Z</dcterms:created>
  <dcterms:modified xsi:type="dcterms:W3CDTF">2024-07-10T15:11:55Z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E38B4DEA-670A-40F4-BE7F-3DA31D895C90</vt:lpwstr>
  </property>
  <property fmtid="{D5CDD505-2E9C-101B-9397-08002B2CF9AE}" pid="4" name="ArticulatePath">
    <vt:lpwstr>Module 5 01042024</vt:lpwstr>
  </property>
  <property fmtid="{D5CDD505-2E9C-101B-9397-08002B2CF9AE}" pid="5" name="MediaServiceImageTags">
    <vt:lpwstr/>
  </property>
</Properties>
</file>