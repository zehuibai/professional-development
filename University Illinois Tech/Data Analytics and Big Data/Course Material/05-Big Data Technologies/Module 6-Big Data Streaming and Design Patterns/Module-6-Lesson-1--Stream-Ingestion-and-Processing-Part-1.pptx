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1"/>
  </p:notesMasterIdLst>
  <p:sldIdLst>
    <p:sldId id="610" r:id="rId5"/>
    <p:sldId id="1029" r:id="rId6"/>
    <p:sldId id="1128" r:id="rId7"/>
    <p:sldId id="1126" r:id="rId8"/>
    <p:sldId id="1064" r:id="rId9"/>
    <p:sldId id="1133" r:id="rId10"/>
    <p:sldId id="1139" r:id="rId11"/>
    <p:sldId id="451" r:id="rId12"/>
    <p:sldId id="1134" r:id="rId13"/>
    <p:sldId id="311" r:id="rId14"/>
    <p:sldId id="275" r:id="rId15"/>
    <p:sldId id="395" r:id="rId16"/>
    <p:sldId id="280" r:id="rId17"/>
    <p:sldId id="290" r:id="rId18"/>
    <p:sldId id="401" r:id="rId19"/>
    <p:sldId id="1138" r:id="rId20"/>
  </p:sldIdLst>
  <p:sldSz cx="18288000" cy="10287000"/>
  <p:notesSz cx="9144000" cy="6858000"/>
  <p:custDataLst>
    <p:tags r:id="rId22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8FF"/>
    <a:srgbClr val="3BA1F0"/>
    <a:srgbClr val="E0F8FF"/>
    <a:srgbClr val="D4DBE7"/>
    <a:srgbClr val="EAEAEA"/>
    <a:srgbClr val="F94B67"/>
    <a:srgbClr val="E7E7E8"/>
    <a:srgbClr val="BABABA"/>
    <a:srgbClr val="0070C0"/>
    <a:srgbClr val="95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5660C-8A99-C1AF-BBE1-3DA621E6D85C}" v="97" dt="2024-07-12T17:24:19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/>
    <p:restoredTop sz="95726" autoAdjust="0"/>
  </p:normalViewPr>
  <p:slideViewPr>
    <p:cSldViewPr snapToGrid="0" snapToObjects="1">
      <p:cViewPr varScale="1">
        <p:scale>
          <a:sx n="71" d="100"/>
          <a:sy n="71" d="100"/>
        </p:scale>
        <p:origin x="918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4115660C-8A99-C1AF-BBE1-3DA621E6D85C}"/>
    <pc:docChg chg="modSld">
      <pc:chgData name="Allison Mulshine" userId="S::allison.mulshine@collegiseducation.com::5f656d52-c555-4e5e-9a5b-18226766ffe3" providerId="AD" clId="Web-{4115660C-8A99-C1AF-BBE1-3DA621E6D85C}" dt="2024-07-12T17:24:19.484" v="92"/>
      <pc:docMkLst>
        <pc:docMk/>
      </pc:docMkLst>
      <pc:sldChg chg="modSp">
        <pc:chgData name="Allison Mulshine" userId="S::allison.mulshine@collegiseducation.com::5f656d52-c555-4e5e-9a5b-18226766ffe3" providerId="AD" clId="Web-{4115660C-8A99-C1AF-BBE1-3DA621E6D85C}" dt="2024-07-12T17:20:49.648" v="86"/>
        <pc:sldMkLst>
          <pc:docMk/>
          <pc:sldMk cId="2357779989" sldId="275"/>
        </pc:sldMkLst>
        <pc:picChg chg="mod">
          <ac:chgData name="Allison Mulshine" userId="S::allison.mulshine@collegiseducation.com::5f656d52-c555-4e5e-9a5b-18226766ffe3" providerId="AD" clId="Web-{4115660C-8A99-C1AF-BBE1-3DA621E6D85C}" dt="2024-07-12T17:20:49.648" v="86"/>
          <ac:picMkLst>
            <pc:docMk/>
            <pc:sldMk cId="2357779989" sldId="275"/>
            <ac:picMk id="8194" creationId="{9C0AC817-BB3A-6850-F38B-9D8B7FE25707}"/>
          </ac:picMkLst>
        </pc:picChg>
      </pc:sldChg>
      <pc:sldChg chg="modSp">
        <pc:chgData name="Allison Mulshine" userId="S::allison.mulshine@collegiseducation.com::5f656d52-c555-4e5e-9a5b-18226766ffe3" providerId="AD" clId="Web-{4115660C-8A99-C1AF-BBE1-3DA621E6D85C}" dt="2024-07-12T17:22:26.683" v="88"/>
        <pc:sldMkLst>
          <pc:docMk/>
          <pc:sldMk cId="3362180657" sldId="280"/>
        </pc:sldMkLst>
        <pc:picChg chg="mod">
          <ac:chgData name="Allison Mulshine" userId="S::allison.mulshine@collegiseducation.com::5f656d52-c555-4e5e-9a5b-18226766ffe3" providerId="AD" clId="Web-{4115660C-8A99-C1AF-BBE1-3DA621E6D85C}" dt="2024-07-12T17:22:26.683" v="88"/>
          <ac:picMkLst>
            <pc:docMk/>
            <pc:sldMk cId="3362180657" sldId="280"/>
            <ac:picMk id="10243" creationId="{00000000-0000-0000-0000-000000000000}"/>
          </ac:picMkLst>
        </pc:picChg>
      </pc:sldChg>
      <pc:sldChg chg="modSp">
        <pc:chgData name="Allison Mulshine" userId="S::allison.mulshine@collegiseducation.com::5f656d52-c555-4e5e-9a5b-18226766ffe3" providerId="AD" clId="Web-{4115660C-8A99-C1AF-BBE1-3DA621E6D85C}" dt="2024-07-12T17:24:19.484" v="92"/>
        <pc:sldMkLst>
          <pc:docMk/>
          <pc:sldMk cId="2662173306" sldId="290"/>
        </pc:sldMkLst>
        <pc:spChg chg="mod">
          <ac:chgData name="Allison Mulshine" userId="S::allison.mulshine@collegiseducation.com::5f656d52-c555-4e5e-9a5b-18226766ffe3" providerId="AD" clId="Web-{4115660C-8A99-C1AF-BBE1-3DA621E6D85C}" dt="2024-07-12T17:22:50.215" v="90" actId="1076"/>
          <ac:spMkLst>
            <pc:docMk/>
            <pc:sldMk cId="2662173306" sldId="290"/>
            <ac:spMk id="3" creationId="{00000000-0000-0000-0000-000000000000}"/>
          </ac:spMkLst>
        </pc:spChg>
        <pc:picChg chg="mod">
          <ac:chgData name="Allison Mulshine" userId="S::allison.mulshine@collegiseducation.com::5f656d52-c555-4e5e-9a5b-18226766ffe3" providerId="AD" clId="Web-{4115660C-8A99-C1AF-BBE1-3DA621E6D85C}" dt="2024-07-12T17:24:19.484" v="92"/>
          <ac:picMkLst>
            <pc:docMk/>
            <pc:sldMk cId="2662173306" sldId="290"/>
            <ac:picMk id="6" creationId="{9FF5A0B3-770A-2B6B-9C12-5F00C39FE624}"/>
          </ac:picMkLst>
        </pc:picChg>
      </pc:sldChg>
      <pc:sldChg chg="addSp delSp modSp">
        <pc:chgData name="Allison Mulshine" userId="S::allison.mulshine@collegiseducation.com::5f656d52-c555-4e5e-9a5b-18226766ffe3" providerId="AD" clId="Web-{4115660C-8A99-C1AF-BBE1-3DA621E6D85C}" dt="2024-07-12T17:20:45.601" v="84"/>
        <pc:sldMkLst>
          <pc:docMk/>
          <pc:sldMk cId="365572010" sldId="311"/>
        </pc:sldMkLst>
        <pc:spChg chg="del">
          <ac:chgData name="Allison Mulshine" userId="S::allison.mulshine@collegiseducation.com::5f656d52-c555-4e5e-9a5b-18226766ffe3" providerId="AD" clId="Web-{4115660C-8A99-C1AF-BBE1-3DA621E6D85C}" dt="2024-07-12T17:20:24.085" v="78"/>
          <ac:spMkLst>
            <pc:docMk/>
            <pc:sldMk cId="365572010" sldId="311"/>
            <ac:spMk id="7" creationId="{928D443A-2CC8-C329-B7CC-40556910C906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7"/>
          <ac:spMkLst>
            <pc:docMk/>
            <pc:sldMk cId="365572010" sldId="311"/>
            <ac:spMk id="8" creationId="{EAD3991F-6FBA-9141-836A-E0BA776A45FE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6"/>
          <ac:spMkLst>
            <pc:docMk/>
            <pc:sldMk cId="365572010" sldId="311"/>
            <ac:spMk id="9" creationId="{6A1FABB9-4ED7-60D1-ADC3-5001F2AA7789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5"/>
          <ac:spMkLst>
            <pc:docMk/>
            <pc:sldMk cId="365572010" sldId="311"/>
            <ac:spMk id="10" creationId="{68FD38AA-10B8-CE98-8DEB-7A0F49D818BA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4"/>
          <ac:spMkLst>
            <pc:docMk/>
            <pc:sldMk cId="365572010" sldId="311"/>
            <ac:spMk id="11" creationId="{F057B012-99D9-EA8E-451A-F8850F0B9DC8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3"/>
          <ac:spMkLst>
            <pc:docMk/>
            <pc:sldMk cId="365572010" sldId="311"/>
            <ac:spMk id="12" creationId="{E8F471F7-0719-15D4-690B-3892400C6C86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2"/>
          <ac:spMkLst>
            <pc:docMk/>
            <pc:sldMk cId="365572010" sldId="311"/>
            <ac:spMk id="13" creationId="{CB8071DB-4D0F-6DC1-A7DD-3F46C1195FF9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9.366" v="81"/>
          <ac:spMkLst>
            <pc:docMk/>
            <pc:sldMk cId="365572010" sldId="311"/>
            <ac:spMk id="14" creationId="{DAE618FE-98B4-0D98-6EA2-94AE1A67DABF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1"/>
          <ac:spMkLst>
            <pc:docMk/>
            <pc:sldMk cId="365572010" sldId="311"/>
            <ac:spMk id="15" creationId="{356B88BC-AE15-B4F3-9DFA-169CEDA19DB5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9.366" v="80"/>
          <ac:spMkLst>
            <pc:docMk/>
            <pc:sldMk cId="365572010" sldId="311"/>
            <ac:spMk id="16" creationId="{1D97F815-7DBE-FB3B-EBA6-1B589A75F92D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20:24.085" v="79"/>
          <ac:spMkLst>
            <pc:docMk/>
            <pc:sldMk cId="365572010" sldId="311"/>
            <ac:spMk id="17" creationId="{DEDD456D-9A83-E684-1DF7-F0A9739198C7}"/>
          </ac:spMkLst>
        </pc:spChg>
        <pc:picChg chg="add mod">
          <ac:chgData name="Allison Mulshine" userId="S::allison.mulshine@collegiseducation.com::5f656d52-c555-4e5e-9a5b-18226766ffe3" providerId="AD" clId="Web-{4115660C-8A99-C1AF-BBE1-3DA621E6D85C}" dt="2024-07-12T17:20:45.601" v="84"/>
          <ac:picMkLst>
            <pc:docMk/>
            <pc:sldMk cId="365572010" sldId="311"/>
            <ac:picMk id="6" creationId="{2E733399-FFF7-71D7-F4D1-90540FB884AD}"/>
          </ac:picMkLst>
        </pc:picChg>
      </pc:sldChg>
      <pc:sldChg chg="modSp">
        <pc:chgData name="Allison Mulshine" userId="S::allison.mulshine@collegiseducation.com::5f656d52-c555-4e5e-9a5b-18226766ffe3" providerId="AD" clId="Web-{4115660C-8A99-C1AF-BBE1-3DA621E6D85C}" dt="2024-07-12T17:21:43.307" v="87"/>
        <pc:sldMkLst>
          <pc:docMk/>
          <pc:sldMk cId="4156189645" sldId="395"/>
        </pc:sldMkLst>
        <pc:picChg chg="mod">
          <ac:chgData name="Allison Mulshine" userId="S::allison.mulshine@collegiseducation.com::5f656d52-c555-4e5e-9a5b-18226766ffe3" providerId="AD" clId="Web-{4115660C-8A99-C1AF-BBE1-3DA621E6D85C}" dt="2024-07-12T17:21:43.307" v="87"/>
          <ac:picMkLst>
            <pc:docMk/>
            <pc:sldMk cId="4156189645" sldId="395"/>
            <ac:picMk id="6" creationId="{048AFE86-DAC3-3222-48EE-6DAE39BF465E}"/>
          </ac:picMkLst>
        </pc:picChg>
      </pc:sldChg>
      <pc:sldChg chg="addSp delSp modSp">
        <pc:chgData name="Allison Mulshine" userId="S::allison.mulshine@collegiseducation.com::5f656d52-c555-4e5e-9a5b-18226766ffe3" providerId="AD" clId="Web-{4115660C-8A99-C1AF-BBE1-3DA621E6D85C}" dt="2024-07-12T17:16:36.872" v="15"/>
        <pc:sldMkLst>
          <pc:docMk/>
          <pc:sldMk cId="1061906958" sldId="1064"/>
        </pc:sldMkLst>
        <pc:spChg chg="del">
          <ac:chgData name="Allison Mulshine" userId="S::allison.mulshine@collegiseducation.com::5f656d52-c555-4e5e-9a5b-18226766ffe3" providerId="AD" clId="Web-{4115660C-8A99-C1AF-BBE1-3DA621E6D85C}" dt="2024-07-12T17:16:06.340" v="9"/>
          <ac:spMkLst>
            <pc:docMk/>
            <pc:sldMk cId="1061906958" sldId="1064"/>
            <ac:spMk id="16" creationId="{36A4BCA1-5207-E447-53BD-02CBE9A10430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6:06.340" v="8"/>
          <ac:spMkLst>
            <pc:docMk/>
            <pc:sldMk cId="1061906958" sldId="1064"/>
            <ac:spMk id="17" creationId="{0DD1AF19-50FA-85C2-7E80-64457633C06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6:06.340" v="7"/>
          <ac:spMkLst>
            <pc:docMk/>
            <pc:sldMk cId="1061906958" sldId="1064"/>
            <ac:spMk id="20" creationId="{CE47B123-6125-13DB-E3AA-0A7E3E4121E6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6:06.340" v="6"/>
          <ac:spMkLst>
            <pc:docMk/>
            <pc:sldMk cId="1061906958" sldId="1064"/>
            <ac:spMk id="22" creationId="{0102EF77-03E6-FA11-AC54-6378C60D34EC}"/>
          </ac:spMkLst>
        </pc:spChg>
        <pc:grpChg chg="del">
          <ac:chgData name="Allison Mulshine" userId="S::allison.mulshine@collegiseducation.com::5f656d52-c555-4e5e-9a5b-18226766ffe3" providerId="AD" clId="Web-{4115660C-8A99-C1AF-BBE1-3DA621E6D85C}" dt="2024-07-12T17:16:06.340" v="10"/>
          <ac:grpSpMkLst>
            <pc:docMk/>
            <pc:sldMk cId="1061906958" sldId="1064"/>
            <ac:grpSpMk id="15" creationId="{D68B3DA3-52A9-8E5C-BD0A-C5D316C4675B}"/>
          </ac:grpSpMkLst>
        </pc:grpChg>
        <pc:graphicFrameChg chg="del">
          <ac:chgData name="Allison Mulshine" userId="S::allison.mulshine@collegiseducation.com::5f656d52-c555-4e5e-9a5b-18226766ffe3" providerId="AD" clId="Web-{4115660C-8A99-C1AF-BBE1-3DA621E6D85C}" dt="2024-07-12T17:16:06.340" v="5"/>
          <ac:graphicFrameMkLst>
            <pc:docMk/>
            <pc:sldMk cId="1061906958" sldId="1064"/>
            <ac:graphicFrameMk id="24" creationId="{C85362D7-FE7E-5F03-F47C-1981942FC848}"/>
          </ac:graphicFrameMkLst>
        </pc:graphicFrameChg>
        <pc:graphicFrameChg chg="del">
          <ac:chgData name="Allison Mulshine" userId="S::allison.mulshine@collegiseducation.com::5f656d52-c555-4e5e-9a5b-18226766ffe3" providerId="AD" clId="Web-{4115660C-8A99-C1AF-BBE1-3DA621E6D85C}" dt="2024-07-12T17:16:06.340" v="4"/>
          <ac:graphicFrameMkLst>
            <pc:docMk/>
            <pc:sldMk cId="1061906958" sldId="1064"/>
            <ac:graphicFrameMk id="25" creationId="{3F06EB59-B9C8-9CF4-4E7B-0AB8A1A24344}"/>
          </ac:graphicFrameMkLst>
        </pc:graphicFrameChg>
        <pc:picChg chg="add mod">
          <ac:chgData name="Allison Mulshine" userId="S::allison.mulshine@collegiseducation.com::5f656d52-c555-4e5e-9a5b-18226766ffe3" providerId="AD" clId="Web-{4115660C-8A99-C1AF-BBE1-3DA621E6D85C}" dt="2024-07-12T17:16:36.872" v="15"/>
          <ac:picMkLst>
            <pc:docMk/>
            <pc:sldMk cId="1061906958" sldId="1064"/>
            <ac:picMk id="4" creationId="{D973C8F0-627B-AB30-427F-1F1C0180E884}"/>
          </ac:picMkLst>
        </pc:picChg>
        <pc:cxnChg chg="del mod">
          <ac:chgData name="Allison Mulshine" userId="S::allison.mulshine@collegiseducation.com::5f656d52-c555-4e5e-9a5b-18226766ffe3" providerId="AD" clId="Web-{4115660C-8A99-C1AF-BBE1-3DA621E6D85C}" dt="2024-07-12T17:16:06.340" v="3"/>
          <ac:cxnSpMkLst>
            <pc:docMk/>
            <pc:sldMk cId="1061906958" sldId="1064"/>
            <ac:cxnSpMk id="27" creationId="{D8BF1AF9-A6F2-8247-8FAD-725A746A9470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6:06.340" v="2"/>
          <ac:cxnSpMkLst>
            <pc:docMk/>
            <pc:sldMk cId="1061906958" sldId="1064"/>
            <ac:cxnSpMk id="29" creationId="{31E61F10-E213-F793-8877-C1785257F317}"/>
          </ac:cxnSpMkLst>
        </pc:cxnChg>
      </pc:sldChg>
      <pc:sldChg chg="addSp delSp modSp">
        <pc:chgData name="Allison Mulshine" userId="S::allison.mulshine@collegiseducation.com::5f656d52-c555-4e5e-9a5b-18226766ffe3" providerId="AD" clId="Web-{4115660C-8A99-C1AF-BBE1-3DA621E6D85C}" dt="2024-07-12T17:17:47.423" v="38"/>
        <pc:sldMkLst>
          <pc:docMk/>
          <pc:sldMk cId="4203475516" sldId="1133"/>
        </pc:sldMkLst>
        <pc:spChg chg="del">
          <ac:chgData name="Allison Mulshine" userId="S::allison.mulshine@collegiseducation.com::5f656d52-c555-4e5e-9a5b-18226766ffe3" providerId="AD" clId="Web-{4115660C-8A99-C1AF-BBE1-3DA621E6D85C}" dt="2024-07-12T17:17:08.499" v="33"/>
          <ac:spMkLst>
            <pc:docMk/>
            <pc:sldMk cId="4203475516" sldId="1133"/>
            <ac:spMk id="3" creationId="{7E744AD8-B323-C24F-BBE8-27BBFE4E93CD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32"/>
          <ac:spMkLst>
            <pc:docMk/>
            <pc:sldMk cId="4203475516" sldId="1133"/>
            <ac:spMk id="4" creationId="{199FA498-2272-8867-251B-0C3544DA60DF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31"/>
          <ac:spMkLst>
            <pc:docMk/>
            <pc:sldMk cId="4203475516" sldId="1133"/>
            <ac:spMk id="5" creationId="{A8147AF1-F6D3-3E42-23D9-1A7D239B8022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30"/>
          <ac:spMkLst>
            <pc:docMk/>
            <pc:sldMk cId="4203475516" sldId="1133"/>
            <ac:spMk id="7" creationId="{8861BB83-6BC4-E5F4-1F97-B24F408BAA5C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29"/>
          <ac:spMkLst>
            <pc:docMk/>
            <pc:sldMk cId="4203475516" sldId="1133"/>
            <ac:spMk id="8" creationId="{382A3175-B891-9DBB-9541-6F3E416A1BDD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28"/>
          <ac:spMkLst>
            <pc:docMk/>
            <pc:sldMk cId="4203475516" sldId="1133"/>
            <ac:spMk id="9" creationId="{25E0022B-863D-95AA-0F3A-FC3EDF87AF0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27"/>
          <ac:spMkLst>
            <pc:docMk/>
            <pc:sldMk cId="4203475516" sldId="1133"/>
            <ac:spMk id="10" creationId="{4472A165-9C08-AADE-FBA0-A5625042F4F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26"/>
          <ac:spMkLst>
            <pc:docMk/>
            <pc:sldMk cId="4203475516" sldId="1133"/>
            <ac:spMk id="13" creationId="{FD238E21-DB05-EFAA-EF36-EEE75E8B31C9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7:08.499" v="34"/>
          <ac:spMkLst>
            <pc:docMk/>
            <pc:sldMk cId="4203475516" sldId="1133"/>
            <ac:spMk id="44" creationId="{58E433C1-FED5-09C6-2331-859F99935D94}"/>
          </ac:spMkLst>
        </pc:spChg>
        <pc:picChg chg="add mod">
          <ac:chgData name="Allison Mulshine" userId="S::allison.mulshine@collegiseducation.com::5f656d52-c555-4e5e-9a5b-18226766ffe3" providerId="AD" clId="Web-{4115660C-8A99-C1AF-BBE1-3DA621E6D85C}" dt="2024-07-12T17:17:47.423" v="38"/>
          <ac:picMkLst>
            <pc:docMk/>
            <pc:sldMk cId="4203475516" sldId="1133"/>
            <ac:picMk id="6" creationId="{9ABBDB6A-57B7-0AF1-5A3F-692D13379958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7:08.483" v="18"/>
          <ac:picMkLst>
            <pc:docMk/>
            <pc:sldMk cId="4203475516" sldId="1133"/>
            <ac:picMk id="28" creationId="{F461A9F0-92FE-3A4E-004C-C1A033E9A083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7:08.483" v="17"/>
          <ac:picMkLst>
            <pc:docMk/>
            <pc:sldMk cId="4203475516" sldId="1133"/>
            <ac:picMk id="29" creationId="{FF120A9B-0CDA-20A7-EBB1-C3CAE27F2889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7:08.483" v="16"/>
          <ac:picMkLst>
            <pc:docMk/>
            <pc:sldMk cId="4203475516" sldId="1133"/>
            <ac:picMk id="30" creationId="{D815B580-49B5-7C1B-2903-FC32F202A30A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7:08.499" v="25"/>
          <ac:picMkLst>
            <pc:docMk/>
            <pc:sldMk cId="4203475516" sldId="1133"/>
            <ac:picMk id="6146" creationId="{61DC96DA-9F8A-78D4-C762-0984CC85CF44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7:08.499" v="24"/>
          <ac:picMkLst>
            <pc:docMk/>
            <pc:sldMk cId="4203475516" sldId="1133"/>
            <ac:picMk id="6148" creationId="{9B2BC4CF-7A5E-A98D-C970-AFE7E136259E}"/>
          </ac:picMkLst>
        </pc:picChg>
        <pc:cxnChg chg="del mod">
          <ac:chgData name="Allison Mulshine" userId="S::allison.mulshine@collegiseducation.com::5f656d52-c555-4e5e-9a5b-18226766ffe3" providerId="AD" clId="Web-{4115660C-8A99-C1AF-BBE1-3DA621E6D85C}" dt="2024-07-12T17:17:08.483" v="23"/>
          <ac:cxnSpMkLst>
            <pc:docMk/>
            <pc:sldMk cId="4203475516" sldId="1133"/>
            <ac:cxnSpMk id="15" creationId="{52730954-6C24-C9D9-6BA1-EAB2FA773D95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7:08.483" v="22"/>
          <ac:cxnSpMkLst>
            <pc:docMk/>
            <pc:sldMk cId="4203475516" sldId="1133"/>
            <ac:cxnSpMk id="16" creationId="{374D2B8B-5B96-F961-7FCB-5DC0B64232B1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7:08.483" v="21"/>
          <ac:cxnSpMkLst>
            <pc:docMk/>
            <pc:sldMk cId="4203475516" sldId="1133"/>
            <ac:cxnSpMk id="19" creationId="{7EA04D75-C495-398B-CD3A-72C618ADD1AD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7:08.483" v="20"/>
          <ac:cxnSpMkLst>
            <pc:docMk/>
            <pc:sldMk cId="4203475516" sldId="1133"/>
            <ac:cxnSpMk id="22" creationId="{97FC7B07-FCBD-FFB2-55EB-D8460A3F705E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7:08.483" v="19"/>
          <ac:cxnSpMkLst>
            <pc:docMk/>
            <pc:sldMk cId="4203475516" sldId="1133"/>
            <ac:cxnSpMk id="25" creationId="{D533570B-7657-54E9-831D-395D29C7948A}"/>
          </ac:cxnSpMkLst>
        </pc:cxnChg>
      </pc:sldChg>
      <pc:sldChg chg="addSp delSp modSp">
        <pc:chgData name="Allison Mulshine" userId="S::allison.mulshine@collegiseducation.com::5f656d52-c555-4e5e-9a5b-18226766ffe3" providerId="AD" clId="Web-{4115660C-8A99-C1AF-BBE1-3DA621E6D85C}" dt="2024-07-12T17:18:48.925" v="68"/>
        <pc:sldMkLst>
          <pc:docMk/>
          <pc:sldMk cId="1453890976" sldId="1134"/>
        </pc:sldMkLst>
        <pc:spChg chg="del">
          <ac:chgData name="Allison Mulshine" userId="S::allison.mulshine@collegiseducation.com::5f656d52-c555-4e5e-9a5b-18226766ffe3" providerId="AD" clId="Web-{4115660C-8A99-C1AF-BBE1-3DA621E6D85C}" dt="2024-07-12T17:18:24.955" v="63"/>
          <ac:spMkLst>
            <pc:docMk/>
            <pc:sldMk cId="1453890976" sldId="1134"/>
            <ac:spMk id="3" creationId="{7E744AD8-B323-C24F-BBE8-27BBFE4E93CD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62"/>
          <ac:spMkLst>
            <pc:docMk/>
            <pc:sldMk cId="1453890976" sldId="1134"/>
            <ac:spMk id="4" creationId="{199FA498-2272-8867-251B-0C3544DA60DF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51"/>
          <ac:spMkLst>
            <pc:docMk/>
            <pc:sldMk cId="1453890976" sldId="1134"/>
            <ac:spMk id="6" creationId="{17789909-5B81-91ED-53C9-16C39048E50A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2"/>
          <ac:spMkLst>
            <pc:docMk/>
            <pc:sldMk cId="1453890976" sldId="1134"/>
            <ac:spMk id="7" creationId="{0850C386-5138-9A5C-8564-542916F64C8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1"/>
          <ac:spMkLst>
            <pc:docMk/>
            <pc:sldMk cId="1453890976" sldId="1134"/>
            <ac:spMk id="8" creationId="{D7BE83F4-F8FB-386F-5190-5D2AD654BB69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61"/>
          <ac:spMkLst>
            <pc:docMk/>
            <pc:sldMk cId="1453890976" sldId="1134"/>
            <ac:spMk id="9" creationId="{25E0022B-863D-95AA-0F3A-FC3EDF87AF0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60"/>
          <ac:spMkLst>
            <pc:docMk/>
            <pc:sldMk cId="1453890976" sldId="1134"/>
            <ac:spMk id="10" creationId="{4472A165-9C08-AADE-FBA0-A5625042F4FB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50"/>
          <ac:spMkLst>
            <pc:docMk/>
            <pc:sldMk cId="1453890976" sldId="1134"/>
            <ac:spMk id="11" creationId="{D785B89E-AEB4-AD4C-3D15-9B6296971916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0"/>
          <ac:spMkLst>
            <pc:docMk/>
            <pc:sldMk cId="1453890976" sldId="1134"/>
            <ac:spMk id="12" creationId="{865782F1-0A5C-5CBA-D882-5506184AE5D1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59"/>
          <ac:spMkLst>
            <pc:docMk/>
            <pc:sldMk cId="1453890976" sldId="1134"/>
            <ac:spMk id="13" creationId="{FD238E21-DB05-EFAA-EF36-EEE75E8B31C9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49"/>
          <ac:spMkLst>
            <pc:docMk/>
            <pc:sldMk cId="1453890976" sldId="1134"/>
            <ac:spMk id="14" creationId="{F1FC760E-9087-3DA1-2043-96A0CF9AB980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39"/>
          <ac:spMkLst>
            <pc:docMk/>
            <pc:sldMk cId="1453890976" sldId="1134"/>
            <ac:spMk id="16" creationId="{007647D0-7916-BF6F-7F6B-B4EDF53187FD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8"/>
          <ac:spMkLst>
            <pc:docMk/>
            <pc:sldMk cId="1453890976" sldId="1134"/>
            <ac:spMk id="17" creationId="{E9DFA4F0-138F-B667-B26B-F8936137E45C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7"/>
          <ac:spMkLst>
            <pc:docMk/>
            <pc:sldMk cId="1453890976" sldId="1134"/>
            <ac:spMk id="18" creationId="{1FD699EF-3364-7C9B-77C6-21966ECC39E7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08" v="46"/>
          <ac:spMkLst>
            <pc:docMk/>
            <pc:sldMk cId="1453890976" sldId="1134"/>
            <ac:spMk id="20" creationId="{EE5E56A2-45E6-EEE6-CC7C-7A1A5C83D742}"/>
          </ac:spMkLst>
        </pc:spChg>
        <pc:spChg chg="del">
          <ac:chgData name="Allison Mulshine" userId="S::allison.mulshine@collegiseducation.com::5f656d52-c555-4e5e-9a5b-18226766ffe3" providerId="AD" clId="Web-{4115660C-8A99-C1AF-BBE1-3DA621E6D85C}" dt="2024-07-12T17:18:24.955" v="64"/>
          <ac:spMkLst>
            <pc:docMk/>
            <pc:sldMk cId="1453890976" sldId="1134"/>
            <ac:spMk id="57" creationId="{21C9C9DC-D05E-B8CA-60DE-6F4279DBADCE}"/>
          </ac:spMkLst>
        </pc:spChg>
        <pc:picChg chg="add mod">
          <ac:chgData name="Allison Mulshine" userId="S::allison.mulshine@collegiseducation.com::5f656d52-c555-4e5e-9a5b-18226766ffe3" providerId="AD" clId="Web-{4115660C-8A99-C1AF-BBE1-3DA621E6D85C}" dt="2024-07-12T17:18:48.925" v="68"/>
          <ac:picMkLst>
            <pc:docMk/>
            <pc:sldMk cId="1453890976" sldId="1134"/>
            <ac:picMk id="5" creationId="{1EDBFAA4-6B02-F801-70A8-312AAB4B4C61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8:24.955" v="54"/>
          <ac:picMkLst>
            <pc:docMk/>
            <pc:sldMk cId="1453890976" sldId="1134"/>
            <ac:picMk id="28" creationId="{F461A9F0-92FE-3A4E-004C-C1A033E9A083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8:24.955" v="53"/>
          <ac:picMkLst>
            <pc:docMk/>
            <pc:sldMk cId="1453890976" sldId="1134"/>
            <ac:picMk id="29" creationId="{FF120A9B-0CDA-20A7-EBB1-C3CAE27F2889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8:24.955" v="52"/>
          <ac:picMkLst>
            <pc:docMk/>
            <pc:sldMk cId="1453890976" sldId="1134"/>
            <ac:picMk id="30" creationId="{D815B580-49B5-7C1B-2903-FC32F202A30A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8:24.908" v="44"/>
          <ac:picMkLst>
            <pc:docMk/>
            <pc:sldMk cId="1453890976" sldId="1134"/>
            <ac:picMk id="46" creationId="{8FBA3CF0-FCE6-C667-8C12-869A23D190FA}"/>
          </ac:picMkLst>
        </pc:picChg>
        <pc:picChg chg="del">
          <ac:chgData name="Allison Mulshine" userId="S::allison.mulshine@collegiseducation.com::5f656d52-c555-4e5e-9a5b-18226766ffe3" providerId="AD" clId="Web-{4115660C-8A99-C1AF-BBE1-3DA621E6D85C}" dt="2024-07-12T17:18:24.955" v="58"/>
          <ac:picMkLst>
            <pc:docMk/>
            <pc:sldMk cId="1453890976" sldId="1134"/>
            <ac:picMk id="6148" creationId="{9B2BC4CF-7A5E-A98D-C970-AFE7E136259E}"/>
          </ac:picMkLst>
        </pc:picChg>
        <pc:cxnChg chg="del mod">
          <ac:chgData name="Allison Mulshine" userId="S::allison.mulshine@collegiseducation.com::5f656d52-c555-4e5e-9a5b-18226766ffe3" providerId="AD" clId="Web-{4115660C-8A99-C1AF-BBE1-3DA621E6D85C}" dt="2024-07-12T17:18:24.955" v="57"/>
          <ac:cxnSpMkLst>
            <pc:docMk/>
            <pc:sldMk cId="1453890976" sldId="1134"/>
            <ac:cxnSpMk id="15" creationId="{52730954-6C24-C9D9-6BA1-EAB2FA773D95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8:24.955" v="56"/>
          <ac:cxnSpMkLst>
            <pc:docMk/>
            <pc:sldMk cId="1453890976" sldId="1134"/>
            <ac:cxnSpMk id="19" creationId="{7EA04D75-C495-398B-CD3A-72C618ADD1AD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8:24.955" v="55"/>
          <ac:cxnSpMkLst>
            <pc:docMk/>
            <pc:sldMk cId="1453890976" sldId="1134"/>
            <ac:cxnSpMk id="22" creationId="{97FC7B07-FCBD-FFB2-55EB-D8460A3F705E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8:24.908" v="43"/>
          <ac:cxnSpMkLst>
            <pc:docMk/>
            <pc:sldMk cId="1453890976" sldId="1134"/>
            <ac:cxnSpMk id="25" creationId="{D533570B-7657-54E9-831D-395D29C7948A}"/>
          </ac:cxnSpMkLst>
        </pc:cxnChg>
        <pc:cxnChg chg="del mod">
          <ac:chgData name="Allison Mulshine" userId="S::allison.mulshine@collegiseducation.com::5f656d52-c555-4e5e-9a5b-18226766ffe3" providerId="AD" clId="Web-{4115660C-8A99-C1AF-BBE1-3DA621E6D85C}" dt="2024-07-12T17:18:24.908" v="45"/>
          <ac:cxnSpMkLst>
            <pc:docMk/>
            <pc:sldMk cId="1453890976" sldId="1134"/>
            <ac:cxnSpMk id="43" creationId="{BE40E2F1-6352-49E7-90DD-2B47AE49A0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61B69-B60C-4C28-9B4D-2FDE71D22B2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71500"/>
            <a:ext cx="16459200" cy="148590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5EC7-9AFA-49AB-8FDF-A0609DDEEC05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03BC-FD28-4C71-9C87-298157292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  <p:sldLayoutId id="214748369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842" y="3065487"/>
            <a:ext cx="12996316" cy="2587300"/>
          </a:xfrm>
        </p:spPr>
        <p:txBody>
          <a:bodyPr/>
          <a:lstStyle/>
          <a:p>
            <a:r>
              <a:rPr lang="en-US" dirty="0"/>
              <a:t>Module 6: Lesson 1</a:t>
            </a:r>
            <a:br>
              <a:rPr lang="en-US" dirty="0"/>
            </a:br>
            <a:r>
              <a:rPr lang="en-US" sz="6000" dirty="0"/>
              <a:t>Stream Ingestion and Processing</a:t>
            </a:r>
            <a:br>
              <a:rPr lang="en-US" sz="6000" dirty="0"/>
            </a:br>
            <a:r>
              <a:rPr lang="en-US" sz="6000" dirty="0"/>
              <a:t>Part 1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689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To this point we have focused on big data processing technologies optimized to handle large volumes of data collected over an extended period of time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These technologies support batch processing where data, usually stored in files or objects, is not time-sensitive and can be processed at a later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The purpose of these technologies is to generate insights periodically after data collection and not instantaneously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Batch processing technologies we have explored include the MapReduce batch processing engine, and aspects of Apache Spark supporting batch 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175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8F7B-185E-E217-60CA-0F029F33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Batch Processing</a:t>
            </a:r>
            <a:br>
              <a:rPr lang="en-US" dirty="0"/>
            </a:br>
            <a:r>
              <a:rPr lang="en-US" sz="4800" dirty="0"/>
              <a:t>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10D3D-4F57-E6E6-C772-F9D7F2BF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To process payments and financial transactions in real-time, such as in stock exchanges, banks, and insurances.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To track and monitor cars, trucks, fleets, and shipments in real-time, such as in logistics and the automotive industry.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To continuously capture and analyze sensor data from IoT devices or other equipment, such as in factories and wind parks.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To collect and immediately react to customer interactions and orders, such as in retail, the hotel and travel industry, and mobile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To monitor patients in hospital care and predict changes in condition to ensure timely treatment in emergencies.</a:t>
            </a:r>
          </a:p>
        </p:txBody>
      </p:sp>
    </p:spTree>
    <p:extLst>
      <p:ext uri="{BB962C8B-B14F-4D97-AF65-F5344CB8AC3E}">
        <p14:creationId xmlns:p14="http://schemas.microsoft.com/office/powerpoint/2010/main" val="245427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Stream processing involves the capture, storage, and analysis of data in real-time from sources like databases, sensors, mobile devices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Examples include live sensor data, social media updates, financial transactions, or any data that is generated and transmitted continuously without distinct start or end points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Unlike batch processing, which operates on static datasets, stream processing involves the immediate evaluation of data as it arrives, providing insights and results in near real-time.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Big data streaming systems provide the infrastructure needed to accept and process data flows having high velocity and/or high volume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807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FC83-4737-04C9-B736-337E2C39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Aspects of Stream Processing </a:t>
            </a:r>
            <a:br>
              <a:rPr lang="en-US" dirty="0"/>
            </a:br>
            <a:r>
              <a:rPr lang="en-US" sz="4900" dirty="0"/>
              <a:t>Ingestion (Store and Forward) and Processing </a:t>
            </a:r>
            <a:endParaRPr lang="en-US" dirty="0"/>
          </a:p>
        </p:txBody>
      </p:sp>
      <p:pic>
        <p:nvPicPr>
          <p:cNvPr id="4" name="Picture 3" descr="The image is a diagram illustrating a real-time data processing flow involving Apache Kafka and Spark Structured Streaming. Here is an alt text description:&#10;&#10;&quot;A diagram showing the process of real-time data processing with Apache Kafka and Spark Structured Streaming.&#10;&#10;On the left, a flow of 'Data' boxes represents the real-time stream of data records (messages).&#10;These data streams are ingested, stored, and distributed by 'Stream Data Ingestion (Store and Forward)' highlighted in a red box.&#10;Below, 'Apache Kafka' is described as a distributed streaming platform that reliably ingests, buffers (stores), and distributes (forwards) real-time data streams to various downstream applications or systems including Spark Structured Streaming.&#10;Next, the 'Stream Data Processing' stage in a red box shows that computations are performed on streaming data.&#10;Below, 'Spark Structured Streaming' is described as built on top of the Spark framework, designed to analyze and react to real-time data streams in near-real-time. It applies filters, aggregations, and other transformations directly on the flowing data to extract insights and output results as data arrives.&#10;Finally, the diagram shows 'Result' boxes representing data summaries, aggregations, real-time views, and insights flowing out.&quot;">
            <a:extLst>
              <a:ext uri="{FF2B5EF4-FFF2-40B4-BE49-F238E27FC236}">
                <a16:creationId xmlns:a16="http://schemas.microsoft.com/office/drawing/2014/main" id="{D973C8F0-627B-AB30-427F-1F1C0180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67" y="2051500"/>
            <a:ext cx="13638804" cy="66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06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9D71-B813-0471-8560-BEF621E0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900" dirty="0"/>
              <a:t>Publish and Subscribe Messaging System Concept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6D35B-6E18-63ED-23B5-6EA0309E1DC1}"/>
              </a:ext>
            </a:extLst>
          </p:cNvPr>
          <p:cNvSpPr/>
          <p:nvPr/>
        </p:nvSpPr>
        <p:spPr>
          <a:xfrm>
            <a:off x="794076" y="2446020"/>
            <a:ext cx="8837296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Producers (publishers) of messages are decoupled from consumers (subscribers)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5DDF55-D183-6465-BFDA-8C2EFAF214A7}"/>
              </a:ext>
            </a:extLst>
          </p:cNvPr>
          <p:cNvSpPr/>
          <p:nvPr/>
        </p:nvSpPr>
        <p:spPr>
          <a:xfrm>
            <a:off x="794076" y="3743325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Producers send messages to a topic or channel without knowing specific recipients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10E7B1-8FCC-5B59-D8AC-A1EE6F79FA9B}"/>
              </a:ext>
            </a:extLst>
          </p:cNvPr>
          <p:cNvSpPr/>
          <p:nvPr/>
        </p:nvSpPr>
        <p:spPr>
          <a:xfrm>
            <a:off x="794076" y="5010150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Consumers express interest in topics and receive messages matching their subscriptions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C6E348-256A-3A7C-A669-FDB6DA4BD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79407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8B7684-E860-D562-D078-6CB0C1CDE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794077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7A8EAF-A080-F147-5A8D-4E773D418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79535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5E2553-8D81-68AA-03EA-5DDB764BA35E}"/>
              </a:ext>
            </a:extLst>
          </p:cNvPr>
          <p:cNvSpPr/>
          <p:nvPr/>
        </p:nvSpPr>
        <p:spPr>
          <a:xfrm>
            <a:off x="794076" y="6249640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</a:rPr>
              <a:t>This model enables flexible communication without tight synchronization constraints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4BBF53-7705-CD0D-B2A9-7562ADC90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79535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75E30C-A89D-9A79-05F9-39884B588544}"/>
              </a:ext>
            </a:extLst>
          </p:cNvPr>
          <p:cNvSpPr/>
          <p:nvPr/>
        </p:nvSpPr>
        <p:spPr>
          <a:xfrm>
            <a:off x="813715" y="7526655"/>
            <a:ext cx="8837296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A message broker acts as a central hub, managing message distribution and delivery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90B752-2E2F-0F4E-4F54-3B0C7AB28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637" y="7526655"/>
            <a:ext cx="79535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6" name="Picture 5" descr="The image is a diagram illustrating the messaging process in Kafka, involving message publishers and subscribers. Here is an alt text description:&#10;&#10;&quot;A diagram showing the Kafka messaging process:&#10;&#10;On the left, 'Message Publisher' boxes (in blue) send messages into the Kafka system.&#10;Within Kafka, the 'Message Broker' handles these messages.&#10;The messages are categorized into different 'Topics' (Topic 1 and Topic 2) within the Message Broker.&#10;On the right, 'Message Subscriber' boxes (in orange) receive messages from the respective topics.&#10;Arrows indicate the flow of messages from the publishers to the broker and from the broker to the subscribers, emphasizing the distribution and subscription mechanism of Kafka.&quot;&#10;This setup is akin to a well-structured instructional design process where different components interact seamlessly to ensure efficient data handling and real-time updates, similar to how well-designed learning activities ensure smooth and effective learning experiences.">
            <a:extLst>
              <a:ext uri="{FF2B5EF4-FFF2-40B4-BE49-F238E27FC236}">
                <a16:creationId xmlns:a16="http://schemas.microsoft.com/office/drawing/2014/main" id="{9ABBDB6A-57B7-0AF1-5A3F-692D1337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448" y="2508272"/>
            <a:ext cx="7648432" cy="559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7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E8DF-0AD0-D45C-1F25-7F63BE8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Kafka</a:t>
            </a:r>
            <a:b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Working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0938-F600-D7E3-813D-9E3D0E9A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is a publish and subscribe messaging system developed at LinkedIn</a:t>
            </a:r>
          </a:p>
          <a:p>
            <a:r>
              <a:rPr lang="en-US" dirty="0"/>
              <a:t>It operates as a cluster of servers (called brokers) providing high scalability and fault tolerance</a:t>
            </a:r>
          </a:p>
          <a:p>
            <a:r>
              <a:rPr lang="en-US" dirty="0"/>
              <a:t>It stores messages durably on disk and replicates them within the cluster to prevent data loss</a:t>
            </a:r>
          </a:p>
          <a:p>
            <a:r>
              <a:rPr lang="en-US" dirty="0"/>
              <a:t>Kafka is designed to handle high-volume and high-velocity data streams with minimal delay</a:t>
            </a:r>
          </a:p>
        </p:txBody>
      </p:sp>
    </p:spTree>
    <p:extLst>
      <p:ext uri="{BB962C8B-B14F-4D97-AF65-F5344CB8AC3E}">
        <p14:creationId xmlns:p14="http://schemas.microsoft.com/office/powerpoint/2010/main" val="11192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Kafka</a:t>
            </a:r>
            <a:b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Working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Kafka can be used as a solution to handling the ingestion and distribution of high-volume and high-velocity data records and not just inter-application messages</a:t>
            </a:r>
          </a:p>
          <a:p>
            <a:r>
              <a:rPr lang="en-US" dirty="0"/>
              <a:t>In this case each Kafka “message” can be thought of as a data record made available by data sources in real time</a:t>
            </a:r>
          </a:p>
          <a:p>
            <a:r>
              <a:rPr lang="en-US" dirty="0">
                <a:effectLst/>
              </a:rPr>
              <a:t>Data consumers can process data at a rate they can handle</a:t>
            </a:r>
          </a:p>
          <a:p>
            <a:pPr lvl="1"/>
            <a:r>
              <a:rPr lang="en-US" dirty="0">
                <a:effectLst/>
              </a:rPr>
              <a:t>Unprocessed data is stored in Kafka, in a durable and fault-tolerant manner, until the consumer is ready to process it. </a:t>
            </a:r>
          </a:p>
          <a:p>
            <a:pPr lvl="1"/>
            <a:r>
              <a:rPr lang="en-US" dirty="0"/>
              <a:t>This data is retained for a long and configurable length of time and is not deleted after is is sent to consumers, but can be read again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Consumers can rebuild their state anytime by rereading and reprocessing the events in a topic</a:t>
            </a:r>
          </a:p>
          <a:p>
            <a:pPr lvl="1"/>
            <a:r>
              <a:rPr lang="en-US" dirty="0">
                <a:effectLst/>
              </a:rPr>
              <a:t>If a consumer goes down, it will simply pick up from where it left off when it comes back online again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14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9D71-B813-0471-8560-BEF621E0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900" dirty="0"/>
              <a:t>Distributed Messaging and Stream Ingestion System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6D35B-6E18-63ED-23B5-6EA0309E1DC1}"/>
              </a:ext>
            </a:extLst>
          </p:cNvPr>
          <p:cNvSpPr/>
          <p:nvPr/>
        </p:nvSpPr>
        <p:spPr>
          <a:xfrm>
            <a:off x="794076" y="2446020"/>
            <a:ext cx="8837296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Kafka is designed as a distributed publish-subscribe messaging system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5DDF55-D183-6465-BFDA-8C2EFAF214A7}"/>
              </a:ext>
            </a:extLst>
          </p:cNvPr>
          <p:cNvSpPr/>
          <p:nvPr/>
        </p:nvSpPr>
        <p:spPr>
          <a:xfrm>
            <a:off x="794076" y="3743325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Follows a decentralized architecture where topic data is partitioned and distributed across multiple brokers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10E7B1-8FCC-5B59-D8AC-A1EE6F79FA9B}"/>
              </a:ext>
            </a:extLst>
          </p:cNvPr>
          <p:cNvSpPr/>
          <p:nvPr/>
        </p:nvSpPr>
        <p:spPr>
          <a:xfrm>
            <a:off x="794076" y="5010150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This decentralization enhances fault tolerance and ensures efficient data processing and retrieval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C6E348-256A-3A7C-A669-FDB6DA4BD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794077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8B7684-E860-D562-D078-6CB0C1CDE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794077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7A8EAF-A080-F147-5A8D-4E773D418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795357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5E2553-8D81-68AA-03EA-5DDB764BA35E}"/>
              </a:ext>
            </a:extLst>
          </p:cNvPr>
          <p:cNvSpPr/>
          <p:nvPr/>
        </p:nvSpPr>
        <p:spPr>
          <a:xfrm>
            <a:off x="794076" y="6249640"/>
            <a:ext cx="8837296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/>
                </a:solidFill>
              </a:rPr>
              <a:t>Engineered for high throughput and scalability, making it suitable for handling real-time (high velocity) data streams and massive amounts of messages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4BBF53-7705-CD0D-B2A9-7562ADC90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795357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75E30C-A89D-9A79-05F9-39884B588544}"/>
              </a:ext>
            </a:extLst>
          </p:cNvPr>
          <p:cNvSpPr/>
          <p:nvPr/>
        </p:nvSpPr>
        <p:spPr>
          <a:xfrm>
            <a:off x="813715" y="7526655"/>
            <a:ext cx="8837296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Ensures durability by persisting messages on disk and replicating data (partitions) across multiple brokers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90B752-2E2F-0F4E-4F54-3B0C7AB28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637" y="7526655"/>
            <a:ext cx="795357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5" name="Picture 4" descr="&#10;The image is a diagram illustrating the partitioning mechanism in Kafka, involving message publishers and subscribers. Here is an alt text description:&#10;&#10;&quot;A diagram showing the partitioning process in Kafka:&#10;&#10;On the left, a 'Message Publisher' box (in blue) sends messages into the Kafka system.&#10;Within Kafka, the 'Message Broker' manages the messages.&#10;The messages are categorized into a 'Topic' within the Message Broker.&#10;This topic is divided into 'Partition 1' and 'Partition 2', each with their respective copies (Partition 2 copy and Partition 1 copy) to ensure redundancy and reliability.&#10;On the right, 'Message Subscriber' boxes (in orange) receive messages from the respective partitions.&#10;Arrows indicate the flow of messages from the publisher to the broker, and from the broker's partitions to the subscribers, illustrating Kafka's partitioning mechanism to distribute and manage data efficiently.&quot;&#10;This setup highlights Kafka's ability to handle large-scale data distribution and redundancy, ensuring that messages are reliably delivered and processed, similar to ensuring consistent and reliable content delivery in instructional design. ">
            <a:extLst>
              <a:ext uri="{FF2B5EF4-FFF2-40B4-BE49-F238E27FC236}">
                <a16:creationId xmlns:a16="http://schemas.microsoft.com/office/drawing/2014/main" id="{1EDBFAA4-6B02-F801-70A8-312AAB4B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476" y="2517798"/>
            <a:ext cx="7348466" cy="555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9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900" dirty="0"/>
              <a:t>Message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4880184"/>
            <a:ext cx="16084552" cy="4398287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The unit of data within Kafka is called a </a:t>
            </a:r>
            <a:r>
              <a:rPr lang="en-US" i="1" dirty="0"/>
              <a:t>message </a:t>
            </a:r>
            <a:r>
              <a:rPr lang="en-US" dirty="0"/>
              <a:t>composed of a value and an (optional) key</a:t>
            </a:r>
          </a:p>
          <a:p>
            <a:pPr>
              <a:spcBef>
                <a:spcPts val="2000"/>
              </a:spcBef>
            </a:pPr>
            <a:r>
              <a:rPr lang="en-US" dirty="0"/>
              <a:t>If you are approaching Kafka from a database background, you can think of this as similar to a </a:t>
            </a:r>
            <a:r>
              <a:rPr lang="en-US" i="1" dirty="0"/>
              <a:t>row</a:t>
            </a:r>
            <a:r>
              <a:rPr lang="en-US" dirty="0"/>
              <a:t> or a </a:t>
            </a:r>
            <a:r>
              <a:rPr lang="en-US" i="1" dirty="0"/>
              <a:t>record</a:t>
            </a:r>
            <a:endParaRPr lang="en-US" dirty="0"/>
          </a:p>
          <a:p>
            <a:pPr>
              <a:spcBef>
                <a:spcPts val="2000"/>
              </a:spcBef>
            </a:pPr>
            <a:r>
              <a:rPr lang="en-US" dirty="0"/>
              <a:t>A message value is simply an array of bytes, as far as Kafka is concerned, so the data contained within it does not have a specific format or meaning to Kafka</a:t>
            </a:r>
          </a:p>
          <a:p>
            <a:pPr>
              <a:spcBef>
                <a:spcPts val="2000"/>
              </a:spcBef>
            </a:pPr>
            <a:r>
              <a:rPr lang="en-US" dirty="0"/>
              <a:t>Messages can have an optional bit of metadata which is referred to as a key</a:t>
            </a:r>
          </a:p>
          <a:p>
            <a:pPr>
              <a:spcBef>
                <a:spcPts val="2000"/>
              </a:spcBef>
            </a:pPr>
            <a:r>
              <a:rPr lang="en-US" dirty="0"/>
              <a:t>The key is also a byte array, and as with the value, has no specific meaning to Kafka</a:t>
            </a:r>
          </a:p>
          <a:p>
            <a:pPr>
              <a:spcBef>
                <a:spcPts val="2000"/>
              </a:spcBef>
            </a:pPr>
            <a:r>
              <a:rPr lang="en-US" dirty="0"/>
              <a:t>The purpose of a Kafka message key is to help producers send messages to specific partitions within a topic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The image is a diagram illustrating the structure of a message stream in Kafka, specifically showing the relationship between keys and values within messages. Here is an alt text description:&#10;&#10;&quot;A diagram showing the structure of a message stream in Kafka:&#10;&#10;The diagram depicts a linear sequence of 'Key' and 'Value' pairs.&#10;Each 'Key' and 'Value' pair is enclosed in a red box, representing individual messages (records).&#10;A series of these 'Key-Value' pairs forms the 'Message Stream'.&#10;The diagram emphasizes that each message (record) in the stream consists of a key and a corresponding value.&quot;&#10;This visual representation highlights how Kafka organizes data into structured message streams, where each record is identifiable by its key and associated with a value, facilitating efficient data processing and retrieval. ">
            <a:extLst>
              <a:ext uri="{FF2B5EF4-FFF2-40B4-BE49-F238E27FC236}">
                <a16:creationId xmlns:a16="http://schemas.microsoft.com/office/drawing/2014/main" id="{2E733399-FFF7-71D7-F4D1-90540FB88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759" y="2098699"/>
            <a:ext cx="10154360" cy="27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900" dirty="0"/>
              <a:t>Publish and Subscribe Messaging System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145949"/>
            <a:ext cx="11988800" cy="6888006"/>
          </a:xfrm>
        </p:spPr>
        <p:txBody>
          <a:bodyPr/>
          <a:lstStyle/>
          <a:p>
            <a:r>
              <a:rPr lang="en-US" sz="3600" dirty="0"/>
              <a:t>One example of this model is Twitter (now know as X)</a:t>
            </a:r>
          </a:p>
          <a:p>
            <a:r>
              <a:rPr lang="en-US" sz="3600" dirty="0"/>
              <a:t>A publisher (user) established an account (a topic)</a:t>
            </a:r>
          </a:p>
          <a:p>
            <a:r>
              <a:rPr lang="en-US" sz="3600" dirty="0"/>
              <a:t>Multiple subscribers (other users) then indicate interest in (subscribe) receiving tweets from that account</a:t>
            </a:r>
          </a:p>
          <a:p>
            <a:r>
              <a:rPr lang="en-US" sz="3600" dirty="0"/>
              <a:t>The publisher then enters (publish) one or more tweets (messages)</a:t>
            </a:r>
          </a:p>
          <a:p>
            <a:r>
              <a:rPr lang="en-US" sz="3600" dirty="0"/>
              <a:t>Each tweet (message) is then made available to every subscriber of that account (topic)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C0AC817-BB3A-6850-F38B-9D8B7FE25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0" y="3924300"/>
            <a:ext cx="2590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77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800" dirty="0"/>
              <a:t>Commit Log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260249"/>
            <a:ext cx="9144000" cy="7207601"/>
          </a:xfrm>
        </p:spPr>
        <p:txBody>
          <a:bodyPr/>
          <a:lstStyle/>
          <a:p>
            <a:pPr>
              <a:spcBef>
                <a:spcPts val="2500"/>
              </a:spcBef>
            </a:pPr>
            <a:r>
              <a:rPr lang="en-US" sz="2800" dirty="0"/>
              <a:t>A log is perhaps the simplest possible storage abstraction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It is an append-only (and otherwise immutable) totally-ordered sequence of records ordered by time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Records are appended to the end of the log, and reads proceed left-to-right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Each entry is assigned a unique sequential log entry number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The ordering of records defines a notion of "time" since entries to the left are defined to be older then entries to the right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The log entry number can be thought of as the "timestamp" of the entry.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The image is a diagram illustrating the sequence of record writing in Kafka. Here is an alt text description:&#10;&#10;&quot;A diagram showing the sequence of record writing in Kafka:&#10;&#10;The diagram consists of a series of numbered boxes, ranging from 0 to 12, representing sequential positions for records.&#10;An arrow labeled '1st Record' points to box 0, indicating where the first record is written.&#10;An arrow labeled 'Next Record Written' points to a dashed box labeled 12, indicating the position where the next record will be written.&#10;The boxes between 0 and 11 are solid, representing already written records in the sequence.&quot;&#10;This visual representation highlights the ordered nature of record storage in Kafka, ensuring that each record has a specific position in the sequence, which is essential for maintaining data integrity and consistency.">
            <a:extLst>
              <a:ext uri="{FF2B5EF4-FFF2-40B4-BE49-F238E27FC236}">
                <a16:creationId xmlns:a16="http://schemas.microsoft.com/office/drawing/2014/main" id="{048AFE86-DAC3-3222-48EE-6DAE39BF4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3141719"/>
            <a:ext cx="7348577" cy="34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6189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800" dirty="0"/>
              <a:t>Topic and Partition 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1724" y="5695950"/>
            <a:ext cx="16084552" cy="3020936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Messages are organized into topics (message groupings), and each topic is split into partitions</a:t>
            </a:r>
          </a:p>
          <a:p>
            <a:r>
              <a:rPr lang="en-US" sz="3600" dirty="0"/>
              <a:t>Each partition is an immutable, time-sequenced log of messages on disk</a:t>
            </a:r>
          </a:p>
          <a:p>
            <a:r>
              <a:rPr lang="en-US" sz="3600" dirty="0"/>
              <a:t>Note that time ordering is guaranteed within, but not across, partitions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43" name="Picture 3" descr="The image is a diagram illustrating how data is partitioned within a topic in Kafka. Here is an alt text description:&#10;&#10;&quot;A diagram showing the partitioning of data within a Kafka topic:&#10;&#10;The left side of the diagram has a label 'Topic', indicating the overarching category for the data.&#10;The topic is divided into three partitions: 'Partition 0', 'Partition 1', and 'Partition 2'.&#10;Each partition contains a sequence of numbered boxes from 0 to 8, representing the records within each partition.&#10;On the right, arrows from each partition point to a single 'Data Source' box, indicating that all partitions receive data from the same source.&#10;The diagram highlights the distribution of data across multiple partitions within a topic, allowing for parallel processing and efficient data handling.&quot;&#10;This visual representation emphasizes Kafka's capability to handle large volumes of data by distributing it across multiple partitions, ensuring scalability and high availability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73" y="2201805"/>
            <a:ext cx="12647906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18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Kafka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Topic and Partition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32" y="2398196"/>
            <a:ext cx="6480175" cy="73981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partitions of each topic are distributed over brokers in the Kafka cluster…</a:t>
            </a:r>
          </a:p>
          <a:p>
            <a:r>
              <a:rPr lang="en-US" dirty="0"/>
              <a:t>With each broker handling data and requests for a share of the partitions</a:t>
            </a:r>
          </a:p>
          <a:p>
            <a:r>
              <a:rPr lang="en-US" dirty="0"/>
              <a:t>Each partition is replicated across a configurable number of brokers for fault tolerance</a:t>
            </a:r>
          </a:p>
          <a:p>
            <a:r>
              <a:rPr lang="en-US" dirty="0"/>
              <a:t>Kafka may use the message key to automatically group similar messages into a partition</a:t>
            </a:r>
          </a:p>
          <a:p>
            <a:r>
              <a:rPr lang="en-US" dirty="0"/>
              <a:t>This scheme enables Kafka to dynamically scale the messaging infrastructure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The image is a diagram illustrating a Kafka topic with two partitions and a replication factor of 2 within a Kafka cluster. Here is an alt text description:&#10;&#10;&quot;A diagram showing a Kafka topic with 2 partitions and a replication factor of 2 within a Kafka cluster:&#10;&#10;The top part of the diagram is labeled 'Broker 1' and the bottom part is labeled 'Broker 2'.&#10;Each broker contains two boxes representing the partitions: 'Topic A Partition 0' and 'Topic A Partition 1'.&#10;In Broker 1, 'Topic A Partition 0' is labeled as the Leader, and in Broker 2, 'Topic A Partition 1' is labeled as the Leader.&#10;Arrows indicate replication between the brokers: 'Replicate A/0' from Broker 1 to Broker 2 and 'Replicate A/1' from Broker 2 to Broker 1.&#10;On the left side, a 'Producer' box sends messages to 'Topic A Partition 0' and 'Topic A Partition 1'.&#10;On the right side, a 'Consumer' box receives messages from 'Topic A Partition 0' and 'Topic A Partition 1'.&#10;The diagram is enclosed within a dashed blue box labeled 'Kafka Cluster', indicating that the brokers are part of the same cluster.&#10;This visual representation highlights Kafka's capability to handle data replication and leader management across brokers, ensuring data redundancy and fault tolerance. ">
            <a:extLst>
              <a:ext uri="{FF2B5EF4-FFF2-40B4-BE49-F238E27FC236}">
                <a16:creationId xmlns:a16="http://schemas.microsoft.com/office/drawing/2014/main" id="{9FF5A0B3-770A-2B6B-9C12-5F00C39FE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162" y="2917624"/>
            <a:ext cx="10208048" cy="56144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42062-E64D-E462-F36D-FE976FA6807B}"/>
              </a:ext>
            </a:extLst>
          </p:cNvPr>
          <p:cNvSpPr txBox="1"/>
          <p:nvPr/>
        </p:nvSpPr>
        <p:spPr>
          <a:xfrm>
            <a:off x="8802666" y="2400300"/>
            <a:ext cx="8062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Topic with 2 partitions and a replication factor of 2</a:t>
            </a:r>
          </a:p>
        </p:txBody>
      </p:sp>
    </p:spTree>
    <p:extLst>
      <p:ext uri="{BB962C8B-B14F-4D97-AF65-F5344CB8AC3E}">
        <p14:creationId xmlns:p14="http://schemas.microsoft.com/office/powerpoint/2010/main" val="2662173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Kafka</a:t>
            </a:r>
            <a:br>
              <a:rPr lang="en-US" dirty="0"/>
            </a:br>
            <a:r>
              <a:rPr lang="en-US" sz="4800" dirty="0"/>
              <a:t>Topic and Partition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500"/>
              </a:spcBef>
            </a:pPr>
            <a:r>
              <a:rPr lang="en-US" sz="3600" dirty="0"/>
              <a:t>The partitions in the topic serve several purposes…</a:t>
            </a:r>
          </a:p>
          <a:p>
            <a:pPr>
              <a:spcBef>
                <a:spcPts val="2500"/>
              </a:spcBef>
            </a:pPr>
            <a:r>
              <a:rPr lang="en-US" sz="3600" dirty="0"/>
              <a:t>First, they allow the topics to scale beyond a size that will fit on a single server</a:t>
            </a:r>
          </a:p>
          <a:p>
            <a:pPr>
              <a:spcBef>
                <a:spcPts val="2500"/>
              </a:spcBef>
            </a:pPr>
            <a:r>
              <a:rPr lang="en-US" sz="3600" dirty="0"/>
              <a:t>Each individual partition must fit on the server that hosts it</a:t>
            </a:r>
          </a:p>
          <a:p>
            <a:pPr>
              <a:spcBef>
                <a:spcPts val="2500"/>
              </a:spcBef>
            </a:pPr>
            <a:r>
              <a:rPr lang="en-US" sz="3600" dirty="0"/>
              <a:t>But a topic may have many partitions (distributed across multiple servers)</a:t>
            </a:r>
          </a:p>
          <a:p>
            <a:pPr>
              <a:spcBef>
                <a:spcPts val="2500"/>
              </a:spcBef>
            </a:pPr>
            <a:r>
              <a:rPr lang="en-US" sz="3600" dirty="0"/>
              <a:t>This allows a topic to handle an arbitrary amount of data</a:t>
            </a:r>
          </a:p>
          <a:p>
            <a:pPr>
              <a:spcBef>
                <a:spcPts val="2500"/>
              </a:spcBef>
            </a:pPr>
            <a:r>
              <a:rPr lang="en-US" sz="3600" dirty="0"/>
              <a:t>Second, distributed partitions act as the unit of parallelism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25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77AC-95B8-163C-D7CF-21549D79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Kafka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Topic and Partition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458C-FEE8-C03E-1E0E-6053C3482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Kafka replicates each topic’s partitions across a configurable number (n) of servers </a:t>
            </a:r>
          </a:p>
          <a:p>
            <a:r>
              <a:rPr lang="en-US" sz="3000" dirty="0"/>
              <a:t>This enables automatic failover to one of these replicas when up to n – 1 servers fail</a:t>
            </a:r>
          </a:p>
          <a:p>
            <a:r>
              <a:rPr lang="en-US" sz="3000" dirty="0"/>
              <a:t>Each partition in Kafka has a single leader replica and zero or more follower replicas</a:t>
            </a:r>
          </a:p>
          <a:p>
            <a:r>
              <a:rPr lang="en-US" sz="3000" dirty="0"/>
              <a:t>Reads and writes go to the leader replica with other replicas updated asynchronously</a:t>
            </a:r>
          </a:p>
          <a:p>
            <a:r>
              <a:rPr lang="en-US" sz="3000" dirty="0"/>
              <a:t>If the leader replica fails, another replica becomes the leader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7970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A8E80F-59D5-4BF4-B724-AA675C067A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96926</TotalTime>
  <Words>1521</Words>
  <Application>Microsoft Office PowerPoint</Application>
  <PresentationFormat>Custom</PresentationFormat>
  <Paragraphs>212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Breeze</vt:lpstr>
      <vt:lpstr>Module 6: Lesson 1 Stream Ingestion and Processing Part 1</vt:lpstr>
      <vt:lpstr>Batch Processing</vt:lpstr>
      <vt:lpstr>Beyond Batch Processing Use Cases</vt:lpstr>
      <vt:lpstr>Stream Processing</vt:lpstr>
      <vt:lpstr>Two Aspects of Stream Processing  Ingestion (Store and Forward) and Processing </vt:lpstr>
      <vt:lpstr>Apache Kafka Publish and Subscribe Messaging System Concept</vt:lpstr>
      <vt:lpstr>Apache Kafka Working Definition</vt:lpstr>
      <vt:lpstr>Apache Kafka Working Definition</vt:lpstr>
      <vt:lpstr>Apache Kafka Distributed Messaging and Stream Ingestion System</vt:lpstr>
      <vt:lpstr>Apache Kafka Message Concept</vt:lpstr>
      <vt:lpstr>Apache Kafka Publish and Subscribe Messaging System Concept</vt:lpstr>
      <vt:lpstr>Apache Kafka Commit Log Concept</vt:lpstr>
      <vt:lpstr>Apache Kafka Topic and Partition Concepts</vt:lpstr>
      <vt:lpstr>Apache Kafka Topic and Partition Concepts</vt:lpstr>
      <vt:lpstr>Apache Kafka Topic and Partition Concepts</vt:lpstr>
      <vt:lpstr>Apache Kafka Topic and Partition Concepts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386</cp:revision>
  <cp:lastPrinted>2024-01-22T03:27:39Z</cp:lastPrinted>
  <dcterms:created xsi:type="dcterms:W3CDTF">2019-02-13T16:04:21Z</dcterms:created>
  <dcterms:modified xsi:type="dcterms:W3CDTF">2024-07-12T17:24:29Z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1D428918-14E7-408C-9E46-518CB72AE426</vt:lpwstr>
  </property>
  <property fmtid="{D5CDD505-2E9C-101B-9397-08002B2CF9AE}" pid="4" name="ArticulatePath">
    <vt:lpwstr>Module 6 22012023</vt:lpwstr>
  </property>
  <property fmtid="{D5CDD505-2E9C-101B-9397-08002B2CF9AE}" pid="5" name="MediaServiceImageTags">
    <vt:lpwstr/>
  </property>
</Properties>
</file>