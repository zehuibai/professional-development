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7"/>
  </p:notesMasterIdLst>
  <p:sldIdLst>
    <p:sldId id="1140" r:id="rId5"/>
    <p:sldId id="416" r:id="rId6"/>
    <p:sldId id="1107" r:id="rId7"/>
    <p:sldId id="1108" r:id="rId8"/>
    <p:sldId id="1109" r:id="rId9"/>
    <p:sldId id="438" r:id="rId10"/>
    <p:sldId id="440" r:id="rId11"/>
    <p:sldId id="258" r:id="rId12"/>
    <p:sldId id="1110" r:id="rId13"/>
    <p:sldId id="1111" r:id="rId14"/>
    <p:sldId id="1112" r:id="rId15"/>
    <p:sldId id="1114" r:id="rId16"/>
    <p:sldId id="1113" r:id="rId17"/>
    <p:sldId id="442" r:id="rId18"/>
    <p:sldId id="1116" r:id="rId19"/>
    <p:sldId id="1117" r:id="rId20"/>
    <p:sldId id="1120" r:id="rId21"/>
    <p:sldId id="1121" r:id="rId22"/>
    <p:sldId id="1122" r:id="rId23"/>
    <p:sldId id="1125" r:id="rId24"/>
    <p:sldId id="1119" r:id="rId25"/>
    <p:sldId id="1124" r:id="rId26"/>
  </p:sldIdLst>
  <p:sldSz cx="18288000" cy="10287000"/>
  <p:notesSz cx="9144000" cy="6858000"/>
  <p:custDataLst>
    <p:tags r:id="rId28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F8FF"/>
    <a:srgbClr val="3BA1F0"/>
    <a:srgbClr val="E0F8FF"/>
    <a:srgbClr val="D4DBE7"/>
    <a:srgbClr val="EAEAEA"/>
    <a:srgbClr val="F94B67"/>
    <a:srgbClr val="E7E7E8"/>
    <a:srgbClr val="BABABA"/>
    <a:srgbClr val="0070C0"/>
    <a:srgbClr val="9595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A602FC-FD2B-A5F6-5FDC-317EC18AD522}" v="179" dt="2024-07-12T17:33:19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8"/>
    <p:restoredTop sz="95726" autoAdjust="0"/>
  </p:normalViewPr>
  <p:slideViewPr>
    <p:cSldViewPr snapToGrid="0" snapToObjects="1">
      <p:cViewPr varScale="1">
        <p:scale>
          <a:sx n="71" d="100"/>
          <a:sy n="71" d="100"/>
        </p:scale>
        <p:origin x="918" y="7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son Mulshine" userId="S::allison.mulshine@collegiseducation.com::5f656d52-c555-4e5e-9a5b-18226766ffe3" providerId="AD" clId="Web-{A7A602FC-FD2B-A5F6-5FDC-317EC18AD522}"/>
    <pc:docChg chg="modSld">
      <pc:chgData name="Allison Mulshine" userId="S::allison.mulshine@collegiseducation.com::5f656d52-c555-4e5e-9a5b-18226766ffe3" providerId="AD" clId="Web-{A7A602FC-FD2B-A5F6-5FDC-317EC18AD522}" dt="2024-07-12T17:33:19.524" v="172"/>
      <pc:docMkLst>
        <pc:docMk/>
      </pc:docMkLst>
      <pc:sldChg chg="addSp delSp modSp">
        <pc:chgData name="Allison Mulshine" userId="S::allison.mulshine@collegiseducation.com::5f656d52-c555-4e5e-9a5b-18226766ffe3" providerId="AD" clId="Web-{A7A602FC-FD2B-A5F6-5FDC-317EC18AD522}" dt="2024-07-12T17:28:41.358" v="44"/>
        <pc:sldMkLst>
          <pc:docMk/>
          <pc:sldMk cId="2729643936" sldId="258"/>
        </pc:sldMkLst>
        <pc:spChg chg="del">
          <ac:chgData name="Allison Mulshine" userId="S::allison.mulshine@collegiseducation.com::5f656d52-c555-4e5e-9a5b-18226766ffe3" providerId="AD" clId="Web-{A7A602FC-FD2B-A5F6-5FDC-317EC18AD522}" dt="2024-07-12T17:28:01.185" v="36"/>
          <ac:spMkLst>
            <pc:docMk/>
            <pc:sldMk cId="2729643936" sldId="258"/>
            <ac:spMk id="16" creationId="{797AEB21-3D1E-7B4A-B106-8890AB02E1B6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85" v="35"/>
          <ac:spMkLst>
            <pc:docMk/>
            <pc:sldMk cId="2729643936" sldId="258"/>
            <ac:spMk id="17" creationId="{179AEF7D-2891-FFBE-9B31-224A1BE91E89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85" v="34"/>
          <ac:spMkLst>
            <pc:docMk/>
            <pc:sldMk cId="2729643936" sldId="258"/>
            <ac:spMk id="18" creationId="{14584903-BAA5-C716-BD62-98AB6A5FD266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85" v="38"/>
          <ac:spMkLst>
            <pc:docMk/>
            <pc:sldMk cId="2729643936" sldId="258"/>
            <ac:spMk id="25" creationId="{DDA57AFA-FE97-CA8C-1C0C-BC55D37CC568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85" v="39"/>
          <ac:spMkLst>
            <pc:docMk/>
            <pc:sldMk cId="2729643936" sldId="258"/>
            <ac:spMk id="33" creationId="{39A0EFE5-ECED-D6B0-1D39-43C3BC512F0C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85" v="28"/>
          <ac:spMkLst>
            <pc:docMk/>
            <pc:sldMk cId="2729643936" sldId="258"/>
            <ac:spMk id="35" creationId="{EDA06AC5-AF6A-D8AA-5BB6-E3E10CF6D188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85" v="27"/>
          <ac:spMkLst>
            <pc:docMk/>
            <pc:sldMk cId="2729643936" sldId="258"/>
            <ac:spMk id="36" creationId="{F9527AA8-1220-78E1-9DBF-8D8CAF937451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85" v="26"/>
          <ac:spMkLst>
            <pc:docMk/>
            <pc:sldMk cId="2729643936" sldId="258"/>
            <ac:spMk id="37" creationId="{B8E5CB8F-0EB9-880B-12A2-7BD7010E9D0B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85" v="40"/>
          <ac:spMkLst>
            <pc:docMk/>
            <pc:sldMk cId="2729643936" sldId="258"/>
            <ac:spMk id="38" creationId="{8F3A0826-0C9D-1571-375B-5B1CC4ED8E9A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69" v="25"/>
          <ac:spMkLst>
            <pc:docMk/>
            <pc:sldMk cId="2729643936" sldId="258"/>
            <ac:spMk id="39" creationId="{43610740-53B6-7EA7-06B0-FE71B7B5D120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69" v="22"/>
          <ac:spMkLst>
            <pc:docMk/>
            <pc:sldMk cId="2729643936" sldId="258"/>
            <ac:spMk id="40" creationId="{6CE5177C-2768-846C-A877-CCADE762E0E4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69" v="21"/>
          <ac:spMkLst>
            <pc:docMk/>
            <pc:sldMk cId="2729643936" sldId="258"/>
            <ac:spMk id="41" creationId="{15E349B5-9D32-D297-65BD-3FA5B7C57416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69" v="20"/>
          <ac:spMkLst>
            <pc:docMk/>
            <pc:sldMk cId="2729643936" sldId="258"/>
            <ac:spMk id="42" creationId="{383A548B-D40E-55A8-4162-92B02F875B9B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69" v="19"/>
          <ac:spMkLst>
            <pc:docMk/>
            <pc:sldMk cId="2729643936" sldId="258"/>
            <ac:spMk id="43" creationId="{C4B482FD-1BB4-EFE3-10DC-80D3F665DDAF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69" v="18"/>
          <ac:spMkLst>
            <pc:docMk/>
            <pc:sldMk cId="2729643936" sldId="258"/>
            <ac:spMk id="44" creationId="{E45E2CA5-19E5-73F7-0E70-CD62034E02CC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69" v="17"/>
          <ac:spMkLst>
            <pc:docMk/>
            <pc:sldMk cId="2729643936" sldId="258"/>
            <ac:spMk id="45" creationId="{C07A7AD0-CD0A-E531-F919-4D641FF29E15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8:01.169" v="15"/>
          <ac:spMkLst>
            <pc:docMk/>
            <pc:sldMk cId="2729643936" sldId="258"/>
            <ac:spMk id="48" creationId="{7AC9D4D2-8A51-0691-B7FD-2CF101EC7F78}"/>
          </ac:spMkLst>
        </pc:spChg>
        <pc:graphicFrameChg chg="del">
          <ac:chgData name="Allison Mulshine" userId="S::allison.mulshine@collegiseducation.com::5f656d52-c555-4e5e-9a5b-18226766ffe3" providerId="AD" clId="Web-{A7A602FC-FD2B-A5F6-5FDC-317EC18AD522}" dt="2024-07-12T17:28:01.185" v="37"/>
          <ac:graphicFrameMkLst>
            <pc:docMk/>
            <pc:sldMk cId="2729643936" sldId="258"/>
            <ac:graphicFrameMk id="15" creationId="{2726AFD9-5987-D578-4D72-18590006EE78}"/>
          </ac:graphicFrameMkLst>
        </pc:graphicFrameChg>
        <pc:graphicFrameChg chg="del">
          <ac:chgData name="Allison Mulshine" userId="S::allison.mulshine@collegiseducation.com::5f656d52-c555-4e5e-9a5b-18226766ffe3" providerId="AD" clId="Web-{A7A602FC-FD2B-A5F6-5FDC-317EC18AD522}" dt="2024-07-12T17:28:01.185" v="33"/>
          <ac:graphicFrameMkLst>
            <pc:docMk/>
            <pc:sldMk cId="2729643936" sldId="258"/>
            <ac:graphicFrameMk id="19" creationId="{6E6BEC58-FF63-C35C-99CD-47A592CBDFE7}"/>
          </ac:graphicFrameMkLst>
        </pc:graphicFrameChg>
        <pc:picChg chg="add mod">
          <ac:chgData name="Allison Mulshine" userId="S::allison.mulshine@collegiseducation.com::5f656d52-c555-4e5e-9a5b-18226766ffe3" providerId="AD" clId="Web-{A7A602FC-FD2B-A5F6-5FDC-317EC18AD522}" dt="2024-07-12T17:28:41.358" v="44"/>
          <ac:picMkLst>
            <pc:docMk/>
            <pc:sldMk cId="2729643936" sldId="258"/>
            <ac:picMk id="4" creationId="{0B40DC3F-D978-0131-BE7D-EF894A89E938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28:01.185" v="29"/>
          <ac:picMkLst>
            <pc:docMk/>
            <pc:sldMk cId="2729643936" sldId="258"/>
            <ac:picMk id="1026" creationId="{C9419C8A-0D6F-D463-F905-6203B9584472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28:01.169" v="24"/>
          <ac:picMkLst>
            <pc:docMk/>
            <pc:sldMk cId="2729643936" sldId="258"/>
            <ac:picMk id="1028" creationId="{BCA65775-EDAD-19B8-B1C7-D309BD91496F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28:01.169" v="23"/>
          <ac:picMkLst>
            <pc:docMk/>
            <pc:sldMk cId="2729643936" sldId="258"/>
            <ac:picMk id="1030" creationId="{941B8B78-0EF3-193B-E2B4-32280512ACA6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28:01.169" v="16"/>
          <ac:picMkLst>
            <pc:docMk/>
            <pc:sldMk cId="2729643936" sldId="258"/>
            <ac:picMk id="1032" creationId="{DB4CEFEB-73DC-7A6C-4801-1465283B7512}"/>
          </ac:picMkLst>
        </pc:picChg>
        <pc:cxnChg chg="del mod">
          <ac:chgData name="Allison Mulshine" userId="S::allison.mulshine@collegiseducation.com::5f656d52-c555-4e5e-9a5b-18226766ffe3" providerId="AD" clId="Web-{A7A602FC-FD2B-A5F6-5FDC-317EC18AD522}" dt="2024-07-12T17:28:01.185" v="32"/>
          <ac:cxnSpMkLst>
            <pc:docMk/>
            <pc:sldMk cId="2729643936" sldId="258"/>
            <ac:cxnSpMk id="21" creationId="{F3A4DC82-E540-ADFB-9243-12882F57AA2E}"/>
          </ac:cxnSpMkLst>
        </pc:cxnChg>
        <pc:cxnChg chg="del mod">
          <ac:chgData name="Allison Mulshine" userId="S::allison.mulshine@collegiseducation.com::5f656d52-c555-4e5e-9a5b-18226766ffe3" providerId="AD" clId="Web-{A7A602FC-FD2B-A5F6-5FDC-317EC18AD522}" dt="2024-07-12T17:28:01.185" v="31"/>
          <ac:cxnSpMkLst>
            <pc:docMk/>
            <pc:sldMk cId="2729643936" sldId="258"/>
            <ac:cxnSpMk id="26" creationId="{A310969A-380B-92EB-4343-58B223B031E3}"/>
          </ac:cxnSpMkLst>
        </pc:cxnChg>
        <pc:cxnChg chg="del mod">
          <ac:chgData name="Allison Mulshine" userId="S::allison.mulshine@collegiseducation.com::5f656d52-c555-4e5e-9a5b-18226766ffe3" providerId="AD" clId="Web-{A7A602FC-FD2B-A5F6-5FDC-317EC18AD522}" dt="2024-07-12T17:28:01.185" v="30"/>
          <ac:cxnSpMkLst>
            <pc:docMk/>
            <pc:sldMk cId="2729643936" sldId="258"/>
            <ac:cxnSpMk id="30" creationId="{D00ABA8E-DF8E-B64E-829C-3B2453FA6B13}"/>
          </ac:cxnSpMkLst>
        </pc:cxnChg>
      </pc:sldChg>
      <pc:sldChg chg="modSp">
        <pc:chgData name="Allison Mulshine" userId="S::allison.mulshine@collegiseducation.com::5f656d52-c555-4e5e-9a5b-18226766ffe3" providerId="AD" clId="Web-{A7A602FC-FD2B-A5F6-5FDC-317EC18AD522}" dt="2024-07-12T17:25:40.805" v="0"/>
        <pc:sldMkLst>
          <pc:docMk/>
          <pc:sldMk cId="924586543" sldId="1108"/>
        </pc:sldMkLst>
        <pc:picChg chg="mod">
          <ac:chgData name="Allison Mulshine" userId="S::allison.mulshine@collegiseducation.com::5f656d52-c555-4e5e-9a5b-18226766ffe3" providerId="AD" clId="Web-{A7A602FC-FD2B-A5F6-5FDC-317EC18AD522}" dt="2024-07-12T17:25:40.805" v="0"/>
          <ac:picMkLst>
            <pc:docMk/>
            <pc:sldMk cId="924586543" sldId="1108"/>
            <ac:picMk id="6" creationId="{668B62E9-69A4-0741-AF43-109FA1061997}"/>
          </ac:picMkLst>
        </pc:picChg>
      </pc:sldChg>
      <pc:sldChg chg="addSp delSp modSp">
        <pc:chgData name="Allison Mulshine" userId="S::allison.mulshine@collegiseducation.com::5f656d52-c555-4e5e-9a5b-18226766ffe3" providerId="AD" clId="Web-{A7A602FC-FD2B-A5F6-5FDC-317EC18AD522}" dt="2024-07-12T17:27:31.355" v="14"/>
        <pc:sldMkLst>
          <pc:docMk/>
          <pc:sldMk cId="4000912541" sldId="1109"/>
        </pc:sldMkLst>
        <pc:spChg chg="del">
          <ac:chgData name="Allison Mulshine" userId="S::allison.mulshine@collegiseducation.com::5f656d52-c555-4e5e-9a5b-18226766ffe3" providerId="AD" clId="Web-{A7A602FC-FD2B-A5F6-5FDC-317EC18AD522}" dt="2024-07-12T17:26:11.274" v="9"/>
          <ac:spMkLst>
            <pc:docMk/>
            <pc:sldMk cId="4000912541" sldId="1109"/>
            <ac:spMk id="52" creationId="{88D36589-3FED-9829-03F5-4C4680E34E5E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6:11.274" v="8"/>
          <ac:spMkLst>
            <pc:docMk/>
            <pc:sldMk cId="4000912541" sldId="1109"/>
            <ac:spMk id="53" creationId="{A78E59CE-496C-7229-8A1C-404174FFA091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6:11.274" v="7"/>
          <ac:spMkLst>
            <pc:docMk/>
            <pc:sldMk cId="4000912541" sldId="1109"/>
            <ac:spMk id="54" creationId="{A47DB8B9-BBF4-BD1C-531D-05C9C82476E7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6:11.274" v="4"/>
          <ac:spMkLst>
            <pc:docMk/>
            <pc:sldMk cId="4000912541" sldId="1109"/>
            <ac:spMk id="57" creationId="{EFF1FCAF-5D30-13FA-0752-589EDFA6BCE6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6:11.274" v="3"/>
          <ac:spMkLst>
            <pc:docMk/>
            <pc:sldMk cId="4000912541" sldId="1109"/>
            <ac:spMk id="58" creationId="{56B7C282-B3F5-1741-3144-401B1722DDBD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6:11.274" v="2"/>
          <ac:spMkLst>
            <pc:docMk/>
            <pc:sldMk cId="4000912541" sldId="1109"/>
            <ac:spMk id="59" creationId="{25CF605C-C8B1-7A37-CAC4-C5236A36F731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6:11.274" v="1"/>
          <ac:spMkLst>
            <pc:docMk/>
            <pc:sldMk cId="4000912541" sldId="1109"/>
            <ac:spMk id="60" creationId="{27BA0E58-CC3A-D873-8CF7-4B6E540FAB8E}"/>
          </ac:spMkLst>
        </pc:spChg>
        <pc:graphicFrameChg chg="del">
          <ac:chgData name="Allison Mulshine" userId="S::allison.mulshine@collegiseducation.com::5f656d52-c555-4e5e-9a5b-18226766ffe3" providerId="AD" clId="Web-{A7A602FC-FD2B-A5F6-5FDC-317EC18AD522}" dt="2024-07-12T17:26:11.274" v="10"/>
          <ac:graphicFrameMkLst>
            <pc:docMk/>
            <pc:sldMk cId="4000912541" sldId="1109"/>
            <ac:graphicFrameMk id="51" creationId="{C9055A61-9F70-F2C5-BFAA-BE5117D23BC2}"/>
          </ac:graphicFrameMkLst>
        </pc:graphicFrameChg>
        <pc:graphicFrameChg chg="del">
          <ac:chgData name="Allison Mulshine" userId="S::allison.mulshine@collegiseducation.com::5f656d52-c555-4e5e-9a5b-18226766ffe3" providerId="AD" clId="Web-{A7A602FC-FD2B-A5F6-5FDC-317EC18AD522}" dt="2024-07-12T17:26:11.274" v="6"/>
          <ac:graphicFrameMkLst>
            <pc:docMk/>
            <pc:sldMk cId="4000912541" sldId="1109"/>
            <ac:graphicFrameMk id="55" creationId="{8A6709B4-D64D-CC54-9D30-C9E141CF5407}"/>
          </ac:graphicFrameMkLst>
        </pc:graphicFrameChg>
        <pc:graphicFrameChg chg="del">
          <ac:chgData name="Allison Mulshine" userId="S::allison.mulshine@collegiseducation.com::5f656d52-c555-4e5e-9a5b-18226766ffe3" providerId="AD" clId="Web-{A7A602FC-FD2B-A5F6-5FDC-317EC18AD522}" dt="2024-07-12T17:26:11.274" v="5"/>
          <ac:graphicFrameMkLst>
            <pc:docMk/>
            <pc:sldMk cId="4000912541" sldId="1109"/>
            <ac:graphicFrameMk id="56" creationId="{C533FFA1-6C67-5351-8CC2-B04AE0D10266}"/>
          </ac:graphicFrameMkLst>
        </pc:graphicFrameChg>
        <pc:picChg chg="add mod">
          <ac:chgData name="Allison Mulshine" userId="S::allison.mulshine@collegiseducation.com::5f656d52-c555-4e5e-9a5b-18226766ffe3" providerId="AD" clId="Web-{A7A602FC-FD2B-A5F6-5FDC-317EC18AD522}" dt="2024-07-12T17:27:31.355" v="14"/>
          <ac:picMkLst>
            <pc:docMk/>
            <pc:sldMk cId="4000912541" sldId="1109"/>
            <ac:picMk id="3" creationId="{019632F6-A355-BB31-D523-3777391569DE}"/>
          </ac:picMkLst>
        </pc:picChg>
      </pc:sldChg>
      <pc:sldChg chg="addSp delSp modSp">
        <pc:chgData name="Allison Mulshine" userId="S::allison.mulshine@collegiseducation.com::5f656d52-c555-4e5e-9a5b-18226766ffe3" providerId="AD" clId="Web-{A7A602FC-FD2B-A5F6-5FDC-317EC18AD522}" dt="2024-07-12T17:29:01.327" v="71"/>
        <pc:sldMkLst>
          <pc:docMk/>
          <pc:sldMk cId="379855493" sldId="1110"/>
        </pc:sldMkLst>
        <pc:spChg chg="del">
          <ac:chgData name="Allison Mulshine" userId="S::allison.mulshine@collegiseducation.com::5f656d52-c555-4e5e-9a5b-18226766ffe3" providerId="AD" clId="Web-{A7A602FC-FD2B-A5F6-5FDC-317EC18AD522}" dt="2024-07-12T17:29:00.499" v="66"/>
          <ac:spMkLst>
            <pc:docMk/>
            <pc:sldMk cId="379855493" sldId="1110"/>
            <ac:spMk id="16" creationId="{797AEB21-3D1E-7B4A-B106-8890AB02E1B6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99" v="65"/>
          <ac:spMkLst>
            <pc:docMk/>
            <pc:sldMk cId="379855493" sldId="1110"/>
            <ac:spMk id="17" creationId="{179AEF7D-2891-FFBE-9B31-224A1BE91E89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99" v="64"/>
          <ac:spMkLst>
            <pc:docMk/>
            <pc:sldMk cId="379855493" sldId="1110"/>
            <ac:spMk id="18" creationId="{14584903-BAA5-C716-BD62-98AB6A5FD266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99" v="68"/>
          <ac:spMkLst>
            <pc:docMk/>
            <pc:sldMk cId="379855493" sldId="1110"/>
            <ac:spMk id="25" creationId="{DDA57AFA-FE97-CA8C-1C0C-BC55D37CC568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99" v="69"/>
          <ac:spMkLst>
            <pc:docMk/>
            <pc:sldMk cId="379855493" sldId="1110"/>
            <ac:spMk id="33" creationId="{39A0EFE5-ECED-D6B0-1D39-43C3BC512F0C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99" v="58"/>
          <ac:spMkLst>
            <pc:docMk/>
            <pc:sldMk cId="379855493" sldId="1110"/>
            <ac:spMk id="35" creationId="{EDA06AC5-AF6A-D8AA-5BB6-E3E10CF6D188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99" v="57"/>
          <ac:spMkLst>
            <pc:docMk/>
            <pc:sldMk cId="379855493" sldId="1110"/>
            <ac:spMk id="36" creationId="{F9527AA8-1220-78E1-9DBF-8D8CAF937451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99" v="56"/>
          <ac:spMkLst>
            <pc:docMk/>
            <pc:sldMk cId="379855493" sldId="1110"/>
            <ac:spMk id="37" creationId="{B8E5CB8F-0EB9-880B-12A2-7BD7010E9D0B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99" v="70"/>
          <ac:spMkLst>
            <pc:docMk/>
            <pc:sldMk cId="379855493" sldId="1110"/>
            <ac:spMk id="38" creationId="{8F3A0826-0C9D-1571-375B-5B1CC4ED8E9A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99" v="55"/>
          <ac:spMkLst>
            <pc:docMk/>
            <pc:sldMk cId="379855493" sldId="1110"/>
            <ac:spMk id="39" creationId="{43610740-53B6-7EA7-06B0-FE71B7B5D120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84" v="52"/>
          <ac:spMkLst>
            <pc:docMk/>
            <pc:sldMk cId="379855493" sldId="1110"/>
            <ac:spMk id="40" creationId="{6CE5177C-2768-846C-A877-CCADE762E0E4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84" v="51"/>
          <ac:spMkLst>
            <pc:docMk/>
            <pc:sldMk cId="379855493" sldId="1110"/>
            <ac:spMk id="41" creationId="{15E349B5-9D32-D297-65BD-3FA5B7C57416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84" v="50"/>
          <ac:spMkLst>
            <pc:docMk/>
            <pc:sldMk cId="379855493" sldId="1110"/>
            <ac:spMk id="42" creationId="{383A548B-D40E-55A8-4162-92B02F875B9B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84" v="49"/>
          <ac:spMkLst>
            <pc:docMk/>
            <pc:sldMk cId="379855493" sldId="1110"/>
            <ac:spMk id="43" creationId="{C4B482FD-1BB4-EFE3-10DC-80D3F665DDAF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84" v="48"/>
          <ac:spMkLst>
            <pc:docMk/>
            <pc:sldMk cId="379855493" sldId="1110"/>
            <ac:spMk id="44" creationId="{E45E2CA5-19E5-73F7-0E70-CD62034E02CC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84" v="47"/>
          <ac:spMkLst>
            <pc:docMk/>
            <pc:sldMk cId="379855493" sldId="1110"/>
            <ac:spMk id="45" creationId="{C07A7AD0-CD0A-E531-F919-4D641FF29E15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00.484" v="45"/>
          <ac:spMkLst>
            <pc:docMk/>
            <pc:sldMk cId="379855493" sldId="1110"/>
            <ac:spMk id="48" creationId="{7AC9D4D2-8A51-0691-B7FD-2CF101EC7F78}"/>
          </ac:spMkLst>
        </pc:spChg>
        <pc:graphicFrameChg chg="del">
          <ac:chgData name="Allison Mulshine" userId="S::allison.mulshine@collegiseducation.com::5f656d52-c555-4e5e-9a5b-18226766ffe3" providerId="AD" clId="Web-{A7A602FC-FD2B-A5F6-5FDC-317EC18AD522}" dt="2024-07-12T17:29:00.499" v="67"/>
          <ac:graphicFrameMkLst>
            <pc:docMk/>
            <pc:sldMk cId="379855493" sldId="1110"/>
            <ac:graphicFrameMk id="15" creationId="{2726AFD9-5987-D578-4D72-18590006EE78}"/>
          </ac:graphicFrameMkLst>
        </pc:graphicFrameChg>
        <pc:graphicFrameChg chg="del">
          <ac:chgData name="Allison Mulshine" userId="S::allison.mulshine@collegiseducation.com::5f656d52-c555-4e5e-9a5b-18226766ffe3" providerId="AD" clId="Web-{A7A602FC-FD2B-A5F6-5FDC-317EC18AD522}" dt="2024-07-12T17:29:00.499" v="63"/>
          <ac:graphicFrameMkLst>
            <pc:docMk/>
            <pc:sldMk cId="379855493" sldId="1110"/>
            <ac:graphicFrameMk id="19" creationId="{6E6BEC58-FF63-C35C-99CD-47A592CBDFE7}"/>
          </ac:graphicFrameMkLst>
        </pc:graphicFrameChg>
        <pc:picChg chg="add">
          <ac:chgData name="Allison Mulshine" userId="S::allison.mulshine@collegiseducation.com::5f656d52-c555-4e5e-9a5b-18226766ffe3" providerId="AD" clId="Web-{A7A602FC-FD2B-A5F6-5FDC-317EC18AD522}" dt="2024-07-12T17:29:01.327" v="71"/>
          <ac:picMkLst>
            <pc:docMk/>
            <pc:sldMk cId="379855493" sldId="1110"/>
            <ac:picMk id="5" creationId="{ABB57867-603F-7B35-CFF7-3D36AFED99F8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29:00.499" v="59"/>
          <ac:picMkLst>
            <pc:docMk/>
            <pc:sldMk cId="379855493" sldId="1110"/>
            <ac:picMk id="1026" creationId="{C9419C8A-0D6F-D463-F905-6203B9584472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29:00.484" v="54"/>
          <ac:picMkLst>
            <pc:docMk/>
            <pc:sldMk cId="379855493" sldId="1110"/>
            <ac:picMk id="1028" creationId="{BCA65775-EDAD-19B8-B1C7-D309BD91496F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29:00.484" v="53"/>
          <ac:picMkLst>
            <pc:docMk/>
            <pc:sldMk cId="379855493" sldId="1110"/>
            <ac:picMk id="1030" creationId="{941B8B78-0EF3-193B-E2B4-32280512ACA6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29:00.484" v="46"/>
          <ac:picMkLst>
            <pc:docMk/>
            <pc:sldMk cId="379855493" sldId="1110"/>
            <ac:picMk id="1032" creationId="{DB4CEFEB-73DC-7A6C-4801-1465283B7512}"/>
          </ac:picMkLst>
        </pc:picChg>
        <pc:cxnChg chg="del mod">
          <ac:chgData name="Allison Mulshine" userId="S::allison.mulshine@collegiseducation.com::5f656d52-c555-4e5e-9a5b-18226766ffe3" providerId="AD" clId="Web-{A7A602FC-FD2B-A5F6-5FDC-317EC18AD522}" dt="2024-07-12T17:29:00.499" v="62"/>
          <ac:cxnSpMkLst>
            <pc:docMk/>
            <pc:sldMk cId="379855493" sldId="1110"/>
            <ac:cxnSpMk id="21" creationId="{F3A4DC82-E540-ADFB-9243-12882F57AA2E}"/>
          </ac:cxnSpMkLst>
        </pc:cxnChg>
        <pc:cxnChg chg="del mod">
          <ac:chgData name="Allison Mulshine" userId="S::allison.mulshine@collegiseducation.com::5f656d52-c555-4e5e-9a5b-18226766ffe3" providerId="AD" clId="Web-{A7A602FC-FD2B-A5F6-5FDC-317EC18AD522}" dt="2024-07-12T17:29:00.499" v="61"/>
          <ac:cxnSpMkLst>
            <pc:docMk/>
            <pc:sldMk cId="379855493" sldId="1110"/>
            <ac:cxnSpMk id="26" creationId="{A310969A-380B-92EB-4343-58B223B031E3}"/>
          </ac:cxnSpMkLst>
        </pc:cxnChg>
        <pc:cxnChg chg="del mod">
          <ac:chgData name="Allison Mulshine" userId="S::allison.mulshine@collegiseducation.com::5f656d52-c555-4e5e-9a5b-18226766ffe3" providerId="AD" clId="Web-{A7A602FC-FD2B-A5F6-5FDC-317EC18AD522}" dt="2024-07-12T17:29:00.499" v="60"/>
          <ac:cxnSpMkLst>
            <pc:docMk/>
            <pc:sldMk cId="379855493" sldId="1110"/>
            <ac:cxnSpMk id="30" creationId="{D00ABA8E-DF8E-B64E-829C-3B2453FA6B13}"/>
          </ac:cxnSpMkLst>
        </pc:cxnChg>
      </pc:sldChg>
      <pc:sldChg chg="addSp delSp modSp">
        <pc:chgData name="Allison Mulshine" userId="S::allison.mulshine@collegiseducation.com::5f656d52-c555-4e5e-9a5b-18226766ffe3" providerId="AD" clId="Web-{A7A602FC-FD2B-A5F6-5FDC-317EC18AD522}" dt="2024-07-12T17:29:20.594" v="98"/>
        <pc:sldMkLst>
          <pc:docMk/>
          <pc:sldMk cId="3796562687" sldId="1111"/>
        </pc:sldMkLst>
        <pc:spChg chg="del">
          <ac:chgData name="Allison Mulshine" userId="S::allison.mulshine@collegiseducation.com::5f656d52-c555-4e5e-9a5b-18226766ffe3" providerId="AD" clId="Web-{A7A602FC-FD2B-A5F6-5FDC-317EC18AD522}" dt="2024-07-12T17:29:19.969" v="93"/>
          <ac:spMkLst>
            <pc:docMk/>
            <pc:sldMk cId="3796562687" sldId="1111"/>
            <ac:spMk id="16" creationId="{797AEB21-3D1E-7B4A-B106-8890AB02E1B6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92"/>
          <ac:spMkLst>
            <pc:docMk/>
            <pc:sldMk cId="3796562687" sldId="1111"/>
            <ac:spMk id="17" creationId="{179AEF7D-2891-FFBE-9B31-224A1BE91E89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91"/>
          <ac:spMkLst>
            <pc:docMk/>
            <pc:sldMk cId="3796562687" sldId="1111"/>
            <ac:spMk id="18" creationId="{14584903-BAA5-C716-BD62-98AB6A5FD266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95"/>
          <ac:spMkLst>
            <pc:docMk/>
            <pc:sldMk cId="3796562687" sldId="1111"/>
            <ac:spMk id="25" creationId="{DDA57AFA-FE97-CA8C-1C0C-BC55D37CC568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96"/>
          <ac:spMkLst>
            <pc:docMk/>
            <pc:sldMk cId="3796562687" sldId="1111"/>
            <ac:spMk id="33" creationId="{39A0EFE5-ECED-D6B0-1D39-43C3BC512F0C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85"/>
          <ac:spMkLst>
            <pc:docMk/>
            <pc:sldMk cId="3796562687" sldId="1111"/>
            <ac:spMk id="35" creationId="{EDA06AC5-AF6A-D8AA-5BB6-E3E10CF6D188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84"/>
          <ac:spMkLst>
            <pc:docMk/>
            <pc:sldMk cId="3796562687" sldId="1111"/>
            <ac:spMk id="36" creationId="{F9527AA8-1220-78E1-9DBF-8D8CAF937451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83"/>
          <ac:spMkLst>
            <pc:docMk/>
            <pc:sldMk cId="3796562687" sldId="1111"/>
            <ac:spMk id="37" creationId="{B8E5CB8F-0EB9-880B-12A2-7BD7010E9D0B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97"/>
          <ac:spMkLst>
            <pc:docMk/>
            <pc:sldMk cId="3796562687" sldId="1111"/>
            <ac:spMk id="38" creationId="{8F3A0826-0C9D-1571-375B-5B1CC4ED8E9A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82"/>
          <ac:spMkLst>
            <pc:docMk/>
            <pc:sldMk cId="3796562687" sldId="1111"/>
            <ac:spMk id="39" creationId="{43610740-53B6-7EA7-06B0-FE71B7B5D120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79"/>
          <ac:spMkLst>
            <pc:docMk/>
            <pc:sldMk cId="3796562687" sldId="1111"/>
            <ac:spMk id="40" creationId="{6CE5177C-2768-846C-A877-CCADE762E0E4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78"/>
          <ac:spMkLst>
            <pc:docMk/>
            <pc:sldMk cId="3796562687" sldId="1111"/>
            <ac:spMk id="41" creationId="{15E349B5-9D32-D297-65BD-3FA5B7C57416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77"/>
          <ac:spMkLst>
            <pc:docMk/>
            <pc:sldMk cId="3796562687" sldId="1111"/>
            <ac:spMk id="42" creationId="{383A548B-D40E-55A8-4162-92B02F875B9B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76"/>
          <ac:spMkLst>
            <pc:docMk/>
            <pc:sldMk cId="3796562687" sldId="1111"/>
            <ac:spMk id="43" creationId="{C4B482FD-1BB4-EFE3-10DC-80D3F665DDAF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75"/>
          <ac:spMkLst>
            <pc:docMk/>
            <pc:sldMk cId="3796562687" sldId="1111"/>
            <ac:spMk id="44" creationId="{E45E2CA5-19E5-73F7-0E70-CD62034E02CC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74"/>
          <ac:spMkLst>
            <pc:docMk/>
            <pc:sldMk cId="3796562687" sldId="1111"/>
            <ac:spMk id="45" creationId="{C07A7AD0-CD0A-E531-F919-4D641FF29E15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29:19.969" v="72"/>
          <ac:spMkLst>
            <pc:docMk/>
            <pc:sldMk cId="3796562687" sldId="1111"/>
            <ac:spMk id="48" creationId="{7AC9D4D2-8A51-0691-B7FD-2CF101EC7F78}"/>
          </ac:spMkLst>
        </pc:spChg>
        <pc:graphicFrameChg chg="del">
          <ac:chgData name="Allison Mulshine" userId="S::allison.mulshine@collegiseducation.com::5f656d52-c555-4e5e-9a5b-18226766ffe3" providerId="AD" clId="Web-{A7A602FC-FD2B-A5F6-5FDC-317EC18AD522}" dt="2024-07-12T17:29:19.969" v="94"/>
          <ac:graphicFrameMkLst>
            <pc:docMk/>
            <pc:sldMk cId="3796562687" sldId="1111"/>
            <ac:graphicFrameMk id="15" creationId="{2726AFD9-5987-D578-4D72-18590006EE78}"/>
          </ac:graphicFrameMkLst>
        </pc:graphicFrameChg>
        <pc:graphicFrameChg chg="del">
          <ac:chgData name="Allison Mulshine" userId="S::allison.mulshine@collegiseducation.com::5f656d52-c555-4e5e-9a5b-18226766ffe3" providerId="AD" clId="Web-{A7A602FC-FD2B-A5F6-5FDC-317EC18AD522}" dt="2024-07-12T17:29:19.969" v="90"/>
          <ac:graphicFrameMkLst>
            <pc:docMk/>
            <pc:sldMk cId="3796562687" sldId="1111"/>
            <ac:graphicFrameMk id="19" creationId="{6E6BEC58-FF63-C35C-99CD-47A592CBDFE7}"/>
          </ac:graphicFrameMkLst>
        </pc:graphicFrameChg>
        <pc:picChg chg="add">
          <ac:chgData name="Allison Mulshine" userId="S::allison.mulshine@collegiseducation.com::5f656d52-c555-4e5e-9a5b-18226766ffe3" providerId="AD" clId="Web-{A7A602FC-FD2B-A5F6-5FDC-317EC18AD522}" dt="2024-07-12T17:29:20.594" v="98"/>
          <ac:picMkLst>
            <pc:docMk/>
            <pc:sldMk cId="3796562687" sldId="1111"/>
            <ac:picMk id="5" creationId="{9DC476A1-4B8F-BCC3-8487-DC917F61CA06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29:19.969" v="86"/>
          <ac:picMkLst>
            <pc:docMk/>
            <pc:sldMk cId="3796562687" sldId="1111"/>
            <ac:picMk id="1026" creationId="{C9419C8A-0D6F-D463-F905-6203B9584472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29:19.969" v="81"/>
          <ac:picMkLst>
            <pc:docMk/>
            <pc:sldMk cId="3796562687" sldId="1111"/>
            <ac:picMk id="1028" creationId="{BCA65775-EDAD-19B8-B1C7-D309BD91496F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29:19.969" v="80"/>
          <ac:picMkLst>
            <pc:docMk/>
            <pc:sldMk cId="3796562687" sldId="1111"/>
            <ac:picMk id="1030" creationId="{941B8B78-0EF3-193B-E2B4-32280512ACA6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29:19.969" v="73"/>
          <ac:picMkLst>
            <pc:docMk/>
            <pc:sldMk cId="3796562687" sldId="1111"/>
            <ac:picMk id="1032" creationId="{DB4CEFEB-73DC-7A6C-4801-1465283B7512}"/>
          </ac:picMkLst>
        </pc:picChg>
        <pc:cxnChg chg="del mod">
          <ac:chgData name="Allison Mulshine" userId="S::allison.mulshine@collegiseducation.com::5f656d52-c555-4e5e-9a5b-18226766ffe3" providerId="AD" clId="Web-{A7A602FC-FD2B-A5F6-5FDC-317EC18AD522}" dt="2024-07-12T17:29:19.969" v="89"/>
          <ac:cxnSpMkLst>
            <pc:docMk/>
            <pc:sldMk cId="3796562687" sldId="1111"/>
            <ac:cxnSpMk id="21" creationId="{F3A4DC82-E540-ADFB-9243-12882F57AA2E}"/>
          </ac:cxnSpMkLst>
        </pc:cxnChg>
        <pc:cxnChg chg="del mod">
          <ac:chgData name="Allison Mulshine" userId="S::allison.mulshine@collegiseducation.com::5f656d52-c555-4e5e-9a5b-18226766ffe3" providerId="AD" clId="Web-{A7A602FC-FD2B-A5F6-5FDC-317EC18AD522}" dt="2024-07-12T17:29:19.969" v="88"/>
          <ac:cxnSpMkLst>
            <pc:docMk/>
            <pc:sldMk cId="3796562687" sldId="1111"/>
            <ac:cxnSpMk id="26" creationId="{A310969A-380B-92EB-4343-58B223B031E3}"/>
          </ac:cxnSpMkLst>
        </pc:cxnChg>
        <pc:cxnChg chg="del mod">
          <ac:chgData name="Allison Mulshine" userId="S::allison.mulshine@collegiseducation.com::5f656d52-c555-4e5e-9a5b-18226766ffe3" providerId="AD" clId="Web-{A7A602FC-FD2B-A5F6-5FDC-317EC18AD522}" dt="2024-07-12T17:29:19.969" v="87"/>
          <ac:cxnSpMkLst>
            <pc:docMk/>
            <pc:sldMk cId="3796562687" sldId="1111"/>
            <ac:cxnSpMk id="30" creationId="{D00ABA8E-DF8E-B64E-829C-3B2453FA6B13}"/>
          </ac:cxnSpMkLst>
        </pc:cxnChg>
      </pc:sldChg>
      <pc:sldChg chg="addSp">
        <pc:chgData name="Allison Mulshine" userId="S::allison.mulshine@collegiseducation.com::5f656d52-c555-4e5e-9a5b-18226766ffe3" providerId="AD" clId="Web-{A7A602FC-FD2B-A5F6-5FDC-317EC18AD522}" dt="2024-07-12T17:29:26.203" v="99"/>
        <pc:sldMkLst>
          <pc:docMk/>
          <pc:sldMk cId="3074926521" sldId="1112"/>
        </pc:sldMkLst>
        <pc:picChg chg="add">
          <ac:chgData name="Allison Mulshine" userId="S::allison.mulshine@collegiseducation.com::5f656d52-c555-4e5e-9a5b-18226766ffe3" providerId="AD" clId="Web-{A7A602FC-FD2B-A5F6-5FDC-317EC18AD522}" dt="2024-07-12T17:29:26.203" v="99"/>
          <ac:picMkLst>
            <pc:docMk/>
            <pc:sldMk cId="3074926521" sldId="1112"/>
            <ac:picMk id="5" creationId="{DB082F07-3641-3338-A650-CADC1A3109FC}"/>
          </ac:picMkLst>
        </pc:picChg>
      </pc:sldChg>
      <pc:sldChg chg="addSp delSp modSp">
        <pc:chgData name="Allison Mulshine" userId="S::allison.mulshine@collegiseducation.com::5f656d52-c555-4e5e-9a5b-18226766ffe3" providerId="AD" clId="Web-{A7A602FC-FD2B-A5F6-5FDC-317EC18AD522}" dt="2024-07-12T17:31:44.318" v="169"/>
        <pc:sldMkLst>
          <pc:docMk/>
          <pc:sldMk cId="726609206" sldId="1113"/>
        </pc:sldMkLst>
        <pc:spChg chg="add del mod">
          <ac:chgData name="Allison Mulshine" userId="S::allison.mulshine@collegiseducation.com::5f656d52-c555-4e5e-9a5b-18226766ffe3" providerId="AD" clId="Web-{A7A602FC-FD2B-A5F6-5FDC-317EC18AD522}" dt="2024-07-12T17:31:38.521" v="168"/>
          <ac:spMkLst>
            <pc:docMk/>
            <pc:sldMk cId="726609206" sldId="1113"/>
            <ac:spMk id="4" creationId="{025E6B82-1408-6EF4-688C-E108109BF314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60"/>
          <ac:spMkLst>
            <pc:docMk/>
            <pc:sldMk cId="726609206" sldId="1113"/>
            <ac:spMk id="16" creationId="{797AEB21-3D1E-7B4A-B106-8890AB02E1B6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59"/>
          <ac:spMkLst>
            <pc:docMk/>
            <pc:sldMk cId="726609206" sldId="1113"/>
            <ac:spMk id="17" creationId="{179AEF7D-2891-FFBE-9B31-224A1BE91E89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58"/>
          <ac:spMkLst>
            <pc:docMk/>
            <pc:sldMk cId="726609206" sldId="1113"/>
            <ac:spMk id="18" creationId="{14584903-BAA5-C716-BD62-98AB6A5FD266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62"/>
          <ac:spMkLst>
            <pc:docMk/>
            <pc:sldMk cId="726609206" sldId="1113"/>
            <ac:spMk id="25" creationId="{DDA57AFA-FE97-CA8C-1C0C-BC55D37CC568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41"/>
          <ac:spMkLst>
            <pc:docMk/>
            <pc:sldMk cId="726609206" sldId="1113"/>
            <ac:spMk id="27" creationId="{4707902D-8036-E5D1-CBF6-1205EE3FD52B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63"/>
          <ac:spMkLst>
            <pc:docMk/>
            <pc:sldMk cId="726609206" sldId="1113"/>
            <ac:spMk id="33" creationId="{39A0EFE5-ECED-D6B0-1D39-43C3BC512F0C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54"/>
          <ac:spMkLst>
            <pc:docMk/>
            <pc:sldMk cId="726609206" sldId="1113"/>
            <ac:spMk id="35" creationId="{EDA06AC5-AF6A-D8AA-5BB6-E3E10CF6D188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53"/>
          <ac:spMkLst>
            <pc:docMk/>
            <pc:sldMk cId="726609206" sldId="1113"/>
            <ac:spMk id="36" creationId="{F9527AA8-1220-78E1-9DBF-8D8CAF937451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52"/>
          <ac:spMkLst>
            <pc:docMk/>
            <pc:sldMk cId="726609206" sldId="1113"/>
            <ac:spMk id="37" creationId="{B8E5CB8F-0EB9-880B-12A2-7BD7010E9D0B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64"/>
          <ac:spMkLst>
            <pc:docMk/>
            <pc:sldMk cId="726609206" sldId="1113"/>
            <ac:spMk id="38" creationId="{8F3A0826-0C9D-1571-375B-5B1CC4ED8E9A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51"/>
          <ac:spMkLst>
            <pc:docMk/>
            <pc:sldMk cId="726609206" sldId="1113"/>
            <ac:spMk id="39" creationId="{43610740-53B6-7EA7-06B0-FE71B7B5D120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48"/>
          <ac:spMkLst>
            <pc:docMk/>
            <pc:sldMk cId="726609206" sldId="1113"/>
            <ac:spMk id="43" creationId="{C4B482FD-1BB4-EFE3-10DC-80D3F665DDAF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47"/>
          <ac:spMkLst>
            <pc:docMk/>
            <pc:sldMk cId="726609206" sldId="1113"/>
            <ac:spMk id="44" creationId="{E45E2CA5-19E5-73F7-0E70-CD62034E02CC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46"/>
          <ac:spMkLst>
            <pc:docMk/>
            <pc:sldMk cId="726609206" sldId="1113"/>
            <ac:spMk id="45" creationId="{C07A7AD0-CD0A-E531-F919-4D641FF29E15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44"/>
          <ac:spMkLst>
            <pc:docMk/>
            <pc:sldMk cId="726609206" sldId="1113"/>
            <ac:spMk id="48" creationId="{7AC9D4D2-8A51-0691-B7FD-2CF101EC7F78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39"/>
          <ac:spMkLst>
            <pc:docMk/>
            <pc:sldMk cId="726609206" sldId="1113"/>
            <ac:spMk id="1033" creationId="{BA0D587F-E612-F63A-B4FF-57974C885FFA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1:34.833" v="138"/>
          <ac:spMkLst>
            <pc:docMk/>
            <pc:sldMk cId="726609206" sldId="1113"/>
            <ac:spMk id="1034" creationId="{EBE35768-11E2-A36D-679E-70BEE027CE1C}"/>
          </ac:spMkLst>
        </pc:spChg>
        <pc:graphicFrameChg chg="del">
          <ac:chgData name="Allison Mulshine" userId="S::allison.mulshine@collegiseducation.com::5f656d52-c555-4e5e-9a5b-18226766ffe3" providerId="AD" clId="Web-{A7A602FC-FD2B-A5F6-5FDC-317EC18AD522}" dt="2024-07-12T17:31:34.833" v="161"/>
          <ac:graphicFrameMkLst>
            <pc:docMk/>
            <pc:sldMk cId="726609206" sldId="1113"/>
            <ac:graphicFrameMk id="15" creationId="{2726AFD9-5987-D578-4D72-18590006EE78}"/>
          </ac:graphicFrameMkLst>
        </pc:graphicFrameChg>
        <pc:graphicFrameChg chg="del">
          <ac:chgData name="Allison Mulshine" userId="S::allison.mulshine@collegiseducation.com::5f656d52-c555-4e5e-9a5b-18226766ffe3" providerId="AD" clId="Web-{A7A602FC-FD2B-A5F6-5FDC-317EC18AD522}" dt="2024-07-12T17:31:34.833" v="157"/>
          <ac:graphicFrameMkLst>
            <pc:docMk/>
            <pc:sldMk cId="726609206" sldId="1113"/>
            <ac:graphicFrameMk id="19" creationId="{6E6BEC58-FF63-C35C-99CD-47A592CBDFE7}"/>
          </ac:graphicFrameMkLst>
        </pc:graphicFrameChg>
        <pc:graphicFrameChg chg="del">
          <ac:chgData name="Allison Mulshine" userId="S::allison.mulshine@collegiseducation.com::5f656d52-c555-4e5e-9a5b-18226766ffe3" providerId="AD" clId="Web-{A7A602FC-FD2B-A5F6-5FDC-317EC18AD522}" dt="2024-07-12T17:31:34.833" v="140"/>
          <ac:graphicFrameMkLst>
            <pc:docMk/>
            <pc:sldMk cId="726609206" sldId="1113"/>
            <ac:graphicFrameMk id="29" creationId="{2EE159BA-7D6D-C07C-518A-9108225C93D2}"/>
          </ac:graphicFrameMkLst>
        </pc:graphicFrameChg>
        <pc:picChg chg="add">
          <ac:chgData name="Allison Mulshine" userId="S::allison.mulshine@collegiseducation.com::5f656d52-c555-4e5e-9a5b-18226766ffe3" providerId="AD" clId="Web-{A7A602FC-FD2B-A5F6-5FDC-317EC18AD522}" dt="2024-07-12T17:31:44.318" v="169"/>
          <ac:picMkLst>
            <pc:docMk/>
            <pc:sldMk cId="726609206" sldId="1113"/>
            <ac:picMk id="6" creationId="{A1BCB451-4FF8-65DC-23F5-7277E434CA3D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31:34.833" v="155"/>
          <ac:picMkLst>
            <pc:docMk/>
            <pc:sldMk cId="726609206" sldId="1113"/>
            <ac:picMk id="1026" creationId="{C9419C8A-0D6F-D463-F905-6203B9584472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31:34.833" v="150"/>
          <ac:picMkLst>
            <pc:docMk/>
            <pc:sldMk cId="726609206" sldId="1113"/>
            <ac:picMk id="1028" creationId="{BCA65775-EDAD-19B8-B1C7-D309BD91496F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31:34.833" v="149"/>
          <ac:picMkLst>
            <pc:docMk/>
            <pc:sldMk cId="726609206" sldId="1113"/>
            <ac:picMk id="1030" creationId="{941B8B78-0EF3-193B-E2B4-32280512ACA6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31:34.833" v="145"/>
          <ac:picMkLst>
            <pc:docMk/>
            <pc:sldMk cId="726609206" sldId="1113"/>
            <ac:picMk id="1032" creationId="{DB4CEFEB-73DC-7A6C-4801-1465283B7512}"/>
          </ac:picMkLst>
        </pc:picChg>
        <pc:cxnChg chg="del mod">
          <ac:chgData name="Allison Mulshine" userId="S::allison.mulshine@collegiseducation.com::5f656d52-c555-4e5e-9a5b-18226766ffe3" providerId="AD" clId="Web-{A7A602FC-FD2B-A5F6-5FDC-317EC18AD522}" dt="2024-07-12T17:31:34.833" v="143"/>
          <ac:cxnSpMkLst>
            <pc:docMk/>
            <pc:sldMk cId="726609206" sldId="1113"/>
            <ac:cxnSpMk id="11" creationId="{9C6FC048-E210-EF9B-29C3-D5188A2EA4AA}"/>
          </ac:cxnSpMkLst>
        </pc:cxnChg>
        <pc:cxnChg chg="del mod">
          <ac:chgData name="Allison Mulshine" userId="S::allison.mulshine@collegiseducation.com::5f656d52-c555-4e5e-9a5b-18226766ffe3" providerId="AD" clId="Web-{A7A602FC-FD2B-A5F6-5FDC-317EC18AD522}" dt="2024-07-12T17:31:34.833" v="142"/>
          <ac:cxnSpMkLst>
            <pc:docMk/>
            <pc:sldMk cId="726609206" sldId="1113"/>
            <ac:cxnSpMk id="22" creationId="{622D59A6-A1DF-FA19-5B45-E35BCA0E1C76}"/>
          </ac:cxnSpMkLst>
        </pc:cxnChg>
        <pc:cxnChg chg="del mod">
          <ac:chgData name="Allison Mulshine" userId="S::allison.mulshine@collegiseducation.com::5f656d52-c555-4e5e-9a5b-18226766ffe3" providerId="AD" clId="Web-{A7A602FC-FD2B-A5F6-5FDC-317EC18AD522}" dt="2024-07-12T17:31:34.833" v="156"/>
          <ac:cxnSpMkLst>
            <pc:docMk/>
            <pc:sldMk cId="726609206" sldId="1113"/>
            <ac:cxnSpMk id="30" creationId="{D00ABA8E-DF8E-B64E-829C-3B2453FA6B13}"/>
          </ac:cxnSpMkLst>
        </pc:cxnChg>
      </pc:sldChg>
      <pc:sldChg chg="addSp delSp modSp">
        <pc:chgData name="Allison Mulshine" userId="S::allison.mulshine@collegiseducation.com::5f656d52-c555-4e5e-9a5b-18226766ffe3" providerId="AD" clId="Web-{A7A602FC-FD2B-A5F6-5FDC-317EC18AD522}" dt="2024-07-12T17:30:57.847" v="137"/>
        <pc:sldMkLst>
          <pc:docMk/>
          <pc:sldMk cId="3748978161" sldId="1114"/>
        </pc:sldMkLst>
        <pc:spChg chg="del">
          <ac:chgData name="Allison Mulshine" userId="S::allison.mulshine@collegiseducation.com::5f656d52-c555-4e5e-9a5b-18226766ffe3" providerId="AD" clId="Web-{A7A602FC-FD2B-A5F6-5FDC-317EC18AD522}" dt="2024-07-12T17:30:30.487" v="124"/>
          <ac:spMkLst>
            <pc:docMk/>
            <pc:sldMk cId="3748978161" sldId="1114"/>
            <ac:spMk id="16" creationId="{797AEB21-3D1E-7B4A-B106-8890AB02E1B6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23"/>
          <ac:spMkLst>
            <pc:docMk/>
            <pc:sldMk cId="3748978161" sldId="1114"/>
            <ac:spMk id="17" creationId="{179AEF7D-2891-FFBE-9B31-224A1BE91E89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22"/>
          <ac:spMkLst>
            <pc:docMk/>
            <pc:sldMk cId="3748978161" sldId="1114"/>
            <ac:spMk id="18" creationId="{14584903-BAA5-C716-BD62-98AB6A5FD266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26"/>
          <ac:spMkLst>
            <pc:docMk/>
            <pc:sldMk cId="3748978161" sldId="1114"/>
            <ac:spMk id="25" creationId="{DDA57AFA-FE97-CA8C-1C0C-BC55D37CC568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05"/>
          <ac:spMkLst>
            <pc:docMk/>
            <pc:sldMk cId="3748978161" sldId="1114"/>
            <ac:spMk id="27" creationId="{4707902D-8036-E5D1-CBF6-1205EE3FD52B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27"/>
          <ac:spMkLst>
            <pc:docMk/>
            <pc:sldMk cId="3748978161" sldId="1114"/>
            <ac:spMk id="33" creationId="{39A0EFE5-ECED-D6B0-1D39-43C3BC512F0C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18"/>
          <ac:spMkLst>
            <pc:docMk/>
            <pc:sldMk cId="3748978161" sldId="1114"/>
            <ac:spMk id="35" creationId="{EDA06AC5-AF6A-D8AA-5BB6-E3E10CF6D188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17"/>
          <ac:spMkLst>
            <pc:docMk/>
            <pc:sldMk cId="3748978161" sldId="1114"/>
            <ac:spMk id="36" creationId="{F9527AA8-1220-78E1-9DBF-8D8CAF937451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16"/>
          <ac:spMkLst>
            <pc:docMk/>
            <pc:sldMk cId="3748978161" sldId="1114"/>
            <ac:spMk id="37" creationId="{B8E5CB8F-0EB9-880B-12A2-7BD7010E9D0B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28"/>
          <ac:spMkLst>
            <pc:docMk/>
            <pc:sldMk cId="3748978161" sldId="1114"/>
            <ac:spMk id="38" creationId="{8F3A0826-0C9D-1571-375B-5B1CC4ED8E9A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15"/>
          <ac:spMkLst>
            <pc:docMk/>
            <pc:sldMk cId="3748978161" sldId="1114"/>
            <ac:spMk id="39" creationId="{43610740-53B6-7EA7-06B0-FE71B7B5D120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12"/>
          <ac:spMkLst>
            <pc:docMk/>
            <pc:sldMk cId="3748978161" sldId="1114"/>
            <ac:spMk id="43" creationId="{C4B482FD-1BB4-EFE3-10DC-80D3F665DDAF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11"/>
          <ac:spMkLst>
            <pc:docMk/>
            <pc:sldMk cId="3748978161" sldId="1114"/>
            <ac:spMk id="44" creationId="{E45E2CA5-19E5-73F7-0E70-CD62034E02CC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10"/>
          <ac:spMkLst>
            <pc:docMk/>
            <pc:sldMk cId="3748978161" sldId="1114"/>
            <ac:spMk id="45" creationId="{C07A7AD0-CD0A-E531-F919-4D641FF29E15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08"/>
          <ac:spMkLst>
            <pc:docMk/>
            <pc:sldMk cId="3748978161" sldId="1114"/>
            <ac:spMk id="48" creationId="{7AC9D4D2-8A51-0691-B7FD-2CF101EC7F78}"/>
          </ac:spMkLst>
        </pc:spChg>
        <pc:spChg chg="del">
          <ac:chgData name="Allison Mulshine" userId="S::allison.mulshine@collegiseducation.com::5f656d52-c555-4e5e-9a5b-18226766ffe3" providerId="AD" clId="Web-{A7A602FC-FD2B-A5F6-5FDC-317EC18AD522}" dt="2024-07-12T17:30:30.487" v="104"/>
          <ac:spMkLst>
            <pc:docMk/>
            <pc:sldMk cId="3748978161" sldId="1114"/>
            <ac:spMk id="1033" creationId="{BA0D587F-E612-F63A-B4FF-57974C885FFA}"/>
          </ac:spMkLst>
        </pc:spChg>
        <pc:spChg chg="del mod">
          <ac:chgData name="Allison Mulshine" userId="S::allison.mulshine@collegiseducation.com::5f656d52-c555-4e5e-9a5b-18226766ffe3" providerId="AD" clId="Web-{A7A602FC-FD2B-A5F6-5FDC-317EC18AD522}" dt="2024-07-12T17:30:39.347" v="132"/>
          <ac:spMkLst>
            <pc:docMk/>
            <pc:sldMk cId="3748978161" sldId="1114"/>
            <ac:spMk id="1034" creationId="{EBE35768-11E2-A36D-679E-70BEE027CE1C}"/>
          </ac:spMkLst>
        </pc:spChg>
        <pc:graphicFrameChg chg="del">
          <ac:chgData name="Allison Mulshine" userId="S::allison.mulshine@collegiseducation.com::5f656d52-c555-4e5e-9a5b-18226766ffe3" providerId="AD" clId="Web-{A7A602FC-FD2B-A5F6-5FDC-317EC18AD522}" dt="2024-07-12T17:30:30.487" v="103"/>
          <ac:graphicFrameMkLst>
            <pc:docMk/>
            <pc:sldMk cId="3748978161" sldId="1114"/>
            <ac:graphicFrameMk id="4" creationId="{D176CF39-DF9F-9D7D-9D9A-6C220BD66E6F}"/>
          </ac:graphicFrameMkLst>
        </pc:graphicFrameChg>
        <pc:graphicFrameChg chg="del">
          <ac:chgData name="Allison Mulshine" userId="S::allison.mulshine@collegiseducation.com::5f656d52-c555-4e5e-9a5b-18226766ffe3" providerId="AD" clId="Web-{A7A602FC-FD2B-A5F6-5FDC-317EC18AD522}" dt="2024-07-12T17:30:30.487" v="125"/>
          <ac:graphicFrameMkLst>
            <pc:docMk/>
            <pc:sldMk cId="3748978161" sldId="1114"/>
            <ac:graphicFrameMk id="15" creationId="{2726AFD9-5987-D578-4D72-18590006EE78}"/>
          </ac:graphicFrameMkLst>
        </pc:graphicFrameChg>
        <pc:graphicFrameChg chg="del">
          <ac:chgData name="Allison Mulshine" userId="S::allison.mulshine@collegiseducation.com::5f656d52-c555-4e5e-9a5b-18226766ffe3" providerId="AD" clId="Web-{A7A602FC-FD2B-A5F6-5FDC-317EC18AD522}" dt="2024-07-12T17:30:30.487" v="121"/>
          <ac:graphicFrameMkLst>
            <pc:docMk/>
            <pc:sldMk cId="3748978161" sldId="1114"/>
            <ac:graphicFrameMk id="19" creationId="{6E6BEC58-FF63-C35C-99CD-47A592CBDFE7}"/>
          </ac:graphicFrameMkLst>
        </pc:graphicFrameChg>
        <pc:picChg chg="add del mod">
          <ac:chgData name="Allison Mulshine" userId="S::allison.mulshine@collegiseducation.com::5f656d52-c555-4e5e-9a5b-18226766ffe3" providerId="AD" clId="Web-{A7A602FC-FD2B-A5F6-5FDC-317EC18AD522}" dt="2024-07-12T17:30:30.487" v="102"/>
          <ac:picMkLst>
            <pc:docMk/>
            <pc:sldMk cId="3748978161" sldId="1114"/>
            <ac:picMk id="6" creationId="{CEAB3F81-3EE9-891A-3791-A8F16FAAC3B6}"/>
          </ac:picMkLst>
        </pc:picChg>
        <pc:picChg chg="add mod">
          <ac:chgData name="Allison Mulshine" userId="S::allison.mulshine@collegiseducation.com::5f656d52-c555-4e5e-9a5b-18226766ffe3" providerId="AD" clId="Web-{A7A602FC-FD2B-A5F6-5FDC-317EC18AD522}" dt="2024-07-12T17:30:57.847" v="137"/>
          <ac:picMkLst>
            <pc:docMk/>
            <pc:sldMk cId="3748978161" sldId="1114"/>
            <ac:picMk id="7" creationId="{F631623A-7314-B648-9145-29B506E9B8F3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30:30.487" v="119"/>
          <ac:picMkLst>
            <pc:docMk/>
            <pc:sldMk cId="3748978161" sldId="1114"/>
            <ac:picMk id="1026" creationId="{C9419C8A-0D6F-D463-F905-6203B9584472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30:30.487" v="114"/>
          <ac:picMkLst>
            <pc:docMk/>
            <pc:sldMk cId="3748978161" sldId="1114"/>
            <ac:picMk id="1028" creationId="{BCA65775-EDAD-19B8-B1C7-D309BD91496F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30:30.487" v="113"/>
          <ac:picMkLst>
            <pc:docMk/>
            <pc:sldMk cId="3748978161" sldId="1114"/>
            <ac:picMk id="1030" creationId="{941B8B78-0EF3-193B-E2B4-32280512ACA6}"/>
          </ac:picMkLst>
        </pc:picChg>
        <pc:picChg chg="del">
          <ac:chgData name="Allison Mulshine" userId="S::allison.mulshine@collegiseducation.com::5f656d52-c555-4e5e-9a5b-18226766ffe3" providerId="AD" clId="Web-{A7A602FC-FD2B-A5F6-5FDC-317EC18AD522}" dt="2024-07-12T17:30:30.487" v="109"/>
          <ac:picMkLst>
            <pc:docMk/>
            <pc:sldMk cId="3748978161" sldId="1114"/>
            <ac:picMk id="1032" creationId="{DB4CEFEB-73DC-7A6C-4801-1465283B7512}"/>
          </ac:picMkLst>
        </pc:picChg>
        <pc:cxnChg chg="del mod">
          <ac:chgData name="Allison Mulshine" userId="S::allison.mulshine@collegiseducation.com::5f656d52-c555-4e5e-9a5b-18226766ffe3" providerId="AD" clId="Web-{A7A602FC-FD2B-A5F6-5FDC-317EC18AD522}" dt="2024-07-12T17:30:30.487" v="107"/>
          <ac:cxnSpMkLst>
            <pc:docMk/>
            <pc:sldMk cId="3748978161" sldId="1114"/>
            <ac:cxnSpMk id="11" creationId="{9C6FC048-E210-EF9B-29C3-D5188A2EA4AA}"/>
          </ac:cxnSpMkLst>
        </pc:cxnChg>
        <pc:cxnChg chg="del mod">
          <ac:chgData name="Allison Mulshine" userId="S::allison.mulshine@collegiseducation.com::5f656d52-c555-4e5e-9a5b-18226766ffe3" providerId="AD" clId="Web-{A7A602FC-FD2B-A5F6-5FDC-317EC18AD522}" dt="2024-07-12T17:30:30.487" v="106"/>
          <ac:cxnSpMkLst>
            <pc:docMk/>
            <pc:sldMk cId="3748978161" sldId="1114"/>
            <ac:cxnSpMk id="22" creationId="{622D59A6-A1DF-FA19-5B45-E35BCA0E1C76}"/>
          </ac:cxnSpMkLst>
        </pc:cxnChg>
        <pc:cxnChg chg="del mod">
          <ac:chgData name="Allison Mulshine" userId="S::allison.mulshine@collegiseducation.com::5f656d52-c555-4e5e-9a5b-18226766ffe3" providerId="AD" clId="Web-{A7A602FC-FD2B-A5F6-5FDC-317EC18AD522}" dt="2024-07-12T17:30:30.487" v="120"/>
          <ac:cxnSpMkLst>
            <pc:docMk/>
            <pc:sldMk cId="3748978161" sldId="1114"/>
            <ac:cxnSpMk id="30" creationId="{D00ABA8E-DF8E-B64E-829C-3B2453FA6B13}"/>
          </ac:cxnSpMkLst>
        </pc:cxnChg>
      </pc:sldChg>
      <pc:sldChg chg="modSp">
        <pc:chgData name="Allison Mulshine" userId="S::allison.mulshine@collegiseducation.com::5f656d52-c555-4e5e-9a5b-18226766ffe3" providerId="AD" clId="Web-{A7A602FC-FD2B-A5F6-5FDC-317EC18AD522}" dt="2024-07-12T17:33:19.524" v="172"/>
        <pc:sldMkLst>
          <pc:docMk/>
          <pc:sldMk cId="3027541821" sldId="1124"/>
        </pc:sldMkLst>
        <pc:picChg chg="mod">
          <ac:chgData name="Allison Mulshine" userId="S::allison.mulshine@collegiseducation.com::5f656d52-c555-4e5e-9a5b-18226766ffe3" providerId="AD" clId="Web-{A7A602FC-FD2B-A5F6-5FDC-317EC18AD522}" dt="2024-07-12T17:33:19.524" v="172"/>
          <ac:picMkLst>
            <pc:docMk/>
            <pc:sldMk cId="3027541821" sldId="1124"/>
            <ac:picMk id="43" creationId="{3CE0049B-B76B-4ECF-F461-B28223A1AE7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7/12/2024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7/12/2024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71500"/>
            <a:ext cx="16459200" cy="1485900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75EC7-9AFA-49AB-8FDF-A0609DDEEC05}" type="datetimeFigureOut">
              <a:rPr lang="en-US" smtClean="0"/>
              <a:t>7/12/2024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03BC-FD28-4C71-9C87-2981572925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43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  <p:sldLayoutId id="2147483690" r:id="rId5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5842" y="2900595"/>
            <a:ext cx="12996316" cy="2587300"/>
          </a:xfrm>
        </p:spPr>
        <p:txBody>
          <a:bodyPr/>
          <a:lstStyle/>
          <a:p>
            <a:r>
              <a:rPr lang="en-US" dirty="0"/>
              <a:t>Module 6: Lesson 2</a:t>
            </a:r>
            <a:br>
              <a:rPr lang="en-US" dirty="0"/>
            </a:br>
            <a:r>
              <a:rPr lang="en-US" sz="6000" dirty="0"/>
              <a:t>Stream Ingestion and Processing</a:t>
            </a:r>
            <a:br>
              <a:rPr lang="en-US" sz="6000" dirty="0"/>
            </a:br>
            <a:r>
              <a:rPr lang="en-US" sz="6000" dirty="0"/>
              <a:t>Part 2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7340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31E0-C577-073B-A472-3DEAE449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Structured 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EA7B2-F2AF-22AC-99B7-E4E227188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2500"/>
              </a:spcBef>
            </a:pPr>
            <a:r>
              <a:rPr lang="en-US" sz="3600" b="0" i="0" dirty="0">
                <a:solidFill>
                  <a:srgbClr val="1D1F22"/>
                </a:solidFill>
                <a:effectLst/>
                <a:latin typeface="-apple-system"/>
              </a:rPr>
              <a:t>Structured Streaming is a scalable and fault-tolerant stream processing engine built on the Spark SQL engine</a:t>
            </a:r>
          </a:p>
          <a:p>
            <a:pPr>
              <a:spcBef>
                <a:spcPts val="2500"/>
              </a:spcBef>
            </a:pPr>
            <a:r>
              <a:rPr lang="en-US" sz="3600" b="0" i="0" dirty="0">
                <a:solidFill>
                  <a:srgbClr val="1D1F22"/>
                </a:solidFill>
                <a:effectLst/>
                <a:latin typeface="-apple-system"/>
              </a:rPr>
              <a:t>You can express your streaming computation the same way you would express a batch computation on static data</a:t>
            </a:r>
          </a:p>
          <a:p>
            <a:pPr>
              <a:spcBef>
                <a:spcPts val="2500"/>
              </a:spcBef>
            </a:pPr>
            <a:r>
              <a:rPr lang="en-US" sz="3600" b="0" i="0" dirty="0">
                <a:solidFill>
                  <a:srgbClr val="1D1F22"/>
                </a:solidFill>
                <a:effectLst/>
                <a:latin typeface="-apple-system"/>
              </a:rPr>
              <a:t>The Spark SQL engine will take care of running it incrementally and continuously and updating the final result as streaming data continues to arrive</a:t>
            </a:r>
          </a:p>
          <a:p>
            <a:pPr>
              <a:spcBef>
                <a:spcPts val="2500"/>
              </a:spcBef>
            </a:pPr>
            <a:r>
              <a:rPr lang="en-US" sz="3600" b="0" i="0" dirty="0">
                <a:solidFill>
                  <a:srgbClr val="1D1F22"/>
                </a:solidFill>
                <a:effectLst/>
                <a:latin typeface="-apple-system"/>
              </a:rPr>
              <a:t>You can use the Dataset or DataFrame APIs in Scala, Java, Python or R to express streaming aggregations, event-time windows, stream-to-batch joins, etc.</a:t>
            </a:r>
          </a:p>
          <a:p>
            <a:pPr>
              <a:spcBef>
                <a:spcPts val="2500"/>
              </a:spcBef>
            </a:pPr>
            <a:r>
              <a:rPr lang="en-US" sz="3600" dirty="0">
                <a:solidFill>
                  <a:srgbClr val="1D1F22"/>
                </a:solidFill>
                <a:latin typeface="-apple-system"/>
              </a:rPr>
              <a:t>T</a:t>
            </a:r>
            <a:r>
              <a:rPr lang="en-US" sz="3600" b="0" i="0" dirty="0">
                <a:solidFill>
                  <a:srgbClr val="1D1F22"/>
                </a:solidFill>
                <a:effectLst/>
                <a:latin typeface="-apple-system"/>
              </a:rPr>
              <a:t>he system ensures end-to-end exactly-once fault-tolerance guarantees through checkpointing and Write-Ahead Logs</a:t>
            </a:r>
          </a:p>
          <a:p>
            <a:pPr>
              <a:spcBef>
                <a:spcPts val="2500"/>
              </a:spcBef>
            </a:pPr>
            <a:r>
              <a:rPr lang="en-US" sz="3600" b="0" i="0" dirty="0">
                <a:solidFill>
                  <a:srgbClr val="1D1F22"/>
                </a:solidFill>
                <a:effectLst/>
                <a:latin typeface="-apple-system"/>
              </a:rPr>
              <a:t>In short, </a:t>
            </a:r>
            <a:r>
              <a:rPr lang="en-US" sz="3600" b="0" i="1" dirty="0">
                <a:solidFill>
                  <a:srgbClr val="1D1F22"/>
                </a:solidFill>
                <a:effectLst/>
                <a:latin typeface="-apple-system"/>
              </a:rPr>
              <a:t>Structured Streaming provides fast, scalable, fault-tolerant, end-to-end exactly-once stream processing without the user having to reason about streaming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90949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F1AD-FFFB-EF86-93F2-5AE30581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Structured Streaming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CFED96-8755-DF52-A9ED-3D769DF069A4}"/>
              </a:ext>
            </a:extLst>
          </p:cNvPr>
          <p:cNvSpPr txBox="1"/>
          <p:nvPr/>
        </p:nvSpPr>
        <p:spPr>
          <a:xfrm>
            <a:off x="1461053" y="4140072"/>
            <a:ext cx="13487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ED541B"/>
                </a:solidFill>
                <a:latin typeface="Helvetica" pitchFamily="2" charset="0"/>
              </a:rPr>
              <a:t>You</a:t>
            </a:r>
          </a:p>
          <a:p>
            <a:pPr algn="ctr"/>
            <a:r>
              <a:rPr lang="en-US" sz="3200" dirty="0">
                <a:solidFill>
                  <a:srgbClr val="ED541B"/>
                </a:solidFill>
                <a:latin typeface="Helvetica" pitchFamily="2" charset="0"/>
              </a:rPr>
              <a:t>should not have to</a:t>
            </a:r>
          </a:p>
          <a:p>
            <a:pPr algn="ctr"/>
            <a:r>
              <a:rPr lang="en-US" sz="3200" dirty="0">
                <a:solidFill>
                  <a:srgbClr val="ED541B"/>
                </a:solidFill>
                <a:latin typeface="Helvetica" pitchFamily="2" charset="0"/>
              </a:rPr>
              <a:t>reason about streaming</a:t>
            </a:r>
          </a:p>
          <a:p>
            <a:pPr algn="ctr"/>
            <a:endParaRPr lang="en-US" sz="3200" dirty="0">
              <a:solidFill>
                <a:srgbClr val="ED541B"/>
              </a:solidFill>
              <a:latin typeface="Helvetica" pitchFamily="2" charset="0"/>
            </a:endParaRPr>
          </a:p>
          <a:p>
            <a:pPr algn="ctr"/>
            <a:r>
              <a:rPr lang="en-US" sz="3200" dirty="0">
                <a:solidFill>
                  <a:srgbClr val="1AA856"/>
                </a:solidFill>
                <a:latin typeface="Helvetica" pitchFamily="2" charset="0"/>
              </a:rPr>
              <a:t>You should write simple </a:t>
            </a:r>
          </a:p>
          <a:p>
            <a:pPr algn="ctr"/>
            <a:r>
              <a:rPr lang="en-US" sz="3200" dirty="0">
                <a:solidFill>
                  <a:srgbClr val="1AA856"/>
                </a:solidFill>
                <a:latin typeface="Helvetica" pitchFamily="2" charset="0"/>
              </a:rPr>
              <a:t>queries or transformations</a:t>
            </a:r>
          </a:p>
          <a:p>
            <a:pPr algn="ctr"/>
            <a:endParaRPr lang="en-US" sz="3200" dirty="0">
              <a:solidFill>
                <a:srgbClr val="1AA856"/>
              </a:solidFill>
              <a:latin typeface="Helvetica" pitchFamily="2" charset="0"/>
            </a:endParaRPr>
          </a:p>
          <a:p>
            <a:pPr algn="ctr"/>
            <a:r>
              <a:rPr lang="en-US" sz="3200" dirty="0">
                <a:solidFill>
                  <a:srgbClr val="818181"/>
                </a:solidFill>
                <a:latin typeface="Helvetica" pitchFamily="2" charset="0"/>
              </a:rPr>
              <a:t>And </a:t>
            </a:r>
            <a:r>
              <a:rPr lang="en-US" sz="3200" dirty="0">
                <a:solidFill>
                  <a:srgbClr val="1EA4B6"/>
                </a:solidFill>
                <a:latin typeface="Helvetica" pitchFamily="2" charset="0"/>
              </a:rPr>
              <a:t>Spark</a:t>
            </a:r>
          </a:p>
          <a:p>
            <a:pPr algn="ctr"/>
            <a:r>
              <a:rPr lang="en-US" sz="3200" dirty="0">
                <a:solidFill>
                  <a:srgbClr val="1EA4B6"/>
                </a:solidFill>
                <a:latin typeface="Helvetica" pitchFamily="2" charset="0"/>
              </a:rPr>
              <a:t>should continuously update the</a:t>
            </a:r>
          </a:p>
          <a:p>
            <a:pPr algn="ctr"/>
            <a:r>
              <a:rPr lang="en-US" sz="3200" dirty="0">
                <a:solidFill>
                  <a:srgbClr val="1EA4B6"/>
                </a:solidFill>
                <a:latin typeface="Helvetica" pitchFamily="2" charset="0"/>
              </a:rPr>
              <a:t>answer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69367F-415C-3624-E110-F6F00AE69B4D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Spark Structured Streaming was designed with one core philosophy—for developers, writing stream processing pipelines should be as easy as writing batch pipelines.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77021F-522F-9219-E7DF-F90D86A46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32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3E432-CE86-0E4E-B51B-B289F6C1C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200" dirty="0"/>
              <a:t>The Programming Model of Structured Streaming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D1509-EA21-9C4F-B68D-D609DA3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1DB0DA-D966-CE46-B0B8-A845B9E41C9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 descr="The image is a diagram illustrating how a data stream is converted into an unbounded table. Here is an alt text description:&#10;&#10;&quot;A diagram showing the process of converting a data stream into an unbounded table:&#10;&#10;On the left, a 'Data stream' is depicted with multiple lines representing incoming data.&#10;An arrow points from the data stream to an 'Unbounded Table' on the right.&#10;The unbounded table consists of rows and columns, where new records in the data stream are appended as new rows.&#10;Below the unbounded table, another label reads 'Data stream as an unbound input table,' emphasizing the continuous nature of data input.&#10;Text on the right side explains: 'New records in the data stream = New rows appended to an unbounded Table.'&#10;This visual representation highlights the dynamic and ongoing nature of data streams being continuously appended to a table, ensuring that new data is constantly integrated into the system.">
            <a:extLst>
              <a:ext uri="{FF2B5EF4-FFF2-40B4-BE49-F238E27FC236}">
                <a16:creationId xmlns:a16="http://schemas.microsoft.com/office/drawing/2014/main" id="{668B62E9-69A4-0741-AF43-109FA1061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760" y="2385652"/>
            <a:ext cx="9763326" cy="44174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3DDCE6-2500-C685-4495-A5C24706277D}"/>
              </a:ext>
            </a:extLst>
          </p:cNvPr>
          <p:cNvSpPr/>
          <p:nvPr/>
        </p:nvSpPr>
        <p:spPr>
          <a:xfrm>
            <a:off x="608914" y="2324100"/>
            <a:ext cx="677662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chemeClr val="bg2"/>
                </a:solidFill>
              </a:rPr>
              <a:t>“Table” is a well-known concept that developers are familiar with when building batch applications.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5E76E-061D-7100-4960-12FF8104C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608915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C8ABAB-2632-E2FF-959C-A1187977CDD7}"/>
              </a:ext>
            </a:extLst>
          </p:cNvPr>
          <p:cNvSpPr/>
          <p:nvPr/>
        </p:nvSpPr>
        <p:spPr>
          <a:xfrm>
            <a:off x="608914" y="3895725"/>
            <a:ext cx="6776623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Structured Streaming extends this concept to streaming applications by treating a stream as an unbounded, continuously appended 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30CE0-12C7-4AD9-289B-6CF064CF4591}"/>
              </a:ext>
            </a:extLst>
          </p:cNvPr>
          <p:cNvSpPr/>
          <p:nvPr/>
        </p:nvSpPr>
        <p:spPr>
          <a:xfrm>
            <a:off x="608914" y="5467350"/>
            <a:ext cx="6776624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</a:rPr>
              <a:t>Every new record received in the data stream is like a new row being appended to the unbounded input table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0CB156-6E03-E1D9-883B-9A6B8273E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608915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2F0977-7C4D-CBEA-10FE-883463BF7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609896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586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C2099-6072-2854-0586-099939B38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The Programming Model of Structured Streaming</a:t>
            </a:r>
            <a:endParaRPr lang="en-US" dirty="0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D0F4C017-B0FD-636E-42AF-313CBC0BB2C0}"/>
              </a:ext>
            </a:extLst>
          </p:cNvPr>
          <p:cNvSpPr txBox="1">
            <a:spLocks/>
          </p:cNvSpPr>
          <p:nvPr/>
        </p:nvSpPr>
        <p:spPr>
          <a:xfrm>
            <a:off x="1105362" y="7797473"/>
            <a:ext cx="15773400" cy="13578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Spark Structured Streaming represents a stream of data as a table that is unbounded in depth, that is, the table continues to grow as new data arrives. </a:t>
            </a:r>
          </a:p>
          <a:p>
            <a:pPr marL="342900" marR="0" lvl="0" indent="-34290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diagram illustrating the flow of time and the corresponding recording of data points over time:&#10;&#10;- The top section shows a timeline labeled 'Flow of Time' with an arrow pointing from 'Earlier Time' to 'Later Time'.&#10;- Three data points are shown along this timeline:&#10;  - At '1:00', the data is {Time: 1:00, DevID: 1, Temp: 98}.&#10;  - At '1:10', the data is {Time: 1:10, DevID: 2, Temp: 92}.&#10;  - At '1:20', the data is {Time: 1:20, DevID: 1, Temp: 97}.&#10;- Below each data point, a table is shown to illustrate the state of recorded data at that moment:&#10;  - At '1:00', the table has one row: Time: 1:00, DevID: 1, Temp: 98.&#10;  - At '1:10', the table has two rows: Time: 1:00, DevID: 1, Temp: 98 and Time: 1:10, DevID: 2, Temp: 92.&#10;  - At '1:20', the table has three rows: Time: 1:00, DevID: 1, Temp: 98; Time: 1:10, DevID: 2, Temp: 92; and Time: 1:20, DevID: 1, Temp: 97.&#10;&#10;This diagram demonstrates how data points are recorded over time, with each new entry being appended to the existing data set, illustrating the continuous accumulation of data.">
            <a:extLst>
              <a:ext uri="{FF2B5EF4-FFF2-40B4-BE49-F238E27FC236}">
                <a16:creationId xmlns:a16="http://schemas.microsoft.com/office/drawing/2014/main" id="{019632F6-A355-BB31-D523-377739156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28" y="2565689"/>
            <a:ext cx="16459199" cy="517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12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B247C-096A-F044-99FB-4BE09DB71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200" dirty="0"/>
              <a:t>The Programming Model of Structured 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DEE2E-41E9-614B-9F7E-1ED10866D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0" y="2389366"/>
            <a:ext cx="16084552" cy="688800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Thinking of the data streams as tables not only makes it easier to conceptualize the logical computations on the data, but also makes it easier to express them in code</a:t>
            </a:r>
          </a:p>
          <a:p>
            <a:r>
              <a:rPr lang="en-US" dirty="0"/>
              <a:t>Since Spark’s DataFrame is a programmatic representation of a table, you can use the DataFrame API to express your computations on streaming data</a:t>
            </a:r>
          </a:p>
          <a:p>
            <a:r>
              <a:rPr lang="en-US" dirty="0"/>
              <a:t>All you need to do is define an input DataFrame (i.e., the input table) from a streaming data source…</a:t>
            </a:r>
          </a:p>
          <a:p>
            <a:r>
              <a:rPr lang="en-US" dirty="0"/>
              <a:t>And then you apply operations on the DataFrame in the same way as you would on a DataFrame defined on a batch source.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2BB0FE-7E81-B446-8CA1-BAF44A422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1DB0DA-D966-CE46-B0B8-A845B9E41C9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4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D29B4-D135-1848-BF80-10100A21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200" dirty="0"/>
              <a:t>The Programming Model of Structured 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54861-CAE7-2343-84C2-00C51447E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developer then defines a query on this conceptual input table, as if it were a static table, to compute the result table that will be written to an output sink</a:t>
            </a:r>
          </a:p>
          <a:p>
            <a:r>
              <a:rPr lang="en-US" dirty="0"/>
              <a:t>Structured Streaming will automatically convert this batch-like query to a streaming execution plan</a:t>
            </a:r>
          </a:p>
          <a:p>
            <a:r>
              <a:rPr lang="en-US" dirty="0"/>
              <a:t>This is called incrementalization: Structured Streaming figures out what state needs to be maintained to update the result each time a record arrives</a:t>
            </a:r>
          </a:p>
          <a:p>
            <a:r>
              <a:rPr lang="en-US" dirty="0"/>
              <a:t>Finally, developers specify triggering policies to control when to update the results. </a:t>
            </a:r>
          </a:p>
          <a:p>
            <a:r>
              <a:rPr lang="en-US" dirty="0"/>
              <a:t>Each time a trigger fires, Structured Streaming checks for new data (i.e., a new row in the input table) and incrementally updates the result.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35294-5C81-6B48-B605-F80994A1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1DB0DA-D966-CE46-B0B8-A845B9E41C9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219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49D84-8123-9145-72E8-EEF5A9BC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The Programming Model of Structured Streaming</a:t>
            </a:r>
            <a:br>
              <a:rPr lang="en-US" sz="4800" dirty="0"/>
            </a:br>
            <a:r>
              <a:rPr lang="en-US" sz="4400" dirty="0"/>
              <a:t>Streams as Tables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464BC-9414-5E0E-050B-3DC36F582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2" y="6385175"/>
            <a:ext cx="15773400" cy="198834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dirty="0">
                <a:effectLst/>
              </a:rPr>
              <a:t>input table (DataFrame) is continuously processed by a long-running SQL query or transformation and the results sent to an output table (DataFrame), and then to a results file in the external data store</a:t>
            </a:r>
          </a:p>
        </p:txBody>
      </p:sp>
      <p:pic>
        <p:nvPicPr>
          <p:cNvPr id="4" name="Picture 3" descr="A diagram illustrating the process of transforming an input data stream into an output table and storing it in external data stores:&#10;&#10;- On the left, 'Input data stream' is depicted as a series of colored boxes, labeled with time steps (t=0, t=1, t=2), flowing into an 'Input table'.&#10;- The 'Input table' is a grid where rows correspond to different time steps.&#10;- An arrow leads from the 'Input table' to a 'Query' section represented by gears and a clock, indicating data processing and transformation over time.&#10;- The processed data flows into an 'Output table', depicted as another grid.&#10;- Finally, arrows point from the 'Output table' to 'External data store', which includes icons for Hadoop HDFS and Amazon S3, indicating where the processed data is stored.&#10;&#10;This diagram illustrates the journey of data from its raw streaming input through processing and transformation, and ultimately to storage in external systems, highlighting the end-to-end data pipeline.">
            <a:extLst>
              <a:ext uri="{FF2B5EF4-FFF2-40B4-BE49-F238E27FC236}">
                <a16:creationId xmlns:a16="http://schemas.microsoft.com/office/drawing/2014/main" id="{0B40DC3F-D978-0131-BE7D-EF894A89E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45" y="2357438"/>
            <a:ext cx="17003856" cy="336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43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49D84-8123-9145-72E8-EEF5A9BC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The Programming Model of Structured Streaming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Streams as Tables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464BC-9414-5E0E-050B-3DC36F582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2" y="5621211"/>
            <a:ext cx="15773400" cy="355665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Data arrives at the system and is immediately ingested into an input table </a:t>
            </a:r>
          </a:p>
          <a:p>
            <a:pPr marL="0" indent="0">
              <a:buNone/>
            </a:pPr>
            <a:r>
              <a:rPr lang="en-US" dirty="0"/>
              <a:t>You write queries (using the DataFrame API) that perform operations against this input table, </a:t>
            </a:r>
          </a:p>
          <a:p>
            <a:pPr marL="0" indent="0">
              <a:buNone/>
            </a:pPr>
            <a:r>
              <a:rPr lang="en-US" dirty="0"/>
              <a:t>The query output yields another table, the output table The output table contains the results of your query, from which you draw data for an external results file</a:t>
            </a:r>
            <a:endParaRPr lang="en-US" dirty="0">
              <a:effectLst/>
            </a:endParaRPr>
          </a:p>
        </p:txBody>
      </p:sp>
      <p:pic>
        <p:nvPicPr>
          <p:cNvPr id="5" name="Picture 4" descr="A diagram illustrating the process of transforming an input data stream into an output table and storing it in external data stores:&#10;&#10;- On the left, 'Input data stream' is depicted as a series of colored boxes, labeled with time steps (t=0, t=1, t=2), flowing into an 'Input table'.&#10;- The 'Input table' is a grid where rows correspond to different time steps.&#10;- An arrow leads from the 'Input table' to a 'Query' section represented by gears and a clock, indicating data processing and transformation over time.&#10;- The processed data flows into an 'Output table', depicted as another grid.&#10;- Finally, arrows point from the 'Output table' to 'External data store', which includes icons for Hadoop HDFS and Amazon S3, indicating where the processed data is stored.&#10;&#10;This diagram illustrates the journey of data from its raw streaming input through processing and transformation, and ultimately to storage in external systems, highlighting the end-to-end data pipeline.">
            <a:extLst>
              <a:ext uri="{FF2B5EF4-FFF2-40B4-BE49-F238E27FC236}">
                <a16:creationId xmlns:a16="http://schemas.microsoft.com/office/drawing/2014/main" id="{ABB57867-603F-7B35-CFF7-3D36AFED9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45" y="2357438"/>
            <a:ext cx="17003856" cy="336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5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49D84-8123-9145-72E8-EEF5A9BC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The Programming Model of Structured Streaming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Streams as Tables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464BC-9414-5E0E-050B-3DC36F582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2" y="5738247"/>
            <a:ext cx="15773400" cy="327028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timing of when data is processed from the input table is controlled by a developer configurable trigger interval</a:t>
            </a:r>
          </a:p>
          <a:p>
            <a:pPr marL="0" indent="0">
              <a:buNone/>
            </a:pPr>
            <a:r>
              <a:rPr lang="en-US" dirty="0"/>
              <a:t>By default, the trigger interval is 500 </a:t>
            </a:r>
            <a:r>
              <a:rPr lang="en-US" dirty="0" err="1"/>
              <a:t>ms</a:t>
            </a:r>
            <a:r>
              <a:rPr lang="en-US" dirty="0"/>
              <a:t>, but is can be set longer so more </a:t>
            </a:r>
            <a:r>
              <a:rPr lang="en-US"/>
              <a:t>records are appended </a:t>
            </a:r>
            <a:r>
              <a:rPr lang="en-US" dirty="0"/>
              <a:t>to the input table and processed during an interval</a:t>
            </a:r>
          </a:p>
        </p:txBody>
      </p:sp>
      <p:pic>
        <p:nvPicPr>
          <p:cNvPr id="5" name="Picture 4" descr="A diagram illustrating the process of transforming an input data stream into an output table and storing it in external data stores:&#10;&#10;- On the left, 'Input data stream' is depicted as a series of colored boxes, labeled with time steps (t=0, t=1, t=2), flowing into an 'Input table'.&#10;- The 'Input table' is a grid where rows correspond to different time steps.&#10;- An arrow leads from the 'Input table' to a 'Query' section represented by gears and a clock, indicating data processing and transformation over time.&#10;- The processed data flows into an 'Output table', depicted as another grid.&#10;- Finally, arrows point from the 'Output table' to 'External data store', which includes icons for Hadoop HDFS and Amazon S3, indicating where the processed data is stored.&#10;&#10;This diagram illustrates the journey of data from its raw streaming input through processing and transformation, and ultimately to storage in external systems, highlighting the end-to-end data pipeline.">
            <a:extLst>
              <a:ext uri="{FF2B5EF4-FFF2-40B4-BE49-F238E27FC236}">
                <a16:creationId xmlns:a16="http://schemas.microsoft.com/office/drawing/2014/main" id="{9DC476A1-4B8F-BCC3-8487-DC917F61C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45" y="2357438"/>
            <a:ext cx="17003856" cy="336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562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F3A0826-0C9D-1571-375B-5B1CC4ED8E9A}"/>
              </a:ext>
            </a:extLst>
          </p:cNvPr>
          <p:cNvSpPr/>
          <p:nvPr/>
        </p:nvSpPr>
        <p:spPr>
          <a:xfrm>
            <a:off x="8611435" y="3178012"/>
            <a:ext cx="1983680" cy="17922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9A0EFE5-ECED-D6B0-1D39-43C3BC512F0C}"/>
              </a:ext>
            </a:extLst>
          </p:cNvPr>
          <p:cNvSpPr/>
          <p:nvPr/>
        </p:nvSpPr>
        <p:spPr>
          <a:xfrm>
            <a:off x="4983643" y="4473716"/>
            <a:ext cx="482048" cy="4701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A57AFA-FE97-CA8C-1C0C-BC55D37CC568}"/>
              </a:ext>
            </a:extLst>
          </p:cNvPr>
          <p:cNvSpPr/>
          <p:nvPr/>
        </p:nvSpPr>
        <p:spPr>
          <a:xfrm>
            <a:off x="4962116" y="4032840"/>
            <a:ext cx="482048" cy="4701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2726AFD9-5987-D578-4D72-18590006EE78}"/>
              </a:ext>
            </a:extLst>
          </p:cNvPr>
          <p:cNvGraphicFramePr>
            <a:graphicFrameLocks noGrp="1"/>
          </p:cNvGraphicFramePr>
          <p:nvPr/>
        </p:nvGraphicFramePr>
        <p:xfrm>
          <a:off x="4956316" y="3127687"/>
          <a:ext cx="3074505" cy="1842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835">
                  <a:extLst>
                    <a:ext uri="{9D8B030D-6E8A-4147-A177-3AD203B41FA5}">
                      <a16:colId xmlns:a16="http://schemas.microsoft.com/office/drawing/2014/main" val="800826245"/>
                    </a:ext>
                  </a:extLst>
                </a:gridCol>
                <a:gridCol w="1024835">
                  <a:extLst>
                    <a:ext uri="{9D8B030D-6E8A-4147-A177-3AD203B41FA5}">
                      <a16:colId xmlns:a16="http://schemas.microsoft.com/office/drawing/2014/main" val="950791467"/>
                    </a:ext>
                  </a:extLst>
                </a:gridCol>
                <a:gridCol w="1024835">
                  <a:extLst>
                    <a:ext uri="{9D8B030D-6E8A-4147-A177-3AD203B41FA5}">
                      <a16:colId xmlns:a16="http://schemas.microsoft.com/office/drawing/2014/main" val="3691731313"/>
                    </a:ext>
                  </a:extLst>
                </a:gridCol>
              </a:tblGrid>
              <a:tr h="46065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931842001"/>
                  </a:ext>
                </a:extLst>
              </a:tr>
              <a:tr h="46065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248786691"/>
                  </a:ext>
                </a:extLst>
              </a:tr>
              <a:tr h="46065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575088871"/>
                  </a:ext>
                </a:extLst>
              </a:tr>
              <a:tr h="46065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51286295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7A49D84-8123-9145-72E8-EEF5A9BC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The Programming Model of Structured Streaming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Streams as Tables: Output Modes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464BC-9414-5E0E-050B-3DC36F582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2" y="5738247"/>
            <a:ext cx="15773400" cy="32702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data in the results file may contain only the data that is new since the last time the query was processed (append mode)</a:t>
            </a:r>
          </a:p>
          <a:p>
            <a:pPr marL="0" indent="0">
              <a:buNone/>
            </a:pPr>
            <a:r>
              <a:rPr lang="en-US" dirty="0"/>
              <a:t>Or the file may be refreshed every time there's new data so the file includes all of the output data since the streaming query began (complete mode).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7AEB21-3D1E-7B4A-B106-8890AB02E1B6}"/>
              </a:ext>
            </a:extLst>
          </p:cNvPr>
          <p:cNvSpPr/>
          <p:nvPr/>
        </p:nvSpPr>
        <p:spPr>
          <a:xfrm>
            <a:off x="775253" y="3578814"/>
            <a:ext cx="482048" cy="4701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9AEF7D-2891-FFBE-9B31-224A1BE91E89}"/>
              </a:ext>
            </a:extLst>
          </p:cNvPr>
          <p:cNvSpPr/>
          <p:nvPr/>
        </p:nvSpPr>
        <p:spPr>
          <a:xfrm>
            <a:off x="1534768" y="3578813"/>
            <a:ext cx="482048" cy="47017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584903-BAA5-C716-BD62-98AB6A5FD266}"/>
              </a:ext>
            </a:extLst>
          </p:cNvPr>
          <p:cNvSpPr/>
          <p:nvPr/>
        </p:nvSpPr>
        <p:spPr>
          <a:xfrm>
            <a:off x="2294282" y="3578813"/>
            <a:ext cx="482048" cy="4701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9" name="Table 15">
            <a:extLst>
              <a:ext uri="{FF2B5EF4-FFF2-40B4-BE49-F238E27FC236}">
                <a16:creationId xmlns:a16="http://schemas.microsoft.com/office/drawing/2014/main" id="{6E6BEC58-FF63-C35C-99CD-47A592CBDFE7}"/>
              </a:ext>
            </a:extLst>
          </p:cNvPr>
          <p:cNvGraphicFramePr>
            <a:graphicFrameLocks noGrp="1"/>
          </p:cNvGraphicFramePr>
          <p:nvPr/>
        </p:nvGraphicFramePr>
        <p:xfrm>
          <a:off x="11208029" y="3127684"/>
          <a:ext cx="3074505" cy="184260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24835">
                  <a:extLst>
                    <a:ext uri="{9D8B030D-6E8A-4147-A177-3AD203B41FA5}">
                      <a16:colId xmlns:a16="http://schemas.microsoft.com/office/drawing/2014/main" val="800826245"/>
                    </a:ext>
                  </a:extLst>
                </a:gridCol>
                <a:gridCol w="1024835">
                  <a:extLst>
                    <a:ext uri="{9D8B030D-6E8A-4147-A177-3AD203B41FA5}">
                      <a16:colId xmlns:a16="http://schemas.microsoft.com/office/drawing/2014/main" val="950791467"/>
                    </a:ext>
                  </a:extLst>
                </a:gridCol>
                <a:gridCol w="1024835">
                  <a:extLst>
                    <a:ext uri="{9D8B030D-6E8A-4147-A177-3AD203B41FA5}">
                      <a16:colId xmlns:a16="http://schemas.microsoft.com/office/drawing/2014/main" val="3691731313"/>
                    </a:ext>
                  </a:extLst>
                </a:gridCol>
              </a:tblGrid>
              <a:tr h="46065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931842001"/>
                  </a:ext>
                </a:extLst>
              </a:tr>
              <a:tr h="46065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248786691"/>
                  </a:ext>
                </a:extLst>
              </a:tr>
              <a:tr h="46065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575088871"/>
                  </a:ext>
                </a:extLst>
              </a:tr>
              <a:tr h="46065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512862952"/>
                  </a:ext>
                </a:extLst>
              </a:tr>
            </a:tbl>
          </a:graphicData>
        </a:graphic>
      </p:graphicFrame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F3A4DC82-E540-ADFB-9243-12882F57AA2E}"/>
              </a:ext>
            </a:extLst>
          </p:cNvPr>
          <p:cNvCxnSpPr>
            <a:cxnSpLocks/>
            <a:stCxn id="18" idx="0"/>
          </p:cNvCxnSpPr>
          <p:nvPr/>
        </p:nvCxnSpPr>
        <p:spPr>
          <a:xfrm rot="16200000" flipH="1">
            <a:off x="3628266" y="2485853"/>
            <a:ext cx="235086" cy="2421008"/>
          </a:xfrm>
          <a:prstGeom prst="curvedConnector4">
            <a:avLst>
              <a:gd name="adj1" fmla="val -145862"/>
              <a:gd name="adj2" fmla="val 54978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A310969A-380B-92EB-4343-58B223B031E3}"/>
              </a:ext>
            </a:extLst>
          </p:cNvPr>
          <p:cNvCxnSpPr>
            <a:cxnSpLocks/>
            <a:stCxn id="17" idx="2"/>
          </p:cNvCxnSpPr>
          <p:nvPr/>
        </p:nvCxnSpPr>
        <p:spPr>
          <a:xfrm rot="16200000" flipH="1">
            <a:off x="3271287" y="2553493"/>
            <a:ext cx="177108" cy="3168099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D00ABA8E-DF8E-B64E-829C-3B2453FA6B13}"/>
              </a:ext>
            </a:extLst>
          </p:cNvPr>
          <p:cNvCxnSpPr>
            <a:cxnSpLocks/>
            <a:stCxn id="16" idx="2"/>
          </p:cNvCxnSpPr>
          <p:nvPr/>
        </p:nvCxnSpPr>
        <p:spPr>
          <a:xfrm rot="16200000" flipH="1">
            <a:off x="2637875" y="2427393"/>
            <a:ext cx="684419" cy="3927612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ear setting icon 18795670 PNG">
            <a:extLst>
              <a:ext uri="{FF2B5EF4-FFF2-40B4-BE49-F238E27FC236}">
                <a16:creationId xmlns:a16="http://schemas.microsoft.com/office/drawing/2014/main" id="{C9419C8A-0D6F-D463-F905-6203B9584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1434" y="3127684"/>
            <a:ext cx="1842606" cy="1842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DA06AC5-AF6A-D8AA-5BB6-E3E10CF6D188}"/>
              </a:ext>
            </a:extLst>
          </p:cNvPr>
          <p:cNvSpPr txBox="1"/>
          <p:nvPr/>
        </p:nvSpPr>
        <p:spPr>
          <a:xfrm>
            <a:off x="541683" y="2699522"/>
            <a:ext cx="2579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 data stream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527AA8-1220-78E1-9DBF-8D8CAF937451}"/>
              </a:ext>
            </a:extLst>
          </p:cNvPr>
          <p:cNvSpPr txBox="1"/>
          <p:nvPr/>
        </p:nvSpPr>
        <p:spPr>
          <a:xfrm>
            <a:off x="5660282" y="2619854"/>
            <a:ext cx="1622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 table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E5CB8F-0EB9-880B-12A2-7BD7010E9D0B}"/>
              </a:ext>
            </a:extLst>
          </p:cNvPr>
          <p:cNvSpPr txBox="1"/>
          <p:nvPr/>
        </p:nvSpPr>
        <p:spPr>
          <a:xfrm>
            <a:off x="11888185" y="2670182"/>
            <a:ext cx="1861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Output table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610740-53B6-7EA7-06B0-FE71B7B5D120}"/>
              </a:ext>
            </a:extLst>
          </p:cNvPr>
          <p:cNvSpPr txBox="1"/>
          <p:nvPr/>
        </p:nvSpPr>
        <p:spPr>
          <a:xfrm>
            <a:off x="9087308" y="2645018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Query</a:t>
            </a:r>
          </a:p>
        </p:txBody>
      </p:sp>
      <p:pic>
        <p:nvPicPr>
          <p:cNvPr id="1028" name="Picture 4" descr="Understanding Hadoop HDFS. HDFS (Hadoop Distributed File System)… | by  ELMASLOUHY Mouaad | Analytics Vidhya | Medium">
            <a:extLst>
              <a:ext uri="{FF2B5EF4-FFF2-40B4-BE49-F238E27FC236}">
                <a16:creationId xmlns:a16="http://schemas.microsoft.com/office/drawing/2014/main" id="{BCA65775-EDAD-19B8-B1C7-D309BD914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833" y="3127684"/>
            <a:ext cx="2421009" cy="81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ad Data From S3 Buckets | Saturn Cloud">
            <a:extLst>
              <a:ext uri="{FF2B5EF4-FFF2-40B4-BE49-F238E27FC236}">
                <a16:creationId xmlns:a16="http://schemas.microsoft.com/office/drawing/2014/main" id="{941B8B78-0EF3-193B-E2B4-32280512A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4846" y="4183841"/>
            <a:ext cx="2040782" cy="70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CE5177C-2768-846C-A877-CCADE762E0E4}"/>
              </a:ext>
            </a:extLst>
          </p:cNvPr>
          <p:cNvSpPr txBox="1"/>
          <p:nvPr/>
        </p:nvSpPr>
        <p:spPr>
          <a:xfrm>
            <a:off x="3859472" y="3207834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 = 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E349B5-9D32-D297-65BD-3FA5B7C57416}"/>
              </a:ext>
            </a:extLst>
          </p:cNvPr>
          <p:cNvSpPr txBox="1"/>
          <p:nvPr/>
        </p:nvSpPr>
        <p:spPr>
          <a:xfrm>
            <a:off x="3862780" y="3795072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 = 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3A548B-D40E-55A8-4162-92B02F875B9B}"/>
              </a:ext>
            </a:extLst>
          </p:cNvPr>
          <p:cNvSpPr txBox="1"/>
          <p:nvPr/>
        </p:nvSpPr>
        <p:spPr>
          <a:xfrm>
            <a:off x="3890107" y="4302644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 = 2</a:t>
            </a: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C4B482FD-1BB4-EFE3-10DC-80D3F665DDAF}"/>
              </a:ext>
            </a:extLst>
          </p:cNvPr>
          <p:cNvSpPr/>
          <p:nvPr/>
        </p:nvSpPr>
        <p:spPr>
          <a:xfrm>
            <a:off x="8030819" y="3941938"/>
            <a:ext cx="580616" cy="2419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E45E2CA5-19E5-73F7-0E70-CD62034E02CC}"/>
              </a:ext>
            </a:extLst>
          </p:cNvPr>
          <p:cNvSpPr/>
          <p:nvPr/>
        </p:nvSpPr>
        <p:spPr>
          <a:xfrm>
            <a:off x="10622558" y="3941938"/>
            <a:ext cx="580616" cy="2419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C07A7AD0-CD0A-E531-F919-4D641FF29E15}"/>
              </a:ext>
            </a:extLst>
          </p:cNvPr>
          <p:cNvSpPr/>
          <p:nvPr/>
        </p:nvSpPr>
        <p:spPr>
          <a:xfrm>
            <a:off x="14297174" y="3895641"/>
            <a:ext cx="580616" cy="2419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2" name="Picture 8" descr="Time Interval Icons - Free SVG &amp; PNG Time Interval Images - Noun Project">
            <a:extLst>
              <a:ext uri="{FF2B5EF4-FFF2-40B4-BE49-F238E27FC236}">
                <a16:creationId xmlns:a16="http://schemas.microsoft.com/office/drawing/2014/main" id="{DB4CEFEB-73DC-7A6C-4801-1465283B7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026" y="2499748"/>
            <a:ext cx="828888" cy="82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AC9D4D2-8A51-0691-B7FD-2CF101EC7F78}"/>
              </a:ext>
            </a:extLst>
          </p:cNvPr>
          <p:cNvSpPr txBox="1"/>
          <p:nvPr/>
        </p:nvSpPr>
        <p:spPr>
          <a:xfrm>
            <a:off x="14864098" y="2674683"/>
            <a:ext cx="2768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External data store</a:t>
            </a:r>
          </a:p>
        </p:txBody>
      </p:sp>
      <p:pic>
        <p:nvPicPr>
          <p:cNvPr id="5" name="Picture 4" descr="A diagram illustrating the process of transforming an input data stream into an output table and storing it in external data stores:&#10;&#10;- On the left, 'Input data stream' is depicted as a series of colored boxes, labeled with time steps (t=0, t=1, t=2), flowing into an 'Input table'.&#10;- The 'Input table' is a grid where rows correspond to different time steps.&#10;- An arrow leads from the 'Input table' to a 'Query' section represented by gears and a clock, indicating data processing and transformation over time.&#10;- The processed data flows into an 'Output table', depicted as another grid.&#10;- Finally, arrows point from the 'Output table' to 'External data store', which includes icons for Hadoop HDFS and Amazon S3, indicating where the processed data is stored.&#10;&#10;This diagram illustrates the journey of data from its raw streaming input through processing and transformation, and ultimately to storage in external systems, highlighting the end-to-end data pipeline.">
            <a:extLst>
              <a:ext uri="{FF2B5EF4-FFF2-40B4-BE49-F238E27FC236}">
                <a16:creationId xmlns:a16="http://schemas.microsoft.com/office/drawing/2014/main" id="{DB082F07-3641-3338-A650-CADC1A3109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645" y="2357438"/>
            <a:ext cx="17003856" cy="336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926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49D84-8123-9145-72E8-EEF5A9BC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The Programming Model of Structured Streaming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Streams as Tables: </a:t>
            </a:r>
            <a:r>
              <a:rPr lang="en-US" sz="4400" dirty="0"/>
              <a:t>Complete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464BC-9414-5E0E-050B-3DC36F582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567" y="7359405"/>
            <a:ext cx="15773400" cy="198834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Helvetica" pitchFamily="2" charset="0"/>
              </a:rPr>
              <a:t>In complete mode, the entire output table is written out on every trigger </a:t>
            </a:r>
          </a:p>
          <a:p>
            <a:pPr marL="0" indent="0">
              <a:buNone/>
            </a:pPr>
            <a:r>
              <a:rPr lang="en-US" dirty="0">
                <a:latin typeface="Helvetica" pitchFamily="2" charset="0"/>
              </a:rPr>
              <a:t>S</a:t>
            </a:r>
            <a:r>
              <a:rPr lang="en-US" dirty="0">
                <a:effectLst/>
                <a:latin typeface="Helvetica" pitchFamily="2" charset="0"/>
              </a:rPr>
              <a:t>o the output includes data not just from the most recent trigger run, but from all runs.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CF294-7925-D857-9A0E-4F07259BD022}"/>
              </a:ext>
            </a:extLst>
          </p:cNvPr>
          <p:cNvSpPr txBox="1"/>
          <p:nvPr/>
        </p:nvSpPr>
        <p:spPr>
          <a:xfrm>
            <a:off x="-2620108" y="-1248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 descr="A diagram of a machine&#10;&#10;Description automA diagram illustrating the process of transforming an input data stream into an output table with a specific transformation and storing it in external data stores:&#10;&#10;- On the left, 'Input data stream' is depicted as a series of colored boxes flowing into an 'Input table'.&#10;- The 'Input table' is shown as a grid with columns labeled 'Time', 'DevID', and 'Temp', containing rows of data.&#10;- A note indicates &quot;Write new record to input table&quot; as the input data stream updates the table.&#10;- An arrow leads from the 'Input table' to a 'Query' section represented by gears and a clock, indicating data processing.&#10;- The transformation is described as &quot;Transform: replace Temp column with Temp+1 column&quot;.&#10;- The transformed data flows into an 'Output table', shown as a grid with columns labeled 'Time', 'DevID', and 'Temp+1', reflecting the updated temperature values.&#10;- A note indicates &quot;Write all records of the output table&quot; as the data is prepared for storage.&#10;- Finally, arrows point from the 'Output table' to 'External data store', which includes icons for Hadoop HDFS and Amazon S3, indicating where the processed data is stored.&#10;- At the bottom, a smaller table summarizes the 'Output table' records, showing the transformed values.&#10;&#10;This diagram illustrates the end-to-end process of ingesting data, applying a transformation, and storing the results, highlighting the dynamic nature of data processing pipelines.atically generated">
            <a:extLst>
              <a:ext uri="{FF2B5EF4-FFF2-40B4-BE49-F238E27FC236}">
                <a16:creationId xmlns:a16="http://schemas.microsoft.com/office/drawing/2014/main" id="{F631623A-7314-B648-9145-29B506E9B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43" y="1926396"/>
            <a:ext cx="17570497" cy="491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78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49D84-8123-9145-72E8-EEF5A9BC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The Programming Model of Structured Streaming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Streams as Tables: Append Mode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464BC-9414-5E0E-050B-3DC36F582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228" y="7059353"/>
            <a:ext cx="15773400" cy="19883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77"/>
              </a:rPr>
              <a:t>Each time the output table is updated we want to write the changes to an external system, such as S3, HDFS, or a database</a:t>
            </a:r>
            <a:endParaRPr lang="en-US" dirty="0">
              <a:effectLst/>
              <a:latin typeface="Times" pitchFamily="2" charset="0"/>
            </a:endParaRPr>
          </a:p>
        </p:txBody>
      </p:sp>
      <p:pic>
        <p:nvPicPr>
          <p:cNvPr id="6" name="Picture 5" descr="A diagram of a machine&#10;&#10;Description automA diagram illustrating the process of transforming an input data stream into an output table with a specific transformation and storing it in external data stores:&#10;&#10;- On the left, 'Input data stream' is depicted as a series of colored boxes flowing into an 'Input table'.&#10;- The 'Input table' is shown as a grid with columns labeled 'Time', 'DevID', and 'Temp', containing rows of data.&#10;- A note indicates &quot;Write new record to input table&quot; as the input data stream updates the table.&#10;- An arrow leads from the 'Input table' to a 'Query' section represented by gears and a clock, indicating data processing.&#10;- The transformation is described as &quot;Transform: replace Temp column with Temp+1 column&quot;.&#10;- The transformed data flows into an 'Output table', shown as a grid with columns labeled 'Time', 'DevID', and 'Temp+1', reflecting the updated temperature values.&#10;- A note indicates &quot;Write all records of the output table&quot; as the data is prepared for storage.&#10;- Finally, arrows point from the 'Output table' to 'External data store', which includes icons for Hadoop HDFS and Amazon S3, indicating where the processed data is stored.&#10;- At the bottom, a smaller table summarizes the 'Output table' records, showing the transformed values.&#10;&#10;This diagram illustrates the end-to-end process of ingesting data, applying a transformation, and storing the results, highlighting the dynamic nature of data processing pipelines.atically generated">
            <a:extLst>
              <a:ext uri="{FF2B5EF4-FFF2-40B4-BE49-F238E27FC236}">
                <a16:creationId xmlns:a16="http://schemas.microsoft.com/office/drawing/2014/main" id="{A1BCB451-4FF8-65DC-23F5-7277E434C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43" y="1926396"/>
            <a:ext cx="17570497" cy="491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09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AEDF-59FC-D84A-8BC6-09403E9B1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a Streaming Query</a:t>
            </a:r>
            <a:br>
              <a:rPr lang="en-US" dirty="0"/>
            </a:br>
            <a:r>
              <a:rPr lang="en-US" sz="5300" dirty="0"/>
              <a:t>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D92B8-995F-0745-A127-A0A093D60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0" y="2400300"/>
            <a:ext cx="12230100" cy="7315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Let’s create a streaming application that receives a stream of text data from the TCP socket at localhost:9999, </a:t>
            </a:r>
            <a:r>
              <a:rPr lang="en-US"/>
              <a:t>and outputs </a:t>
            </a:r>
            <a:r>
              <a:rPr lang="en-US" dirty="0"/>
              <a:t>a running count of each different word received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266CD-6D27-24D5-7DE5-1B10B564B68B}"/>
              </a:ext>
            </a:extLst>
          </p:cNvPr>
          <p:cNvSpPr txBox="1"/>
          <p:nvPr/>
        </p:nvSpPr>
        <p:spPr>
          <a:xfrm>
            <a:off x="3583039" y="5726014"/>
            <a:ext cx="951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 = 1</a:t>
            </a:r>
            <a:r>
              <a:rPr lang="en-US" dirty="0"/>
              <a:t> 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E85496CE-FD56-4642-2F4D-256D0BFA2DB3}"/>
              </a:ext>
            </a:extLst>
          </p:cNvPr>
          <p:cNvSpPr/>
          <p:nvPr/>
        </p:nvSpPr>
        <p:spPr>
          <a:xfrm>
            <a:off x="5182111" y="5860069"/>
            <a:ext cx="580616" cy="2419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9112E9-C312-E716-871B-DEDBD1E9A922}"/>
              </a:ext>
            </a:extLst>
          </p:cNvPr>
          <p:cNvSpPr txBox="1"/>
          <p:nvPr/>
        </p:nvSpPr>
        <p:spPr>
          <a:xfrm>
            <a:off x="6566565" y="5778769"/>
            <a:ext cx="1829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“hello there”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3F1B21D3-A69F-AA72-1988-759D78C13215}"/>
              </a:ext>
            </a:extLst>
          </p:cNvPr>
          <p:cNvSpPr/>
          <p:nvPr/>
        </p:nvSpPr>
        <p:spPr>
          <a:xfrm>
            <a:off x="9127363" y="5888650"/>
            <a:ext cx="580616" cy="2419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Table 15">
            <a:extLst>
              <a:ext uri="{FF2B5EF4-FFF2-40B4-BE49-F238E27FC236}">
                <a16:creationId xmlns:a16="http://schemas.microsoft.com/office/drawing/2014/main" id="{98922126-F340-AC73-9D94-B3983A260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110746"/>
              </p:ext>
            </p:extLst>
          </p:nvPr>
        </p:nvGraphicFramePr>
        <p:xfrm>
          <a:off x="10728708" y="5136596"/>
          <a:ext cx="2049670" cy="1381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835">
                  <a:extLst>
                    <a:ext uri="{9D8B030D-6E8A-4147-A177-3AD203B41FA5}">
                      <a16:colId xmlns:a16="http://schemas.microsoft.com/office/drawing/2014/main" val="800826245"/>
                    </a:ext>
                  </a:extLst>
                </a:gridCol>
                <a:gridCol w="1024835">
                  <a:extLst>
                    <a:ext uri="{9D8B030D-6E8A-4147-A177-3AD203B41FA5}">
                      <a16:colId xmlns:a16="http://schemas.microsoft.com/office/drawing/2014/main" val="950791467"/>
                    </a:ext>
                  </a:extLst>
                </a:gridCol>
              </a:tblGrid>
              <a:tr h="46065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word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count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931842001"/>
                  </a:ext>
                </a:extLst>
              </a:tr>
              <a:tr h="460652">
                <a:tc>
                  <a:txBody>
                    <a:bodyPr/>
                    <a:lstStyle/>
                    <a:p>
                      <a:r>
                        <a:rPr lang="en-US" sz="1800" dirty="0"/>
                        <a:t>hello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248786691"/>
                  </a:ext>
                </a:extLst>
              </a:tr>
              <a:tr h="460652">
                <a:tc>
                  <a:txBody>
                    <a:bodyPr/>
                    <a:lstStyle/>
                    <a:p>
                      <a:r>
                        <a:rPr lang="en-US" sz="1800" dirty="0"/>
                        <a:t>there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5750888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47B5728-806D-9939-A9D1-3A8AF1F504F1}"/>
              </a:ext>
            </a:extLst>
          </p:cNvPr>
          <p:cNvSpPr txBox="1"/>
          <p:nvPr/>
        </p:nvSpPr>
        <p:spPr>
          <a:xfrm>
            <a:off x="3577177" y="7742385"/>
            <a:ext cx="951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 = 2</a:t>
            </a:r>
            <a:r>
              <a:rPr lang="en-US" dirty="0"/>
              <a:t> 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E7E9FE10-F576-A2AB-EED0-28BB1D626DD1}"/>
              </a:ext>
            </a:extLst>
          </p:cNvPr>
          <p:cNvSpPr/>
          <p:nvPr/>
        </p:nvSpPr>
        <p:spPr>
          <a:xfrm>
            <a:off x="5176249" y="7876440"/>
            <a:ext cx="580616" cy="2419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2895A8-5A3A-BBCC-EBCE-ACAD3C0E711B}"/>
              </a:ext>
            </a:extLst>
          </p:cNvPr>
          <p:cNvSpPr txBox="1"/>
          <p:nvPr/>
        </p:nvSpPr>
        <p:spPr>
          <a:xfrm>
            <a:off x="6560703" y="7795140"/>
            <a:ext cx="1417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“hi there”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1068EA05-9410-1AE8-4FE7-8F9EF234478D}"/>
              </a:ext>
            </a:extLst>
          </p:cNvPr>
          <p:cNvSpPr/>
          <p:nvPr/>
        </p:nvSpPr>
        <p:spPr>
          <a:xfrm>
            <a:off x="9121501" y="7905021"/>
            <a:ext cx="580616" cy="2419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0E5D7B4-0CC8-F832-A986-845AE0410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056832"/>
              </p:ext>
            </p:extLst>
          </p:nvPr>
        </p:nvGraphicFramePr>
        <p:xfrm>
          <a:off x="10722846" y="7152967"/>
          <a:ext cx="2049670" cy="1842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835">
                  <a:extLst>
                    <a:ext uri="{9D8B030D-6E8A-4147-A177-3AD203B41FA5}">
                      <a16:colId xmlns:a16="http://schemas.microsoft.com/office/drawing/2014/main" val="800826245"/>
                    </a:ext>
                  </a:extLst>
                </a:gridCol>
                <a:gridCol w="1024835">
                  <a:extLst>
                    <a:ext uri="{9D8B030D-6E8A-4147-A177-3AD203B41FA5}">
                      <a16:colId xmlns:a16="http://schemas.microsoft.com/office/drawing/2014/main" val="950791467"/>
                    </a:ext>
                  </a:extLst>
                </a:gridCol>
              </a:tblGrid>
              <a:tr h="46065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word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count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931842001"/>
                  </a:ext>
                </a:extLst>
              </a:tr>
              <a:tr h="460652">
                <a:tc>
                  <a:txBody>
                    <a:bodyPr/>
                    <a:lstStyle/>
                    <a:p>
                      <a:r>
                        <a:rPr lang="en-US" sz="1800" dirty="0"/>
                        <a:t>hello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248786691"/>
                  </a:ext>
                </a:extLst>
              </a:tr>
              <a:tr h="460652">
                <a:tc>
                  <a:txBody>
                    <a:bodyPr/>
                    <a:lstStyle/>
                    <a:p>
                      <a:r>
                        <a:rPr lang="en-US" sz="1800" dirty="0"/>
                        <a:t>there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575088871"/>
                  </a:ext>
                </a:extLst>
              </a:tr>
              <a:tr h="460652">
                <a:tc>
                  <a:txBody>
                    <a:bodyPr/>
                    <a:lstStyle/>
                    <a:p>
                      <a:r>
                        <a:rPr lang="en-US" sz="1800" dirty="0"/>
                        <a:t>hi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51707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544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9C54-C74D-8946-2374-AB1D276A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a Streaming Query</a:t>
            </a:r>
            <a:br>
              <a:rPr lang="en-US" dirty="0"/>
            </a:br>
            <a:r>
              <a:rPr lang="en-US" sz="4800" dirty="0"/>
              <a:t>Step 1: Initialization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0512-88F7-B7A1-1AE9-FF2CE4340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0" y="3104418"/>
            <a:ext cx="8496302" cy="4527306"/>
          </a:xfrm>
        </p:spPr>
        <p:txBody>
          <a:bodyPr/>
          <a:lstStyle/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from </a:t>
            </a:r>
            <a:r>
              <a:rPr lang="en-US" sz="3200" dirty="0">
                <a:solidFill>
                  <a:srgbClr val="0E85B6"/>
                </a:solidFill>
                <a:effectLst/>
                <a:latin typeface="Helvetica" pitchFamily="2" charset="0"/>
              </a:rPr>
              <a:t>pyspark.sql </a:t>
            </a: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import </a:t>
            </a:r>
            <a:r>
              <a:rPr lang="en-US" sz="3200" dirty="0">
                <a:solidFill>
                  <a:srgbClr val="333333"/>
                </a:solidFill>
                <a:effectLst/>
                <a:latin typeface="Helvetica" pitchFamily="2" charset="0"/>
              </a:rPr>
              <a:t>SparkSession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from </a:t>
            </a:r>
            <a:r>
              <a:rPr lang="en-US" sz="3200" dirty="0">
                <a:solidFill>
                  <a:srgbClr val="0E85B6"/>
                </a:solidFill>
                <a:effectLst/>
                <a:latin typeface="Helvetica" pitchFamily="2" charset="0"/>
              </a:rPr>
              <a:t>pyspark.sql.functions </a:t>
            </a: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import </a:t>
            </a:r>
            <a:r>
              <a:rPr lang="en-US" sz="3200" dirty="0">
                <a:solidFill>
                  <a:srgbClr val="333333"/>
                </a:solidFill>
                <a:effectLst/>
                <a:latin typeface="Helvetica" pitchFamily="2" charset="0"/>
              </a:rPr>
              <a:t>explode</a:t>
            </a:r>
            <a:endParaRPr lang="en-US" sz="3200" dirty="0">
              <a:solidFill>
                <a:srgbClr val="0E85B6"/>
              </a:solidFill>
              <a:effectLst/>
              <a:latin typeface="Helvetica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from </a:t>
            </a:r>
            <a:r>
              <a:rPr lang="en-US" sz="3200" dirty="0">
                <a:solidFill>
                  <a:srgbClr val="0E85B6"/>
                </a:solidFill>
                <a:effectLst/>
                <a:latin typeface="Helvetica" pitchFamily="2" charset="0"/>
              </a:rPr>
              <a:t>pyspark.sql.functions </a:t>
            </a: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import </a:t>
            </a:r>
            <a:r>
              <a:rPr lang="en-US" sz="3200" dirty="0">
                <a:solidFill>
                  <a:srgbClr val="333333"/>
                </a:solidFill>
                <a:effectLst/>
                <a:latin typeface="Helvetica" pitchFamily="2" charset="0"/>
              </a:rPr>
              <a:t>split</a:t>
            </a:r>
          </a:p>
          <a:p>
            <a:pPr marL="0" indent="0">
              <a:spcBef>
                <a:spcPts val="500"/>
              </a:spcBef>
              <a:buNone/>
            </a:pPr>
            <a:endParaRPr lang="en-US" sz="3200" dirty="0">
              <a:solidFill>
                <a:srgbClr val="0E85B6"/>
              </a:solidFill>
              <a:effectLst/>
              <a:latin typeface="Helvetica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333333"/>
                </a:solidFill>
                <a:effectLst/>
                <a:latin typeface="Helvetica" pitchFamily="2" charset="0"/>
              </a:rPr>
              <a:t>spark </a:t>
            </a:r>
            <a:r>
              <a:rPr lang="en-US" sz="3200" dirty="0">
                <a:solidFill>
                  <a:srgbClr val="666666"/>
                </a:solidFill>
                <a:effectLst/>
                <a:latin typeface="Helvetica" pitchFamily="2" charset="0"/>
              </a:rPr>
              <a:t>= </a:t>
            </a:r>
            <a:r>
              <a:rPr lang="en-US" sz="3200" dirty="0">
                <a:solidFill>
                  <a:srgbClr val="333333"/>
                </a:solidFill>
                <a:effectLst/>
                <a:latin typeface="Helvetica" pitchFamily="2" charset="0"/>
              </a:rPr>
              <a:t>SparkSession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666666"/>
                </a:solidFill>
                <a:effectLst/>
                <a:latin typeface="Helvetica" pitchFamily="2" charset="0"/>
              </a:rPr>
              <a:t>.</a:t>
            </a:r>
            <a:r>
              <a:rPr lang="en-US" sz="3200" dirty="0">
                <a:solidFill>
                  <a:srgbClr val="333333"/>
                </a:solidFill>
                <a:effectLst/>
                <a:latin typeface="Helvetica" pitchFamily="2" charset="0"/>
              </a:rPr>
              <a:t>builder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666666"/>
                </a:solidFill>
                <a:effectLst/>
                <a:latin typeface="Helvetica" pitchFamily="2" charset="0"/>
              </a:rPr>
              <a:t>.</a:t>
            </a:r>
            <a:r>
              <a:rPr lang="en-US" sz="3200" dirty="0">
                <a:solidFill>
                  <a:srgbClr val="333333"/>
                </a:solidFill>
                <a:effectLst/>
                <a:latin typeface="Helvetica" pitchFamily="2" charset="0"/>
              </a:rPr>
              <a:t>appName(</a:t>
            </a:r>
            <a:r>
              <a:rPr lang="en-US" sz="3200" dirty="0">
                <a:solidFill>
                  <a:srgbClr val="4070A1"/>
                </a:solidFill>
                <a:effectLst/>
                <a:latin typeface="Helvetica" pitchFamily="2" charset="0"/>
              </a:rPr>
              <a:t>"StructuredNetworkWordCount"</a:t>
            </a:r>
            <a:r>
              <a:rPr lang="en-US" sz="3200" dirty="0">
                <a:solidFill>
                  <a:srgbClr val="333333"/>
                </a:solidFill>
                <a:effectLst/>
                <a:latin typeface="Helvetica" pitchFamily="2" charset="0"/>
              </a:rPr>
              <a:t>) \</a:t>
            </a:r>
            <a:endParaRPr lang="en-US" sz="3200" dirty="0">
              <a:solidFill>
                <a:srgbClr val="4070A1"/>
              </a:solidFill>
              <a:effectLst/>
              <a:latin typeface="Helvetica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666666"/>
                </a:solidFill>
                <a:effectLst/>
                <a:latin typeface="Helvetica" pitchFamily="2" charset="0"/>
              </a:rPr>
              <a:t>.</a:t>
            </a:r>
            <a:r>
              <a:rPr lang="en-US" sz="3200" dirty="0">
                <a:solidFill>
                  <a:srgbClr val="333333"/>
                </a:solidFill>
                <a:effectLst/>
                <a:latin typeface="Helvetica" pitchFamily="2" charset="0"/>
              </a:rPr>
              <a:t>getOrCreate()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28EEBF-3996-D87B-42EE-FBDFC1B4E636}"/>
              </a:ext>
            </a:extLst>
          </p:cNvPr>
          <p:cNvSpPr/>
          <p:nvPr/>
        </p:nvSpPr>
        <p:spPr>
          <a:xfrm>
            <a:off x="674155" y="2324100"/>
            <a:ext cx="7502691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First, we have to import the necessary classes and create a local SparkSession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74BBEE-6F9E-11B6-389E-C39E9ABE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674156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BB71C9-5558-8B07-CCEA-1BC48710E089}"/>
              </a:ext>
            </a:extLst>
          </p:cNvPr>
          <p:cNvSpPr/>
          <p:nvPr/>
        </p:nvSpPr>
        <p:spPr>
          <a:xfrm>
            <a:off x="674155" y="3895725"/>
            <a:ext cx="7502690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Then we create a local SparkSession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D96926-ED57-50F3-269F-01AC624E6DF3}"/>
              </a:ext>
            </a:extLst>
          </p:cNvPr>
          <p:cNvSpPr/>
          <p:nvPr/>
        </p:nvSpPr>
        <p:spPr>
          <a:xfrm>
            <a:off x="674155" y="5467350"/>
            <a:ext cx="7502691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This is the starting point of all functionalities related to Spark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B735B4-706E-8E71-A375-6BF6321C6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674156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07EC2-276B-BC03-96C6-7E07BFB43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675242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5B815A-AD4D-DF6E-AC7A-16609CDF054E}"/>
              </a:ext>
            </a:extLst>
          </p:cNvPr>
          <p:cNvSpPr/>
          <p:nvPr/>
        </p:nvSpPr>
        <p:spPr>
          <a:xfrm>
            <a:off x="674155" y="7038975"/>
            <a:ext cx="7502691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bg2"/>
                </a:solidFill>
              </a:rPr>
              <a:t>And is the same for batch or streaming applications</a:t>
            </a: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12E819-201C-6480-5D74-89AEC1202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675242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51831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9C54-C74D-8946-2374-AB1D276A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a Streaming Query</a:t>
            </a:r>
            <a:br>
              <a:rPr lang="en-US" dirty="0"/>
            </a:br>
            <a:r>
              <a:rPr lang="en-US" sz="4800" dirty="0"/>
              <a:t>Step 2: Define Input Source (Socket)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0512-88F7-B7A1-1AE9-FF2CE4340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1000" y="2472731"/>
            <a:ext cx="8332101" cy="5897547"/>
          </a:xfrm>
        </p:spPr>
        <p:txBody>
          <a:bodyPr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C0"/>
                </a:solidFill>
                <a:effectLst/>
                <a:latin typeface="Helvetica" pitchFamily="2" charset="0"/>
              </a:rPr>
              <a:t>Create DataFrame representing the stream of input lines from connection to localhost:9999</a:t>
            </a:r>
          </a:p>
          <a:p>
            <a:pPr marL="0" indent="0">
              <a:spcBef>
                <a:spcPts val="500"/>
              </a:spcBef>
              <a:buNone/>
            </a:pPr>
            <a:endParaRPr lang="en-US" sz="3200" dirty="0">
              <a:solidFill>
                <a:srgbClr val="007020"/>
              </a:solidFill>
              <a:effectLst/>
              <a:latin typeface="Helvetica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lines = spark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.readStream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.format("socket")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.option("host", "localhost")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.option("port", 9999)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.load()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D1F23-C5A8-C567-46A0-1724F8C3BACD}"/>
              </a:ext>
            </a:extLst>
          </p:cNvPr>
          <p:cNvSpPr/>
          <p:nvPr/>
        </p:nvSpPr>
        <p:spPr>
          <a:xfrm>
            <a:off x="674155" y="2324100"/>
            <a:ext cx="7502691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As with batch queries, the next step is to define a DataFrame from a streaming source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A6FF4-D59E-5231-A2E9-2EE412393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674156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C80594-2E18-5212-0A37-3CF6702E3670}"/>
              </a:ext>
            </a:extLst>
          </p:cNvPr>
          <p:cNvSpPr/>
          <p:nvPr/>
        </p:nvSpPr>
        <p:spPr>
          <a:xfrm>
            <a:off x="674155" y="3895725"/>
            <a:ext cx="7502690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When reading batch data sources, we need spark.read to create a DataFrameReader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02A1CA-AAB1-7663-3A9C-F038A2B86996}"/>
              </a:ext>
            </a:extLst>
          </p:cNvPr>
          <p:cNvSpPr/>
          <p:nvPr/>
        </p:nvSpPr>
        <p:spPr>
          <a:xfrm>
            <a:off x="674155" y="5467350"/>
            <a:ext cx="7502691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With streaming sources we need to access the </a:t>
            </a:r>
            <a:r>
              <a:rPr lang="en-US" altLang="en-US" sz="2800" dirty="0" err="1">
                <a:solidFill>
                  <a:schemeClr val="tx1"/>
                </a:solidFill>
              </a:rPr>
              <a:t>SparkSession.readStream</a:t>
            </a:r>
            <a:r>
              <a:rPr lang="en-US" altLang="en-US" sz="2800" dirty="0">
                <a:solidFill>
                  <a:schemeClr val="tx1"/>
                </a:solidFill>
              </a:rPr>
              <a:t> property to gain access to a </a:t>
            </a:r>
            <a:r>
              <a:rPr lang="en-US" altLang="en-US" sz="2800" dirty="0" err="1">
                <a:solidFill>
                  <a:schemeClr val="tx1"/>
                </a:solidFill>
              </a:rPr>
              <a:t>DataStreamReader</a:t>
            </a:r>
            <a:r>
              <a:rPr lang="en-US" altLang="en-US" sz="2800" dirty="0">
                <a:solidFill>
                  <a:schemeClr val="tx1"/>
                </a:solidFill>
              </a:rPr>
              <a:t> instance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BF569A-BD47-79C9-CAC6-937A90FD5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674156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B362BB-D0DA-5C10-A8F8-7E0207A9D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675242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F4634A-E31B-2C0A-22D2-C08102AFF0B3}"/>
              </a:ext>
            </a:extLst>
          </p:cNvPr>
          <p:cNvSpPr/>
          <p:nvPr/>
        </p:nvSpPr>
        <p:spPr>
          <a:xfrm>
            <a:off x="674155" y="7038975"/>
            <a:ext cx="7502691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bg2"/>
                </a:solidFill>
              </a:rPr>
              <a:t>DataStreamReader has most of the same methods as DataFrameReader, so you can use it in a similar way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EF7A04-9E26-0451-419F-A146F8A6C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675242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96120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9C54-C74D-8946-2374-AB1D276A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a Streaming Query</a:t>
            </a:r>
            <a:br>
              <a:rPr lang="en-US" dirty="0"/>
            </a:br>
            <a:r>
              <a:rPr lang="en-US" sz="4800" dirty="0"/>
              <a:t>Step 2: Define Input Source (Socket)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0512-88F7-B7A1-1AE9-FF2CE4340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1000" y="2472731"/>
            <a:ext cx="8332101" cy="5897547"/>
          </a:xfrm>
        </p:spPr>
        <p:txBody>
          <a:bodyPr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C0"/>
                </a:solidFill>
                <a:effectLst/>
                <a:latin typeface="Helvetica" pitchFamily="2" charset="0"/>
              </a:rPr>
              <a:t>Create DataFrame representing the stream of input lines from connection to localhost:9999</a:t>
            </a:r>
          </a:p>
          <a:p>
            <a:pPr marL="0" indent="0">
              <a:spcBef>
                <a:spcPts val="500"/>
              </a:spcBef>
              <a:buNone/>
            </a:pPr>
            <a:endParaRPr lang="en-US" sz="3200" dirty="0">
              <a:solidFill>
                <a:srgbClr val="007020"/>
              </a:solidFill>
              <a:effectLst/>
              <a:latin typeface="Helvetica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lines = spark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.readStream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.format("socket")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.option("host", "localhost")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.option("port", 9999)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.load()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D1F23-C5A8-C567-46A0-1724F8C3BACD}"/>
              </a:ext>
            </a:extLst>
          </p:cNvPr>
          <p:cNvSpPr/>
          <p:nvPr/>
        </p:nvSpPr>
        <p:spPr>
          <a:xfrm>
            <a:off x="674155" y="2324100"/>
            <a:ext cx="7502691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This code generates the lines DataFrame as an unbounded table of newline separated text data read from localhost:9999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A6FF4-D59E-5231-A2E9-2EE412393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674156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C80594-2E18-5212-0A37-3CF6702E3670}"/>
              </a:ext>
            </a:extLst>
          </p:cNvPr>
          <p:cNvSpPr/>
          <p:nvPr/>
        </p:nvSpPr>
        <p:spPr>
          <a:xfrm>
            <a:off x="674155" y="3895725"/>
            <a:ext cx="7502690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This table contains one column of strings named “value”, and each line in the streaming text data becomes a row in the table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02A1CA-AAB1-7663-3A9C-F038A2B86996}"/>
              </a:ext>
            </a:extLst>
          </p:cNvPr>
          <p:cNvSpPr/>
          <p:nvPr/>
        </p:nvSpPr>
        <p:spPr>
          <a:xfrm>
            <a:off x="674155" y="5467350"/>
            <a:ext cx="7502691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Similar to batch sources with DataFrameReader, this does not immediately start reading the streaming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BF569A-BD47-79C9-CAC6-937A90FD5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674156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B362BB-D0DA-5C10-A8F8-7E0207A9D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675242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F4634A-E31B-2C0A-22D2-C08102AFF0B3}"/>
              </a:ext>
            </a:extLst>
          </p:cNvPr>
          <p:cNvSpPr/>
          <p:nvPr/>
        </p:nvSpPr>
        <p:spPr>
          <a:xfrm>
            <a:off x="674155" y="7038975"/>
            <a:ext cx="7502691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bg2"/>
                </a:solidFill>
              </a:rPr>
              <a:t>It only sets up the configuration necessary for reading the data once the streaming query is explicitly started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EF7A04-9E26-0451-419F-A146F8A6C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675242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52605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9C54-C74D-8946-2374-AB1D276A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a Streaming Query</a:t>
            </a:r>
            <a:br>
              <a:rPr lang="en-US" dirty="0"/>
            </a:br>
            <a:r>
              <a:rPr lang="en-US" sz="4800" dirty="0"/>
              <a:t>Step 2: Define Input Source (Kafka)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0512-88F7-B7A1-1AE9-FF2CE4340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1001" y="3175801"/>
            <a:ext cx="8332101" cy="5897547"/>
          </a:xfrm>
        </p:spPr>
        <p:txBody>
          <a:bodyPr/>
          <a:lstStyle/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lines = spark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.readStream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.format("kafka")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.option("kafka.bootstrap.servers", "host1:port1,host2:port2")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.option("subscribe", "topic1")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.load()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D1F23-C5A8-C567-46A0-1724F8C3BACD}"/>
              </a:ext>
            </a:extLst>
          </p:cNvPr>
          <p:cNvSpPr/>
          <p:nvPr/>
        </p:nvSpPr>
        <p:spPr>
          <a:xfrm>
            <a:off x="674155" y="2324100"/>
            <a:ext cx="7502691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Besides sockets, Spark natively supports reading data streams from other sources: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A6FF4-D59E-5231-A2E9-2EE412393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674156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C80594-2E18-5212-0A37-3CF6702E3670}"/>
              </a:ext>
            </a:extLst>
          </p:cNvPr>
          <p:cNvSpPr/>
          <p:nvPr/>
        </p:nvSpPr>
        <p:spPr>
          <a:xfrm>
            <a:off x="674155" y="3895725"/>
            <a:ext cx="7502690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Any file system compatible with the HDFS API (that is, HDFS, S3, etc.)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02A1CA-AAB1-7663-3A9C-F038A2B86996}"/>
              </a:ext>
            </a:extLst>
          </p:cNvPr>
          <p:cNvSpPr/>
          <p:nvPr/>
        </p:nvSpPr>
        <p:spPr>
          <a:xfrm>
            <a:off x="674155" y="5467350"/>
            <a:ext cx="7502691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Kafka or AWS Kinesis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BF569A-BD47-79C9-CAC6-937A90FD5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674156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B362BB-D0DA-5C10-A8F8-7E0207A9D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675242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F4634A-E31B-2C0A-22D2-C08102AFF0B3}"/>
              </a:ext>
            </a:extLst>
          </p:cNvPr>
          <p:cNvSpPr/>
          <p:nvPr/>
        </p:nvSpPr>
        <p:spPr>
          <a:xfrm>
            <a:off x="674155" y="7038975"/>
            <a:ext cx="7502691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bg2"/>
                </a:solidFill>
              </a:rPr>
              <a:t>Others sources via custom connectors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EF7A04-9E26-0451-419F-A146F8A6C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675242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60776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9C54-C74D-8946-2374-AB1D276A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a Streaming Query</a:t>
            </a:r>
            <a:br>
              <a:rPr lang="en-US" dirty="0"/>
            </a:br>
            <a:r>
              <a:rPr lang="en-US" sz="4800" dirty="0"/>
              <a:t>Step 3a: Transform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0512-88F7-B7A1-1AE9-FF2CE4340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1001" y="4072618"/>
            <a:ext cx="8332101" cy="2908476"/>
          </a:xfrm>
        </p:spPr>
        <p:txBody>
          <a:bodyPr/>
          <a:lstStyle/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words = lines.select(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explode(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    split(lines.value, " ")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).alias("word")</a:t>
            </a:r>
          </a:p>
          <a:p>
            <a:pPr marL="0" indent="0">
              <a:spcBef>
                <a:spcPts val="500"/>
              </a:spcBef>
              <a:buNone/>
            </a:pPr>
            <a:endParaRPr lang="en-US" sz="3200" dirty="0">
              <a:solidFill>
                <a:srgbClr val="007020"/>
              </a:solidFill>
              <a:effectLst/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D1F23-C5A8-C567-46A0-1724F8C3BACD}"/>
              </a:ext>
            </a:extLst>
          </p:cNvPr>
          <p:cNvSpPr/>
          <p:nvPr/>
        </p:nvSpPr>
        <p:spPr>
          <a:xfrm>
            <a:off x="674155" y="2324100"/>
            <a:ext cx="7502691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Next we define the words DataFrame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A6FF4-D59E-5231-A2E9-2EE412393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674156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C80594-2E18-5212-0A37-3CF6702E3670}"/>
              </a:ext>
            </a:extLst>
          </p:cNvPr>
          <p:cNvSpPr/>
          <p:nvPr/>
        </p:nvSpPr>
        <p:spPr>
          <a:xfrm>
            <a:off x="674155" y="3895725"/>
            <a:ext cx="7502690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We use two built-in SQL functions - split and explode, to split each line into multiple rows with one word per row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02A1CA-AAB1-7663-3A9C-F038A2B86996}"/>
              </a:ext>
            </a:extLst>
          </p:cNvPr>
          <p:cNvSpPr/>
          <p:nvPr/>
        </p:nvSpPr>
        <p:spPr>
          <a:xfrm>
            <a:off x="674155" y="5467350"/>
            <a:ext cx="7502691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In addition, we use the function alias to name the new column as “word” (instead of “value”)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BF569A-BD47-79C9-CAC6-937A90FD5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674156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B362BB-D0DA-5C10-A8F8-7E0207A9D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675242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F4634A-E31B-2C0A-22D2-C08102AFF0B3}"/>
              </a:ext>
            </a:extLst>
          </p:cNvPr>
          <p:cNvSpPr/>
          <p:nvPr/>
        </p:nvSpPr>
        <p:spPr>
          <a:xfrm>
            <a:off x="674155" y="7038975"/>
            <a:ext cx="7502691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bg2"/>
                </a:solidFill>
              </a:rPr>
              <a:t>Note, the operations to transform the “lines” streaming DataFrame would work in the exact same way if “lines” was a batch DataFrame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EF7A04-9E26-0451-419F-A146F8A6C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675242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1348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9C54-C74D-8946-2374-AB1D276A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a Streaming Query</a:t>
            </a:r>
            <a:br>
              <a:rPr lang="en-US" dirty="0"/>
            </a:br>
            <a:r>
              <a:rPr lang="en-US" sz="4800" dirty="0"/>
              <a:t>Step 3b: Transform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0512-88F7-B7A1-1AE9-FF2CE4340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1001" y="3216099"/>
            <a:ext cx="8332101" cy="2908476"/>
          </a:xfrm>
        </p:spPr>
        <p:txBody>
          <a:bodyPr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C0"/>
                </a:solidFill>
                <a:effectLst/>
                <a:latin typeface="Helvetica" pitchFamily="2" charset="0"/>
              </a:rPr>
              <a:t>Generate running word count</a:t>
            </a:r>
          </a:p>
          <a:p>
            <a:pPr marL="0" indent="0">
              <a:spcBef>
                <a:spcPts val="500"/>
              </a:spcBef>
              <a:buNone/>
            </a:pPr>
            <a:endParaRPr lang="en-US" sz="3200" dirty="0">
              <a:solidFill>
                <a:srgbClr val="007020"/>
              </a:solidFill>
              <a:effectLst/>
              <a:latin typeface="Helvetica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wordCounts =   \       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latin typeface="Helvetica" pitchFamily="2" charset="0"/>
              </a:rPr>
              <a:t>   </a:t>
            </a: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words.groupBy("word").count()</a:t>
            </a:r>
          </a:p>
          <a:p>
            <a:pPr marL="0" indent="0">
              <a:spcBef>
                <a:spcPts val="500"/>
              </a:spcBef>
              <a:buNone/>
            </a:pPr>
            <a:endParaRPr lang="en-US" sz="3200" dirty="0">
              <a:solidFill>
                <a:srgbClr val="007020"/>
              </a:solidFill>
              <a:effectLst/>
              <a:latin typeface="Helvetica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endParaRPr lang="en-US" sz="3200" dirty="0">
              <a:solidFill>
                <a:srgbClr val="007020"/>
              </a:solidFill>
              <a:effectLst/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D1F23-C5A8-C567-46A0-1724F8C3BACD}"/>
              </a:ext>
            </a:extLst>
          </p:cNvPr>
          <p:cNvSpPr/>
          <p:nvPr/>
        </p:nvSpPr>
        <p:spPr>
          <a:xfrm>
            <a:off x="674155" y="2324100"/>
            <a:ext cx="7502691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We define the wordCounts DataFrame by grouping unique words together and counting them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A6FF4-D59E-5231-A2E9-2EE412393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674156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C80594-2E18-5212-0A37-3CF6702E3670}"/>
              </a:ext>
            </a:extLst>
          </p:cNvPr>
          <p:cNvSpPr/>
          <p:nvPr/>
        </p:nvSpPr>
        <p:spPr>
          <a:xfrm>
            <a:off x="674155" y="3895725"/>
            <a:ext cx="7502690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Note that this is a streaming DataFrame which represents the running word count of the stream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02A1CA-AAB1-7663-3A9C-F038A2B86996}"/>
              </a:ext>
            </a:extLst>
          </p:cNvPr>
          <p:cNvSpPr/>
          <p:nvPr/>
        </p:nvSpPr>
        <p:spPr>
          <a:xfrm>
            <a:off x="674155" y="5467350"/>
            <a:ext cx="7502691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The running word count will be computed once the streaming query is started and then continuously at each interval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BF569A-BD47-79C9-CAC6-937A90FD5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674156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B362BB-D0DA-5C10-A8F8-7E0207A9D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675242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9616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9C54-C74D-8946-2374-AB1D276A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a Streaming Query</a:t>
            </a:r>
            <a:br>
              <a:rPr lang="en-US" dirty="0"/>
            </a:br>
            <a:r>
              <a:rPr lang="en-US" sz="4800" dirty="0"/>
              <a:t>Step 4: Define Output Sink (Console) and Output Mode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0512-88F7-B7A1-1AE9-FF2CE4340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6368" y="2208962"/>
            <a:ext cx="7546733" cy="6888006"/>
          </a:xfrm>
        </p:spPr>
        <p:txBody>
          <a:bodyPr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C0"/>
                </a:solidFill>
                <a:effectLst/>
                <a:latin typeface="Helvetica" pitchFamily="2" charset="0"/>
              </a:rPr>
              <a:t>Start running the query that prints the running counts to the console</a:t>
            </a:r>
          </a:p>
          <a:p>
            <a:pPr marL="0" indent="0" algn="ctr">
              <a:spcBef>
                <a:spcPts val="500"/>
              </a:spcBef>
              <a:buNone/>
            </a:pPr>
            <a:endParaRPr lang="en-US" sz="3200" dirty="0">
              <a:solidFill>
                <a:srgbClr val="0070C0"/>
              </a:solidFill>
              <a:effectLst/>
              <a:latin typeface="Helvetica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query = wordCounts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.writeStream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.outputMode("complete")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.format("console") \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   .start()</a:t>
            </a:r>
          </a:p>
          <a:p>
            <a:pPr marL="0" indent="0">
              <a:spcBef>
                <a:spcPts val="500"/>
              </a:spcBef>
              <a:buNone/>
            </a:pPr>
            <a:endParaRPr lang="en-US" sz="3200" dirty="0">
              <a:solidFill>
                <a:srgbClr val="007020"/>
              </a:solidFill>
              <a:effectLst/>
              <a:latin typeface="Helvetica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en-US" sz="3200" dirty="0">
                <a:solidFill>
                  <a:srgbClr val="007020"/>
                </a:solidFill>
                <a:effectLst/>
                <a:latin typeface="Helvetica" pitchFamily="2" charset="0"/>
              </a:rPr>
              <a:t>query.awaitTermination()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F0079-AF2F-686D-6501-8770D6458B47}"/>
              </a:ext>
            </a:extLst>
          </p:cNvPr>
          <p:cNvSpPr/>
          <p:nvPr/>
        </p:nvSpPr>
        <p:spPr>
          <a:xfrm>
            <a:off x="674155" y="2324100"/>
            <a:ext cx="7502691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After transforming the data, we can define how to write the processed output data with DataFrame.writeStream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31C0AD-CA46-38E0-073E-F2DB35DDF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674156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34AE0D-CEBB-6512-F022-0D07523C08B0}"/>
              </a:ext>
            </a:extLst>
          </p:cNvPr>
          <p:cNvSpPr/>
          <p:nvPr/>
        </p:nvSpPr>
        <p:spPr>
          <a:xfrm>
            <a:off x="674155" y="3895725"/>
            <a:ext cx="7502690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This exposes a DataStreamWriter which is similar to a DataFrameWriter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C0253-13FB-F8D1-5D31-EFF45D072F4D}"/>
              </a:ext>
            </a:extLst>
          </p:cNvPr>
          <p:cNvSpPr/>
          <p:nvPr/>
        </p:nvSpPr>
        <p:spPr>
          <a:xfrm>
            <a:off x="674155" y="5467350"/>
            <a:ext cx="7502691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All that is left is to actually start receiving data and computing the counts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3CB61D-4DC3-07D0-8528-F282985F4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674156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30C3EE-A80D-C458-4436-37F9C9435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675242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DA6C9B-6C81-E95C-D076-FA62AB310075}"/>
              </a:ext>
            </a:extLst>
          </p:cNvPr>
          <p:cNvSpPr/>
          <p:nvPr/>
        </p:nvSpPr>
        <p:spPr>
          <a:xfrm>
            <a:off x="674155" y="7038975"/>
            <a:ext cx="7502691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bg2"/>
                </a:solidFill>
              </a:rPr>
              <a:t>Now we set it up to display the complete set of counts (outputMode("complete")) to the console every time they are updated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B7987A-FF9B-DB53-4967-C9BDDB114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675242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745295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76E56-6840-3723-99BF-D313D74B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a Streaming Query</a:t>
            </a:r>
            <a:br>
              <a:rPr lang="en-US" dirty="0"/>
            </a:br>
            <a:r>
              <a:rPr lang="en-US" sz="4900" dirty="0"/>
              <a:t>Application Flow</a:t>
            </a:r>
            <a:endParaRPr lang="en-US" dirty="0"/>
          </a:p>
        </p:txBody>
      </p:sp>
      <p:pic>
        <p:nvPicPr>
          <p:cNvPr id="43" name="Picture 42" descr="A diagram illustrating the process of a word count application over time, involving input and result data frames:&#10;&#10;- The top section shows a timeline with an arrow labeled &quot;Time&quot; pointing from left to right, marked at intervals 1, 2, and 3.&#10;- At each time interval, different sets of words are processed:&#10;  - Time 1: &quot;cat dog&quot;, &quot;dog dog&quot;.&#10;  - Time 2: &quot;owl cat&quot;.&#10;  - Time 3: &quot;dog owl&quot;.&#10;- Below the timeline, an &quot;Input DataFrame&quot; is shown as an unbounded table of all input data up to each time interval:&#10;  - Time 1: contains &quot;cat dog&quot; and &quot;dog dog&quot;.&#10;  - Time 2: includes previous data plus &quot;owl cat&quot;.&#10;  - Time 3: includes all previous data plus &quot;dog owl&quot;.&#10;- The &quot;Result DataFrame&quot; is a table showing the word counts at each time interval after processing the word count query:&#10;  - Time 1: cat: 1, dog: 3.&#10;  - Time 2: cat: 2, dog: 3, owl: 1.&#10;  - Time 3: cat: 2, dog: 4, owl: 2.&#10;- The &quot;Output&quot; section indicates that the complete mode is used to print all counts to the console at each time interval.&#10;&#10;This diagram visually represents the real-time processing and aggregation of word counts in a streaming application, showing how data accumulates and results are updated over time.">
            <a:extLst>
              <a:ext uri="{FF2B5EF4-FFF2-40B4-BE49-F238E27FC236}">
                <a16:creationId xmlns:a16="http://schemas.microsoft.com/office/drawing/2014/main" id="{3CE0049B-B76B-4ECF-F461-B28223A1A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255" y="2065417"/>
            <a:ext cx="10603523" cy="74679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75418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3556F9-3A38-4F37-9E6B-2E4087AFD8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96873</TotalTime>
  <Words>2006</Words>
  <Application>Microsoft Office PowerPoint</Application>
  <PresentationFormat>Custom</PresentationFormat>
  <Paragraphs>312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Breeze</vt:lpstr>
      <vt:lpstr>Module 6: Lesson 2 Stream Ingestion and Processing Part 2</vt:lpstr>
      <vt:lpstr>Spark Structured Streaming</vt:lpstr>
      <vt:lpstr>Spark Structured Streaming</vt:lpstr>
      <vt:lpstr>The Programming Model of Structured Streaming</vt:lpstr>
      <vt:lpstr>The Programming Model of Structured Streaming</vt:lpstr>
      <vt:lpstr>The Programming Model of Structured Streaming</vt:lpstr>
      <vt:lpstr>The Programming Model of Structured Streaming</vt:lpstr>
      <vt:lpstr>The Programming Model of Structured Streaming Streams as Tables</vt:lpstr>
      <vt:lpstr>The Programming Model of Structured Streaming Streams as Tables</vt:lpstr>
      <vt:lpstr>The Programming Model of Structured Streaming Streams as Tables</vt:lpstr>
      <vt:lpstr>The Programming Model of Structured Streaming Streams as Tables: Output Modes</vt:lpstr>
      <vt:lpstr>The Programming Model of Structured Streaming Streams as Tables: Complete Mode</vt:lpstr>
      <vt:lpstr>The Programming Model of Structured Streaming Streams as Tables: Append Mode</vt:lpstr>
      <vt:lpstr>Define a Streaming Query Objective</vt:lpstr>
      <vt:lpstr>Define a Streaming Query Step 1: Initialization</vt:lpstr>
      <vt:lpstr>Define a Streaming Query Step 2: Define Input Source (Socket)</vt:lpstr>
      <vt:lpstr>Define a Streaming Query Step 2: Define Input Source (Socket)</vt:lpstr>
      <vt:lpstr>Define a Streaming Query Step 2: Define Input Source (Kafka)</vt:lpstr>
      <vt:lpstr>Define a Streaming Query Step 3a: Transform Data</vt:lpstr>
      <vt:lpstr>Define a Streaming Query Step 3b: Transform Data</vt:lpstr>
      <vt:lpstr>Define a Streaming Query Step 4: Define Output Sink (Console) and Output Mode</vt:lpstr>
      <vt:lpstr>Define a Streaming Query Application Flow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382</cp:revision>
  <cp:lastPrinted>2024-01-22T03:27:39Z</cp:lastPrinted>
  <dcterms:created xsi:type="dcterms:W3CDTF">2019-02-13T16:04:21Z</dcterms:created>
  <dcterms:modified xsi:type="dcterms:W3CDTF">2024-07-12T17:33:19Z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52CC1A23-C8AB-4745-8E01-87F1B73E3272</vt:lpwstr>
  </property>
  <property fmtid="{D5CDD505-2E9C-101B-9397-08002B2CF9AE}" pid="4" name="ArticulatePath">
    <vt:lpwstr>Module 6 22012023</vt:lpwstr>
  </property>
  <property fmtid="{D5CDD505-2E9C-101B-9397-08002B2CF9AE}" pid="5" name="MediaServiceImageTags">
    <vt:lpwstr/>
  </property>
</Properties>
</file>