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6"/>
  </p:notesMasterIdLst>
  <p:sldIdLst>
    <p:sldId id="1061" r:id="rId5"/>
    <p:sldId id="846" r:id="rId6"/>
    <p:sldId id="1011" r:id="rId7"/>
    <p:sldId id="1015" r:id="rId8"/>
    <p:sldId id="1012" r:id="rId9"/>
    <p:sldId id="1016" r:id="rId10"/>
    <p:sldId id="1013" r:id="rId11"/>
    <p:sldId id="1017" r:id="rId12"/>
    <p:sldId id="1019" r:id="rId13"/>
    <p:sldId id="1020" r:id="rId14"/>
    <p:sldId id="1021" r:id="rId15"/>
  </p:sldIdLst>
  <p:sldSz cx="18288000" cy="10287000"/>
  <p:notesSz cx="9144000" cy="6858000"/>
  <p:custDataLst>
    <p:tags r:id="rId17"/>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8FF"/>
    <a:srgbClr val="3BA1F0"/>
    <a:srgbClr val="E0F8FF"/>
    <a:srgbClr val="D4DBE7"/>
    <a:srgbClr val="EAEAEA"/>
    <a:srgbClr val="F94B67"/>
    <a:srgbClr val="E7E7E8"/>
    <a:srgbClr val="BABABA"/>
    <a:srgbClr val="0070C0"/>
    <a:srgbClr val="9595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EFED0C-380A-B169-85C3-51EA1271C20A}" v="178" dt="2024-07-12T17:43:25.7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88"/>
    <p:restoredTop sz="95726" autoAdjust="0"/>
  </p:normalViewPr>
  <p:slideViewPr>
    <p:cSldViewPr snapToGrid="0" snapToObjects="1">
      <p:cViewPr varScale="1">
        <p:scale>
          <a:sx n="61" d="100"/>
          <a:sy n="61" d="100"/>
        </p:scale>
        <p:origin x="485" y="86"/>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A3EFED0C-380A-B169-85C3-51EA1271C20A}"/>
    <pc:docChg chg="modSld">
      <pc:chgData name="Allison Mulshine" userId="S::allison.mulshine@collegiseducation.com::5f656d52-c555-4e5e-9a5b-18226766ffe3" providerId="AD" clId="Web-{A3EFED0C-380A-B169-85C3-51EA1271C20A}" dt="2024-07-12T17:43:25.705" v="172"/>
      <pc:docMkLst>
        <pc:docMk/>
      </pc:docMkLst>
      <pc:sldChg chg="addSp delSp modSp">
        <pc:chgData name="Allison Mulshine" userId="S::allison.mulshine@collegiseducation.com::5f656d52-c555-4e5e-9a5b-18226766ffe3" providerId="AD" clId="Web-{A3EFED0C-380A-B169-85C3-51EA1271C20A}" dt="2024-07-12T17:34:39.204" v="27"/>
        <pc:sldMkLst>
          <pc:docMk/>
          <pc:sldMk cId="3789602269" sldId="1011"/>
        </pc:sldMkLst>
        <pc:spChg chg="del">
          <ac:chgData name="Allison Mulshine" userId="S::allison.mulshine@collegiseducation.com::5f656d52-c555-4e5e-9a5b-18226766ffe3" providerId="AD" clId="Web-{A3EFED0C-380A-B169-85C3-51EA1271C20A}" dt="2024-07-12T17:34:15.625" v="24"/>
          <ac:spMkLst>
            <pc:docMk/>
            <pc:sldMk cId="3789602269" sldId="1011"/>
            <ac:spMk id="4" creationId="{8D0FBBE5-4A39-1B0A-DB14-5151658DA6C9}"/>
          </ac:spMkLst>
        </pc:spChg>
        <pc:spChg chg="del">
          <ac:chgData name="Allison Mulshine" userId="S::allison.mulshine@collegiseducation.com::5f656d52-c555-4e5e-9a5b-18226766ffe3" providerId="AD" clId="Web-{A3EFED0C-380A-B169-85C3-51EA1271C20A}" dt="2024-07-12T17:34:15.625" v="23"/>
          <ac:spMkLst>
            <pc:docMk/>
            <pc:sldMk cId="3789602269" sldId="1011"/>
            <ac:spMk id="5" creationId="{460F007F-46CF-0B91-06A0-EC6A48160E11}"/>
          </ac:spMkLst>
        </pc:spChg>
        <pc:spChg chg="del">
          <ac:chgData name="Allison Mulshine" userId="S::allison.mulshine@collegiseducation.com::5f656d52-c555-4e5e-9a5b-18226766ffe3" providerId="AD" clId="Web-{A3EFED0C-380A-B169-85C3-51EA1271C20A}" dt="2024-07-12T17:34:15.625" v="22"/>
          <ac:spMkLst>
            <pc:docMk/>
            <pc:sldMk cId="3789602269" sldId="1011"/>
            <ac:spMk id="6" creationId="{A820C487-38BD-C515-F953-2D32F4C33075}"/>
          </ac:spMkLst>
        </pc:spChg>
        <pc:spChg chg="del">
          <ac:chgData name="Allison Mulshine" userId="S::allison.mulshine@collegiseducation.com::5f656d52-c555-4e5e-9a5b-18226766ffe3" providerId="AD" clId="Web-{A3EFED0C-380A-B169-85C3-51EA1271C20A}" dt="2024-07-12T17:34:15.625" v="21"/>
          <ac:spMkLst>
            <pc:docMk/>
            <pc:sldMk cId="3789602269" sldId="1011"/>
            <ac:spMk id="7" creationId="{31F95628-D7B2-468B-9654-EAF438638BFA}"/>
          </ac:spMkLst>
        </pc:spChg>
        <pc:spChg chg="del">
          <ac:chgData name="Allison Mulshine" userId="S::allison.mulshine@collegiseducation.com::5f656d52-c555-4e5e-9a5b-18226766ffe3" providerId="AD" clId="Web-{A3EFED0C-380A-B169-85C3-51EA1271C20A}" dt="2024-07-12T17:34:15.625" v="20"/>
          <ac:spMkLst>
            <pc:docMk/>
            <pc:sldMk cId="3789602269" sldId="1011"/>
            <ac:spMk id="8" creationId="{5F30760A-D0B8-EAC9-2E00-2ACB75B4C1C5}"/>
          </ac:spMkLst>
        </pc:spChg>
        <pc:spChg chg="del">
          <ac:chgData name="Allison Mulshine" userId="S::allison.mulshine@collegiseducation.com::5f656d52-c555-4e5e-9a5b-18226766ffe3" providerId="AD" clId="Web-{A3EFED0C-380A-B169-85C3-51EA1271C20A}" dt="2024-07-12T17:34:15.625" v="19"/>
          <ac:spMkLst>
            <pc:docMk/>
            <pc:sldMk cId="3789602269" sldId="1011"/>
            <ac:spMk id="9" creationId="{C9FF404C-C4AD-E640-36EC-F6C8EFA70570}"/>
          </ac:spMkLst>
        </pc:spChg>
        <pc:spChg chg="del">
          <ac:chgData name="Allison Mulshine" userId="S::allison.mulshine@collegiseducation.com::5f656d52-c555-4e5e-9a5b-18226766ffe3" providerId="AD" clId="Web-{A3EFED0C-380A-B169-85C3-51EA1271C20A}" dt="2024-07-12T17:34:15.625" v="18"/>
          <ac:spMkLst>
            <pc:docMk/>
            <pc:sldMk cId="3789602269" sldId="1011"/>
            <ac:spMk id="10" creationId="{9684F320-727E-82A9-0B98-673ACE29514F}"/>
          </ac:spMkLst>
        </pc:spChg>
        <pc:spChg chg="del">
          <ac:chgData name="Allison Mulshine" userId="S::allison.mulshine@collegiseducation.com::5f656d52-c555-4e5e-9a5b-18226766ffe3" providerId="AD" clId="Web-{A3EFED0C-380A-B169-85C3-51EA1271C20A}" dt="2024-07-12T17:34:15.625" v="14"/>
          <ac:spMkLst>
            <pc:docMk/>
            <pc:sldMk cId="3789602269" sldId="1011"/>
            <ac:spMk id="31" creationId="{539D8550-0BD6-BC2D-8601-6F08FA8CDB9F}"/>
          </ac:spMkLst>
        </pc:spChg>
        <pc:spChg chg="del">
          <ac:chgData name="Allison Mulshine" userId="S::allison.mulshine@collegiseducation.com::5f656d52-c555-4e5e-9a5b-18226766ffe3" providerId="AD" clId="Web-{A3EFED0C-380A-B169-85C3-51EA1271C20A}" dt="2024-07-12T17:34:15.625" v="13"/>
          <ac:spMkLst>
            <pc:docMk/>
            <pc:sldMk cId="3789602269" sldId="1011"/>
            <ac:spMk id="32" creationId="{B265EADC-DD16-F2BB-3FB4-03508AE5A25A}"/>
          </ac:spMkLst>
        </pc:spChg>
        <pc:spChg chg="del">
          <ac:chgData name="Allison Mulshine" userId="S::allison.mulshine@collegiseducation.com::5f656d52-c555-4e5e-9a5b-18226766ffe3" providerId="AD" clId="Web-{A3EFED0C-380A-B169-85C3-51EA1271C20A}" dt="2024-07-12T17:34:15.625" v="12"/>
          <ac:spMkLst>
            <pc:docMk/>
            <pc:sldMk cId="3789602269" sldId="1011"/>
            <ac:spMk id="33" creationId="{63218C48-31B9-63B1-24C9-7C2AA7E56923}"/>
          </ac:spMkLst>
        </pc:spChg>
        <pc:spChg chg="del">
          <ac:chgData name="Allison Mulshine" userId="S::allison.mulshine@collegiseducation.com::5f656d52-c555-4e5e-9a5b-18226766ffe3" providerId="AD" clId="Web-{A3EFED0C-380A-B169-85C3-51EA1271C20A}" dt="2024-07-12T17:34:15.625" v="11"/>
          <ac:spMkLst>
            <pc:docMk/>
            <pc:sldMk cId="3789602269" sldId="1011"/>
            <ac:spMk id="34" creationId="{EEF9785E-544E-E429-A334-5C6212A9E0F2}"/>
          </ac:spMkLst>
        </pc:spChg>
        <pc:spChg chg="del">
          <ac:chgData name="Allison Mulshine" userId="S::allison.mulshine@collegiseducation.com::5f656d52-c555-4e5e-9a5b-18226766ffe3" providerId="AD" clId="Web-{A3EFED0C-380A-B169-85C3-51EA1271C20A}" dt="2024-07-12T17:34:15.625" v="10"/>
          <ac:spMkLst>
            <pc:docMk/>
            <pc:sldMk cId="3789602269" sldId="1011"/>
            <ac:spMk id="35" creationId="{C81B55E1-0300-E5E0-1ED8-ACE4E92C9F96}"/>
          </ac:spMkLst>
        </pc:spChg>
        <pc:spChg chg="del">
          <ac:chgData name="Allison Mulshine" userId="S::allison.mulshine@collegiseducation.com::5f656d52-c555-4e5e-9a5b-18226766ffe3" providerId="AD" clId="Web-{A3EFED0C-380A-B169-85C3-51EA1271C20A}" dt="2024-07-12T17:34:15.625" v="9"/>
          <ac:spMkLst>
            <pc:docMk/>
            <pc:sldMk cId="3789602269" sldId="1011"/>
            <ac:spMk id="36" creationId="{0B556CA9-5DD5-7169-7577-AD3940EACD6E}"/>
          </ac:spMkLst>
        </pc:spChg>
        <pc:spChg chg="del">
          <ac:chgData name="Allison Mulshine" userId="S::allison.mulshine@collegiseducation.com::5f656d52-c555-4e5e-9a5b-18226766ffe3" providerId="AD" clId="Web-{A3EFED0C-380A-B169-85C3-51EA1271C20A}" dt="2024-07-12T17:34:15.625" v="8"/>
          <ac:spMkLst>
            <pc:docMk/>
            <pc:sldMk cId="3789602269" sldId="1011"/>
            <ac:spMk id="37" creationId="{4BDC67E3-73B3-9E17-2746-9C037D6F86D8}"/>
          </ac:spMkLst>
        </pc:spChg>
        <pc:spChg chg="del">
          <ac:chgData name="Allison Mulshine" userId="S::allison.mulshine@collegiseducation.com::5f656d52-c555-4e5e-9a5b-18226766ffe3" providerId="AD" clId="Web-{A3EFED0C-380A-B169-85C3-51EA1271C20A}" dt="2024-07-12T17:34:15.625" v="7"/>
          <ac:spMkLst>
            <pc:docMk/>
            <pc:sldMk cId="3789602269" sldId="1011"/>
            <ac:spMk id="38" creationId="{26946627-A675-EF0C-80C6-1A2388BEF318}"/>
          </ac:spMkLst>
        </pc:spChg>
        <pc:spChg chg="del">
          <ac:chgData name="Allison Mulshine" userId="S::allison.mulshine@collegiseducation.com::5f656d52-c555-4e5e-9a5b-18226766ffe3" providerId="AD" clId="Web-{A3EFED0C-380A-B169-85C3-51EA1271C20A}" dt="2024-07-12T17:34:15.625" v="6"/>
          <ac:spMkLst>
            <pc:docMk/>
            <pc:sldMk cId="3789602269" sldId="1011"/>
            <ac:spMk id="39" creationId="{AE995EAE-7E17-F932-B2ED-A43D80BFD6DE}"/>
          </ac:spMkLst>
        </pc:spChg>
        <pc:spChg chg="del">
          <ac:chgData name="Allison Mulshine" userId="S::allison.mulshine@collegiseducation.com::5f656d52-c555-4e5e-9a5b-18226766ffe3" providerId="AD" clId="Web-{A3EFED0C-380A-B169-85C3-51EA1271C20A}" dt="2024-07-12T17:34:15.625" v="5"/>
          <ac:spMkLst>
            <pc:docMk/>
            <pc:sldMk cId="3789602269" sldId="1011"/>
            <ac:spMk id="40" creationId="{A0059B87-4D40-2328-D32D-932A06163E0D}"/>
          </ac:spMkLst>
        </pc:spChg>
        <pc:spChg chg="del">
          <ac:chgData name="Allison Mulshine" userId="S::allison.mulshine@collegiseducation.com::5f656d52-c555-4e5e-9a5b-18226766ffe3" providerId="AD" clId="Web-{A3EFED0C-380A-B169-85C3-51EA1271C20A}" dt="2024-07-12T17:34:15.625" v="4"/>
          <ac:spMkLst>
            <pc:docMk/>
            <pc:sldMk cId="3789602269" sldId="1011"/>
            <ac:spMk id="41" creationId="{E71B88BF-6A76-9E6B-E7DD-A1911BFB7F85}"/>
          </ac:spMkLst>
        </pc:spChg>
        <pc:spChg chg="del">
          <ac:chgData name="Allison Mulshine" userId="S::allison.mulshine@collegiseducation.com::5f656d52-c555-4e5e-9a5b-18226766ffe3" providerId="AD" clId="Web-{A3EFED0C-380A-B169-85C3-51EA1271C20A}" dt="2024-07-12T17:34:15.625" v="3"/>
          <ac:spMkLst>
            <pc:docMk/>
            <pc:sldMk cId="3789602269" sldId="1011"/>
            <ac:spMk id="42" creationId="{30285F66-D972-C5CB-6188-CD6E914FEC32}"/>
          </ac:spMkLst>
        </pc:spChg>
        <pc:spChg chg="del">
          <ac:chgData name="Allison Mulshine" userId="S::allison.mulshine@collegiseducation.com::5f656d52-c555-4e5e-9a5b-18226766ffe3" providerId="AD" clId="Web-{A3EFED0C-380A-B169-85C3-51EA1271C20A}" dt="2024-07-12T17:34:15.625" v="2"/>
          <ac:spMkLst>
            <pc:docMk/>
            <pc:sldMk cId="3789602269" sldId="1011"/>
            <ac:spMk id="43" creationId="{FF413D08-77F1-07E1-D06D-72345F56266E}"/>
          </ac:spMkLst>
        </pc:spChg>
        <pc:picChg chg="add mod">
          <ac:chgData name="Allison Mulshine" userId="S::allison.mulshine@collegiseducation.com::5f656d52-c555-4e5e-9a5b-18226766ffe3" providerId="AD" clId="Web-{A3EFED0C-380A-B169-85C3-51EA1271C20A}" dt="2024-07-12T17:34:39.204" v="27"/>
          <ac:picMkLst>
            <pc:docMk/>
            <pc:sldMk cId="3789602269" sldId="1011"/>
            <ac:picMk id="3" creationId="{34603490-082F-40AA-78EB-90EFCF0B6A3D}"/>
          </ac:picMkLst>
        </pc:picChg>
        <pc:cxnChg chg="del mod">
          <ac:chgData name="Allison Mulshine" userId="S::allison.mulshine@collegiseducation.com::5f656d52-c555-4e5e-9a5b-18226766ffe3" providerId="AD" clId="Web-{A3EFED0C-380A-B169-85C3-51EA1271C20A}" dt="2024-07-12T17:34:15.625" v="17"/>
          <ac:cxnSpMkLst>
            <pc:docMk/>
            <pc:sldMk cId="3789602269" sldId="1011"/>
            <ac:cxnSpMk id="24" creationId="{B7FFA596-9757-355E-8C20-E4BF88E8711F}"/>
          </ac:cxnSpMkLst>
        </pc:cxnChg>
        <pc:cxnChg chg="del mod">
          <ac:chgData name="Allison Mulshine" userId="S::allison.mulshine@collegiseducation.com::5f656d52-c555-4e5e-9a5b-18226766ffe3" providerId="AD" clId="Web-{A3EFED0C-380A-B169-85C3-51EA1271C20A}" dt="2024-07-12T17:34:15.625" v="16"/>
          <ac:cxnSpMkLst>
            <pc:docMk/>
            <pc:sldMk cId="3789602269" sldId="1011"/>
            <ac:cxnSpMk id="25" creationId="{7965AD7C-DB80-689E-544E-AF47895E94A0}"/>
          </ac:cxnSpMkLst>
        </pc:cxnChg>
        <pc:cxnChg chg="del mod">
          <ac:chgData name="Allison Mulshine" userId="S::allison.mulshine@collegiseducation.com::5f656d52-c555-4e5e-9a5b-18226766ffe3" providerId="AD" clId="Web-{A3EFED0C-380A-B169-85C3-51EA1271C20A}" dt="2024-07-12T17:34:15.625" v="15"/>
          <ac:cxnSpMkLst>
            <pc:docMk/>
            <pc:sldMk cId="3789602269" sldId="1011"/>
            <ac:cxnSpMk id="28" creationId="{AE92EF10-C490-72DF-E3CD-C3ADD03DF93E}"/>
          </ac:cxnSpMkLst>
        </pc:cxnChg>
      </pc:sldChg>
      <pc:sldChg chg="addSp delSp modSp">
        <pc:chgData name="Allison Mulshine" userId="S::allison.mulshine@collegiseducation.com::5f656d52-c555-4e5e-9a5b-18226766ffe3" providerId="AD" clId="Web-{A3EFED0C-380A-B169-85C3-51EA1271C20A}" dt="2024-07-12T17:37:40.460" v="64"/>
        <pc:sldMkLst>
          <pc:docMk/>
          <pc:sldMk cId="3925806473" sldId="1012"/>
        </pc:sldMkLst>
        <pc:spChg chg="del">
          <ac:chgData name="Allison Mulshine" userId="S::allison.mulshine@collegiseducation.com::5f656d52-c555-4e5e-9a5b-18226766ffe3" providerId="AD" clId="Web-{A3EFED0C-380A-B169-85C3-51EA1271C20A}" dt="2024-07-12T17:37:21.897" v="41"/>
          <ac:spMkLst>
            <pc:docMk/>
            <pc:sldMk cId="3925806473" sldId="1012"/>
            <ac:spMk id="3" creationId="{703A860E-86E5-5FF7-B23F-86CECFEBE5A8}"/>
          </ac:spMkLst>
        </pc:spChg>
        <pc:spChg chg="del">
          <ac:chgData name="Allison Mulshine" userId="S::allison.mulshine@collegiseducation.com::5f656d52-c555-4e5e-9a5b-18226766ffe3" providerId="AD" clId="Web-{A3EFED0C-380A-B169-85C3-51EA1271C20A}" dt="2024-07-12T17:37:21.912" v="58"/>
          <ac:spMkLst>
            <pc:docMk/>
            <pc:sldMk cId="3925806473" sldId="1012"/>
            <ac:spMk id="4" creationId="{8D0FBBE5-4A39-1B0A-DB14-5151658DA6C9}"/>
          </ac:spMkLst>
        </pc:spChg>
        <pc:spChg chg="del">
          <ac:chgData name="Allison Mulshine" userId="S::allison.mulshine@collegiseducation.com::5f656d52-c555-4e5e-9a5b-18226766ffe3" providerId="AD" clId="Web-{A3EFED0C-380A-B169-85C3-51EA1271C20A}" dt="2024-07-12T17:37:21.912" v="57"/>
          <ac:spMkLst>
            <pc:docMk/>
            <pc:sldMk cId="3925806473" sldId="1012"/>
            <ac:spMk id="5" creationId="{460F007F-46CF-0B91-06A0-EC6A48160E11}"/>
          </ac:spMkLst>
        </pc:spChg>
        <pc:spChg chg="del">
          <ac:chgData name="Allison Mulshine" userId="S::allison.mulshine@collegiseducation.com::5f656d52-c555-4e5e-9a5b-18226766ffe3" providerId="AD" clId="Web-{A3EFED0C-380A-B169-85C3-51EA1271C20A}" dt="2024-07-12T17:37:21.912" v="56"/>
          <ac:spMkLst>
            <pc:docMk/>
            <pc:sldMk cId="3925806473" sldId="1012"/>
            <ac:spMk id="6" creationId="{A820C487-38BD-C515-F953-2D32F4C33075}"/>
          </ac:spMkLst>
        </pc:spChg>
        <pc:spChg chg="del">
          <ac:chgData name="Allison Mulshine" userId="S::allison.mulshine@collegiseducation.com::5f656d52-c555-4e5e-9a5b-18226766ffe3" providerId="AD" clId="Web-{A3EFED0C-380A-B169-85C3-51EA1271C20A}" dt="2024-07-12T17:37:21.912" v="55"/>
          <ac:spMkLst>
            <pc:docMk/>
            <pc:sldMk cId="3925806473" sldId="1012"/>
            <ac:spMk id="7" creationId="{31F95628-D7B2-468B-9654-EAF438638BFA}"/>
          </ac:spMkLst>
        </pc:spChg>
        <pc:spChg chg="del">
          <ac:chgData name="Allison Mulshine" userId="S::allison.mulshine@collegiseducation.com::5f656d52-c555-4e5e-9a5b-18226766ffe3" providerId="AD" clId="Web-{A3EFED0C-380A-B169-85C3-51EA1271C20A}" dt="2024-07-12T17:37:21.912" v="54"/>
          <ac:spMkLst>
            <pc:docMk/>
            <pc:sldMk cId="3925806473" sldId="1012"/>
            <ac:spMk id="8" creationId="{5F30760A-D0B8-EAC9-2E00-2ACB75B4C1C5}"/>
          </ac:spMkLst>
        </pc:spChg>
        <pc:spChg chg="del">
          <ac:chgData name="Allison Mulshine" userId="S::allison.mulshine@collegiseducation.com::5f656d52-c555-4e5e-9a5b-18226766ffe3" providerId="AD" clId="Web-{A3EFED0C-380A-B169-85C3-51EA1271C20A}" dt="2024-07-12T17:37:21.912" v="50"/>
          <ac:spMkLst>
            <pc:docMk/>
            <pc:sldMk cId="3925806473" sldId="1012"/>
            <ac:spMk id="31" creationId="{539D8550-0BD6-BC2D-8601-6F08FA8CDB9F}"/>
          </ac:spMkLst>
        </pc:spChg>
        <pc:spChg chg="del">
          <ac:chgData name="Allison Mulshine" userId="S::allison.mulshine@collegiseducation.com::5f656d52-c555-4e5e-9a5b-18226766ffe3" providerId="AD" clId="Web-{A3EFED0C-380A-B169-85C3-51EA1271C20A}" dt="2024-07-12T17:37:21.912" v="49"/>
          <ac:spMkLst>
            <pc:docMk/>
            <pc:sldMk cId="3925806473" sldId="1012"/>
            <ac:spMk id="32" creationId="{B265EADC-DD16-F2BB-3FB4-03508AE5A25A}"/>
          </ac:spMkLst>
        </pc:spChg>
        <pc:spChg chg="del">
          <ac:chgData name="Allison Mulshine" userId="S::allison.mulshine@collegiseducation.com::5f656d52-c555-4e5e-9a5b-18226766ffe3" providerId="AD" clId="Web-{A3EFED0C-380A-B169-85C3-51EA1271C20A}" dt="2024-07-12T17:37:21.912" v="48"/>
          <ac:spMkLst>
            <pc:docMk/>
            <pc:sldMk cId="3925806473" sldId="1012"/>
            <ac:spMk id="33" creationId="{63218C48-31B9-63B1-24C9-7C2AA7E56923}"/>
          </ac:spMkLst>
        </pc:spChg>
        <pc:spChg chg="del">
          <ac:chgData name="Allison Mulshine" userId="S::allison.mulshine@collegiseducation.com::5f656d52-c555-4e5e-9a5b-18226766ffe3" providerId="AD" clId="Web-{A3EFED0C-380A-B169-85C3-51EA1271C20A}" dt="2024-07-12T17:37:21.912" v="47"/>
          <ac:spMkLst>
            <pc:docMk/>
            <pc:sldMk cId="3925806473" sldId="1012"/>
            <ac:spMk id="34" creationId="{EEF9785E-544E-E429-A334-5C6212A9E0F2}"/>
          </ac:spMkLst>
        </pc:spChg>
        <pc:spChg chg="del">
          <ac:chgData name="Allison Mulshine" userId="S::allison.mulshine@collegiseducation.com::5f656d52-c555-4e5e-9a5b-18226766ffe3" providerId="AD" clId="Web-{A3EFED0C-380A-B169-85C3-51EA1271C20A}" dt="2024-07-12T17:37:21.912" v="46"/>
          <ac:spMkLst>
            <pc:docMk/>
            <pc:sldMk cId="3925806473" sldId="1012"/>
            <ac:spMk id="37" creationId="{4BDC67E3-73B3-9E17-2746-9C037D6F86D8}"/>
          </ac:spMkLst>
        </pc:spChg>
        <pc:spChg chg="del">
          <ac:chgData name="Allison Mulshine" userId="S::allison.mulshine@collegiseducation.com::5f656d52-c555-4e5e-9a5b-18226766ffe3" providerId="AD" clId="Web-{A3EFED0C-380A-B169-85C3-51EA1271C20A}" dt="2024-07-12T17:37:21.897" v="45"/>
          <ac:spMkLst>
            <pc:docMk/>
            <pc:sldMk cId="3925806473" sldId="1012"/>
            <ac:spMk id="38" creationId="{26946627-A675-EF0C-80C6-1A2388BEF318}"/>
          </ac:spMkLst>
        </pc:spChg>
        <pc:spChg chg="del">
          <ac:chgData name="Allison Mulshine" userId="S::allison.mulshine@collegiseducation.com::5f656d52-c555-4e5e-9a5b-18226766ffe3" providerId="AD" clId="Web-{A3EFED0C-380A-B169-85C3-51EA1271C20A}" dt="2024-07-12T17:37:21.897" v="44"/>
          <ac:spMkLst>
            <pc:docMk/>
            <pc:sldMk cId="3925806473" sldId="1012"/>
            <ac:spMk id="39" creationId="{AE995EAE-7E17-F932-B2ED-A43D80BFD6DE}"/>
          </ac:spMkLst>
        </pc:spChg>
        <pc:spChg chg="del">
          <ac:chgData name="Allison Mulshine" userId="S::allison.mulshine@collegiseducation.com::5f656d52-c555-4e5e-9a5b-18226766ffe3" providerId="AD" clId="Web-{A3EFED0C-380A-B169-85C3-51EA1271C20A}" dt="2024-07-12T17:37:21.897" v="43"/>
          <ac:spMkLst>
            <pc:docMk/>
            <pc:sldMk cId="3925806473" sldId="1012"/>
            <ac:spMk id="40" creationId="{A0059B87-4D40-2328-D32D-932A06163E0D}"/>
          </ac:spMkLst>
        </pc:spChg>
        <pc:spChg chg="del">
          <ac:chgData name="Allison Mulshine" userId="S::allison.mulshine@collegiseducation.com::5f656d52-c555-4e5e-9a5b-18226766ffe3" providerId="AD" clId="Web-{A3EFED0C-380A-B169-85C3-51EA1271C20A}" dt="2024-07-12T17:37:21.897" v="42"/>
          <ac:spMkLst>
            <pc:docMk/>
            <pc:sldMk cId="3925806473" sldId="1012"/>
            <ac:spMk id="43" creationId="{FF413D08-77F1-07E1-D06D-72345F56266E}"/>
          </ac:spMkLst>
        </pc:spChg>
        <pc:picChg chg="add mod">
          <ac:chgData name="Allison Mulshine" userId="S::allison.mulshine@collegiseducation.com::5f656d52-c555-4e5e-9a5b-18226766ffe3" providerId="AD" clId="Web-{A3EFED0C-380A-B169-85C3-51EA1271C20A}" dt="2024-07-12T17:37:40.460" v="64"/>
          <ac:picMkLst>
            <pc:docMk/>
            <pc:sldMk cId="3925806473" sldId="1012"/>
            <ac:picMk id="9" creationId="{9F753E78-E3C0-E598-37F0-4BA28CFD102A}"/>
          </ac:picMkLst>
        </pc:picChg>
        <pc:cxnChg chg="del mod">
          <ac:chgData name="Allison Mulshine" userId="S::allison.mulshine@collegiseducation.com::5f656d52-c555-4e5e-9a5b-18226766ffe3" providerId="AD" clId="Web-{A3EFED0C-380A-B169-85C3-51EA1271C20A}" dt="2024-07-12T17:37:21.897" v="40"/>
          <ac:cxnSpMkLst>
            <pc:docMk/>
            <pc:sldMk cId="3925806473" sldId="1012"/>
            <ac:cxnSpMk id="11" creationId="{E49D429B-122C-C758-134E-B62A08C0F0CE}"/>
          </ac:cxnSpMkLst>
        </pc:cxnChg>
        <pc:cxnChg chg="del mod">
          <ac:chgData name="Allison Mulshine" userId="S::allison.mulshine@collegiseducation.com::5f656d52-c555-4e5e-9a5b-18226766ffe3" providerId="AD" clId="Web-{A3EFED0C-380A-B169-85C3-51EA1271C20A}" dt="2024-07-12T17:37:21.897" v="39"/>
          <ac:cxnSpMkLst>
            <pc:docMk/>
            <pc:sldMk cId="3925806473" sldId="1012"/>
            <ac:cxnSpMk id="14" creationId="{FE914EC0-0AB7-F5C9-A68E-EB96D5AC33F6}"/>
          </ac:cxnSpMkLst>
        </pc:cxnChg>
        <pc:cxnChg chg="del mod">
          <ac:chgData name="Allison Mulshine" userId="S::allison.mulshine@collegiseducation.com::5f656d52-c555-4e5e-9a5b-18226766ffe3" providerId="AD" clId="Web-{A3EFED0C-380A-B169-85C3-51EA1271C20A}" dt="2024-07-12T17:37:21.897" v="38"/>
          <ac:cxnSpMkLst>
            <pc:docMk/>
            <pc:sldMk cId="3925806473" sldId="1012"/>
            <ac:cxnSpMk id="17" creationId="{33AA0E5B-DBD3-3662-E568-F9D112EA0F32}"/>
          </ac:cxnSpMkLst>
        </pc:cxnChg>
        <pc:cxnChg chg="del mod">
          <ac:chgData name="Allison Mulshine" userId="S::allison.mulshine@collegiseducation.com::5f656d52-c555-4e5e-9a5b-18226766ffe3" providerId="AD" clId="Web-{A3EFED0C-380A-B169-85C3-51EA1271C20A}" dt="2024-07-12T17:37:21.912" v="53"/>
          <ac:cxnSpMkLst>
            <pc:docMk/>
            <pc:sldMk cId="3925806473" sldId="1012"/>
            <ac:cxnSpMk id="24" creationId="{B7FFA596-9757-355E-8C20-E4BF88E8711F}"/>
          </ac:cxnSpMkLst>
        </pc:cxnChg>
        <pc:cxnChg chg="del mod">
          <ac:chgData name="Allison Mulshine" userId="S::allison.mulshine@collegiseducation.com::5f656d52-c555-4e5e-9a5b-18226766ffe3" providerId="AD" clId="Web-{A3EFED0C-380A-B169-85C3-51EA1271C20A}" dt="2024-07-12T17:37:21.912" v="52"/>
          <ac:cxnSpMkLst>
            <pc:docMk/>
            <pc:sldMk cId="3925806473" sldId="1012"/>
            <ac:cxnSpMk id="25" creationId="{7965AD7C-DB80-689E-544E-AF47895E94A0}"/>
          </ac:cxnSpMkLst>
        </pc:cxnChg>
        <pc:cxnChg chg="del mod">
          <ac:chgData name="Allison Mulshine" userId="S::allison.mulshine@collegiseducation.com::5f656d52-c555-4e5e-9a5b-18226766ffe3" providerId="AD" clId="Web-{A3EFED0C-380A-B169-85C3-51EA1271C20A}" dt="2024-07-12T17:37:21.912" v="51"/>
          <ac:cxnSpMkLst>
            <pc:docMk/>
            <pc:sldMk cId="3925806473" sldId="1012"/>
            <ac:cxnSpMk id="28" creationId="{AE92EF10-C490-72DF-E3CD-C3ADD03DF93E}"/>
          </ac:cxnSpMkLst>
        </pc:cxnChg>
      </pc:sldChg>
      <pc:sldChg chg="addSp delSp modSp">
        <pc:chgData name="Allison Mulshine" userId="S::allison.mulshine@collegiseducation.com::5f656d52-c555-4e5e-9a5b-18226766ffe3" providerId="AD" clId="Web-{A3EFED0C-380A-B169-85C3-51EA1271C20A}" dt="2024-07-12T17:38:36.618" v="97"/>
        <pc:sldMkLst>
          <pc:docMk/>
          <pc:sldMk cId="2250420335" sldId="1013"/>
        </pc:sldMkLst>
        <pc:spChg chg="del">
          <ac:chgData name="Allison Mulshine" userId="S::allison.mulshine@collegiseducation.com::5f656d52-c555-4e5e-9a5b-18226766ffe3" providerId="AD" clId="Web-{A3EFED0C-380A-B169-85C3-51EA1271C20A}" dt="2024-07-12T17:38:18.446" v="69"/>
          <ac:spMkLst>
            <pc:docMk/>
            <pc:sldMk cId="2250420335" sldId="1013"/>
            <ac:spMk id="3" creationId="{703A860E-86E5-5FF7-B23F-86CECFEBE5A8}"/>
          </ac:spMkLst>
        </pc:spChg>
        <pc:spChg chg="del">
          <ac:chgData name="Allison Mulshine" userId="S::allison.mulshine@collegiseducation.com::5f656d52-c555-4e5e-9a5b-18226766ffe3" providerId="AD" clId="Web-{A3EFED0C-380A-B169-85C3-51EA1271C20A}" dt="2024-07-12T17:38:18.461" v="92"/>
          <ac:spMkLst>
            <pc:docMk/>
            <pc:sldMk cId="2250420335" sldId="1013"/>
            <ac:spMk id="4" creationId="{8D0FBBE5-4A39-1B0A-DB14-5151658DA6C9}"/>
          </ac:spMkLst>
        </pc:spChg>
        <pc:spChg chg="del">
          <ac:chgData name="Allison Mulshine" userId="S::allison.mulshine@collegiseducation.com::5f656d52-c555-4e5e-9a5b-18226766ffe3" providerId="AD" clId="Web-{A3EFED0C-380A-B169-85C3-51EA1271C20A}" dt="2024-07-12T17:38:18.461" v="91"/>
          <ac:spMkLst>
            <pc:docMk/>
            <pc:sldMk cId="2250420335" sldId="1013"/>
            <ac:spMk id="5" creationId="{460F007F-46CF-0B91-06A0-EC6A48160E11}"/>
          </ac:spMkLst>
        </pc:spChg>
        <pc:spChg chg="del">
          <ac:chgData name="Allison Mulshine" userId="S::allison.mulshine@collegiseducation.com::5f656d52-c555-4e5e-9a5b-18226766ffe3" providerId="AD" clId="Web-{A3EFED0C-380A-B169-85C3-51EA1271C20A}" dt="2024-07-12T17:38:18.461" v="90"/>
          <ac:spMkLst>
            <pc:docMk/>
            <pc:sldMk cId="2250420335" sldId="1013"/>
            <ac:spMk id="6" creationId="{A820C487-38BD-C515-F953-2D32F4C33075}"/>
          </ac:spMkLst>
        </pc:spChg>
        <pc:spChg chg="del">
          <ac:chgData name="Allison Mulshine" userId="S::allison.mulshine@collegiseducation.com::5f656d52-c555-4e5e-9a5b-18226766ffe3" providerId="AD" clId="Web-{A3EFED0C-380A-B169-85C3-51EA1271C20A}" dt="2024-07-12T17:38:18.461" v="89"/>
          <ac:spMkLst>
            <pc:docMk/>
            <pc:sldMk cId="2250420335" sldId="1013"/>
            <ac:spMk id="7" creationId="{31F95628-D7B2-468B-9654-EAF438638BFA}"/>
          </ac:spMkLst>
        </pc:spChg>
        <pc:spChg chg="del">
          <ac:chgData name="Allison Mulshine" userId="S::allison.mulshine@collegiseducation.com::5f656d52-c555-4e5e-9a5b-18226766ffe3" providerId="AD" clId="Web-{A3EFED0C-380A-B169-85C3-51EA1271C20A}" dt="2024-07-12T17:38:18.461" v="88"/>
          <ac:spMkLst>
            <pc:docMk/>
            <pc:sldMk cId="2250420335" sldId="1013"/>
            <ac:spMk id="8" creationId="{5F30760A-D0B8-EAC9-2E00-2ACB75B4C1C5}"/>
          </ac:spMkLst>
        </pc:spChg>
        <pc:spChg chg="del">
          <ac:chgData name="Allison Mulshine" userId="S::allison.mulshine@collegiseducation.com::5f656d52-c555-4e5e-9a5b-18226766ffe3" providerId="AD" clId="Web-{A3EFED0C-380A-B169-85C3-51EA1271C20A}" dt="2024-07-12T17:38:18.461" v="87"/>
          <ac:spMkLst>
            <pc:docMk/>
            <pc:sldMk cId="2250420335" sldId="1013"/>
            <ac:spMk id="9" creationId="{C9FF404C-C4AD-E640-36EC-F6C8EFA70570}"/>
          </ac:spMkLst>
        </pc:spChg>
        <pc:spChg chg="del">
          <ac:chgData name="Allison Mulshine" userId="S::allison.mulshine@collegiseducation.com::5f656d52-c555-4e5e-9a5b-18226766ffe3" providerId="AD" clId="Web-{A3EFED0C-380A-B169-85C3-51EA1271C20A}" dt="2024-07-12T17:38:18.461" v="86"/>
          <ac:spMkLst>
            <pc:docMk/>
            <pc:sldMk cId="2250420335" sldId="1013"/>
            <ac:spMk id="10" creationId="{9684F320-727E-82A9-0B98-673ACE29514F}"/>
          </ac:spMkLst>
        </pc:spChg>
        <pc:spChg chg="del">
          <ac:chgData name="Allison Mulshine" userId="S::allison.mulshine@collegiseducation.com::5f656d52-c555-4e5e-9a5b-18226766ffe3" providerId="AD" clId="Web-{A3EFED0C-380A-B169-85C3-51EA1271C20A}" dt="2024-07-12T17:38:18.461" v="82"/>
          <ac:spMkLst>
            <pc:docMk/>
            <pc:sldMk cId="2250420335" sldId="1013"/>
            <ac:spMk id="31" creationId="{539D8550-0BD6-BC2D-8601-6F08FA8CDB9F}"/>
          </ac:spMkLst>
        </pc:spChg>
        <pc:spChg chg="del">
          <ac:chgData name="Allison Mulshine" userId="S::allison.mulshine@collegiseducation.com::5f656d52-c555-4e5e-9a5b-18226766ffe3" providerId="AD" clId="Web-{A3EFED0C-380A-B169-85C3-51EA1271C20A}" dt="2024-07-12T17:38:18.461" v="81"/>
          <ac:spMkLst>
            <pc:docMk/>
            <pc:sldMk cId="2250420335" sldId="1013"/>
            <ac:spMk id="32" creationId="{B265EADC-DD16-F2BB-3FB4-03508AE5A25A}"/>
          </ac:spMkLst>
        </pc:spChg>
        <pc:spChg chg="del">
          <ac:chgData name="Allison Mulshine" userId="S::allison.mulshine@collegiseducation.com::5f656d52-c555-4e5e-9a5b-18226766ffe3" providerId="AD" clId="Web-{A3EFED0C-380A-B169-85C3-51EA1271C20A}" dt="2024-07-12T17:38:18.446" v="80"/>
          <ac:spMkLst>
            <pc:docMk/>
            <pc:sldMk cId="2250420335" sldId="1013"/>
            <ac:spMk id="33" creationId="{63218C48-31B9-63B1-24C9-7C2AA7E56923}"/>
          </ac:spMkLst>
        </pc:spChg>
        <pc:spChg chg="del">
          <ac:chgData name="Allison Mulshine" userId="S::allison.mulshine@collegiseducation.com::5f656d52-c555-4e5e-9a5b-18226766ffe3" providerId="AD" clId="Web-{A3EFED0C-380A-B169-85C3-51EA1271C20A}" dt="2024-07-12T17:38:18.446" v="79"/>
          <ac:spMkLst>
            <pc:docMk/>
            <pc:sldMk cId="2250420335" sldId="1013"/>
            <ac:spMk id="34" creationId="{EEF9785E-544E-E429-A334-5C6212A9E0F2}"/>
          </ac:spMkLst>
        </pc:spChg>
        <pc:spChg chg="del">
          <ac:chgData name="Allison Mulshine" userId="S::allison.mulshine@collegiseducation.com::5f656d52-c555-4e5e-9a5b-18226766ffe3" providerId="AD" clId="Web-{A3EFED0C-380A-B169-85C3-51EA1271C20A}" dt="2024-07-12T17:38:18.446" v="78"/>
          <ac:spMkLst>
            <pc:docMk/>
            <pc:sldMk cId="2250420335" sldId="1013"/>
            <ac:spMk id="35" creationId="{C81B55E1-0300-E5E0-1ED8-ACE4E92C9F96}"/>
          </ac:spMkLst>
        </pc:spChg>
        <pc:spChg chg="del">
          <ac:chgData name="Allison Mulshine" userId="S::allison.mulshine@collegiseducation.com::5f656d52-c555-4e5e-9a5b-18226766ffe3" providerId="AD" clId="Web-{A3EFED0C-380A-B169-85C3-51EA1271C20A}" dt="2024-07-12T17:38:18.446" v="77"/>
          <ac:spMkLst>
            <pc:docMk/>
            <pc:sldMk cId="2250420335" sldId="1013"/>
            <ac:spMk id="36" creationId="{0B556CA9-5DD5-7169-7577-AD3940EACD6E}"/>
          </ac:spMkLst>
        </pc:spChg>
        <pc:spChg chg="del">
          <ac:chgData name="Allison Mulshine" userId="S::allison.mulshine@collegiseducation.com::5f656d52-c555-4e5e-9a5b-18226766ffe3" providerId="AD" clId="Web-{A3EFED0C-380A-B169-85C3-51EA1271C20A}" dt="2024-07-12T17:38:18.446" v="76"/>
          <ac:spMkLst>
            <pc:docMk/>
            <pc:sldMk cId="2250420335" sldId="1013"/>
            <ac:spMk id="37" creationId="{4BDC67E3-73B3-9E17-2746-9C037D6F86D8}"/>
          </ac:spMkLst>
        </pc:spChg>
        <pc:spChg chg="del">
          <ac:chgData name="Allison Mulshine" userId="S::allison.mulshine@collegiseducation.com::5f656d52-c555-4e5e-9a5b-18226766ffe3" providerId="AD" clId="Web-{A3EFED0C-380A-B169-85C3-51EA1271C20A}" dt="2024-07-12T17:38:18.446" v="75"/>
          <ac:spMkLst>
            <pc:docMk/>
            <pc:sldMk cId="2250420335" sldId="1013"/>
            <ac:spMk id="38" creationId="{26946627-A675-EF0C-80C6-1A2388BEF318}"/>
          </ac:spMkLst>
        </pc:spChg>
        <pc:spChg chg="del">
          <ac:chgData name="Allison Mulshine" userId="S::allison.mulshine@collegiseducation.com::5f656d52-c555-4e5e-9a5b-18226766ffe3" providerId="AD" clId="Web-{A3EFED0C-380A-B169-85C3-51EA1271C20A}" dt="2024-07-12T17:38:18.446" v="74"/>
          <ac:spMkLst>
            <pc:docMk/>
            <pc:sldMk cId="2250420335" sldId="1013"/>
            <ac:spMk id="39" creationId="{AE995EAE-7E17-F932-B2ED-A43D80BFD6DE}"/>
          </ac:spMkLst>
        </pc:spChg>
        <pc:spChg chg="del">
          <ac:chgData name="Allison Mulshine" userId="S::allison.mulshine@collegiseducation.com::5f656d52-c555-4e5e-9a5b-18226766ffe3" providerId="AD" clId="Web-{A3EFED0C-380A-B169-85C3-51EA1271C20A}" dt="2024-07-12T17:38:18.446" v="73"/>
          <ac:spMkLst>
            <pc:docMk/>
            <pc:sldMk cId="2250420335" sldId="1013"/>
            <ac:spMk id="40" creationId="{A0059B87-4D40-2328-D32D-932A06163E0D}"/>
          </ac:spMkLst>
        </pc:spChg>
        <pc:spChg chg="del">
          <ac:chgData name="Allison Mulshine" userId="S::allison.mulshine@collegiseducation.com::5f656d52-c555-4e5e-9a5b-18226766ffe3" providerId="AD" clId="Web-{A3EFED0C-380A-B169-85C3-51EA1271C20A}" dt="2024-07-12T17:38:18.446" v="72"/>
          <ac:spMkLst>
            <pc:docMk/>
            <pc:sldMk cId="2250420335" sldId="1013"/>
            <ac:spMk id="41" creationId="{E71B88BF-6A76-9E6B-E7DD-A1911BFB7F85}"/>
          </ac:spMkLst>
        </pc:spChg>
        <pc:spChg chg="del">
          <ac:chgData name="Allison Mulshine" userId="S::allison.mulshine@collegiseducation.com::5f656d52-c555-4e5e-9a5b-18226766ffe3" providerId="AD" clId="Web-{A3EFED0C-380A-B169-85C3-51EA1271C20A}" dt="2024-07-12T17:38:18.446" v="71"/>
          <ac:spMkLst>
            <pc:docMk/>
            <pc:sldMk cId="2250420335" sldId="1013"/>
            <ac:spMk id="42" creationId="{30285F66-D972-C5CB-6188-CD6E914FEC32}"/>
          </ac:spMkLst>
        </pc:spChg>
        <pc:spChg chg="del">
          <ac:chgData name="Allison Mulshine" userId="S::allison.mulshine@collegiseducation.com::5f656d52-c555-4e5e-9a5b-18226766ffe3" providerId="AD" clId="Web-{A3EFED0C-380A-B169-85C3-51EA1271C20A}" dt="2024-07-12T17:38:18.446" v="70"/>
          <ac:spMkLst>
            <pc:docMk/>
            <pc:sldMk cId="2250420335" sldId="1013"/>
            <ac:spMk id="43" creationId="{FF413D08-77F1-07E1-D06D-72345F56266E}"/>
          </ac:spMkLst>
        </pc:spChg>
        <pc:picChg chg="add mod">
          <ac:chgData name="Allison Mulshine" userId="S::allison.mulshine@collegiseducation.com::5f656d52-c555-4e5e-9a5b-18226766ffe3" providerId="AD" clId="Web-{A3EFED0C-380A-B169-85C3-51EA1271C20A}" dt="2024-07-12T17:38:36.618" v="97"/>
          <ac:picMkLst>
            <pc:docMk/>
            <pc:sldMk cId="2250420335" sldId="1013"/>
            <ac:picMk id="12" creationId="{5DDBA1E0-18E6-5233-0CDA-397819C1D60D}"/>
          </ac:picMkLst>
        </pc:picChg>
        <pc:cxnChg chg="del mod">
          <ac:chgData name="Allison Mulshine" userId="S::allison.mulshine@collegiseducation.com::5f656d52-c555-4e5e-9a5b-18226766ffe3" providerId="AD" clId="Web-{A3EFED0C-380A-B169-85C3-51EA1271C20A}" dt="2024-07-12T17:38:18.446" v="68"/>
          <ac:cxnSpMkLst>
            <pc:docMk/>
            <pc:sldMk cId="2250420335" sldId="1013"/>
            <ac:cxnSpMk id="11" creationId="{E49D429B-122C-C758-134E-B62A08C0F0CE}"/>
          </ac:cxnSpMkLst>
        </pc:cxnChg>
        <pc:cxnChg chg="del mod">
          <ac:chgData name="Allison Mulshine" userId="S::allison.mulshine@collegiseducation.com::5f656d52-c555-4e5e-9a5b-18226766ffe3" providerId="AD" clId="Web-{A3EFED0C-380A-B169-85C3-51EA1271C20A}" dt="2024-07-12T17:38:18.446" v="67"/>
          <ac:cxnSpMkLst>
            <pc:docMk/>
            <pc:sldMk cId="2250420335" sldId="1013"/>
            <ac:cxnSpMk id="14" creationId="{FE914EC0-0AB7-F5C9-A68E-EB96D5AC33F6}"/>
          </ac:cxnSpMkLst>
        </pc:cxnChg>
        <pc:cxnChg chg="del mod">
          <ac:chgData name="Allison Mulshine" userId="S::allison.mulshine@collegiseducation.com::5f656d52-c555-4e5e-9a5b-18226766ffe3" providerId="AD" clId="Web-{A3EFED0C-380A-B169-85C3-51EA1271C20A}" dt="2024-07-12T17:38:18.446" v="66"/>
          <ac:cxnSpMkLst>
            <pc:docMk/>
            <pc:sldMk cId="2250420335" sldId="1013"/>
            <ac:cxnSpMk id="17" creationId="{33AA0E5B-DBD3-3662-E568-F9D112EA0F32}"/>
          </ac:cxnSpMkLst>
        </pc:cxnChg>
        <pc:cxnChg chg="del mod">
          <ac:chgData name="Allison Mulshine" userId="S::allison.mulshine@collegiseducation.com::5f656d52-c555-4e5e-9a5b-18226766ffe3" providerId="AD" clId="Web-{A3EFED0C-380A-B169-85C3-51EA1271C20A}" dt="2024-07-12T17:38:18.461" v="85"/>
          <ac:cxnSpMkLst>
            <pc:docMk/>
            <pc:sldMk cId="2250420335" sldId="1013"/>
            <ac:cxnSpMk id="24" creationId="{B7FFA596-9757-355E-8C20-E4BF88E8711F}"/>
          </ac:cxnSpMkLst>
        </pc:cxnChg>
        <pc:cxnChg chg="del mod">
          <ac:chgData name="Allison Mulshine" userId="S::allison.mulshine@collegiseducation.com::5f656d52-c555-4e5e-9a5b-18226766ffe3" providerId="AD" clId="Web-{A3EFED0C-380A-B169-85C3-51EA1271C20A}" dt="2024-07-12T17:38:18.461" v="84"/>
          <ac:cxnSpMkLst>
            <pc:docMk/>
            <pc:sldMk cId="2250420335" sldId="1013"/>
            <ac:cxnSpMk id="25" creationId="{7965AD7C-DB80-689E-544E-AF47895E94A0}"/>
          </ac:cxnSpMkLst>
        </pc:cxnChg>
        <pc:cxnChg chg="del mod">
          <ac:chgData name="Allison Mulshine" userId="S::allison.mulshine@collegiseducation.com::5f656d52-c555-4e5e-9a5b-18226766ffe3" providerId="AD" clId="Web-{A3EFED0C-380A-B169-85C3-51EA1271C20A}" dt="2024-07-12T17:38:18.461" v="83"/>
          <ac:cxnSpMkLst>
            <pc:docMk/>
            <pc:sldMk cId="2250420335" sldId="1013"/>
            <ac:cxnSpMk id="28" creationId="{AE92EF10-C490-72DF-E3CD-C3ADD03DF93E}"/>
          </ac:cxnSpMkLst>
        </pc:cxnChg>
      </pc:sldChg>
      <pc:sldChg chg="addSp delSp modSp">
        <pc:chgData name="Allison Mulshine" userId="S::allison.mulshine@collegiseducation.com::5f656d52-c555-4e5e-9a5b-18226766ffe3" providerId="AD" clId="Web-{A3EFED0C-380A-B169-85C3-51EA1271C20A}" dt="2024-07-12T17:36:03.097" v="35"/>
        <pc:sldMkLst>
          <pc:docMk/>
          <pc:sldMk cId="1338128943" sldId="1015"/>
        </pc:sldMkLst>
        <pc:spChg chg="add del mod">
          <ac:chgData name="Allison Mulshine" userId="S::allison.mulshine@collegiseducation.com::5f656d52-c555-4e5e-9a5b-18226766ffe3" providerId="AD" clId="Web-{A3EFED0C-380A-B169-85C3-51EA1271C20A}" dt="2024-07-12T17:35:28.049" v="30"/>
          <ac:spMkLst>
            <pc:docMk/>
            <pc:sldMk cId="1338128943" sldId="1015"/>
            <ac:spMk id="29" creationId="{332AE798-B9CD-5599-1E1F-59CC2A3B428E}"/>
          </ac:spMkLst>
        </pc:spChg>
        <pc:graphicFrameChg chg="del mod">
          <ac:chgData name="Allison Mulshine" userId="S::allison.mulshine@collegiseducation.com::5f656d52-c555-4e5e-9a5b-18226766ffe3" providerId="AD" clId="Web-{A3EFED0C-380A-B169-85C3-51EA1271C20A}" dt="2024-07-12T17:35:26.237" v="29"/>
          <ac:graphicFrameMkLst>
            <pc:docMk/>
            <pc:sldMk cId="1338128943" sldId="1015"/>
            <ac:graphicFrameMk id="16" creationId="{618E5F47-9438-9B29-F507-C8B333BB838C}"/>
          </ac:graphicFrameMkLst>
        </pc:graphicFrameChg>
        <pc:picChg chg="add mod ord">
          <ac:chgData name="Allison Mulshine" userId="S::allison.mulshine@collegiseducation.com::5f656d52-c555-4e5e-9a5b-18226766ffe3" providerId="AD" clId="Web-{A3EFED0C-380A-B169-85C3-51EA1271C20A}" dt="2024-07-12T17:36:03.097" v="35"/>
          <ac:picMkLst>
            <pc:docMk/>
            <pc:sldMk cId="1338128943" sldId="1015"/>
            <ac:picMk id="30" creationId="{9D4582B3-B82E-217B-991C-DED2977A97D7}"/>
          </ac:picMkLst>
        </pc:picChg>
      </pc:sldChg>
      <pc:sldChg chg="addSp delSp modSp">
        <pc:chgData name="Allison Mulshine" userId="S::allison.mulshine@collegiseducation.com::5f656d52-c555-4e5e-9a5b-18226766ffe3" providerId="AD" clId="Web-{A3EFED0C-380A-B169-85C3-51EA1271C20A}" dt="2024-07-12T17:41:13.670" v="135"/>
        <pc:sldMkLst>
          <pc:docMk/>
          <pc:sldMk cId="33976689" sldId="1019"/>
        </pc:sldMkLst>
        <pc:spChg chg="del">
          <ac:chgData name="Allison Mulshine" userId="S::allison.mulshine@collegiseducation.com::5f656d52-c555-4e5e-9a5b-18226766ffe3" providerId="AD" clId="Web-{A3EFED0C-380A-B169-85C3-51EA1271C20A}" dt="2024-07-12T17:40:52.904" v="123"/>
          <ac:spMkLst>
            <pc:docMk/>
            <pc:sldMk cId="33976689" sldId="1019"/>
            <ac:spMk id="4" creationId="{F08869A8-72D1-6C0F-F8DD-0467D1EA2623}"/>
          </ac:spMkLst>
        </pc:spChg>
        <pc:spChg chg="del">
          <ac:chgData name="Allison Mulshine" userId="S::allison.mulshine@collegiseducation.com::5f656d52-c555-4e5e-9a5b-18226766ffe3" providerId="AD" clId="Web-{A3EFED0C-380A-B169-85C3-51EA1271C20A}" dt="2024-07-12T17:40:52.904" v="122"/>
          <ac:spMkLst>
            <pc:docMk/>
            <pc:sldMk cId="33976689" sldId="1019"/>
            <ac:spMk id="5" creationId="{27606254-D803-4668-AAFB-BBA1F049EDDB}"/>
          </ac:spMkLst>
        </pc:spChg>
        <pc:spChg chg="del">
          <ac:chgData name="Allison Mulshine" userId="S::allison.mulshine@collegiseducation.com::5f656d52-c555-4e5e-9a5b-18226766ffe3" providerId="AD" clId="Web-{A3EFED0C-380A-B169-85C3-51EA1271C20A}" dt="2024-07-12T17:40:52.904" v="121"/>
          <ac:spMkLst>
            <pc:docMk/>
            <pc:sldMk cId="33976689" sldId="1019"/>
            <ac:spMk id="6" creationId="{3DC05A26-B906-FD66-3F5D-18F560C413E5}"/>
          </ac:spMkLst>
        </pc:spChg>
        <pc:spChg chg="del">
          <ac:chgData name="Allison Mulshine" userId="S::allison.mulshine@collegiseducation.com::5f656d52-c555-4e5e-9a5b-18226766ffe3" providerId="AD" clId="Web-{A3EFED0C-380A-B169-85C3-51EA1271C20A}" dt="2024-07-12T17:40:52.904" v="120"/>
          <ac:spMkLst>
            <pc:docMk/>
            <pc:sldMk cId="33976689" sldId="1019"/>
            <ac:spMk id="7" creationId="{83E38A5B-A238-A782-78F8-2388869D0137}"/>
          </ac:spMkLst>
        </pc:spChg>
        <pc:spChg chg="del">
          <ac:chgData name="Allison Mulshine" userId="S::allison.mulshine@collegiseducation.com::5f656d52-c555-4e5e-9a5b-18226766ffe3" providerId="AD" clId="Web-{A3EFED0C-380A-B169-85C3-51EA1271C20A}" dt="2024-07-12T17:40:52.904" v="119"/>
          <ac:spMkLst>
            <pc:docMk/>
            <pc:sldMk cId="33976689" sldId="1019"/>
            <ac:spMk id="8" creationId="{E5111F58-087F-DC1A-A819-1D38FD5A2133}"/>
          </ac:spMkLst>
        </pc:spChg>
        <pc:spChg chg="del">
          <ac:chgData name="Allison Mulshine" userId="S::allison.mulshine@collegiseducation.com::5f656d52-c555-4e5e-9a5b-18226766ffe3" providerId="AD" clId="Web-{A3EFED0C-380A-B169-85C3-51EA1271C20A}" dt="2024-07-12T17:40:52.904" v="118"/>
          <ac:spMkLst>
            <pc:docMk/>
            <pc:sldMk cId="33976689" sldId="1019"/>
            <ac:spMk id="9" creationId="{315D3F2C-3FBF-FB41-BB12-C328CAEDB0DC}"/>
          </ac:spMkLst>
        </pc:spChg>
        <pc:spChg chg="del">
          <ac:chgData name="Allison Mulshine" userId="S::allison.mulshine@collegiseducation.com::5f656d52-c555-4e5e-9a5b-18226766ffe3" providerId="AD" clId="Web-{A3EFED0C-380A-B169-85C3-51EA1271C20A}" dt="2024-07-12T17:40:52.904" v="117"/>
          <ac:spMkLst>
            <pc:docMk/>
            <pc:sldMk cId="33976689" sldId="1019"/>
            <ac:spMk id="10" creationId="{181673EA-7541-7CC0-7207-AC9835ABAC85}"/>
          </ac:spMkLst>
        </pc:spChg>
        <pc:spChg chg="del">
          <ac:chgData name="Allison Mulshine" userId="S::allison.mulshine@collegiseducation.com::5f656d52-c555-4e5e-9a5b-18226766ffe3" providerId="AD" clId="Web-{A3EFED0C-380A-B169-85C3-51EA1271C20A}" dt="2024-07-12T17:40:52.904" v="116"/>
          <ac:spMkLst>
            <pc:docMk/>
            <pc:sldMk cId="33976689" sldId="1019"/>
            <ac:spMk id="11" creationId="{65D4A774-5B3F-4420-5A39-0DB773783C07}"/>
          </ac:spMkLst>
        </pc:spChg>
        <pc:spChg chg="del">
          <ac:chgData name="Allison Mulshine" userId="S::allison.mulshine@collegiseducation.com::5f656d52-c555-4e5e-9a5b-18226766ffe3" providerId="AD" clId="Web-{A3EFED0C-380A-B169-85C3-51EA1271C20A}" dt="2024-07-12T17:40:56.935" v="131"/>
          <ac:spMkLst>
            <pc:docMk/>
            <pc:sldMk cId="33976689" sldId="1019"/>
            <ac:spMk id="12" creationId="{F4004331-84ED-965D-9266-E45CDD6D884C}"/>
          </ac:spMkLst>
        </pc:spChg>
        <pc:spChg chg="del">
          <ac:chgData name="Allison Mulshine" userId="S::allison.mulshine@collegiseducation.com::5f656d52-c555-4e5e-9a5b-18226766ffe3" providerId="AD" clId="Web-{A3EFED0C-380A-B169-85C3-51EA1271C20A}" dt="2024-07-12T17:40:56.935" v="130"/>
          <ac:spMkLst>
            <pc:docMk/>
            <pc:sldMk cId="33976689" sldId="1019"/>
            <ac:spMk id="13" creationId="{DD21B0D9-CB8B-AF71-D201-C15F3DFEE467}"/>
          </ac:spMkLst>
        </pc:spChg>
        <pc:spChg chg="del">
          <ac:chgData name="Allison Mulshine" userId="S::allison.mulshine@collegiseducation.com::5f656d52-c555-4e5e-9a5b-18226766ffe3" providerId="AD" clId="Web-{A3EFED0C-380A-B169-85C3-51EA1271C20A}" dt="2024-07-12T17:40:56.935" v="128"/>
          <ac:spMkLst>
            <pc:docMk/>
            <pc:sldMk cId="33976689" sldId="1019"/>
            <ac:spMk id="14" creationId="{56E070AF-0E2A-8F9A-1944-A3003130DB66}"/>
          </ac:spMkLst>
        </pc:spChg>
        <pc:spChg chg="del">
          <ac:chgData name="Allison Mulshine" userId="S::allison.mulshine@collegiseducation.com::5f656d52-c555-4e5e-9a5b-18226766ffe3" providerId="AD" clId="Web-{A3EFED0C-380A-B169-85C3-51EA1271C20A}" dt="2024-07-12T17:40:56.935" v="127"/>
          <ac:spMkLst>
            <pc:docMk/>
            <pc:sldMk cId="33976689" sldId="1019"/>
            <ac:spMk id="15" creationId="{65BA14DD-64D7-C8D7-D337-16DAC2155518}"/>
          </ac:spMkLst>
        </pc:spChg>
        <pc:spChg chg="del">
          <ac:chgData name="Allison Mulshine" userId="S::allison.mulshine@collegiseducation.com::5f656d52-c555-4e5e-9a5b-18226766ffe3" providerId="AD" clId="Web-{A3EFED0C-380A-B169-85C3-51EA1271C20A}" dt="2024-07-12T17:40:52.904" v="115"/>
          <ac:spMkLst>
            <pc:docMk/>
            <pc:sldMk cId="33976689" sldId="1019"/>
            <ac:spMk id="16" creationId="{F5CFC72C-DCD0-C741-9933-4CF1E8EABD19}"/>
          </ac:spMkLst>
        </pc:spChg>
        <pc:spChg chg="del">
          <ac:chgData name="Allison Mulshine" userId="S::allison.mulshine@collegiseducation.com::5f656d52-c555-4e5e-9a5b-18226766ffe3" providerId="AD" clId="Web-{A3EFED0C-380A-B169-85C3-51EA1271C20A}" dt="2024-07-12T17:39:20.338" v="99"/>
          <ac:spMkLst>
            <pc:docMk/>
            <pc:sldMk cId="33976689" sldId="1019"/>
            <ac:spMk id="18" creationId="{C68F009A-5D34-36BE-7839-440901170227}"/>
          </ac:spMkLst>
        </pc:spChg>
        <pc:spChg chg="del">
          <ac:chgData name="Allison Mulshine" userId="S::allison.mulshine@collegiseducation.com::5f656d52-c555-4e5e-9a5b-18226766ffe3" providerId="AD" clId="Web-{A3EFED0C-380A-B169-85C3-51EA1271C20A}" dt="2024-07-12T17:39:22.291" v="101"/>
          <ac:spMkLst>
            <pc:docMk/>
            <pc:sldMk cId="33976689" sldId="1019"/>
            <ac:spMk id="19" creationId="{BB24C4B1-73F0-0BB6-2B73-247484776EFB}"/>
          </ac:spMkLst>
        </pc:spChg>
        <pc:spChg chg="del">
          <ac:chgData name="Allison Mulshine" userId="S::allison.mulshine@collegiseducation.com::5f656d52-c555-4e5e-9a5b-18226766ffe3" providerId="AD" clId="Web-{A3EFED0C-380A-B169-85C3-51EA1271C20A}" dt="2024-07-12T17:40:56.935" v="126"/>
          <ac:spMkLst>
            <pc:docMk/>
            <pc:sldMk cId="33976689" sldId="1019"/>
            <ac:spMk id="24" creationId="{8B11FF30-4A2E-E681-62A4-A6096916AAF9}"/>
          </ac:spMkLst>
        </pc:spChg>
        <pc:spChg chg="del">
          <ac:chgData name="Allison Mulshine" userId="S::allison.mulshine@collegiseducation.com::5f656d52-c555-4e5e-9a5b-18226766ffe3" providerId="AD" clId="Web-{A3EFED0C-380A-B169-85C3-51EA1271C20A}" dt="2024-07-12T17:40:56.935" v="125"/>
          <ac:spMkLst>
            <pc:docMk/>
            <pc:sldMk cId="33976689" sldId="1019"/>
            <ac:spMk id="25" creationId="{349CAD5A-60F4-2318-2D55-4E22B9EA6DB1}"/>
          </ac:spMkLst>
        </pc:spChg>
        <pc:spChg chg="del">
          <ac:chgData name="Allison Mulshine" userId="S::allison.mulshine@collegiseducation.com::5f656d52-c555-4e5e-9a5b-18226766ffe3" providerId="AD" clId="Web-{A3EFED0C-380A-B169-85C3-51EA1271C20A}" dt="2024-07-12T17:40:56.935" v="124"/>
          <ac:spMkLst>
            <pc:docMk/>
            <pc:sldMk cId="33976689" sldId="1019"/>
            <ac:spMk id="26" creationId="{1192BA38-B802-0058-48DF-46F72A24717A}"/>
          </ac:spMkLst>
        </pc:spChg>
        <pc:spChg chg="del">
          <ac:chgData name="Allison Mulshine" userId="S::allison.mulshine@collegiseducation.com::5f656d52-c555-4e5e-9a5b-18226766ffe3" providerId="AD" clId="Web-{A3EFED0C-380A-B169-85C3-51EA1271C20A}" dt="2024-07-12T17:40:52.904" v="114"/>
          <ac:spMkLst>
            <pc:docMk/>
            <pc:sldMk cId="33976689" sldId="1019"/>
            <ac:spMk id="27" creationId="{11F26EB9-A7D0-1A5C-AA38-AD89CCA76288}"/>
          </ac:spMkLst>
        </pc:spChg>
        <pc:spChg chg="del">
          <ac:chgData name="Allison Mulshine" userId="S::allison.mulshine@collegiseducation.com::5f656d52-c555-4e5e-9a5b-18226766ffe3" providerId="AD" clId="Web-{A3EFED0C-380A-B169-85C3-51EA1271C20A}" dt="2024-07-12T17:40:52.904" v="113"/>
          <ac:spMkLst>
            <pc:docMk/>
            <pc:sldMk cId="33976689" sldId="1019"/>
            <ac:spMk id="28" creationId="{E11FBAF1-2814-664C-1877-942DF4EDDF33}"/>
          </ac:spMkLst>
        </pc:spChg>
        <pc:spChg chg="del">
          <ac:chgData name="Allison Mulshine" userId="S::allison.mulshine@collegiseducation.com::5f656d52-c555-4e5e-9a5b-18226766ffe3" providerId="AD" clId="Web-{A3EFED0C-380A-B169-85C3-51EA1271C20A}" dt="2024-07-12T17:40:52.904" v="112"/>
          <ac:spMkLst>
            <pc:docMk/>
            <pc:sldMk cId="33976689" sldId="1019"/>
            <ac:spMk id="29" creationId="{DCEF73B8-4D0F-E752-E070-7C708FDB3227}"/>
          </ac:spMkLst>
        </pc:spChg>
        <pc:spChg chg="del">
          <ac:chgData name="Allison Mulshine" userId="S::allison.mulshine@collegiseducation.com::5f656d52-c555-4e5e-9a5b-18226766ffe3" providerId="AD" clId="Web-{A3EFED0C-380A-B169-85C3-51EA1271C20A}" dt="2024-07-12T17:40:52.904" v="111"/>
          <ac:spMkLst>
            <pc:docMk/>
            <pc:sldMk cId="33976689" sldId="1019"/>
            <ac:spMk id="30" creationId="{EDD1D28C-64C7-3C93-C363-A3EA3CF0DFCB}"/>
          </ac:spMkLst>
        </pc:spChg>
        <pc:graphicFrameChg chg="del">
          <ac:chgData name="Allison Mulshine" userId="S::allison.mulshine@collegiseducation.com::5f656d52-c555-4e5e-9a5b-18226766ffe3" providerId="AD" clId="Web-{A3EFED0C-380A-B169-85C3-51EA1271C20A}" dt="2024-07-12T17:39:20.338" v="100"/>
          <ac:graphicFrameMkLst>
            <pc:docMk/>
            <pc:sldMk cId="33976689" sldId="1019"/>
            <ac:graphicFrameMk id="17" creationId="{F1F3C363-315A-27F1-20C3-7A4E9AB8903B}"/>
          </ac:graphicFrameMkLst>
        </pc:graphicFrameChg>
        <pc:picChg chg="add mod">
          <ac:chgData name="Allison Mulshine" userId="S::allison.mulshine@collegiseducation.com::5f656d52-c555-4e5e-9a5b-18226766ffe3" providerId="AD" clId="Web-{A3EFED0C-380A-B169-85C3-51EA1271C20A}" dt="2024-07-12T17:39:44.855" v="106"/>
          <ac:picMkLst>
            <pc:docMk/>
            <pc:sldMk cId="33976689" sldId="1019"/>
            <ac:picMk id="42" creationId="{09F5968C-F032-FAD1-62CF-6D3992E0F0FF}"/>
          </ac:picMkLst>
        </pc:picChg>
        <pc:picChg chg="add mod">
          <ac:chgData name="Allison Mulshine" userId="S::allison.mulshine@collegiseducation.com::5f656d52-c555-4e5e-9a5b-18226766ffe3" providerId="AD" clId="Web-{A3EFED0C-380A-B169-85C3-51EA1271C20A}" dt="2024-07-12T17:41:13.670" v="135"/>
          <ac:picMkLst>
            <pc:docMk/>
            <pc:sldMk cId="33976689" sldId="1019"/>
            <ac:picMk id="43" creationId="{979CAE19-868F-4ECB-47FE-41D938C72726}"/>
          </ac:picMkLst>
        </pc:picChg>
        <pc:picChg chg="del">
          <ac:chgData name="Allison Mulshine" userId="S::allison.mulshine@collegiseducation.com::5f656d52-c555-4e5e-9a5b-18226766ffe3" providerId="AD" clId="Web-{A3EFED0C-380A-B169-85C3-51EA1271C20A}" dt="2024-07-12T17:40:56.935" v="129"/>
          <ac:picMkLst>
            <pc:docMk/>
            <pc:sldMk cId="33976689" sldId="1019"/>
            <ac:picMk id="1026" creationId="{54F87823-E3AB-09E1-B1E4-0F698513918D}"/>
          </ac:picMkLst>
        </pc:picChg>
      </pc:sldChg>
      <pc:sldChg chg="addSp delSp modSp">
        <pc:chgData name="Allison Mulshine" userId="S::allison.mulshine@collegiseducation.com::5f656d52-c555-4e5e-9a5b-18226766ffe3" providerId="AD" clId="Web-{A3EFED0C-380A-B169-85C3-51EA1271C20A}" dt="2024-07-12T17:42:28.719" v="165"/>
        <pc:sldMkLst>
          <pc:docMk/>
          <pc:sldMk cId="2394810020" sldId="1020"/>
        </pc:sldMkLst>
        <pc:spChg chg="del">
          <ac:chgData name="Allison Mulshine" userId="S::allison.mulshine@collegiseducation.com::5f656d52-c555-4e5e-9a5b-18226766ffe3" providerId="AD" clId="Web-{A3EFED0C-380A-B169-85C3-51EA1271C20A}" dt="2024-07-12T17:42:03.140" v="148"/>
          <ac:spMkLst>
            <pc:docMk/>
            <pc:sldMk cId="2394810020" sldId="1020"/>
            <ac:spMk id="4" creationId="{F08869A8-72D1-6C0F-F8DD-0467D1EA2623}"/>
          </ac:spMkLst>
        </pc:spChg>
        <pc:spChg chg="del">
          <ac:chgData name="Allison Mulshine" userId="S::allison.mulshine@collegiseducation.com::5f656d52-c555-4e5e-9a5b-18226766ffe3" providerId="AD" clId="Web-{A3EFED0C-380A-B169-85C3-51EA1271C20A}" dt="2024-07-12T17:42:03.140" v="147"/>
          <ac:spMkLst>
            <pc:docMk/>
            <pc:sldMk cId="2394810020" sldId="1020"/>
            <ac:spMk id="5" creationId="{27606254-D803-4668-AAFB-BBA1F049EDDB}"/>
          </ac:spMkLst>
        </pc:spChg>
        <pc:spChg chg="del">
          <ac:chgData name="Allison Mulshine" userId="S::allison.mulshine@collegiseducation.com::5f656d52-c555-4e5e-9a5b-18226766ffe3" providerId="AD" clId="Web-{A3EFED0C-380A-B169-85C3-51EA1271C20A}" dt="2024-07-12T17:42:03.140" v="146"/>
          <ac:spMkLst>
            <pc:docMk/>
            <pc:sldMk cId="2394810020" sldId="1020"/>
            <ac:spMk id="6" creationId="{3DC05A26-B906-FD66-3F5D-18F560C413E5}"/>
          </ac:spMkLst>
        </pc:spChg>
        <pc:spChg chg="del">
          <ac:chgData name="Allison Mulshine" userId="S::allison.mulshine@collegiseducation.com::5f656d52-c555-4e5e-9a5b-18226766ffe3" providerId="AD" clId="Web-{A3EFED0C-380A-B169-85C3-51EA1271C20A}" dt="2024-07-12T17:42:03.140" v="145"/>
          <ac:spMkLst>
            <pc:docMk/>
            <pc:sldMk cId="2394810020" sldId="1020"/>
            <ac:spMk id="7" creationId="{83E38A5B-A238-A782-78F8-2388869D0137}"/>
          </ac:spMkLst>
        </pc:spChg>
        <pc:spChg chg="del">
          <ac:chgData name="Allison Mulshine" userId="S::allison.mulshine@collegiseducation.com::5f656d52-c555-4e5e-9a5b-18226766ffe3" providerId="AD" clId="Web-{A3EFED0C-380A-B169-85C3-51EA1271C20A}" dt="2024-07-12T17:42:03.140" v="144"/>
          <ac:spMkLst>
            <pc:docMk/>
            <pc:sldMk cId="2394810020" sldId="1020"/>
            <ac:spMk id="8" creationId="{E5111F58-087F-DC1A-A819-1D38FD5A2133}"/>
          </ac:spMkLst>
        </pc:spChg>
        <pc:spChg chg="del">
          <ac:chgData name="Allison Mulshine" userId="S::allison.mulshine@collegiseducation.com::5f656d52-c555-4e5e-9a5b-18226766ffe3" providerId="AD" clId="Web-{A3EFED0C-380A-B169-85C3-51EA1271C20A}" dt="2024-07-12T17:42:03.140" v="143"/>
          <ac:spMkLst>
            <pc:docMk/>
            <pc:sldMk cId="2394810020" sldId="1020"/>
            <ac:spMk id="9" creationId="{315D3F2C-3FBF-FB41-BB12-C328CAEDB0DC}"/>
          </ac:spMkLst>
        </pc:spChg>
        <pc:spChg chg="del">
          <ac:chgData name="Allison Mulshine" userId="S::allison.mulshine@collegiseducation.com::5f656d52-c555-4e5e-9a5b-18226766ffe3" providerId="AD" clId="Web-{A3EFED0C-380A-B169-85C3-51EA1271C20A}" dt="2024-07-12T17:42:03.140" v="142"/>
          <ac:spMkLst>
            <pc:docMk/>
            <pc:sldMk cId="2394810020" sldId="1020"/>
            <ac:spMk id="10" creationId="{181673EA-7541-7CC0-7207-AC9835ABAC85}"/>
          </ac:spMkLst>
        </pc:spChg>
        <pc:spChg chg="del">
          <ac:chgData name="Allison Mulshine" userId="S::allison.mulshine@collegiseducation.com::5f656d52-c555-4e5e-9a5b-18226766ffe3" providerId="AD" clId="Web-{A3EFED0C-380A-B169-85C3-51EA1271C20A}" dt="2024-07-12T17:42:03.140" v="141"/>
          <ac:spMkLst>
            <pc:docMk/>
            <pc:sldMk cId="2394810020" sldId="1020"/>
            <ac:spMk id="11" creationId="{65D4A774-5B3F-4420-5A39-0DB773783C07}"/>
          </ac:spMkLst>
        </pc:spChg>
        <pc:spChg chg="del">
          <ac:chgData name="Allison Mulshine" userId="S::allison.mulshine@collegiseducation.com::5f656d52-c555-4e5e-9a5b-18226766ffe3" providerId="AD" clId="Web-{A3EFED0C-380A-B169-85C3-51EA1271C20A}" dt="2024-07-12T17:42:10.922" v="158"/>
          <ac:spMkLst>
            <pc:docMk/>
            <pc:sldMk cId="2394810020" sldId="1020"/>
            <ac:spMk id="12" creationId="{F4004331-84ED-965D-9266-E45CDD6D884C}"/>
          </ac:spMkLst>
        </pc:spChg>
        <pc:spChg chg="del">
          <ac:chgData name="Allison Mulshine" userId="S::allison.mulshine@collegiseducation.com::5f656d52-c555-4e5e-9a5b-18226766ffe3" providerId="AD" clId="Web-{A3EFED0C-380A-B169-85C3-51EA1271C20A}" dt="2024-07-12T17:42:10.922" v="157"/>
          <ac:spMkLst>
            <pc:docMk/>
            <pc:sldMk cId="2394810020" sldId="1020"/>
            <ac:spMk id="13" creationId="{DD21B0D9-CB8B-AF71-D201-C15F3DFEE467}"/>
          </ac:spMkLst>
        </pc:spChg>
        <pc:spChg chg="del">
          <ac:chgData name="Allison Mulshine" userId="S::allison.mulshine@collegiseducation.com::5f656d52-c555-4e5e-9a5b-18226766ffe3" providerId="AD" clId="Web-{A3EFED0C-380A-B169-85C3-51EA1271C20A}" dt="2024-07-12T17:42:13.203" v="161"/>
          <ac:spMkLst>
            <pc:docMk/>
            <pc:sldMk cId="2394810020" sldId="1020"/>
            <ac:spMk id="14" creationId="{56E070AF-0E2A-8F9A-1944-A3003130DB66}"/>
          </ac:spMkLst>
        </pc:spChg>
        <pc:spChg chg="del">
          <ac:chgData name="Allison Mulshine" userId="S::allison.mulshine@collegiseducation.com::5f656d52-c555-4e5e-9a5b-18226766ffe3" providerId="AD" clId="Web-{A3EFED0C-380A-B169-85C3-51EA1271C20A}" dt="2024-07-12T17:42:10.922" v="155"/>
          <ac:spMkLst>
            <pc:docMk/>
            <pc:sldMk cId="2394810020" sldId="1020"/>
            <ac:spMk id="15" creationId="{65BA14DD-64D7-C8D7-D337-16DAC2155518}"/>
          </ac:spMkLst>
        </pc:spChg>
        <pc:spChg chg="del">
          <ac:chgData name="Allison Mulshine" userId="S::allison.mulshine@collegiseducation.com::5f656d52-c555-4e5e-9a5b-18226766ffe3" providerId="AD" clId="Web-{A3EFED0C-380A-B169-85C3-51EA1271C20A}" dt="2024-07-12T17:42:10.922" v="153"/>
          <ac:spMkLst>
            <pc:docMk/>
            <pc:sldMk cId="2394810020" sldId="1020"/>
            <ac:spMk id="20" creationId="{EC4219AE-473E-1806-6F34-CAF5104A213C}"/>
          </ac:spMkLst>
        </pc:spChg>
        <pc:spChg chg="del">
          <ac:chgData name="Allison Mulshine" userId="S::allison.mulshine@collegiseducation.com::5f656d52-c555-4e5e-9a5b-18226766ffe3" providerId="AD" clId="Web-{A3EFED0C-380A-B169-85C3-51EA1271C20A}" dt="2024-07-12T17:42:10.922" v="152"/>
          <ac:spMkLst>
            <pc:docMk/>
            <pc:sldMk cId="2394810020" sldId="1020"/>
            <ac:spMk id="21" creationId="{6C16BED4-0A4A-399D-2962-FE0E7B0B53D6}"/>
          </ac:spMkLst>
        </pc:spChg>
        <pc:spChg chg="del">
          <ac:chgData name="Allison Mulshine" userId="S::allison.mulshine@collegiseducation.com::5f656d52-c555-4e5e-9a5b-18226766ffe3" providerId="AD" clId="Web-{A3EFED0C-380A-B169-85C3-51EA1271C20A}" dt="2024-07-12T17:42:03.125" v="137"/>
          <ac:spMkLst>
            <pc:docMk/>
            <pc:sldMk cId="2394810020" sldId="1020"/>
            <ac:spMk id="23" creationId="{EA7D3544-CCDD-29E1-6A23-F8ED8E274545}"/>
          </ac:spMkLst>
        </pc:spChg>
        <pc:spChg chg="del">
          <ac:chgData name="Allison Mulshine" userId="S::allison.mulshine@collegiseducation.com::5f656d52-c555-4e5e-9a5b-18226766ffe3" providerId="AD" clId="Web-{A3EFED0C-380A-B169-85C3-51EA1271C20A}" dt="2024-07-12T17:42:13.203" v="160"/>
          <ac:spMkLst>
            <pc:docMk/>
            <pc:sldMk cId="2394810020" sldId="1020"/>
            <ac:spMk id="25" creationId="{349CAD5A-60F4-2318-2D55-4E22B9EA6DB1}"/>
          </ac:spMkLst>
        </pc:spChg>
        <pc:spChg chg="del">
          <ac:chgData name="Allison Mulshine" userId="S::allison.mulshine@collegiseducation.com::5f656d52-c555-4e5e-9a5b-18226766ffe3" providerId="AD" clId="Web-{A3EFED0C-380A-B169-85C3-51EA1271C20A}" dt="2024-07-12T17:42:10.922" v="154"/>
          <ac:spMkLst>
            <pc:docMk/>
            <pc:sldMk cId="2394810020" sldId="1020"/>
            <ac:spMk id="26" creationId="{1192BA38-B802-0058-48DF-46F72A24717A}"/>
          </ac:spMkLst>
        </pc:spChg>
        <pc:spChg chg="del">
          <ac:chgData name="Allison Mulshine" userId="S::allison.mulshine@collegiseducation.com::5f656d52-c555-4e5e-9a5b-18226766ffe3" providerId="AD" clId="Web-{A3EFED0C-380A-B169-85C3-51EA1271C20A}" dt="2024-07-12T17:42:03.140" v="140"/>
          <ac:spMkLst>
            <pc:docMk/>
            <pc:sldMk cId="2394810020" sldId="1020"/>
            <ac:spMk id="27" creationId="{11F26EB9-A7D0-1A5C-AA38-AD89CCA76288}"/>
          </ac:spMkLst>
        </pc:spChg>
        <pc:spChg chg="del">
          <ac:chgData name="Allison Mulshine" userId="S::allison.mulshine@collegiseducation.com::5f656d52-c555-4e5e-9a5b-18226766ffe3" providerId="AD" clId="Web-{A3EFED0C-380A-B169-85C3-51EA1271C20A}" dt="2024-07-12T17:42:03.125" v="139"/>
          <ac:spMkLst>
            <pc:docMk/>
            <pc:sldMk cId="2394810020" sldId="1020"/>
            <ac:spMk id="28" creationId="{E11FBAF1-2814-664C-1877-942DF4EDDF33}"/>
          </ac:spMkLst>
        </pc:spChg>
        <pc:spChg chg="del">
          <ac:chgData name="Allison Mulshine" userId="S::allison.mulshine@collegiseducation.com::5f656d52-c555-4e5e-9a5b-18226766ffe3" providerId="AD" clId="Web-{A3EFED0C-380A-B169-85C3-51EA1271C20A}" dt="2024-07-12T17:42:03.125" v="138"/>
          <ac:spMkLst>
            <pc:docMk/>
            <pc:sldMk cId="2394810020" sldId="1020"/>
            <ac:spMk id="29" creationId="{DCEF73B8-4D0F-E752-E070-7C708FDB3227}"/>
          </ac:spMkLst>
        </pc:spChg>
        <pc:spChg chg="del">
          <ac:chgData name="Allison Mulshine" userId="S::allison.mulshine@collegiseducation.com::5f656d52-c555-4e5e-9a5b-18226766ffe3" providerId="AD" clId="Web-{A3EFED0C-380A-B169-85C3-51EA1271C20A}" dt="2024-07-12T17:42:10.937" v="159"/>
          <ac:spMkLst>
            <pc:docMk/>
            <pc:sldMk cId="2394810020" sldId="1020"/>
            <ac:spMk id="33" creationId="{63924DA3-3259-51B8-9EB6-789511F14E6E}"/>
          </ac:spMkLst>
        </pc:spChg>
        <pc:picChg chg="del">
          <ac:chgData name="Allison Mulshine" userId="S::allison.mulshine@collegiseducation.com::5f656d52-c555-4e5e-9a5b-18226766ffe3" providerId="AD" clId="Web-{A3EFED0C-380A-B169-85C3-51EA1271C20A}" dt="2024-07-12T17:42:10.922" v="150"/>
          <ac:picMkLst>
            <pc:docMk/>
            <pc:sldMk cId="2394810020" sldId="1020"/>
            <ac:picMk id="22" creationId="{D5C8E893-F8A8-AB1E-75AF-18EDA287A910}"/>
          </ac:picMkLst>
        </pc:picChg>
        <pc:picChg chg="add mod">
          <ac:chgData name="Allison Mulshine" userId="S::allison.mulshine@collegiseducation.com::5f656d52-c555-4e5e-9a5b-18226766ffe3" providerId="AD" clId="Web-{A3EFED0C-380A-B169-85C3-51EA1271C20A}" dt="2024-07-12T17:42:28.719" v="165"/>
          <ac:picMkLst>
            <pc:docMk/>
            <pc:sldMk cId="2394810020" sldId="1020"/>
            <ac:picMk id="44" creationId="{74A378B4-674A-E7E2-FFA7-19552BEA0D94}"/>
          </ac:picMkLst>
        </pc:picChg>
        <pc:picChg chg="del">
          <ac:chgData name="Allison Mulshine" userId="S::allison.mulshine@collegiseducation.com::5f656d52-c555-4e5e-9a5b-18226766ffe3" providerId="AD" clId="Web-{A3EFED0C-380A-B169-85C3-51EA1271C20A}" dt="2024-07-12T17:42:10.922" v="156"/>
          <ac:picMkLst>
            <pc:docMk/>
            <pc:sldMk cId="2394810020" sldId="1020"/>
            <ac:picMk id="1026" creationId="{54F87823-E3AB-09E1-B1E4-0F698513918D}"/>
          </ac:picMkLst>
        </pc:picChg>
        <pc:picChg chg="del">
          <ac:chgData name="Allison Mulshine" userId="S::allison.mulshine@collegiseducation.com::5f656d52-c555-4e5e-9a5b-18226766ffe3" providerId="AD" clId="Web-{A3EFED0C-380A-B169-85C3-51EA1271C20A}" dt="2024-07-12T17:42:10.922" v="151"/>
          <ac:picMkLst>
            <pc:docMk/>
            <pc:sldMk cId="2394810020" sldId="1020"/>
            <ac:picMk id="3074" creationId="{7C70EE05-BCF1-D2E8-D19F-9598805B8A69}"/>
          </ac:picMkLst>
        </pc:picChg>
      </pc:sldChg>
      <pc:sldChg chg="addSp delSp modSp">
        <pc:chgData name="Allison Mulshine" userId="S::allison.mulshine@collegiseducation.com::5f656d52-c555-4e5e-9a5b-18226766ffe3" providerId="AD" clId="Web-{A3EFED0C-380A-B169-85C3-51EA1271C20A}" dt="2024-07-12T17:43:25.705" v="172"/>
        <pc:sldMkLst>
          <pc:docMk/>
          <pc:sldMk cId="1386123896" sldId="1021"/>
        </pc:sldMkLst>
        <pc:spChg chg="add del mod">
          <ac:chgData name="Allison Mulshine" userId="S::allison.mulshine@collegiseducation.com::5f656d52-c555-4e5e-9a5b-18226766ffe3" providerId="AD" clId="Web-{A3EFED0C-380A-B169-85C3-51EA1271C20A}" dt="2024-07-12T17:43:06.377" v="167"/>
          <ac:spMkLst>
            <pc:docMk/>
            <pc:sldMk cId="1386123896" sldId="1021"/>
            <ac:spMk id="21" creationId="{F6D61DE8-EB2B-84A6-C457-A2554F57368E}"/>
          </ac:spMkLst>
        </pc:spChg>
        <pc:graphicFrameChg chg="del">
          <ac:chgData name="Allison Mulshine" userId="S::allison.mulshine@collegiseducation.com::5f656d52-c555-4e5e-9a5b-18226766ffe3" providerId="AD" clId="Web-{A3EFED0C-380A-B169-85C3-51EA1271C20A}" dt="2024-07-12T17:43:03.970" v="166"/>
          <ac:graphicFrameMkLst>
            <pc:docMk/>
            <pc:sldMk cId="1386123896" sldId="1021"/>
            <ac:graphicFrameMk id="16" creationId="{618E5F47-9438-9B29-F507-C8B333BB838C}"/>
          </ac:graphicFrameMkLst>
        </pc:graphicFrameChg>
        <pc:picChg chg="add mod ord">
          <ac:chgData name="Allison Mulshine" userId="S::allison.mulshine@collegiseducation.com::5f656d52-c555-4e5e-9a5b-18226766ffe3" providerId="AD" clId="Web-{A3EFED0C-380A-B169-85C3-51EA1271C20A}" dt="2024-07-12T17:43:25.705" v="172"/>
          <ac:picMkLst>
            <pc:docMk/>
            <pc:sldMk cId="1386123896" sldId="1021"/>
            <ac:picMk id="22" creationId="{11F8EB34-2587-EC5F-0997-B26C2B2D8E9C}"/>
          </ac:picMkLst>
        </pc:pic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png"/></Relationships>
</file>

<file path=ppt/diagrams/_rels/drawing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3600" b="1" i="0" dirty="0">
              <a:solidFill>
                <a:srgbClr val="1F1F1F"/>
              </a:solidFill>
              <a:effectLst/>
              <a:latin typeface="+mn-lt"/>
            </a:rPr>
            <a:t>Benefits</a:t>
          </a:r>
          <a:endParaRPr lang="en-US" sz="3600" b="1" dirty="0">
            <a:latin typeface="+mn-lt"/>
          </a:endParaRPr>
        </a:p>
      </dgm:t>
    </dgm:pt>
    <dgm:pt modelId="{705E8EE7-BF08-CB4D-BD5C-3C2188954C5C}" type="sibTrans" cxnId="{D3B5A944-F001-C443-B5F2-2B9F33291B32}">
      <dgm:prSet/>
      <dgm:spPr/>
      <dgm:t>
        <a:bodyPr/>
        <a:lstStyle/>
        <a:p>
          <a:endParaRPr lang="en-US" sz="3600">
            <a:latin typeface="+mn-lt"/>
          </a:endParaRPr>
        </a:p>
      </dgm:t>
    </dgm:pt>
    <dgm:pt modelId="{4E7FF56D-46AD-054E-9A98-96B3BA155886}" type="parTrans" cxnId="{D3B5A944-F001-C443-B5F2-2B9F33291B32}">
      <dgm:prSet/>
      <dgm:spPr/>
      <dgm:t>
        <a:bodyPr/>
        <a:lstStyle/>
        <a:p>
          <a:endParaRPr lang="en-US" sz="3600">
            <a:latin typeface="+mn-lt"/>
          </a:endParaRPr>
        </a:p>
      </dgm:t>
    </dgm:pt>
    <dgm:pt modelId="{DF4CF6E3-C9A0-294A-A6A2-E4217212C43B}">
      <dgm:prSet custT="1"/>
      <dgm:spPr/>
      <dgm:t>
        <a:bodyPr/>
        <a:lstStyle/>
        <a:p>
          <a:pPr>
            <a:lnSpc>
              <a:spcPct val="100000"/>
            </a:lnSpc>
          </a:pPr>
          <a:r>
            <a:rPr lang="en-US" sz="3200" dirty="0"/>
            <a:t>Enables more efficient resource (storage, compute) management, </a:t>
          </a:r>
          <a:r>
            <a:rPr lang="en-US" sz="3200" b="0" i="0" dirty="0"/>
            <a:t>to match specific workload demands</a:t>
          </a:r>
          <a:endParaRPr lang="en-US" sz="3200" b="0" i="0" dirty="0">
            <a:solidFill>
              <a:srgbClr val="0070C0"/>
            </a:solidFill>
            <a:effectLst/>
            <a:latin typeface="+mn-lt"/>
          </a:endParaRPr>
        </a:p>
      </dgm:t>
    </dgm:pt>
    <dgm:pt modelId="{BD4BE7A0-E0B1-954B-8FA5-527233E832D4}" type="sibTrans" cxnId="{C6FA9118-A918-9347-B501-89D3F5AAFE4F}">
      <dgm:prSet/>
      <dgm:spPr/>
      <dgm:t>
        <a:bodyPr/>
        <a:lstStyle/>
        <a:p>
          <a:endParaRPr lang="en-US">
            <a:latin typeface="+mn-lt"/>
          </a:endParaRPr>
        </a:p>
      </dgm:t>
    </dgm:pt>
    <dgm:pt modelId="{26BCC1A2-50B1-6E47-8757-2223D9122EAE}" type="parTrans" cxnId="{C6FA9118-A918-9347-B501-89D3F5AAFE4F}">
      <dgm:prSet/>
      <dgm:spPr/>
      <dgm:t>
        <a:bodyPr/>
        <a:lstStyle/>
        <a:p>
          <a:endParaRPr lang="en-US">
            <a:latin typeface="+mn-lt"/>
          </a:endParaRPr>
        </a:p>
      </dgm:t>
    </dgm:pt>
    <dgm:pt modelId="{090FD3A5-C9F1-414B-8684-E91C554EA63D}">
      <dgm:prSet custT="1"/>
      <dgm:spPr/>
      <dgm:t>
        <a:bodyPr/>
        <a:lstStyle/>
        <a:p>
          <a:pPr>
            <a:lnSpc>
              <a:spcPct val="100000"/>
            </a:lnSpc>
            <a:defRPr b="1"/>
          </a:pPr>
          <a:r>
            <a:rPr lang="en-US" sz="3600" b="1" i="0" dirty="0">
              <a:solidFill>
                <a:srgbClr val="1F1F1F"/>
              </a:solidFill>
              <a:effectLst/>
              <a:latin typeface="+mn-lt"/>
            </a:rPr>
            <a:t>Drawbacks</a:t>
          </a:r>
          <a:endParaRPr lang="en-US" sz="3600" b="1" dirty="0">
            <a:solidFill>
              <a:srgbClr val="374151"/>
            </a:solidFill>
            <a:latin typeface="+mn-lt"/>
          </a:endParaRPr>
        </a:p>
      </dgm:t>
    </dgm:pt>
    <dgm:pt modelId="{63F100E8-4655-D447-96E7-613FB4E8F8DC}" type="sibTrans" cxnId="{1DCD7F39-FBEC-9F43-8C75-918C187CACFB}">
      <dgm:prSet/>
      <dgm:spPr/>
      <dgm:t>
        <a:bodyPr/>
        <a:lstStyle/>
        <a:p>
          <a:endParaRPr lang="en-US">
            <a:latin typeface="+mn-lt"/>
          </a:endParaRPr>
        </a:p>
      </dgm:t>
    </dgm:pt>
    <dgm:pt modelId="{C38CB926-C8AF-404D-8BF4-A618A1E3F112}" type="parTrans" cxnId="{1DCD7F39-FBEC-9F43-8C75-918C187CACFB}">
      <dgm:prSet/>
      <dgm:spPr/>
      <dgm:t>
        <a:bodyPr/>
        <a:lstStyle/>
        <a:p>
          <a:endParaRPr lang="en-US">
            <a:latin typeface="+mn-lt"/>
          </a:endParaRPr>
        </a:p>
      </dgm:t>
    </dgm:pt>
    <dgm:pt modelId="{F10F663E-695E-D644-BD60-19FCA145D349}">
      <dgm:prSet custT="1"/>
      <dgm:spPr/>
      <dgm:t>
        <a:bodyPr/>
        <a:lstStyle/>
        <a:p>
          <a:pPr>
            <a:lnSpc>
              <a:spcPct val="100000"/>
            </a:lnSpc>
          </a:pPr>
          <a:r>
            <a:rPr lang="en-US" sz="3200" dirty="0"/>
            <a:t>Latency and bandwidth limitations can impact performance, especially for workloads with high data transfer requirements</a:t>
          </a:r>
          <a:endParaRPr lang="en-US" sz="3200" b="0" i="0" dirty="0">
            <a:solidFill>
              <a:srgbClr val="0070C0"/>
            </a:solidFill>
            <a:effectLst/>
            <a:latin typeface="+mn-lt"/>
          </a:endParaRPr>
        </a:p>
      </dgm:t>
    </dgm:pt>
    <dgm:pt modelId="{528B0AA2-7DF0-9F49-A3AB-8B82350E5E7D}" type="sibTrans" cxnId="{13CE65C6-6FF2-1048-B5FC-8824108B3629}">
      <dgm:prSet/>
      <dgm:spPr/>
      <dgm:t>
        <a:bodyPr/>
        <a:lstStyle/>
        <a:p>
          <a:endParaRPr lang="en-US">
            <a:latin typeface="+mn-lt"/>
          </a:endParaRPr>
        </a:p>
      </dgm:t>
    </dgm:pt>
    <dgm:pt modelId="{72799F3E-0CAD-0D44-AF64-A140F59A59DC}" type="parTrans" cxnId="{13CE65C6-6FF2-1048-B5FC-8824108B3629}">
      <dgm:prSet/>
      <dgm:spPr/>
      <dgm:t>
        <a:bodyPr/>
        <a:lstStyle/>
        <a:p>
          <a:endParaRPr lang="en-US">
            <a:latin typeface="+mn-lt"/>
          </a:endParaRPr>
        </a:p>
      </dgm:t>
    </dgm:pt>
    <dgm:pt modelId="{AEE1D1E3-233A-5648-971C-49D210E6A256}">
      <dgm:prSet custT="1"/>
      <dgm:spPr/>
      <dgm:t>
        <a:bodyPr/>
        <a:lstStyle/>
        <a:p>
          <a:pPr>
            <a:lnSpc>
              <a:spcPct val="100000"/>
            </a:lnSpc>
          </a:pPr>
          <a:endParaRPr lang="en-US" sz="3200" dirty="0"/>
        </a:p>
        <a:p>
          <a:pPr>
            <a:lnSpc>
              <a:spcPct val="100000"/>
            </a:lnSpc>
          </a:pPr>
          <a:r>
            <a:rPr lang="en-US" sz="3200" dirty="0"/>
            <a:t>Cloud (centralized) storage offer advanced features like data protection, replication, versioning, and access controls, leading to better data governance</a:t>
          </a:r>
          <a:endParaRPr lang="en-US" sz="3200" b="0" i="0" dirty="0"/>
        </a:p>
      </dgm:t>
    </dgm:pt>
    <dgm:pt modelId="{8707D31E-FCEC-6D41-9E95-EB77450501DA}" type="parTrans" cxnId="{D5D738DB-BA89-7843-A3B3-B0EB411C8C7E}">
      <dgm:prSet/>
      <dgm:spPr/>
      <dgm:t>
        <a:bodyPr/>
        <a:lstStyle/>
        <a:p>
          <a:endParaRPr lang="en-US"/>
        </a:p>
      </dgm:t>
    </dgm:pt>
    <dgm:pt modelId="{A8E2E536-FE50-0144-920E-6260D05A2188}" type="sibTrans" cxnId="{D5D738DB-BA89-7843-A3B3-B0EB411C8C7E}">
      <dgm:prSet/>
      <dgm:spPr/>
      <dgm:t>
        <a:bodyPr/>
        <a:lstStyle/>
        <a:p>
          <a:endParaRPr lang="en-US"/>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2"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4">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4" custScaleX="133480">
        <dgm:presLayoutVars/>
      </dgm:prSet>
      <dgm:spPr/>
    </dgm:pt>
    <dgm:pt modelId="{E498811C-808C-435A-95EB-9D224CF52F01}" type="pres">
      <dgm:prSet presAssocID="{705E8EE7-BF08-CB4D-BD5C-3C2188954C5C}" presName="sibTrans" presStyleCnt="0"/>
      <dgm:spPr/>
    </dgm:pt>
    <dgm:pt modelId="{CFC0C022-C876-9D43-9C7D-0852DDDA81FF}" type="pres">
      <dgm:prSet presAssocID="{090FD3A5-C9F1-414B-8684-E91C554EA63D}" presName="compNode" presStyleCnt="0"/>
      <dgm:spPr/>
    </dgm:pt>
    <dgm:pt modelId="{46041DBD-3618-484C-B587-79A579F39D96}" type="pres">
      <dgm:prSet presAssocID="{090FD3A5-C9F1-414B-8684-E91C554EA63D}" presName="iconRect" presStyleLbl="node1" presStyleIdx="1" presStyleCnt="2" custFlipVert="1" custScaleY="14470"/>
      <dgm:spPr>
        <a:solidFill>
          <a:schemeClr val="bg2"/>
        </a:solidFill>
        <a:ln>
          <a:solidFill>
            <a:schemeClr val="bg2"/>
          </a:solidFill>
        </a:ln>
      </dgm:spPr>
    </dgm:pt>
    <dgm:pt modelId="{5A2969AC-3055-B048-9B81-0DC82D81EBEA}" type="pres">
      <dgm:prSet presAssocID="{090FD3A5-C9F1-414B-8684-E91C554EA63D}" presName="iconSpace" presStyleCnt="0"/>
      <dgm:spPr/>
    </dgm:pt>
    <dgm:pt modelId="{35F1E6A0-B560-CA44-BD83-F636FE406EB8}" type="pres">
      <dgm:prSet presAssocID="{090FD3A5-C9F1-414B-8684-E91C554EA63D}" presName="parTx" presStyleLbl="revTx" presStyleIdx="2" presStyleCnt="4">
        <dgm:presLayoutVars>
          <dgm:chMax val="0"/>
          <dgm:chPref val="0"/>
        </dgm:presLayoutVars>
      </dgm:prSet>
      <dgm:spPr/>
    </dgm:pt>
    <dgm:pt modelId="{A01DCEF9-6D46-E546-A108-492B13613DF2}" type="pres">
      <dgm:prSet presAssocID="{090FD3A5-C9F1-414B-8684-E91C554EA63D}" presName="txSpace" presStyleCnt="0"/>
      <dgm:spPr/>
    </dgm:pt>
    <dgm:pt modelId="{5B2D3ED2-FB03-4844-81A5-CC36DD41F6F3}" type="pres">
      <dgm:prSet presAssocID="{090FD3A5-C9F1-414B-8684-E91C554EA63D}" presName="desTx" presStyleLbl="revTx" presStyleIdx="3" presStyleCnt="4" custScaleX="133480">
        <dgm:presLayoutVars/>
      </dgm:prSet>
      <dgm:spPr/>
    </dgm:pt>
  </dgm:ptLst>
  <dgm:cxnLst>
    <dgm:cxn modelId="{C6FA9118-A918-9347-B501-89D3F5AAFE4F}" srcId="{A38895C2-01F9-6245-91B5-24143C38A9C7}" destId="{DF4CF6E3-C9A0-294A-A6A2-E4217212C43B}" srcOrd="0" destOrd="0" parTransId="{26BCC1A2-50B1-6E47-8757-2223D9122EAE}" sibTransId="{BD4BE7A0-E0B1-954B-8FA5-527233E832D4}"/>
    <dgm:cxn modelId="{0DE6592E-2283-EB42-AF40-764CBF4A0840}" type="presOf" srcId="{090FD3A5-C9F1-414B-8684-E91C554EA63D}" destId="{35F1E6A0-B560-CA44-BD83-F636FE406EB8}" srcOrd="0" destOrd="0" presId="urn:microsoft.com/office/officeart/2018/5/layout/CenteredIconLabelDescriptionList"/>
    <dgm:cxn modelId="{1DCD7F39-FBEC-9F43-8C75-918C187CACFB}" srcId="{F0D0BB63-F3DB-7A4D-9E9E-D3BCBD2E7EB3}" destId="{090FD3A5-C9F1-414B-8684-E91C554EA63D}" srcOrd="1" destOrd="0" parTransId="{C38CB926-C8AF-404D-8BF4-A618A1E3F112}" sibTransId="{63F100E8-4655-D447-96E7-613FB4E8F8DC}"/>
    <dgm:cxn modelId="{A223745C-024B-4BB6-8489-B64E0CE9C5B3}" type="presOf" srcId="{A38895C2-01F9-6245-91B5-24143C38A9C7}" destId="{A3F5AACB-4941-4375-9257-3C08269C058D}" srcOrd="0" destOrd="0" presId="urn:microsoft.com/office/officeart/2018/5/layout/CenteredIconLabelDescriptionList"/>
    <dgm:cxn modelId="{D3B5A944-F001-C443-B5F2-2B9F33291B32}" srcId="{F0D0BB63-F3DB-7A4D-9E9E-D3BCBD2E7EB3}" destId="{A38895C2-01F9-6245-91B5-24143C38A9C7}" srcOrd="0" destOrd="0" parTransId="{4E7FF56D-46AD-054E-9A98-96B3BA155886}" sibTransId="{705E8EE7-BF08-CB4D-BD5C-3C2188954C5C}"/>
    <dgm:cxn modelId="{60351B48-1119-E94D-8D85-857BA21A465E}" type="presOf" srcId="{F10F663E-695E-D644-BD60-19FCA145D349}" destId="{5B2D3ED2-FB03-4844-81A5-CC36DD41F6F3}" srcOrd="0" destOrd="0" presId="urn:microsoft.com/office/officeart/2018/5/layout/CenteredIconLabelDescriptionList"/>
    <dgm:cxn modelId="{63D5C358-F98A-492D-8528-12CA4FC1EACC}" type="presOf" srcId="{F0D0BB63-F3DB-7A4D-9E9E-D3BCBD2E7EB3}" destId="{DA14DB78-971D-423E-ABBC-4C0BFC9A4508}" srcOrd="0" destOrd="0" presId="urn:microsoft.com/office/officeart/2018/5/layout/CenteredIconLabelDescriptionList"/>
    <dgm:cxn modelId="{8AEAE499-CC63-B34C-91E0-F74E467D8B26}" type="presOf" srcId="{DF4CF6E3-C9A0-294A-A6A2-E4217212C43B}" destId="{FE93FDF4-82DA-45FA-9A1E-C612D39D3B6A}" srcOrd="0" destOrd="0" presId="urn:microsoft.com/office/officeart/2018/5/layout/CenteredIconLabelDescriptionList"/>
    <dgm:cxn modelId="{13CE65C6-6FF2-1048-B5FC-8824108B3629}" srcId="{090FD3A5-C9F1-414B-8684-E91C554EA63D}" destId="{F10F663E-695E-D644-BD60-19FCA145D349}" srcOrd="0" destOrd="0" parTransId="{72799F3E-0CAD-0D44-AF64-A140F59A59DC}" sibTransId="{528B0AA2-7DF0-9F49-A3AB-8B82350E5E7D}"/>
    <dgm:cxn modelId="{D5D738DB-BA89-7843-A3B3-B0EB411C8C7E}" srcId="{A38895C2-01F9-6245-91B5-24143C38A9C7}" destId="{AEE1D1E3-233A-5648-971C-49D210E6A256}" srcOrd="1" destOrd="0" parTransId="{8707D31E-FCEC-6D41-9E95-EB77450501DA}" sibTransId="{A8E2E536-FE50-0144-920E-6260D05A2188}"/>
    <dgm:cxn modelId="{58603BDE-DC9F-7E4E-B88D-1902006C5AE7}" type="presOf" srcId="{AEE1D1E3-233A-5648-971C-49D210E6A256}" destId="{FE93FDF4-82DA-45FA-9A1E-C612D39D3B6A}" srcOrd="0" destOrd="1" presId="urn:microsoft.com/office/officeart/2018/5/layout/CenteredIconLabelDescriptionList"/>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B0B379AB-F42C-5F44-9F39-64E4B143198D}" type="presParOf" srcId="{DA14DB78-971D-423E-ABBC-4C0BFC9A4508}" destId="{CFC0C022-C876-9D43-9C7D-0852DDDA81FF}" srcOrd="2" destOrd="0" presId="urn:microsoft.com/office/officeart/2018/5/layout/CenteredIconLabelDescriptionList"/>
    <dgm:cxn modelId="{C0F3504E-7A2A-3D43-A125-676E5FF734B4}" type="presParOf" srcId="{CFC0C022-C876-9D43-9C7D-0852DDDA81FF}" destId="{46041DBD-3618-484C-B587-79A579F39D96}" srcOrd="0" destOrd="0" presId="urn:microsoft.com/office/officeart/2018/5/layout/CenteredIconLabelDescriptionList"/>
    <dgm:cxn modelId="{F63BE5A6-41AF-E149-A6C9-8C37B0D36665}" type="presParOf" srcId="{CFC0C022-C876-9D43-9C7D-0852DDDA81FF}" destId="{5A2969AC-3055-B048-9B81-0DC82D81EBEA}" srcOrd="1" destOrd="0" presId="urn:microsoft.com/office/officeart/2018/5/layout/CenteredIconLabelDescriptionList"/>
    <dgm:cxn modelId="{A2CF1793-5DC9-AD4C-B9B5-695868BEBAAF}" type="presParOf" srcId="{CFC0C022-C876-9D43-9C7D-0852DDDA81FF}" destId="{35F1E6A0-B560-CA44-BD83-F636FE406EB8}" srcOrd="2" destOrd="0" presId="urn:microsoft.com/office/officeart/2018/5/layout/CenteredIconLabelDescriptionList"/>
    <dgm:cxn modelId="{B49263D9-6972-9649-A9F1-9640C1F85F15}" type="presParOf" srcId="{CFC0C022-C876-9D43-9C7D-0852DDDA81FF}" destId="{A01DCEF9-6D46-E546-A108-492B13613DF2}" srcOrd="3" destOrd="0" presId="urn:microsoft.com/office/officeart/2018/5/layout/CenteredIconLabelDescriptionList"/>
    <dgm:cxn modelId="{AF0DFB0C-4A0C-F74C-A671-EC8D5A5E6DBE}" type="presParOf" srcId="{CFC0C022-C876-9D43-9C7D-0852DDDA81FF}" destId="{5B2D3ED2-FB03-4844-81A5-CC36DD41F6F3}"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B85421-93C5-1B41-BBB1-9B7C5A4506F4}" type="doc">
      <dgm:prSet loTypeId="urn:microsoft.com/office/officeart/2005/8/layout/process4" loCatId="" qsTypeId="urn:microsoft.com/office/officeart/2005/8/quickstyle/simple1" qsCatId="simple" csTypeId="urn:microsoft.com/office/officeart/2005/8/colors/accent3_2" csCatId="accent3" phldr="1"/>
      <dgm:spPr/>
      <dgm:t>
        <a:bodyPr/>
        <a:lstStyle/>
        <a:p>
          <a:endParaRPr lang="en-US"/>
        </a:p>
      </dgm:t>
    </dgm:pt>
    <dgm:pt modelId="{247D3700-4A24-0741-80E0-A1595AC13221}">
      <dgm:prSet phldrT="[Text]" custT="1"/>
      <dgm:spPr/>
      <dgm:t>
        <a:bodyPr/>
        <a:lstStyle/>
        <a:p>
          <a:pPr algn="l"/>
          <a:r>
            <a:rPr lang="en-US" sz="2400" dirty="0">
              <a:solidFill>
                <a:schemeClr val="bg2"/>
              </a:solidFill>
            </a:rPr>
            <a:t>1. Request creation of a Hadoop cluster</a:t>
          </a:r>
        </a:p>
      </dgm:t>
    </dgm:pt>
    <dgm:pt modelId="{71D260AE-98C6-0041-8610-F782B6D2BF16}" type="parTrans" cxnId="{7FD2AFC0-416A-A74A-80DB-7E2FE62FEACD}">
      <dgm:prSet/>
      <dgm:spPr/>
      <dgm:t>
        <a:bodyPr/>
        <a:lstStyle/>
        <a:p>
          <a:pPr algn="l"/>
          <a:endParaRPr lang="en-US" sz="2000">
            <a:solidFill>
              <a:schemeClr val="bg2"/>
            </a:solidFill>
          </a:endParaRPr>
        </a:p>
      </dgm:t>
    </dgm:pt>
    <dgm:pt modelId="{2E841BA3-E35C-C342-9B4E-5C0BA9470CF1}" type="sibTrans" cxnId="{7FD2AFC0-416A-A74A-80DB-7E2FE62FEACD}">
      <dgm:prSet/>
      <dgm:spPr/>
      <dgm:t>
        <a:bodyPr/>
        <a:lstStyle/>
        <a:p>
          <a:pPr algn="l"/>
          <a:endParaRPr lang="en-US" sz="2000">
            <a:solidFill>
              <a:schemeClr val="bg2"/>
            </a:solidFill>
          </a:endParaRPr>
        </a:p>
      </dgm:t>
    </dgm:pt>
    <dgm:pt modelId="{C3643971-FCB4-5745-8FD9-713C3E10C8E7}">
      <dgm:prSet phldrT="[Text]" custT="1"/>
      <dgm:spPr/>
      <dgm:t>
        <a:bodyPr/>
        <a:lstStyle/>
        <a:p>
          <a:pPr algn="l"/>
          <a:r>
            <a:rPr lang="en-US" sz="2400" dirty="0">
              <a:solidFill>
                <a:schemeClr val="bg2"/>
              </a:solidFill>
            </a:rPr>
            <a:t>2. Hadoop cluster is provisioned and initialized</a:t>
          </a:r>
        </a:p>
      </dgm:t>
    </dgm:pt>
    <dgm:pt modelId="{4A047AAA-1A40-E047-A529-D8CCED4291DD}" type="parTrans" cxnId="{457D906F-5337-154E-83F3-DB8EE9F9A9DA}">
      <dgm:prSet/>
      <dgm:spPr/>
      <dgm:t>
        <a:bodyPr/>
        <a:lstStyle/>
        <a:p>
          <a:pPr algn="l"/>
          <a:endParaRPr lang="en-US" sz="2000">
            <a:solidFill>
              <a:schemeClr val="bg2"/>
            </a:solidFill>
          </a:endParaRPr>
        </a:p>
      </dgm:t>
    </dgm:pt>
    <dgm:pt modelId="{ABD8544E-2BC9-C14F-A1F0-6B9D587AFC65}" type="sibTrans" cxnId="{457D906F-5337-154E-83F3-DB8EE9F9A9DA}">
      <dgm:prSet/>
      <dgm:spPr/>
      <dgm:t>
        <a:bodyPr/>
        <a:lstStyle/>
        <a:p>
          <a:pPr algn="l"/>
          <a:endParaRPr lang="en-US" sz="2000">
            <a:solidFill>
              <a:schemeClr val="bg2"/>
            </a:solidFill>
          </a:endParaRPr>
        </a:p>
      </dgm:t>
    </dgm:pt>
    <dgm:pt modelId="{9F771105-8588-D542-912E-77ED9E694600}">
      <dgm:prSet phldrT="[Text]" custT="1"/>
      <dgm:spPr/>
      <dgm:t>
        <a:bodyPr/>
        <a:lstStyle/>
        <a:p>
          <a:pPr algn="l"/>
          <a:r>
            <a:rPr lang="en-US" sz="2400" dirty="0">
              <a:solidFill>
                <a:schemeClr val="bg2"/>
              </a:solidFill>
            </a:rPr>
            <a:t>3. Issue and execute interactive queries</a:t>
          </a:r>
        </a:p>
      </dgm:t>
    </dgm:pt>
    <dgm:pt modelId="{CA53F180-C2FC-F04F-98E2-3125B818260C}" type="parTrans" cxnId="{8BFF53C1-0E3F-8042-AFD3-B741F4D98A5C}">
      <dgm:prSet/>
      <dgm:spPr/>
      <dgm:t>
        <a:bodyPr/>
        <a:lstStyle/>
        <a:p>
          <a:pPr algn="l"/>
          <a:endParaRPr lang="en-US" sz="2000">
            <a:solidFill>
              <a:schemeClr val="bg2"/>
            </a:solidFill>
          </a:endParaRPr>
        </a:p>
      </dgm:t>
    </dgm:pt>
    <dgm:pt modelId="{35D17AF5-A2D8-BF40-A261-1C697400F1CB}" type="sibTrans" cxnId="{8BFF53C1-0E3F-8042-AFD3-B741F4D98A5C}">
      <dgm:prSet/>
      <dgm:spPr/>
      <dgm:t>
        <a:bodyPr/>
        <a:lstStyle/>
        <a:p>
          <a:pPr algn="l"/>
          <a:endParaRPr lang="en-US" sz="2000">
            <a:solidFill>
              <a:schemeClr val="bg2"/>
            </a:solidFill>
          </a:endParaRPr>
        </a:p>
      </dgm:t>
    </dgm:pt>
    <dgm:pt modelId="{B0A40608-E531-5F42-AC9C-268B6DB90529}">
      <dgm:prSet phldrT="[Text]" custT="1"/>
      <dgm:spPr/>
      <dgm:t>
        <a:bodyPr/>
        <a:lstStyle/>
        <a:p>
          <a:pPr algn="l"/>
          <a:r>
            <a:rPr lang="en-US" sz="2400" dirty="0">
              <a:solidFill>
                <a:schemeClr val="bg2"/>
              </a:solidFill>
            </a:rPr>
            <a:t>4. Write one or more analytics job(s)</a:t>
          </a:r>
        </a:p>
      </dgm:t>
    </dgm:pt>
    <dgm:pt modelId="{9152879F-7358-F14A-B109-32725E5BB2F6}" type="parTrans" cxnId="{F8F6D187-BAF0-9741-BDAC-945DBFF20607}">
      <dgm:prSet/>
      <dgm:spPr/>
      <dgm:t>
        <a:bodyPr/>
        <a:lstStyle/>
        <a:p>
          <a:pPr algn="l"/>
          <a:endParaRPr lang="en-US" sz="2000">
            <a:solidFill>
              <a:schemeClr val="bg2"/>
            </a:solidFill>
          </a:endParaRPr>
        </a:p>
      </dgm:t>
    </dgm:pt>
    <dgm:pt modelId="{2515D01B-6F09-C94C-81B0-2162554EC8D4}" type="sibTrans" cxnId="{F8F6D187-BAF0-9741-BDAC-945DBFF20607}">
      <dgm:prSet/>
      <dgm:spPr/>
      <dgm:t>
        <a:bodyPr/>
        <a:lstStyle/>
        <a:p>
          <a:pPr algn="l"/>
          <a:endParaRPr lang="en-US" sz="2000">
            <a:solidFill>
              <a:schemeClr val="bg2"/>
            </a:solidFill>
          </a:endParaRPr>
        </a:p>
      </dgm:t>
    </dgm:pt>
    <dgm:pt modelId="{D64BDA92-FEFC-A547-AF37-C57721E58B67}">
      <dgm:prSet phldrT="[Text]" custT="1"/>
      <dgm:spPr/>
      <dgm:t>
        <a:bodyPr/>
        <a:lstStyle/>
        <a:p>
          <a:pPr algn="l"/>
          <a:r>
            <a:rPr lang="en-US" sz="2400" dirty="0">
              <a:solidFill>
                <a:schemeClr val="bg2"/>
              </a:solidFill>
            </a:rPr>
            <a:t>5. Cluster access &amp; executes the Hadoop job(s)</a:t>
          </a:r>
        </a:p>
      </dgm:t>
    </dgm:pt>
    <dgm:pt modelId="{43BF2489-138F-CB4A-9BA5-584357EF5844}" type="parTrans" cxnId="{E2203EB5-22DB-1746-8A30-5D690653A80C}">
      <dgm:prSet/>
      <dgm:spPr/>
      <dgm:t>
        <a:bodyPr/>
        <a:lstStyle/>
        <a:p>
          <a:pPr algn="l"/>
          <a:endParaRPr lang="en-US" sz="2000">
            <a:solidFill>
              <a:schemeClr val="bg2"/>
            </a:solidFill>
          </a:endParaRPr>
        </a:p>
      </dgm:t>
    </dgm:pt>
    <dgm:pt modelId="{C841C1D1-8255-9F48-94E6-A539ADE6C732}" type="sibTrans" cxnId="{E2203EB5-22DB-1746-8A30-5D690653A80C}">
      <dgm:prSet/>
      <dgm:spPr/>
      <dgm:t>
        <a:bodyPr/>
        <a:lstStyle/>
        <a:p>
          <a:pPr algn="l"/>
          <a:endParaRPr lang="en-US" sz="2000">
            <a:solidFill>
              <a:schemeClr val="bg2"/>
            </a:solidFill>
          </a:endParaRPr>
        </a:p>
      </dgm:t>
    </dgm:pt>
    <dgm:pt modelId="{4C3A25F0-B0FA-634C-A130-AF220CDFEEC0}">
      <dgm:prSet phldrT="[Text]" custT="1"/>
      <dgm:spPr/>
      <dgm:t>
        <a:bodyPr/>
        <a:lstStyle/>
        <a:p>
          <a:pPr algn="l"/>
          <a:r>
            <a:rPr lang="en-US" sz="2400" dirty="0">
              <a:solidFill>
                <a:schemeClr val="bg2"/>
              </a:solidFill>
            </a:rPr>
            <a:t>6. Then the job(s) process the source data</a:t>
          </a:r>
        </a:p>
      </dgm:t>
    </dgm:pt>
    <dgm:pt modelId="{7CFF6C10-9F15-5542-9ADA-4B0C5F2F8C8D}" type="parTrans" cxnId="{741740B2-B9F8-DA49-B1BF-71BBD8F04122}">
      <dgm:prSet/>
      <dgm:spPr/>
      <dgm:t>
        <a:bodyPr/>
        <a:lstStyle/>
        <a:p>
          <a:pPr algn="l"/>
          <a:endParaRPr lang="en-US" sz="2000">
            <a:solidFill>
              <a:schemeClr val="bg2"/>
            </a:solidFill>
          </a:endParaRPr>
        </a:p>
      </dgm:t>
    </dgm:pt>
    <dgm:pt modelId="{9B23B650-81D0-3C42-B42D-7FBA4A12DF19}" type="sibTrans" cxnId="{741740B2-B9F8-DA49-B1BF-71BBD8F04122}">
      <dgm:prSet/>
      <dgm:spPr/>
      <dgm:t>
        <a:bodyPr/>
        <a:lstStyle/>
        <a:p>
          <a:pPr algn="l"/>
          <a:endParaRPr lang="en-US" sz="2000">
            <a:solidFill>
              <a:schemeClr val="bg2"/>
            </a:solidFill>
          </a:endParaRPr>
        </a:p>
      </dgm:t>
    </dgm:pt>
    <dgm:pt modelId="{9CF809FD-D6A2-694C-AC55-2B01B0FC02CA}">
      <dgm:prSet phldrT="[Text]" custT="1"/>
      <dgm:spPr/>
      <dgm:t>
        <a:bodyPr/>
        <a:lstStyle/>
        <a:p>
          <a:pPr algn="l"/>
          <a:r>
            <a:rPr lang="en-US" sz="2400" dirty="0">
              <a:solidFill>
                <a:schemeClr val="bg2"/>
              </a:solidFill>
            </a:rPr>
            <a:t>7. And generates the output analytics result</a:t>
          </a:r>
        </a:p>
      </dgm:t>
    </dgm:pt>
    <dgm:pt modelId="{029F2083-7271-9C47-A6A1-FB02C447981E}" type="parTrans" cxnId="{9D34F049-65E0-0045-9853-007F1FCC14AB}">
      <dgm:prSet/>
      <dgm:spPr/>
      <dgm:t>
        <a:bodyPr/>
        <a:lstStyle/>
        <a:p>
          <a:pPr algn="l"/>
          <a:endParaRPr lang="en-US" sz="2000">
            <a:solidFill>
              <a:schemeClr val="bg2"/>
            </a:solidFill>
          </a:endParaRPr>
        </a:p>
      </dgm:t>
    </dgm:pt>
    <dgm:pt modelId="{BAC02122-8935-6C48-81AC-C8E05F4D02CF}" type="sibTrans" cxnId="{9D34F049-65E0-0045-9853-007F1FCC14AB}">
      <dgm:prSet/>
      <dgm:spPr/>
      <dgm:t>
        <a:bodyPr/>
        <a:lstStyle/>
        <a:p>
          <a:pPr algn="l"/>
          <a:endParaRPr lang="en-US" sz="2000">
            <a:solidFill>
              <a:schemeClr val="bg2"/>
            </a:solidFill>
          </a:endParaRPr>
        </a:p>
      </dgm:t>
    </dgm:pt>
    <dgm:pt modelId="{01C5B990-A3BC-344F-B44D-31D9F9F169FD}" type="pres">
      <dgm:prSet presAssocID="{5EB85421-93C5-1B41-BBB1-9B7C5A4506F4}" presName="Name0" presStyleCnt="0">
        <dgm:presLayoutVars>
          <dgm:dir/>
          <dgm:animLvl val="lvl"/>
          <dgm:resizeHandles val="exact"/>
        </dgm:presLayoutVars>
      </dgm:prSet>
      <dgm:spPr/>
    </dgm:pt>
    <dgm:pt modelId="{EE7ACB38-91CD-D140-B21F-E0925155420B}" type="pres">
      <dgm:prSet presAssocID="{9CF809FD-D6A2-694C-AC55-2B01B0FC02CA}" presName="boxAndChildren" presStyleCnt="0"/>
      <dgm:spPr/>
    </dgm:pt>
    <dgm:pt modelId="{42CBE719-B188-884B-A424-6992ECA1DE22}" type="pres">
      <dgm:prSet presAssocID="{9CF809FD-D6A2-694C-AC55-2B01B0FC02CA}" presName="parentTextBox" presStyleLbl="node1" presStyleIdx="0" presStyleCnt="7"/>
      <dgm:spPr/>
    </dgm:pt>
    <dgm:pt modelId="{B0EF29EC-CA7F-5D42-BFFC-396656917B46}" type="pres">
      <dgm:prSet presAssocID="{9B23B650-81D0-3C42-B42D-7FBA4A12DF19}" presName="sp" presStyleCnt="0"/>
      <dgm:spPr/>
    </dgm:pt>
    <dgm:pt modelId="{654DBCD4-C482-2041-BE28-B4832A3DE874}" type="pres">
      <dgm:prSet presAssocID="{4C3A25F0-B0FA-634C-A130-AF220CDFEEC0}" presName="arrowAndChildren" presStyleCnt="0"/>
      <dgm:spPr/>
    </dgm:pt>
    <dgm:pt modelId="{B9204709-9E19-A647-8A5B-992B829A7E65}" type="pres">
      <dgm:prSet presAssocID="{4C3A25F0-B0FA-634C-A130-AF220CDFEEC0}" presName="parentTextArrow" presStyleLbl="node1" presStyleIdx="1" presStyleCnt="7"/>
      <dgm:spPr/>
    </dgm:pt>
    <dgm:pt modelId="{236E3FC6-7A15-794D-A33E-9D87353BE05F}" type="pres">
      <dgm:prSet presAssocID="{C841C1D1-8255-9F48-94E6-A539ADE6C732}" presName="sp" presStyleCnt="0"/>
      <dgm:spPr/>
    </dgm:pt>
    <dgm:pt modelId="{198AE477-12BB-CA4C-979B-2EFA14EBF090}" type="pres">
      <dgm:prSet presAssocID="{D64BDA92-FEFC-A547-AF37-C57721E58B67}" presName="arrowAndChildren" presStyleCnt="0"/>
      <dgm:spPr/>
    </dgm:pt>
    <dgm:pt modelId="{DDE3C4FB-4E7E-7244-9C0E-1EC83F7F8865}" type="pres">
      <dgm:prSet presAssocID="{D64BDA92-FEFC-A547-AF37-C57721E58B67}" presName="parentTextArrow" presStyleLbl="node1" presStyleIdx="2" presStyleCnt="7"/>
      <dgm:spPr/>
    </dgm:pt>
    <dgm:pt modelId="{0A8C127B-05C7-5D41-99E2-89AB15883798}" type="pres">
      <dgm:prSet presAssocID="{2515D01B-6F09-C94C-81B0-2162554EC8D4}" presName="sp" presStyleCnt="0"/>
      <dgm:spPr/>
    </dgm:pt>
    <dgm:pt modelId="{3E9CCF93-9C7B-2E43-8F40-6770160D8A6E}" type="pres">
      <dgm:prSet presAssocID="{B0A40608-E531-5F42-AC9C-268B6DB90529}" presName="arrowAndChildren" presStyleCnt="0"/>
      <dgm:spPr/>
    </dgm:pt>
    <dgm:pt modelId="{E5C350EA-18E9-C943-84FB-79D55953B413}" type="pres">
      <dgm:prSet presAssocID="{B0A40608-E531-5F42-AC9C-268B6DB90529}" presName="parentTextArrow" presStyleLbl="node1" presStyleIdx="3" presStyleCnt="7"/>
      <dgm:spPr/>
    </dgm:pt>
    <dgm:pt modelId="{864A9897-C6B6-8241-BA33-715BB9FCBD6E}" type="pres">
      <dgm:prSet presAssocID="{35D17AF5-A2D8-BF40-A261-1C697400F1CB}" presName="sp" presStyleCnt="0"/>
      <dgm:spPr/>
    </dgm:pt>
    <dgm:pt modelId="{ECF80B2F-E529-0E48-AD26-6EFCAB3B9D71}" type="pres">
      <dgm:prSet presAssocID="{9F771105-8588-D542-912E-77ED9E694600}" presName="arrowAndChildren" presStyleCnt="0"/>
      <dgm:spPr/>
    </dgm:pt>
    <dgm:pt modelId="{44B14D66-143D-184B-B88D-75EB9E62AB3A}" type="pres">
      <dgm:prSet presAssocID="{9F771105-8588-D542-912E-77ED9E694600}" presName="parentTextArrow" presStyleLbl="node1" presStyleIdx="4" presStyleCnt="7"/>
      <dgm:spPr/>
    </dgm:pt>
    <dgm:pt modelId="{875694F3-29F4-E84C-94B2-D16FBD11C7CE}" type="pres">
      <dgm:prSet presAssocID="{ABD8544E-2BC9-C14F-A1F0-6B9D587AFC65}" presName="sp" presStyleCnt="0"/>
      <dgm:spPr/>
    </dgm:pt>
    <dgm:pt modelId="{9C9D5A5F-E6A9-E144-9D75-5C2F60C6E345}" type="pres">
      <dgm:prSet presAssocID="{C3643971-FCB4-5745-8FD9-713C3E10C8E7}" presName="arrowAndChildren" presStyleCnt="0"/>
      <dgm:spPr/>
    </dgm:pt>
    <dgm:pt modelId="{FDF01572-D419-6B43-82E4-4C6A757B231E}" type="pres">
      <dgm:prSet presAssocID="{C3643971-FCB4-5745-8FD9-713C3E10C8E7}" presName="parentTextArrow" presStyleLbl="node1" presStyleIdx="5" presStyleCnt="7"/>
      <dgm:spPr/>
    </dgm:pt>
    <dgm:pt modelId="{1B9A06F6-9F9C-7A46-A41F-55D45DCAC719}" type="pres">
      <dgm:prSet presAssocID="{2E841BA3-E35C-C342-9B4E-5C0BA9470CF1}" presName="sp" presStyleCnt="0"/>
      <dgm:spPr/>
    </dgm:pt>
    <dgm:pt modelId="{BD829F06-492B-B94E-A385-0864277497CB}" type="pres">
      <dgm:prSet presAssocID="{247D3700-4A24-0741-80E0-A1595AC13221}" presName="arrowAndChildren" presStyleCnt="0"/>
      <dgm:spPr/>
    </dgm:pt>
    <dgm:pt modelId="{C0C01396-6400-984F-94A8-AC9D29824241}" type="pres">
      <dgm:prSet presAssocID="{247D3700-4A24-0741-80E0-A1595AC13221}" presName="parentTextArrow" presStyleLbl="node1" presStyleIdx="6" presStyleCnt="7"/>
      <dgm:spPr/>
    </dgm:pt>
  </dgm:ptLst>
  <dgm:cxnLst>
    <dgm:cxn modelId="{D91DBE06-F80E-F64A-BD8E-A69F3B61EBA8}" type="presOf" srcId="{4C3A25F0-B0FA-634C-A130-AF220CDFEEC0}" destId="{B9204709-9E19-A647-8A5B-992B829A7E65}" srcOrd="0" destOrd="0" presId="urn:microsoft.com/office/officeart/2005/8/layout/process4"/>
    <dgm:cxn modelId="{6A23E126-D476-0049-BC44-04E90A8AA64C}" type="presOf" srcId="{9CF809FD-D6A2-694C-AC55-2B01B0FC02CA}" destId="{42CBE719-B188-884B-A424-6992ECA1DE22}" srcOrd="0" destOrd="0" presId="urn:microsoft.com/office/officeart/2005/8/layout/process4"/>
    <dgm:cxn modelId="{08470A3D-FC0E-8E40-AEB9-276C58F4FE0E}" type="presOf" srcId="{5EB85421-93C5-1B41-BBB1-9B7C5A4506F4}" destId="{01C5B990-A3BC-344F-B44D-31D9F9F169FD}" srcOrd="0" destOrd="0" presId="urn:microsoft.com/office/officeart/2005/8/layout/process4"/>
    <dgm:cxn modelId="{9D34F049-65E0-0045-9853-007F1FCC14AB}" srcId="{5EB85421-93C5-1B41-BBB1-9B7C5A4506F4}" destId="{9CF809FD-D6A2-694C-AC55-2B01B0FC02CA}" srcOrd="6" destOrd="0" parTransId="{029F2083-7271-9C47-A6A1-FB02C447981E}" sibTransId="{BAC02122-8935-6C48-81AC-C8E05F4D02CF}"/>
    <dgm:cxn modelId="{BAAAB84E-85A5-F24B-B7A4-DE8DB2E6890A}" type="presOf" srcId="{D64BDA92-FEFC-A547-AF37-C57721E58B67}" destId="{DDE3C4FB-4E7E-7244-9C0E-1EC83F7F8865}" srcOrd="0" destOrd="0" presId="urn:microsoft.com/office/officeart/2005/8/layout/process4"/>
    <dgm:cxn modelId="{457D906F-5337-154E-83F3-DB8EE9F9A9DA}" srcId="{5EB85421-93C5-1B41-BBB1-9B7C5A4506F4}" destId="{C3643971-FCB4-5745-8FD9-713C3E10C8E7}" srcOrd="1" destOrd="0" parTransId="{4A047AAA-1A40-E047-A529-D8CCED4291DD}" sibTransId="{ABD8544E-2BC9-C14F-A1F0-6B9D587AFC65}"/>
    <dgm:cxn modelId="{712CC852-1459-A047-BD14-A7BAEEA40CB1}" type="presOf" srcId="{247D3700-4A24-0741-80E0-A1595AC13221}" destId="{C0C01396-6400-984F-94A8-AC9D29824241}" srcOrd="0" destOrd="0" presId="urn:microsoft.com/office/officeart/2005/8/layout/process4"/>
    <dgm:cxn modelId="{F8F6D187-BAF0-9741-BDAC-945DBFF20607}" srcId="{5EB85421-93C5-1B41-BBB1-9B7C5A4506F4}" destId="{B0A40608-E531-5F42-AC9C-268B6DB90529}" srcOrd="3" destOrd="0" parTransId="{9152879F-7358-F14A-B109-32725E5BB2F6}" sibTransId="{2515D01B-6F09-C94C-81B0-2162554EC8D4}"/>
    <dgm:cxn modelId="{61625C90-A0EF-3346-9A95-C2983885D675}" type="presOf" srcId="{9F771105-8588-D542-912E-77ED9E694600}" destId="{44B14D66-143D-184B-B88D-75EB9E62AB3A}" srcOrd="0" destOrd="0" presId="urn:microsoft.com/office/officeart/2005/8/layout/process4"/>
    <dgm:cxn modelId="{741740B2-B9F8-DA49-B1BF-71BBD8F04122}" srcId="{5EB85421-93C5-1B41-BBB1-9B7C5A4506F4}" destId="{4C3A25F0-B0FA-634C-A130-AF220CDFEEC0}" srcOrd="5" destOrd="0" parTransId="{7CFF6C10-9F15-5542-9ADA-4B0C5F2F8C8D}" sibTransId="{9B23B650-81D0-3C42-B42D-7FBA4A12DF19}"/>
    <dgm:cxn modelId="{E2203EB5-22DB-1746-8A30-5D690653A80C}" srcId="{5EB85421-93C5-1B41-BBB1-9B7C5A4506F4}" destId="{D64BDA92-FEFC-A547-AF37-C57721E58B67}" srcOrd="4" destOrd="0" parTransId="{43BF2489-138F-CB4A-9BA5-584357EF5844}" sibTransId="{C841C1D1-8255-9F48-94E6-A539ADE6C732}"/>
    <dgm:cxn modelId="{7FD2AFC0-416A-A74A-80DB-7E2FE62FEACD}" srcId="{5EB85421-93C5-1B41-BBB1-9B7C5A4506F4}" destId="{247D3700-4A24-0741-80E0-A1595AC13221}" srcOrd="0" destOrd="0" parTransId="{71D260AE-98C6-0041-8610-F782B6D2BF16}" sibTransId="{2E841BA3-E35C-C342-9B4E-5C0BA9470CF1}"/>
    <dgm:cxn modelId="{8BFF53C1-0E3F-8042-AFD3-B741F4D98A5C}" srcId="{5EB85421-93C5-1B41-BBB1-9B7C5A4506F4}" destId="{9F771105-8588-D542-912E-77ED9E694600}" srcOrd="2" destOrd="0" parTransId="{CA53F180-C2FC-F04F-98E2-3125B818260C}" sibTransId="{35D17AF5-A2D8-BF40-A261-1C697400F1CB}"/>
    <dgm:cxn modelId="{29FF7AE2-354F-5E42-9A9D-5C9392963630}" type="presOf" srcId="{B0A40608-E531-5F42-AC9C-268B6DB90529}" destId="{E5C350EA-18E9-C943-84FB-79D55953B413}" srcOrd="0" destOrd="0" presId="urn:microsoft.com/office/officeart/2005/8/layout/process4"/>
    <dgm:cxn modelId="{E3F7BDEC-2541-5E4A-BEE7-1F724D360F71}" type="presOf" srcId="{C3643971-FCB4-5745-8FD9-713C3E10C8E7}" destId="{FDF01572-D419-6B43-82E4-4C6A757B231E}" srcOrd="0" destOrd="0" presId="urn:microsoft.com/office/officeart/2005/8/layout/process4"/>
    <dgm:cxn modelId="{104F5523-352E-4D4D-956A-8EA0171758B4}" type="presParOf" srcId="{01C5B990-A3BC-344F-B44D-31D9F9F169FD}" destId="{EE7ACB38-91CD-D140-B21F-E0925155420B}" srcOrd="0" destOrd="0" presId="urn:microsoft.com/office/officeart/2005/8/layout/process4"/>
    <dgm:cxn modelId="{D4F3992C-370D-7140-B188-C3764DC716BC}" type="presParOf" srcId="{EE7ACB38-91CD-D140-B21F-E0925155420B}" destId="{42CBE719-B188-884B-A424-6992ECA1DE22}" srcOrd="0" destOrd="0" presId="urn:microsoft.com/office/officeart/2005/8/layout/process4"/>
    <dgm:cxn modelId="{96AD87DD-732C-8A4D-97B7-CA9D6913E846}" type="presParOf" srcId="{01C5B990-A3BC-344F-B44D-31D9F9F169FD}" destId="{B0EF29EC-CA7F-5D42-BFFC-396656917B46}" srcOrd="1" destOrd="0" presId="urn:microsoft.com/office/officeart/2005/8/layout/process4"/>
    <dgm:cxn modelId="{05560301-324C-DA48-A69C-C886438EB542}" type="presParOf" srcId="{01C5B990-A3BC-344F-B44D-31D9F9F169FD}" destId="{654DBCD4-C482-2041-BE28-B4832A3DE874}" srcOrd="2" destOrd="0" presId="urn:microsoft.com/office/officeart/2005/8/layout/process4"/>
    <dgm:cxn modelId="{2EBE2151-55FC-6F49-A27A-271B4374661B}" type="presParOf" srcId="{654DBCD4-C482-2041-BE28-B4832A3DE874}" destId="{B9204709-9E19-A647-8A5B-992B829A7E65}" srcOrd="0" destOrd="0" presId="urn:microsoft.com/office/officeart/2005/8/layout/process4"/>
    <dgm:cxn modelId="{7F443AB8-F411-F241-9E78-7AB9552DD588}" type="presParOf" srcId="{01C5B990-A3BC-344F-B44D-31D9F9F169FD}" destId="{236E3FC6-7A15-794D-A33E-9D87353BE05F}" srcOrd="3" destOrd="0" presId="urn:microsoft.com/office/officeart/2005/8/layout/process4"/>
    <dgm:cxn modelId="{82B35A8D-F88D-1045-BDE5-F81F42F1C023}" type="presParOf" srcId="{01C5B990-A3BC-344F-B44D-31D9F9F169FD}" destId="{198AE477-12BB-CA4C-979B-2EFA14EBF090}" srcOrd="4" destOrd="0" presId="urn:microsoft.com/office/officeart/2005/8/layout/process4"/>
    <dgm:cxn modelId="{7717D550-7DFF-2645-A5BB-C9F7246BFC69}" type="presParOf" srcId="{198AE477-12BB-CA4C-979B-2EFA14EBF090}" destId="{DDE3C4FB-4E7E-7244-9C0E-1EC83F7F8865}" srcOrd="0" destOrd="0" presId="urn:microsoft.com/office/officeart/2005/8/layout/process4"/>
    <dgm:cxn modelId="{BDAC1F61-DA6D-AC4F-914D-D6C88F9D9583}" type="presParOf" srcId="{01C5B990-A3BC-344F-B44D-31D9F9F169FD}" destId="{0A8C127B-05C7-5D41-99E2-89AB15883798}" srcOrd="5" destOrd="0" presId="urn:microsoft.com/office/officeart/2005/8/layout/process4"/>
    <dgm:cxn modelId="{5DAB9322-EBF8-3049-A86C-AA25F00F330B}" type="presParOf" srcId="{01C5B990-A3BC-344F-B44D-31D9F9F169FD}" destId="{3E9CCF93-9C7B-2E43-8F40-6770160D8A6E}" srcOrd="6" destOrd="0" presId="urn:microsoft.com/office/officeart/2005/8/layout/process4"/>
    <dgm:cxn modelId="{CD58B2C2-506D-8A43-87AE-C0FA726686CE}" type="presParOf" srcId="{3E9CCF93-9C7B-2E43-8F40-6770160D8A6E}" destId="{E5C350EA-18E9-C943-84FB-79D55953B413}" srcOrd="0" destOrd="0" presId="urn:microsoft.com/office/officeart/2005/8/layout/process4"/>
    <dgm:cxn modelId="{A380CB94-8FA1-D643-A05D-BC88A1F50AC9}" type="presParOf" srcId="{01C5B990-A3BC-344F-B44D-31D9F9F169FD}" destId="{864A9897-C6B6-8241-BA33-715BB9FCBD6E}" srcOrd="7" destOrd="0" presId="urn:microsoft.com/office/officeart/2005/8/layout/process4"/>
    <dgm:cxn modelId="{E135E02E-CA32-2642-B989-535B7B69A142}" type="presParOf" srcId="{01C5B990-A3BC-344F-B44D-31D9F9F169FD}" destId="{ECF80B2F-E529-0E48-AD26-6EFCAB3B9D71}" srcOrd="8" destOrd="0" presId="urn:microsoft.com/office/officeart/2005/8/layout/process4"/>
    <dgm:cxn modelId="{4DF1A922-C48F-B14D-B9A4-1B40B0C01186}" type="presParOf" srcId="{ECF80B2F-E529-0E48-AD26-6EFCAB3B9D71}" destId="{44B14D66-143D-184B-B88D-75EB9E62AB3A}" srcOrd="0" destOrd="0" presId="urn:microsoft.com/office/officeart/2005/8/layout/process4"/>
    <dgm:cxn modelId="{F0B4BBBD-0A57-7E44-A29C-43321BC22364}" type="presParOf" srcId="{01C5B990-A3BC-344F-B44D-31D9F9F169FD}" destId="{875694F3-29F4-E84C-94B2-D16FBD11C7CE}" srcOrd="9" destOrd="0" presId="urn:microsoft.com/office/officeart/2005/8/layout/process4"/>
    <dgm:cxn modelId="{A55558B9-14DB-2548-B954-E27389512D98}" type="presParOf" srcId="{01C5B990-A3BC-344F-B44D-31D9F9F169FD}" destId="{9C9D5A5F-E6A9-E144-9D75-5C2F60C6E345}" srcOrd="10" destOrd="0" presId="urn:microsoft.com/office/officeart/2005/8/layout/process4"/>
    <dgm:cxn modelId="{1E87A4C7-5E64-284A-800A-D79883526DFD}" type="presParOf" srcId="{9C9D5A5F-E6A9-E144-9D75-5C2F60C6E345}" destId="{FDF01572-D419-6B43-82E4-4C6A757B231E}" srcOrd="0" destOrd="0" presId="urn:microsoft.com/office/officeart/2005/8/layout/process4"/>
    <dgm:cxn modelId="{0ABE2A98-BAFA-3C44-9515-4A9F6D3A0178}" type="presParOf" srcId="{01C5B990-A3BC-344F-B44D-31D9F9F169FD}" destId="{1B9A06F6-9F9C-7A46-A41F-55D45DCAC719}" srcOrd="11" destOrd="0" presId="urn:microsoft.com/office/officeart/2005/8/layout/process4"/>
    <dgm:cxn modelId="{BD8F8A8C-CDE7-A54C-9055-A4C880307900}" type="presParOf" srcId="{01C5B990-A3BC-344F-B44D-31D9F9F169FD}" destId="{BD829F06-492B-B94E-A385-0864277497CB}" srcOrd="12" destOrd="0" presId="urn:microsoft.com/office/officeart/2005/8/layout/process4"/>
    <dgm:cxn modelId="{DB666957-BC6B-F844-B623-275C525EA8C6}" type="presParOf" srcId="{BD829F06-492B-B94E-A385-0864277497CB}" destId="{C0C01396-6400-984F-94A8-AC9D29824241}"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4534814" y="2361567"/>
          <a:ext cx="12797" cy="2812"/>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2383323" y="2712225"/>
          <a:ext cx="4315781" cy="64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1" i="0" kern="1200" dirty="0">
              <a:solidFill>
                <a:srgbClr val="1F1F1F"/>
              </a:solidFill>
              <a:effectLst/>
              <a:latin typeface="+mn-lt"/>
            </a:rPr>
            <a:t>Benefits</a:t>
          </a:r>
          <a:endParaRPr lang="en-US" sz="3600" b="1" kern="1200" dirty="0">
            <a:latin typeface="+mn-lt"/>
          </a:endParaRPr>
        </a:p>
      </dsp:txBody>
      <dsp:txXfrm>
        <a:off x="2383323" y="2712225"/>
        <a:ext cx="4315781" cy="647367"/>
      </dsp:txXfrm>
    </dsp:sp>
    <dsp:sp modelId="{FE93FDF4-82DA-45FA-9A1E-C612D39D3B6A}">
      <dsp:nvSpPr>
        <dsp:cNvPr id="0" name=""/>
        <dsp:cNvSpPr/>
      </dsp:nvSpPr>
      <dsp:spPr>
        <a:xfrm>
          <a:off x="1660861" y="3418876"/>
          <a:ext cx="5760704" cy="61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kern="1200" dirty="0"/>
            <a:t>Enables more efficient resource (storage, compute) management, </a:t>
          </a:r>
          <a:r>
            <a:rPr lang="en-US" sz="3200" b="0" i="0" kern="1200" dirty="0"/>
            <a:t>to match specific workload demands</a:t>
          </a:r>
          <a:endParaRPr lang="en-US" sz="3200" b="0" i="0" kern="1200" dirty="0">
            <a:solidFill>
              <a:srgbClr val="0070C0"/>
            </a:solidFill>
            <a:effectLst/>
            <a:latin typeface="+mn-lt"/>
          </a:endParaRPr>
        </a:p>
        <a:p>
          <a:pPr marL="0" lvl="0" indent="0" algn="ctr" defTabSz="1422400">
            <a:lnSpc>
              <a:spcPct val="100000"/>
            </a:lnSpc>
            <a:spcBef>
              <a:spcPct val="0"/>
            </a:spcBef>
            <a:spcAft>
              <a:spcPct val="35000"/>
            </a:spcAft>
            <a:buNone/>
          </a:pPr>
          <a:endParaRPr lang="en-US" sz="3200" kern="1200" dirty="0"/>
        </a:p>
        <a:p>
          <a:pPr marL="0" lvl="0" indent="0" algn="ctr" defTabSz="1422400">
            <a:lnSpc>
              <a:spcPct val="100000"/>
            </a:lnSpc>
            <a:spcBef>
              <a:spcPct val="0"/>
            </a:spcBef>
            <a:spcAft>
              <a:spcPct val="35000"/>
            </a:spcAft>
            <a:buNone/>
          </a:pPr>
          <a:r>
            <a:rPr lang="en-US" sz="3200" kern="1200" dirty="0"/>
            <a:t>Cloud (centralized) storage offer advanced features like data protection, replication, versioning, and access controls, leading to better data governance</a:t>
          </a:r>
          <a:endParaRPr lang="en-US" sz="3200" b="0" i="0" kern="1200" dirty="0"/>
        </a:p>
      </dsp:txBody>
      <dsp:txXfrm>
        <a:off x="1660861" y="3418876"/>
        <a:ext cx="5760704" cy="617436"/>
      </dsp:txXfrm>
    </dsp:sp>
    <dsp:sp modelId="{46041DBD-3618-484C-B587-79A579F39D96}">
      <dsp:nvSpPr>
        <dsp:cNvPr id="0" name=""/>
        <dsp:cNvSpPr/>
      </dsp:nvSpPr>
      <dsp:spPr>
        <a:xfrm flipV="1">
          <a:off x="10301918" y="2505148"/>
          <a:ext cx="1510523" cy="31658"/>
        </a:xfrm>
        <a:prstGeom prst="rect">
          <a:avLst/>
        </a:prstGeom>
        <a:solidFill>
          <a:schemeClr val="bg2"/>
        </a:solidFill>
        <a:ln w="25400" cap="flat" cmpd="dbl" algn="ctr">
          <a:solidFill>
            <a:schemeClr val="bg2"/>
          </a:solidFill>
          <a:prstDash val="solid"/>
        </a:ln>
        <a:effectLst/>
      </dsp:spPr>
      <dsp:style>
        <a:lnRef idx="2">
          <a:scrgbClr r="0" g="0" b="0"/>
        </a:lnRef>
        <a:fillRef idx="1">
          <a:scrgbClr r="0" g="0" b="0"/>
        </a:fillRef>
        <a:effectRef idx="0">
          <a:scrgbClr r="0" g="0" b="0"/>
        </a:effectRef>
        <a:fontRef idx="minor">
          <a:schemeClr val="lt1"/>
        </a:fontRef>
      </dsp:style>
    </dsp:sp>
    <dsp:sp modelId="{35F1E6A0-B560-CA44-BD83-F636FE406EB8}">
      <dsp:nvSpPr>
        <dsp:cNvPr id="0" name=""/>
        <dsp:cNvSpPr/>
      </dsp:nvSpPr>
      <dsp:spPr>
        <a:xfrm>
          <a:off x="8899289" y="2757830"/>
          <a:ext cx="4315781" cy="647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b="1" i="0" kern="1200" dirty="0">
              <a:solidFill>
                <a:srgbClr val="1F1F1F"/>
              </a:solidFill>
              <a:effectLst/>
              <a:latin typeface="+mn-lt"/>
            </a:rPr>
            <a:t>Drawbacks</a:t>
          </a:r>
          <a:endParaRPr lang="en-US" sz="3600" b="1" kern="1200" dirty="0">
            <a:solidFill>
              <a:srgbClr val="374151"/>
            </a:solidFill>
            <a:latin typeface="+mn-lt"/>
          </a:endParaRPr>
        </a:p>
      </dsp:txBody>
      <dsp:txXfrm>
        <a:off x="8899289" y="2757830"/>
        <a:ext cx="4315781" cy="647367"/>
      </dsp:txXfrm>
    </dsp:sp>
    <dsp:sp modelId="{5B2D3ED2-FB03-4844-81A5-CC36DD41F6F3}">
      <dsp:nvSpPr>
        <dsp:cNvPr id="0" name=""/>
        <dsp:cNvSpPr/>
      </dsp:nvSpPr>
      <dsp:spPr>
        <a:xfrm>
          <a:off x="8176827" y="3464481"/>
          <a:ext cx="5760704" cy="61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kern="1200" dirty="0"/>
            <a:t>Latency and bandwidth limitations can impact performance, especially for workloads with high data transfer requirements</a:t>
          </a:r>
          <a:endParaRPr lang="en-US" sz="3200" b="0" i="0" kern="1200" dirty="0">
            <a:solidFill>
              <a:srgbClr val="0070C0"/>
            </a:solidFill>
            <a:effectLst/>
            <a:latin typeface="+mn-lt"/>
          </a:endParaRPr>
        </a:p>
      </dsp:txBody>
      <dsp:txXfrm>
        <a:off x="8176827" y="3464481"/>
        <a:ext cx="5760704" cy="617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CBE719-B188-884B-A424-6992ECA1DE22}">
      <dsp:nvSpPr>
        <dsp:cNvPr id="0" name=""/>
        <dsp:cNvSpPr/>
      </dsp:nvSpPr>
      <dsp:spPr>
        <a:xfrm>
          <a:off x="0" y="5719826"/>
          <a:ext cx="6930843" cy="625917"/>
        </a:xfrm>
        <a:prstGeom prst="rec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7. And generates the output analytics result</a:t>
          </a:r>
        </a:p>
      </dsp:txBody>
      <dsp:txXfrm>
        <a:off x="0" y="5719826"/>
        <a:ext cx="6930843" cy="625917"/>
      </dsp:txXfrm>
    </dsp:sp>
    <dsp:sp modelId="{B9204709-9E19-A647-8A5B-992B829A7E65}">
      <dsp:nvSpPr>
        <dsp:cNvPr id="0" name=""/>
        <dsp:cNvSpPr/>
      </dsp:nvSpPr>
      <dsp:spPr>
        <a:xfrm rot="10800000">
          <a:off x="0" y="4766553"/>
          <a:ext cx="6930843" cy="962661"/>
        </a:xfrm>
        <a:prstGeom prst="upArrowCallou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6. Then the job(s) process the source data</a:t>
          </a:r>
        </a:p>
      </dsp:txBody>
      <dsp:txXfrm rot="10800000">
        <a:off x="0" y="4766553"/>
        <a:ext cx="6930843" cy="625508"/>
      </dsp:txXfrm>
    </dsp:sp>
    <dsp:sp modelId="{DDE3C4FB-4E7E-7244-9C0E-1EC83F7F8865}">
      <dsp:nvSpPr>
        <dsp:cNvPr id="0" name=""/>
        <dsp:cNvSpPr/>
      </dsp:nvSpPr>
      <dsp:spPr>
        <a:xfrm rot="10800000">
          <a:off x="0" y="3813281"/>
          <a:ext cx="6930843" cy="962661"/>
        </a:xfrm>
        <a:prstGeom prst="upArrowCallou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5. Cluster access &amp; executes the Hadoop job(s)</a:t>
          </a:r>
        </a:p>
      </dsp:txBody>
      <dsp:txXfrm rot="10800000">
        <a:off x="0" y="3813281"/>
        <a:ext cx="6930843" cy="625508"/>
      </dsp:txXfrm>
    </dsp:sp>
    <dsp:sp modelId="{E5C350EA-18E9-C943-84FB-79D55953B413}">
      <dsp:nvSpPr>
        <dsp:cNvPr id="0" name=""/>
        <dsp:cNvSpPr/>
      </dsp:nvSpPr>
      <dsp:spPr>
        <a:xfrm rot="10800000">
          <a:off x="0" y="2860009"/>
          <a:ext cx="6930843" cy="962661"/>
        </a:xfrm>
        <a:prstGeom prst="upArrowCallou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4. Write one or more analytics job(s)</a:t>
          </a:r>
        </a:p>
      </dsp:txBody>
      <dsp:txXfrm rot="10800000">
        <a:off x="0" y="2860009"/>
        <a:ext cx="6930843" cy="625508"/>
      </dsp:txXfrm>
    </dsp:sp>
    <dsp:sp modelId="{44B14D66-143D-184B-B88D-75EB9E62AB3A}">
      <dsp:nvSpPr>
        <dsp:cNvPr id="0" name=""/>
        <dsp:cNvSpPr/>
      </dsp:nvSpPr>
      <dsp:spPr>
        <a:xfrm rot="10800000">
          <a:off x="0" y="1906736"/>
          <a:ext cx="6930843" cy="962661"/>
        </a:xfrm>
        <a:prstGeom prst="upArrowCallou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3. Issue and execute interactive queries</a:t>
          </a:r>
        </a:p>
      </dsp:txBody>
      <dsp:txXfrm rot="10800000">
        <a:off x="0" y="1906736"/>
        <a:ext cx="6930843" cy="625508"/>
      </dsp:txXfrm>
    </dsp:sp>
    <dsp:sp modelId="{FDF01572-D419-6B43-82E4-4C6A757B231E}">
      <dsp:nvSpPr>
        <dsp:cNvPr id="0" name=""/>
        <dsp:cNvSpPr/>
      </dsp:nvSpPr>
      <dsp:spPr>
        <a:xfrm rot="10800000">
          <a:off x="0" y="953464"/>
          <a:ext cx="6930843" cy="962661"/>
        </a:xfrm>
        <a:prstGeom prst="upArrowCallou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2. Hadoop cluster is provisioned and initialized</a:t>
          </a:r>
        </a:p>
      </dsp:txBody>
      <dsp:txXfrm rot="10800000">
        <a:off x="0" y="953464"/>
        <a:ext cx="6930843" cy="625508"/>
      </dsp:txXfrm>
    </dsp:sp>
    <dsp:sp modelId="{C0C01396-6400-984F-94A8-AC9D29824241}">
      <dsp:nvSpPr>
        <dsp:cNvPr id="0" name=""/>
        <dsp:cNvSpPr/>
      </dsp:nvSpPr>
      <dsp:spPr>
        <a:xfrm rot="10800000">
          <a:off x="0" y="192"/>
          <a:ext cx="6930843" cy="962661"/>
        </a:xfrm>
        <a:prstGeom prst="upArrowCallout">
          <a:avLst/>
        </a:prstGeom>
        <a:solidFill>
          <a:schemeClr val="accent3">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rPr>
            <a:t>1. Request creation of a Hadoop cluster</a:t>
          </a:r>
        </a:p>
      </dsp:txBody>
      <dsp:txXfrm rot="10800000">
        <a:off x="0" y="192"/>
        <a:ext cx="6930843" cy="625508"/>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9D919ED-7EBC-0349-92FD-49744747E976}" type="datetimeFigureOut">
              <a:rPr lang="en-US" smtClean="0"/>
              <a:t>7/12/2024</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7/12/2024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a:xfrm>
            <a:off x="2645842" y="2615780"/>
            <a:ext cx="12996316" cy="2587300"/>
          </a:xfrm>
        </p:spPr>
        <p:txBody>
          <a:bodyPr/>
          <a:lstStyle/>
          <a:p>
            <a:r>
              <a:rPr lang="en-US" dirty="0"/>
              <a:t>Module 6: Lesson 3</a:t>
            </a:r>
            <a:br>
              <a:rPr lang="en-US" dirty="0"/>
            </a:br>
            <a:r>
              <a:rPr lang="en-US" dirty="0"/>
              <a:t>Analytic Cluster Patterns</a:t>
            </a:r>
          </a:p>
        </p:txBody>
      </p:sp>
    </p:spTree>
    <p:custDataLst>
      <p:tags r:id="rId1"/>
    </p:custDataLst>
    <p:extLst>
      <p:ext uri="{BB962C8B-B14F-4D97-AF65-F5344CB8AC3E}">
        <p14:creationId xmlns:p14="http://schemas.microsoft.com/office/powerpoint/2010/main" val="1484018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Analytic Clusters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Computing systems which support HDFS, YARN, the MapReduce Execution Engine, the Spark Execution Engine or similar data processing technologies</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4" y="3510244"/>
            <a:ext cx="7086794" cy="9144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i="1" dirty="0">
                <a:solidFill>
                  <a:schemeClr val="tx1"/>
                </a:solidFill>
              </a:rPr>
              <a:t>Analytic Cluster Patterns: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914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510244"/>
            <a:ext cx="1232454" cy="91440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6" name="Rectangle 5">
            <a:extLst>
              <a:ext uri="{FF2B5EF4-FFF2-40B4-BE49-F238E27FC236}">
                <a16:creationId xmlns:a16="http://schemas.microsoft.com/office/drawing/2014/main" id="{D7AAFCEC-8CFD-2586-37E2-FB68E05134D6}"/>
              </a:ext>
            </a:extLst>
          </p:cNvPr>
          <p:cNvSpPr/>
          <p:nvPr/>
        </p:nvSpPr>
        <p:spPr>
          <a:xfrm>
            <a:off x="6481341" y="4579846"/>
            <a:ext cx="8478750" cy="91440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Coupled Storage and Compute Cluster</a:t>
            </a: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5719482" y="4579846"/>
            <a:ext cx="763087" cy="91440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6481341" y="5640040"/>
            <a:ext cx="8478750" cy="91440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Uncoupled Storage and Compute Cluster</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5719481" y="5640040"/>
            <a:ext cx="763087" cy="91440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C8781AD-82B3-30B5-7D07-45800FC20FCF}"/>
              </a:ext>
            </a:extLst>
          </p:cNvPr>
          <p:cNvSpPr/>
          <p:nvPr/>
        </p:nvSpPr>
        <p:spPr>
          <a:xfrm>
            <a:off x="6500182" y="6683974"/>
            <a:ext cx="8478750" cy="914400"/>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Persistent Cluster</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5738323" y="6683974"/>
            <a:ext cx="763087" cy="914400"/>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2" name="Rectangle 11">
            <a:extLst>
              <a:ext uri="{FF2B5EF4-FFF2-40B4-BE49-F238E27FC236}">
                <a16:creationId xmlns:a16="http://schemas.microsoft.com/office/drawing/2014/main" id="{D7B4D2B9-E51A-D87E-CD1D-887050389D4A}"/>
              </a:ext>
            </a:extLst>
          </p:cNvPr>
          <p:cNvSpPr/>
          <p:nvPr/>
        </p:nvSpPr>
        <p:spPr>
          <a:xfrm>
            <a:off x="6494642" y="7750773"/>
            <a:ext cx="8478750" cy="914400"/>
          </a:xfrm>
          <a:prstGeom prst="rect">
            <a:avLst/>
          </a:prstGeom>
          <a:solidFill>
            <a:srgbClr val="F94B67"/>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tx1"/>
                </a:solidFill>
              </a:rPr>
              <a:t>Transient Cluster</a:t>
            </a:r>
          </a:p>
        </p:txBody>
      </p:sp>
      <p:sp>
        <p:nvSpPr>
          <p:cNvPr id="15" name="Rectangle 14">
            <a:extLst>
              <a:ext uri="{FF2B5EF4-FFF2-40B4-BE49-F238E27FC236}">
                <a16:creationId xmlns:a16="http://schemas.microsoft.com/office/drawing/2014/main" id="{EA5BB7E9-B7A0-87CA-74C0-6596738E53AD}"/>
              </a:ext>
              <a:ext uri="{C183D7F6-B498-43B3-948B-1728B52AA6E4}">
                <adec:decorative xmlns:adec="http://schemas.microsoft.com/office/drawing/2017/decorative" val="1"/>
              </a:ext>
            </a:extLst>
          </p:cNvPr>
          <p:cNvSpPr/>
          <p:nvPr/>
        </p:nvSpPr>
        <p:spPr>
          <a:xfrm>
            <a:off x="5732782" y="7750773"/>
            <a:ext cx="763087" cy="914400"/>
          </a:xfrm>
          <a:prstGeom prst="rect">
            <a:avLst/>
          </a:prstGeom>
          <a:solidFill>
            <a:srgbClr val="F94B67"/>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312675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03B11-FB8E-8B2E-CF36-92AF9C64F91F}"/>
              </a:ext>
            </a:extLst>
          </p:cNvPr>
          <p:cNvSpPr>
            <a:spLocks noGrp="1"/>
          </p:cNvSpPr>
          <p:nvPr>
            <p:ph type="title"/>
          </p:nvPr>
        </p:nvSpPr>
        <p:spPr/>
        <p:txBody>
          <a:bodyPr/>
          <a:lstStyle/>
          <a:p>
            <a:r>
              <a:rPr lang="en-US" dirty="0"/>
              <a:t>Coupled Compute and Storage Cluster</a:t>
            </a:r>
          </a:p>
        </p:txBody>
      </p:sp>
      <p:sp>
        <p:nvSpPr>
          <p:cNvPr id="44" name="Rectangle 43">
            <a:extLst>
              <a:ext uri="{FF2B5EF4-FFF2-40B4-BE49-F238E27FC236}">
                <a16:creationId xmlns:a16="http://schemas.microsoft.com/office/drawing/2014/main" id="{E82110FC-E897-06E2-E2A5-94D36685E8AF}"/>
              </a:ext>
            </a:extLst>
          </p:cNvPr>
          <p:cNvSpPr/>
          <p:nvPr/>
        </p:nvSpPr>
        <p:spPr>
          <a:xfrm>
            <a:off x="732952" y="2324100"/>
            <a:ext cx="8157048"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Represents the traditional Hadoop architecture </a:t>
            </a:r>
          </a:p>
        </p:txBody>
      </p:sp>
      <p:sp>
        <p:nvSpPr>
          <p:cNvPr id="45" name="Rectangle 44">
            <a:extLst>
              <a:ext uri="{FF2B5EF4-FFF2-40B4-BE49-F238E27FC236}">
                <a16:creationId xmlns:a16="http://schemas.microsoft.com/office/drawing/2014/main" id="{D3E0357B-8174-AF93-868F-D2AF75D05D32}"/>
              </a:ext>
              <a:ext uri="{C183D7F6-B498-43B3-948B-1728B52AA6E4}">
                <adec:decorative xmlns:adec="http://schemas.microsoft.com/office/drawing/2017/decorative" val="1"/>
              </a:ext>
            </a:extLst>
          </p:cNvPr>
          <p:cNvSpPr/>
          <p:nvPr/>
        </p:nvSpPr>
        <p:spPr>
          <a:xfrm>
            <a:off x="-1" y="2324100"/>
            <a:ext cx="732953"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46" name="Rectangle 45">
            <a:extLst>
              <a:ext uri="{FF2B5EF4-FFF2-40B4-BE49-F238E27FC236}">
                <a16:creationId xmlns:a16="http://schemas.microsoft.com/office/drawing/2014/main" id="{AD8E7BDD-13AB-D1F1-53E4-BF583B0CD033}"/>
              </a:ext>
            </a:extLst>
          </p:cNvPr>
          <p:cNvSpPr/>
          <p:nvPr/>
        </p:nvSpPr>
        <p:spPr>
          <a:xfrm>
            <a:off x="732952" y="3895725"/>
            <a:ext cx="815704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Storage and processing capabilities are tightly integrated within the same nodes</a:t>
            </a:r>
          </a:p>
        </p:txBody>
      </p:sp>
      <p:sp>
        <p:nvSpPr>
          <p:cNvPr id="47" name="Rectangle 46">
            <a:extLst>
              <a:ext uri="{FF2B5EF4-FFF2-40B4-BE49-F238E27FC236}">
                <a16:creationId xmlns:a16="http://schemas.microsoft.com/office/drawing/2014/main" id="{50F5AA52-CC93-2EC0-2A59-F7115D0FC0E3}"/>
              </a:ext>
            </a:extLst>
          </p:cNvPr>
          <p:cNvSpPr/>
          <p:nvPr/>
        </p:nvSpPr>
        <p:spPr>
          <a:xfrm>
            <a:off x="732952" y="5467350"/>
            <a:ext cx="8157048"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As a result compute and storage must be scaled together</a:t>
            </a:r>
          </a:p>
        </p:txBody>
      </p:sp>
      <p:sp>
        <p:nvSpPr>
          <p:cNvPr id="48" name="Rectangle 47">
            <a:extLst>
              <a:ext uri="{FF2B5EF4-FFF2-40B4-BE49-F238E27FC236}">
                <a16:creationId xmlns:a16="http://schemas.microsoft.com/office/drawing/2014/main" id="{1C7E0D84-A0BF-4DEF-A2E0-AFFFD5E7FE73}"/>
              </a:ext>
              <a:ext uri="{C183D7F6-B498-43B3-948B-1728B52AA6E4}">
                <adec:decorative xmlns:adec="http://schemas.microsoft.com/office/drawing/2017/decorative" val="1"/>
              </a:ext>
            </a:extLst>
          </p:cNvPr>
          <p:cNvSpPr/>
          <p:nvPr/>
        </p:nvSpPr>
        <p:spPr>
          <a:xfrm>
            <a:off x="-1" y="3895725"/>
            <a:ext cx="732953"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49" name="Rectangle 48">
            <a:extLst>
              <a:ext uri="{FF2B5EF4-FFF2-40B4-BE49-F238E27FC236}">
                <a16:creationId xmlns:a16="http://schemas.microsoft.com/office/drawing/2014/main" id="{D0E69A45-5893-23DF-CD6F-B05D35D1CF17}"/>
              </a:ext>
              <a:ext uri="{C183D7F6-B498-43B3-948B-1728B52AA6E4}">
                <adec:decorative xmlns:adec="http://schemas.microsoft.com/office/drawing/2017/decorative" val="1"/>
              </a:ext>
            </a:extLst>
          </p:cNvPr>
          <p:cNvSpPr/>
          <p:nvPr/>
        </p:nvSpPr>
        <p:spPr>
          <a:xfrm>
            <a:off x="0" y="5467350"/>
            <a:ext cx="734134"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50" name="Rectangle 49">
            <a:extLst>
              <a:ext uri="{FF2B5EF4-FFF2-40B4-BE49-F238E27FC236}">
                <a16:creationId xmlns:a16="http://schemas.microsoft.com/office/drawing/2014/main" id="{BC027742-AAED-FFE3-6ECD-AF3C16DD0E1C}"/>
              </a:ext>
            </a:extLst>
          </p:cNvPr>
          <p:cNvSpPr/>
          <p:nvPr/>
        </p:nvSpPr>
        <p:spPr>
          <a:xfrm>
            <a:off x="732952" y="7038975"/>
            <a:ext cx="8157048"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800" dirty="0">
                <a:solidFill>
                  <a:schemeClr val="bg2"/>
                </a:solidFill>
              </a:rPr>
              <a:t>The cluster must be persistent or otherwise the data (HDFS) becomes inaccessible</a:t>
            </a:r>
            <a:endParaRPr lang="en-US" sz="2800" dirty="0">
              <a:solidFill>
                <a:schemeClr val="bg2"/>
              </a:solidFill>
            </a:endParaRPr>
          </a:p>
        </p:txBody>
      </p:sp>
      <p:sp>
        <p:nvSpPr>
          <p:cNvPr id="51" name="Rectangle 50">
            <a:extLst>
              <a:ext uri="{FF2B5EF4-FFF2-40B4-BE49-F238E27FC236}">
                <a16:creationId xmlns:a16="http://schemas.microsoft.com/office/drawing/2014/main" id="{6CAD802E-F587-2F22-EE6E-BD00B904E7DF}"/>
              </a:ext>
              <a:ext uri="{C183D7F6-B498-43B3-948B-1728B52AA6E4}">
                <adec:decorative xmlns:adec="http://schemas.microsoft.com/office/drawing/2017/decorative" val="1"/>
              </a:ext>
            </a:extLst>
          </p:cNvPr>
          <p:cNvSpPr/>
          <p:nvPr/>
        </p:nvSpPr>
        <p:spPr>
          <a:xfrm>
            <a:off x="-1" y="7042120"/>
            <a:ext cx="734134"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pic>
        <p:nvPicPr>
          <p:cNvPr id="3" name="Picture 2" descr="A diagram illustrating the architecture of a Hadoop cluster with nodes and their components:&#10;&#10;- At the top, two boxes labeled &quot;Primary Node&quot; and &quot;Name Node&quot; are connected to the components below.&#10;- Below the primary node and name node are three &quot;Data Node&quot; boxes arranged horizontally.&#10;- Each &quot;Data Node&quot; box contains the following components from top to bottom:&#10;  - &quot;MapReduce or Spark&quot;&#10;  - &quot;CPU (Cores)&quot;&#10;  - &quot;Memory (RAM)&quot;&#10;  - &quot;Storage&quot;&#10;  - &quot;HDFS&quot;&#10;&#10;This diagram visually represents the structure of a Hadoop cluster, showing the roles of primary and name nodes in managing multiple data nodes, each equipped with processing power (MapReduce or Spark), CPU cores, RAM, storage, and HDFS for data storage and processing.">
            <a:extLst>
              <a:ext uri="{FF2B5EF4-FFF2-40B4-BE49-F238E27FC236}">
                <a16:creationId xmlns:a16="http://schemas.microsoft.com/office/drawing/2014/main" id="{34603490-082F-40AA-78EB-90EFCF0B6A3D}"/>
              </a:ext>
            </a:extLst>
          </p:cNvPr>
          <p:cNvPicPr>
            <a:picLocks noChangeAspect="1"/>
          </p:cNvPicPr>
          <p:nvPr/>
        </p:nvPicPr>
        <p:blipFill>
          <a:blip r:embed="rId2"/>
          <a:stretch>
            <a:fillRect/>
          </a:stretch>
        </p:blipFill>
        <p:spPr>
          <a:xfrm>
            <a:off x="9459534" y="2358291"/>
            <a:ext cx="8018201" cy="6048089"/>
          </a:xfrm>
          <a:prstGeom prst="rect">
            <a:avLst/>
          </a:prstGeom>
        </p:spPr>
      </p:pic>
    </p:spTree>
    <p:extLst>
      <p:ext uri="{BB962C8B-B14F-4D97-AF65-F5344CB8AC3E}">
        <p14:creationId xmlns:p14="http://schemas.microsoft.com/office/powerpoint/2010/main" val="3789602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a:bodyPr>
          <a:lstStyle/>
          <a:p>
            <a:r>
              <a:rPr lang="en-US" dirty="0"/>
              <a:t>Coupled Compute and Storage Cluster</a:t>
            </a:r>
          </a:p>
        </p:txBody>
      </p:sp>
      <p:pic>
        <p:nvPicPr>
          <p:cNvPr id="30" name="Content Placeholder 29" descr="A diagram listing the benefits and drawbacks of a system with data locality and integrated storage and compute resources:&#10;&#10;**Benefits:**&#10;&#10;1. **Data Locality and Performance:**&#10;   - Computation tasks are executed on the same nodes where the data resides, minimizing network traffic and maximizing performance.&#10;   - This is beneficial for large-scale data processing workloads that involve frequent data access.&#10;&#10;2. **Simplified Management and Cost-Effectiveness:**&#10;   - Storage and compute resources are managed as a single unit, streamlining administration and reducing overhead costs.&#10;&#10;**Drawbacks:**&#10;&#10;1. **Scalability Limitations:**&#10;   - Scaling storage and compute resources independently is challenging, as adding more compute nodes without also adding storage can lead to data skew and performance bottlenecks.&#10;&#10;2. **Resource Underutilization:**&#10;   - Scaling compute resources requires scaling storage capacity even if storage needs are not growing proportionally.&#10;   - During periods of low processing demand, compute resources remain tied to storage even if not being fully utilized.&#10;   - If a node in the cluster fails, it can impact both storage access and processing capabilities.&#10;&#10;This diagram highlights the trade-offs between performance, management simplicity, and scalability in systems with integrated data locality and compute resources.">
            <a:extLst>
              <a:ext uri="{FF2B5EF4-FFF2-40B4-BE49-F238E27FC236}">
                <a16:creationId xmlns:a16="http://schemas.microsoft.com/office/drawing/2014/main" id="{9D4582B3-B82E-217B-991C-DED2977A97D7}"/>
              </a:ext>
            </a:extLst>
          </p:cNvPr>
          <p:cNvPicPr>
            <a:picLocks noGrp="1" noChangeAspect="1"/>
          </p:cNvPicPr>
          <p:nvPr>
            <p:ph idx="1"/>
          </p:nvPr>
        </p:nvPicPr>
        <p:blipFill>
          <a:blip r:embed="rId2"/>
          <a:stretch>
            <a:fillRect/>
          </a:stretch>
        </p:blipFill>
        <p:spPr>
          <a:xfrm>
            <a:off x="2261349" y="1707298"/>
            <a:ext cx="13282427" cy="7301098"/>
          </a:xfrm>
        </p:spPr>
      </p:pic>
    </p:spTree>
    <p:extLst>
      <p:ext uri="{BB962C8B-B14F-4D97-AF65-F5344CB8AC3E}">
        <p14:creationId xmlns:p14="http://schemas.microsoft.com/office/powerpoint/2010/main" val="133812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03B11-FB8E-8B2E-CF36-92AF9C64F91F}"/>
              </a:ext>
            </a:extLst>
          </p:cNvPr>
          <p:cNvSpPr>
            <a:spLocks noGrp="1"/>
          </p:cNvSpPr>
          <p:nvPr>
            <p:ph type="title"/>
          </p:nvPr>
        </p:nvSpPr>
        <p:spPr/>
        <p:txBody>
          <a:bodyPr/>
          <a:lstStyle/>
          <a:p>
            <a:r>
              <a:rPr lang="en-US" dirty="0"/>
              <a:t>Decoupled Compute and Storage Cluster</a:t>
            </a:r>
          </a:p>
        </p:txBody>
      </p:sp>
      <p:sp>
        <p:nvSpPr>
          <p:cNvPr id="44" name="Rectangle 43">
            <a:extLst>
              <a:ext uri="{FF2B5EF4-FFF2-40B4-BE49-F238E27FC236}">
                <a16:creationId xmlns:a16="http://schemas.microsoft.com/office/drawing/2014/main" id="{E82110FC-E897-06E2-E2A5-94D36685E8AF}"/>
              </a:ext>
            </a:extLst>
          </p:cNvPr>
          <p:cNvSpPr/>
          <p:nvPr/>
        </p:nvSpPr>
        <p:spPr>
          <a:xfrm>
            <a:off x="732952" y="2324100"/>
            <a:ext cx="8157048"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400" dirty="0">
                <a:solidFill>
                  <a:schemeClr val="bg2"/>
                </a:solidFill>
              </a:rPr>
              <a:t>Represents a mostly cloud centric extension of the traditional Hadoop architecture </a:t>
            </a:r>
          </a:p>
        </p:txBody>
      </p:sp>
      <p:sp>
        <p:nvSpPr>
          <p:cNvPr id="45" name="Rectangle 44">
            <a:extLst>
              <a:ext uri="{FF2B5EF4-FFF2-40B4-BE49-F238E27FC236}">
                <a16:creationId xmlns:a16="http://schemas.microsoft.com/office/drawing/2014/main" id="{D3E0357B-8174-AF93-868F-D2AF75D05D32}"/>
              </a:ext>
              <a:ext uri="{C183D7F6-B498-43B3-948B-1728B52AA6E4}">
                <adec:decorative xmlns:adec="http://schemas.microsoft.com/office/drawing/2017/decorative" val="1"/>
              </a:ext>
            </a:extLst>
          </p:cNvPr>
          <p:cNvSpPr/>
          <p:nvPr/>
        </p:nvSpPr>
        <p:spPr>
          <a:xfrm>
            <a:off x="-1" y="2324100"/>
            <a:ext cx="732953"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46" name="Rectangle 45">
            <a:extLst>
              <a:ext uri="{FF2B5EF4-FFF2-40B4-BE49-F238E27FC236}">
                <a16:creationId xmlns:a16="http://schemas.microsoft.com/office/drawing/2014/main" id="{AD8E7BDD-13AB-D1F1-53E4-BF583B0CD033}"/>
              </a:ext>
            </a:extLst>
          </p:cNvPr>
          <p:cNvSpPr/>
          <p:nvPr/>
        </p:nvSpPr>
        <p:spPr>
          <a:xfrm>
            <a:off x="732952" y="3895725"/>
            <a:ext cx="815704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Storage and processing capabilities are separated into distinct systems </a:t>
            </a:r>
          </a:p>
        </p:txBody>
      </p:sp>
      <p:sp>
        <p:nvSpPr>
          <p:cNvPr id="47" name="Rectangle 46">
            <a:extLst>
              <a:ext uri="{FF2B5EF4-FFF2-40B4-BE49-F238E27FC236}">
                <a16:creationId xmlns:a16="http://schemas.microsoft.com/office/drawing/2014/main" id="{50F5AA52-CC93-2EC0-2A59-F7115D0FC0E3}"/>
              </a:ext>
            </a:extLst>
          </p:cNvPr>
          <p:cNvSpPr/>
          <p:nvPr/>
        </p:nvSpPr>
        <p:spPr>
          <a:xfrm>
            <a:off x="732952" y="5467350"/>
            <a:ext cx="8157048"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This allows storage and compute to be scaled and managed independently</a:t>
            </a:r>
          </a:p>
        </p:txBody>
      </p:sp>
      <p:sp>
        <p:nvSpPr>
          <p:cNvPr id="48" name="Rectangle 47">
            <a:extLst>
              <a:ext uri="{FF2B5EF4-FFF2-40B4-BE49-F238E27FC236}">
                <a16:creationId xmlns:a16="http://schemas.microsoft.com/office/drawing/2014/main" id="{1C7E0D84-A0BF-4DEF-A2E0-AFFFD5E7FE73}"/>
              </a:ext>
              <a:ext uri="{C183D7F6-B498-43B3-948B-1728B52AA6E4}">
                <adec:decorative xmlns:adec="http://schemas.microsoft.com/office/drawing/2017/decorative" val="1"/>
              </a:ext>
            </a:extLst>
          </p:cNvPr>
          <p:cNvSpPr/>
          <p:nvPr/>
        </p:nvSpPr>
        <p:spPr>
          <a:xfrm>
            <a:off x="-1" y="3895725"/>
            <a:ext cx="732953"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49" name="Rectangle 48">
            <a:extLst>
              <a:ext uri="{FF2B5EF4-FFF2-40B4-BE49-F238E27FC236}">
                <a16:creationId xmlns:a16="http://schemas.microsoft.com/office/drawing/2014/main" id="{D0E69A45-5893-23DF-CD6F-B05D35D1CF17}"/>
              </a:ext>
              <a:ext uri="{C183D7F6-B498-43B3-948B-1728B52AA6E4}">
                <adec:decorative xmlns:adec="http://schemas.microsoft.com/office/drawing/2017/decorative" val="1"/>
              </a:ext>
            </a:extLst>
          </p:cNvPr>
          <p:cNvSpPr/>
          <p:nvPr/>
        </p:nvSpPr>
        <p:spPr>
          <a:xfrm>
            <a:off x="0" y="5467350"/>
            <a:ext cx="734134"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50" name="Rectangle 49">
            <a:extLst>
              <a:ext uri="{FF2B5EF4-FFF2-40B4-BE49-F238E27FC236}">
                <a16:creationId xmlns:a16="http://schemas.microsoft.com/office/drawing/2014/main" id="{BC027742-AAED-FFE3-6ECD-AF3C16DD0E1C}"/>
              </a:ext>
            </a:extLst>
          </p:cNvPr>
          <p:cNvSpPr/>
          <p:nvPr/>
        </p:nvSpPr>
        <p:spPr>
          <a:xfrm>
            <a:off x="732952" y="7038975"/>
            <a:ext cx="8157048"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400" dirty="0">
                <a:solidFill>
                  <a:schemeClr val="bg2"/>
                </a:solidFill>
              </a:rPr>
              <a:t>Data resides in a separate storage system, such as a cloud-based object store like Amazon S3, Azure Data Lake Storage, or Google Cloud Storage</a:t>
            </a:r>
            <a:endParaRPr lang="en-US" sz="2400" dirty="0">
              <a:solidFill>
                <a:schemeClr val="bg2"/>
              </a:solidFill>
            </a:endParaRPr>
          </a:p>
        </p:txBody>
      </p:sp>
      <p:sp>
        <p:nvSpPr>
          <p:cNvPr id="51" name="Rectangle 50">
            <a:extLst>
              <a:ext uri="{FF2B5EF4-FFF2-40B4-BE49-F238E27FC236}">
                <a16:creationId xmlns:a16="http://schemas.microsoft.com/office/drawing/2014/main" id="{6CAD802E-F587-2F22-EE6E-BD00B904E7DF}"/>
              </a:ext>
              <a:ext uri="{C183D7F6-B498-43B3-948B-1728B52AA6E4}">
                <adec:decorative xmlns:adec="http://schemas.microsoft.com/office/drawing/2017/decorative" val="1"/>
              </a:ext>
            </a:extLst>
          </p:cNvPr>
          <p:cNvSpPr/>
          <p:nvPr/>
        </p:nvSpPr>
        <p:spPr>
          <a:xfrm>
            <a:off x="-1" y="7042120"/>
            <a:ext cx="734134"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pic>
        <p:nvPicPr>
          <p:cNvPr id="9" name="Picture 8" descr="A diagram illustrating the architecture of a Hadoop cluster with nodes, their components, and external storage:&#10;&#10;- At the top, two boxes labeled &quot;Primary Node&quot; and &quot;Name Node&quot; are connected to the components below.&#10;- Below the primary node and name node are three &quot;Data Node&quot; boxes arranged horizontally.&#10;- Each &quot;Data Node&quot; box contains the following components from top to bottom:&#10;  - &quot;MapReduce or Spark&quot;&#10;  - &quot;CPU (Cores)&quot;&#10;  - &quot;Memory (RAM)&quot;&#10;- At the bottom, a box labeled &quot;External Storage (ex. cloud object store)&quot; is connected to the data nodes, indicating that data is stored externally rather than on HDFS within the data nodes.&#10;&#10;This diagram visually represents the structure of a Hadoop cluster, showing the roles of primary and name nodes in managing multiple data nodes, each equipped with processing power (MapReduce or Spark), CPU cores, and RAM, with data being stored in an external storage system instead of HDFS.">
            <a:extLst>
              <a:ext uri="{FF2B5EF4-FFF2-40B4-BE49-F238E27FC236}">
                <a16:creationId xmlns:a16="http://schemas.microsoft.com/office/drawing/2014/main" id="{9F753E78-E3C0-E598-37F0-4BA28CFD102A}"/>
              </a:ext>
            </a:extLst>
          </p:cNvPr>
          <p:cNvPicPr>
            <a:picLocks noChangeAspect="1"/>
          </p:cNvPicPr>
          <p:nvPr/>
        </p:nvPicPr>
        <p:blipFill>
          <a:blip r:embed="rId2"/>
          <a:stretch>
            <a:fillRect/>
          </a:stretch>
        </p:blipFill>
        <p:spPr>
          <a:xfrm>
            <a:off x="10483561" y="1968644"/>
            <a:ext cx="6464877" cy="6349711"/>
          </a:xfrm>
          <a:prstGeom prst="rect">
            <a:avLst/>
          </a:prstGeom>
        </p:spPr>
      </p:pic>
    </p:spTree>
    <p:extLst>
      <p:ext uri="{BB962C8B-B14F-4D97-AF65-F5344CB8AC3E}">
        <p14:creationId xmlns:p14="http://schemas.microsoft.com/office/powerpoint/2010/main" val="3925806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6">
            <a:extLst>
              <a:ext uri="{FF2B5EF4-FFF2-40B4-BE49-F238E27FC236}">
                <a16:creationId xmlns:a16="http://schemas.microsoft.com/office/drawing/2014/main" id="{618E5F47-9438-9B29-F507-C8B333BB838C}"/>
              </a:ext>
            </a:extLst>
          </p:cNvPr>
          <p:cNvGraphicFramePr>
            <a:graphicFrameLocks noGrp="1"/>
          </p:cNvGraphicFramePr>
          <p:nvPr>
            <p:ph idx="1"/>
            <p:extLst>
              <p:ext uri="{D42A27DB-BD31-4B8C-83A1-F6EECF244321}">
                <p14:modId xmlns:p14="http://schemas.microsoft.com/office/powerpoint/2010/main" val="1194546353"/>
              </p:ext>
            </p:extLst>
          </p:nvPr>
        </p:nvGraphicFramePr>
        <p:xfrm>
          <a:off x="1098550" y="-345990"/>
          <a:ext cx="15598394" cy="6587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a:bodyPr>
          <a:lstStyle/>
          <a:p>
            <a:r>
              <a:rPr lang="en-US" dirty="0"/>
              <a:t>Decoupled Compute and Storage Cluster</a:t>
            </a:r>
          </a:p>
        </p:txBody>
      </p:sp>
    </p:spTree>
    <p:extLst>
      <p:ext uri="{BB962C8B-B14F-4D97-AF65-F5344CB8AC3E}">
        <p14:creationId xmlns:p14="http://schemas.microsoft.com/office/powerpoint/2010/main" val="1270702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03B11-FB8E-8B2E-CF36-92AF9C64F91F}"/>
              </a:ext>
            </a:extLst>
          </p:cNvPr>
          <p:cNvSpPr>
            <a:spLocks noGrp="1"/>
          </p:cNvSpPr>
          <p:nvPr>
            <p:ph type="title"/>
          </p:nvPr>
        </p:nvSpPr>
        <p:spPr/>
        <p:txBody>
          <a:bodyPr/>
          <a:lstStyle/>
          <a:p>
            <a:r>
              <a:rPr lang="en-US" dirty="0"/>
              <a:t>Hybrid Compute and Storage Cluster</a:t>
            </a:r>
          </a:p>
        </p:txBody>
      </p:sp>
      <p:sp>
        <p:nvSpPr>
          <p:cNvPr id="44" name="Rectangle 43">
            <a:extLst>
              <a:ext uri="{FF2B5EF4-FFF2-40B4-BE49-F238E27FC236}">
                <a16:creationId xmlns:a16="http://schemas.microsoft.com/office/drawing/2014/main" id="{E82110FC-E897-06E2-E2A5-94D36685E8AF}"/>
              </a:ext>
            </a:extLst>
          </p:cNvPr>
          <p:cNvSpPr/>
          <p:nvPr/>
        </p:nvSpPr>
        <p:spPr>
          <a:xfrm>
            <a:off x="732952" y="2324100"/>
            <a:ext cx="8157048"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400" dirty="0">
                <a:solidFill>
                  <a:schemeClr val="bg2"/>
                </a:solidFill>
              </a:rPr>
              <a:t>Another mostly cloud centric extension of the traditional Hadoop architecture </a:t>
            </a:r>
          </a:p>
        </p:txBody>
      </p:sp>
      <p:sp>
        <p:nvSpPr>
          <p:cNvPr id="45" name="Rectangle 44">
            <a:extLst>
              <a:ext uri="{FF2B5EF4-FFF2-40B4-BE49-F238E27FC236}">
                <a16:creationId xmlns:a16="http://schemas.microsoft.com/office/drawing/2014/main" id="{D3E0357B-8174-AF93-868F-D2AF75D05D32}"/>
              </a:ext>
              <a:ext uri="{C183D7F6-B498-43B3-948B-1728B52AA6E4}">
                <adec:decorative xmlns:adec="http://schemas.microsoft.com/office/drawing/2017/decorative" val="1"/>
              </a:ext>
            </a:extLst>
          </p:cNvPr>
          <p:cNvSpPr/>
          <p:nvPr/>
        </p:nvSpPr>
        <p:spPr>
          <a:xfrm>
            <a:off x="-1" y="2324100"/>
            <a:ext cx="732953"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46" name="Rectangle 45">
            <a:extLst>
              <a:ext uri="{FF2B5EF4-FFF2-40B4-BE49-F238E27FC236}">
                <a16:creationId xmlns:a16="http://schemas.microsoft.com/office/drawing/2014/main" id="{AD8E7BDD-13AB-D1F1-53E4-BF583B0CD033}"/>
              </a:ext>
            </a:extLst>
          </p:cNvPr>
          <p:cNvSpPr/>
          <p:nvPr/>
        </p:nvSpPr>
        <p:spPr>
          <a:xfrm>
            <a:off x="732952" y="3895725"/>
            <a:ext cx="815704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Extends the decoupled compute and storage cluster with coupled storage (HDFS)</a:t>
            </a:r>
          </a:p>
        </p:txBody>
      </p:sp>
      <p:sp>
        <p:nvSpPr>
          <p:cNvPr id="47" name="Rectangle 46">
            <a:extLst>
              <a:ext uri="{FF2B5EF4-FFF2-40B4-BE49-F238E27FC236}">
                <a16:creationId xmlns:a16="http://schemas.microsoft.com/office/drawing/2014/main" id="{50F5AA52-CC93-2EC0-2A59-F7115D0FC0E3}"/>
              </a:ext>
            </a:extLst>
          </p:cNvPr>
          <p:cNvSpPr/>
          <p:nvPr/>
        </p:nvSpPr>
        <p:spPr>
          <a:xfrm>
            <a:off x="732952" y="5467350"/>
            <a:ext cx="8157048"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Coupled node storage (HDFS) is used for temporary or working data and an object store is used for long term data</a:t>
            </a:r>
          </a:p>
        </p:txBody>
      </p:sp>
      <p:sp>
        <p:nvSpPr>
          <p:cNvPr id="48" name="Rectangle 47">
            <a:extLst>
              <a:ext uri="{FF2B5EF4-FFF2-40B4-BE49-F238E27FC236}">
                <a16:creationId xmlns:a16="http://schemas.microsoft.com/office/drawing/2014/main" id="{1C7E0D84-A0BF-4DEF-A2E0-AFFFD5E7FE73}"/>
              </a:ext>
              <a:ext uri="{C183D7F6-B498-43B3-948B-1728B52AA6E4}">
                <adec:decorative xmlns:adec="http://schemas.microsoft.com/office/drawing/2017/decorative" val="1"/>
              </a:ext>
            </a:extLst>
          </p:cNvPr>
          <p:cNvSpPr/>
          <p:nvPr/>
        </p:nvSpPr>
        <p:spPr>
          <a:xfrm>
            <a:off x="-1" y="3895725"/>
            <a:ext cx="732953"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49" name="Rectangle 48">
            <a:extLst>
              <a:ext uri="{FF2B5EF4-FFF2-40B4-BE49-F238E27FC236}">
                <a16:creationId xmlns:a16="http://schemas.microsoft.com/office/drawing/2014/main" id="{D0E69A45-5893-23DF-CD6F-B05D35D1CF17}"/>
              </a:ext>
              <a:ext uri="{C183D7F6-B498-43B3-948B-1728B52AA6E4}">
                <adec:decorative xmlns:adec="http://schemas.microsoft.com/office/drawing/2017/decorative" val="1"/>
              </a:ext>
            </a:extLst>
          </p:cNvPr>
          <p:cNvSpPr/>
          <p:nvPr/>
        </p:nvSpPr>
        <p:spPr>
          <a:xfrm>
            <a:off x="0" y="5467350"/>
            <a:ext cx="734134"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50" name="Rectangle 49">
            <a:extLst>
              <a:ext uri="{FF2B5EF4-FFF2-40B4-BE49-F238E27FC236}">
                <a16:creationId xmlns:a16="http://schemas.microsoft.com/office/drawing/2014/main" id="{BC027742-AAED-FFE3-6ECD-AF3C16DD0E1C}"/>
              </a:ext>
            </a:extLst>
          </p:cNvPr>
          <p:cNvSpPr/>
          <p:nvPr/>
        </p:nvSpPr>
        <p:spPr>
          <a:xfrm>
            <a:off x="732952" y="7038975"/>
            <a:ext cx="8157048"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400" dirty="0">
                <a:solidFill>
                  <a:schemeClr val="bg2"/>
                </a:solidFill>
              </a:rPr>
              <a:t>One realization of this pattern is the AWS EMR service which offers node local HDFS and access to S3</a:t>
            </a:r>
            <a:endParaRPr lang="en-US" sz="2400" dirty="0">
              <a:solidFill>
                <a:schemeClr val="bg2"/>
              </a:solidFill>
            </a:endParaRPr>
          </a:p>
        </p:txBody>
      </p:sp>
      <p:sp>
        <p:nvSpPr>
          <p:cNvPr id="51" name="Rectangle 50">
            <a:extLst>
              <a:ext uri="{FF2B5EF4-FFF2-40B4-BE49-F238E27FC236}">
                <a16:creationId xmlns:a16="http://schemas.microsoft.com/office/drawing/2014/main" id="{6CAD802E-F587-2F22-EE6E-BD00B904E7DF}"/>
              </a:ext>
              <a:ext uri="{C183D7F6-B498-43B3-948B-1728B52AA6E4}">
                <adec:decorative xmlns:adec="http://schemas.microsoft.com/office/drawing/2017/decorative" val="1"/>
              </a:ext>
            </a:extLst>
          </p:cNvPr>
          <p:cNvSpPr/>
          <p:nvPr/>
        </p:nvSpPr>
        <p:spPr>
          <a:xfrm>
            <a:off x="-1" y="7042120"/>
            <a:ext cx="734134"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pic>
        <p:nvPicPr>
          <p:cNvPr id="12" name="Picture 11" descr="A diagram illustrating the architecture of a Hadoop cluster with nodes, their components, and external storage:&#10;&#10;- At the top, two boxes labeled &quot;Primary Node&quot; and &quot;Name Node&quot; are connected to the components below.&#10;- Below the primary node and name node are three &quot;Data Node&quot; boxes arranged horizontally.&#10;- Each &quot;Data Node&quot; box contains the following components from top to bottom:&#10;  - &quot;MapReduce or Spark&quot;&#10;  - &quot;CPU (Cores)&quot;&#10;  - &quot;Memory (RAM)&quot;&#10;  - &quot;Storage&quot;&#10;  - &quot;HDFS&quot;&#10;- At the bottom, a box labeled &quot;External Storage (ex. cloud object store)&quot; is connected to the data nodes, indicating that data can also be stored externally.&#10;&#10;This diagram visually represents the structure of a Hadoop cluster, showing the roles of primary and name nodes in managing multiple data nodes, each equipped with processing power (MapReduce or Spark), CPU cores, RAM, and local storage including HDFS, with an option to use external storage systems.">
            <a:extLst>
              <a:ext uri="{FF2B5EF4-FFF2-40B4-BE49-F238E27FC236}">
                <a16:creationId xmlns:a16="http://schemas.microsoft.com/office/drawing/2014/main" id="{5DDBA1E0-18E6-5233-0CDA-397819C1D60D}"/>
              </a:ext>
            </a:extLst>
          </p:cNvPr>
          <p:cNvPicPr>
            <a:picLocks noChangeAspect="1"/>
          </p:cNvPicPr>
          <p:nvPr/>
        </p:nvPicPr>
        <p:blipFill>
          <a:blip r:embed="rId2"/>
          <a:stretch>
            <a:fillRect/>
          </a:stretch>
        </p:blipFill>
        <p:spPr>
          <a:xfrm>
            <a:off x="10604357" y="2040947"/>
            <a:ext cx="6202506" cy="6849340"/>
          </a:xfrm>
          <a:prstGeom prst="rect">
            <a:avLst/>
          </a:prstGeom>
        </p:spPr>
      </p:pic>
    </p:spTree>
    <p:extLst>
      <p:ext uri="{BB962C8B-B14F-4D97-AF65-F5344CB8AC3E}">
        <p14:creationId xmlns:p14="http://schemas.microsoft.com/office/powerpoint/2010/main" val="225042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DF6A-5EDB-DB45-34DB-2B16A28CB5FC}"/>
              </a:ext>
            </a:extLst>
          </p:cNvPr>
          <p:cNvSpPr>
            <a:spLocks noGrp="1"/>
          </p:cNvSpPr>
          <p:nvPr>
            <p:ph type="title"/>
          </p:nvPr>
        </p:nvSpPr>
        <p:spPr/>
        <p:txBody>
          <a:bodyPr/>
          <a:lstStyle/>
          <a:p>
            <a:r>
              <a:rPr lang="en-US" sz="4800" dirty="0"/>
              <a:t>Coupled Versus Decoupled Versus Hybrid Clusters</a:t>
            </a:r>
          </a:p>
        </p:txBody>
      </p:sp>
      <p:sp>
        <p:nvSpPr>
          <p:cNvPr id="3" name="Content Placeholder 2">
            <a:extLst>
              <a:ext uri="{FF2B5EF4-FFF2-40B4-BE49-F238E27FC236}">
                <a16:creationId xmlns:a16="http://schemas.microsoft.com/office/drawing/2014/main" id="{E855EBD5-1C54-850B-1745-0B4C10AB70AA}"/>
              </a:ext>
            </a:extLst>
          </p:cNvPr>
          <p:cNvSpPr>
            <a:spLocks noGrp="1"/>
          </p:cNvSpPr>
          <p:nvPr>
            <p:ph idx="1"/>
          </p:nvPr>
        </p:nvSpPr>
        <p:spPr/>
        <p:txBody>
          <a:bodyPr/>
          <a:lstStyle/>
          <a:p>
            <a:pPr algn="l">
              <a:buFont typeface="Arial" panose="020B0604020202020204" pitchFamily="34" charset="0"/>
              <a:buChar char="•"/>
            </a:pPr>
            <a:r>
              <a:rPr lang="en-US" b="0" i="0" dirty="0">
                <a:solidFill>
                  <a:srgbClr val="1F1F1F"/>
                </a:solidFill>
                <a:effectLst/>
                <a:latin typeface="Google Sans"/>
              </a:rPr>
              <a:t>Decoupled clusters offer greater flexibility, scalability, but computation throughput </a:t>
            </a:r>
            <a:r>
              <a:rPr lang="en-US" dirty="0">
                <a:solidFill>
                  <a:srgbClr val="1F1F1F"/>
                </a:solidFill>
                <a:latin typeface="Google Sans"/>
              </a:rPr>
              <a:t>may be negatively impacted by lower performance external storage and </a:t>
            </a:r>
            <a:r>
              <a:rPr lang="en-US" b="0" i="0" dirty="0">
                <a:solidFill>
                  <a:srgbClr val="1F1F1F"/>
                </a:solidFill>
                <a:effectLst/>
                <a:latin typeface="Google Sans"/>
              </a:rPr>
              <a:t>network latency and throughput limitations</a:t>
            </a:r>
          </a:p>
          <a:p>
            <a:pPr algn="l">
              <a:buFont typeface="Arial" panose="020B0604020202020204" pitchFamily="34" charset="0"/>
              <a:buChar char="•"/>
            </a:pPr>
            <a:r>
              <a:rPr lang="en-US" b="0" i="0" dirty="0">
                <a:solidFill>
                  <a:srgbClr val="1F1F1F"/>
                </a:solidFill>
                <a:effectLst/>
                <a:latin typeface="Google Sans"/>
              </a:rPr>
              <a:t>Coupled clusters provide high performance for data-intensive workloads due to data locality but are less flexible and scalable and must be persistent</a:t>
            </a:r>
          </a:p>
          <a:p>
            <a:pPr algn="l">
              <a:buFont typeface="Arial" panose="020B0604020202020204" pitchFamily="34" charset="0"/>
              <a:buChar char="•"/>
            </a:pPr>
            <a:r>
              <a:rPr lang="en-US" dirty="0">
                <a:solidFill>
                  <a:srgbClr val="1F1F1F"/>
                </a:solidFill>
                <a:latin typeface="Google Sans"/>
              </a:rPr>
              <a:t>Hybrid clusters offer a user a tunable balance between high performance and flexibility</a:t>
            </a:r>
            <a:endParaRPr lang="en-US" b="0" i="0" dirty="0">
              <a:solidFill>
                <a:srgbClr val="1F1F1F"/>
              </a:solidFill>
              <a:effectLst/>
              <a:latin typeface="Google Sans"/>
            </a:endParaRPr>
          </a:p>
          <a:p>
            <a:endParaRPr lang="en-US" dirty="0"/>
          </a:p>
        </p:txBody>
      </p:sp>
    </p:spTree>
    <p:extLst>
      <p:ext uri="{BB962C8B-B14F-4D97-AF65-F5344CB8AC3E}">
        <p14:creationId xmlns:p14="http://schemas.microsoft.com/office/powerpoint/2010/main" val="1369932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28F2-86AC-4105-7D2B-0B370151EB6A}"/>
              </a:ext>
            </a:extLst>
          </p:cNvPr>
          <p:cNvSpPr>
            <a:spLocks noGrp="1"/>
          </p:cNvSpPr>
          <p:nvPr>
            <p:ph type="title"/>
          </p:nvPr>
        </p:nvSpPr>
        <p:spPr/>
        <p:txBody>
          <a:bodyPr/>
          <a:lstStyle/>
          <a:p>
            <a:r>
              <a:rPr lang="en-US" dirty="0"/>
              <a:t>Transient Cluster</a:t>
            </a:r>
          </a:p>
        </p:txBody>
      </p:sp>
      <p:pic>
        <p:nvPicPr>
          <p:cNvPr id="42" name="Picture 41" descr="A flowchart illustrating the process of executing analytics jobs on a Hadoop cluster and its automatic termination upon completion:&#10;&#10;- The top section has a red box labeled &quot;Created to execute analytics jobs then terminate automatically upon completion&quot;.&#10;- Below, a series of grey boxes with arrows connecting them describe the steps:&#10;  1. Write Spark or MapReduce analytics job(s)&#10;  2. Request creation of a Hadoop cluster&#10;  3. Hadoop cluster is provisioned and initialized&#10;  4. Cluster access &amp; executes the Hadoop job(s)&#10;  5. Then the job(s) process the source data&#10;  6. And generates the output analytics result&#10;  7. Upon completing job(s) the cluster terminates&#10;&#10;This flowchart visually represents the lifecycle of a Hadoop cluster created for specific analytics tasks, detailing the steps from writing the job to the cluster's termination after job completion.">
            <a:extLst>
              <a:ext uri="{FF2B5EF4-FFF2-40B4-BE49-F238E27FC236}">
                <a16:creationId xmlns:a16="http://schemas.microsoft.com/office/drawing/2014/main" id="{09F5968C-F032-FAD1-62CF-6D3992E0F0FF}"/>
              </a:ext>
            </a:extLst>
          </p:cNvPr>
          <p:cNvPicPr>
            <a:picLocks noChangeAspect="1"/>
          </p:cNvPicPr>
          <p:nvPr/>
        </p:nvPicPr>
        <p:blipFill>
          <a:blip r:embed="rId2"/>
          <a:stretch>
            <a:fillRect/>
          </a:stretch>
        </p:blipFill>
        <p:spPr>
          <a:xfrm>
            <a:off x="-9091" y="1740477"/>
            <a:ext cx="7333383" cy="8323118"/>
          </a:xfrm>
          <a:prstGeom prst="rect">
            <a:avLst/>
          </a:prstGeom>
        </p:spPr>
      </p:pic>
      <p:pic>
        <p:nvPicPr>
          <p:cNvPr id="43" name="Picture 42" descr="A diagram illustrating the interaction between a Hadoop cluster service, a Hadoop cluster, and external storage for executing analytics jobs:&#10;&#10;- On the left, a green box labeled &quot;Hadoop Cluster Service&quot; is connected with a three-step process:&#10;  1. A user (represented by an icon) initiates the process.&#10;  2. An arrow points from the user to the Hadoop Cluster Service, indicating a request for cluster creation.&#10;  3. An arrow points from the Hadoop Cluster Service to the &quot;Hadoop Cluster&quot; box, indicating the provisioning of the cluster.&#10;- In the center, a red box labeled &quot;Hadoop Cluster&quot; is connected to external storage.&#10;- Below the Hadoop Cluster, a blue box labeled &quot;External Storage (ex. cloud object store)&quot; is divided into three sections:&#10;  - &quot;Analytics Job&quot;&#10;  - &quot;Source Data&quot;&#10;  - &quot;Analytics Result&quot;&#10;- Arrows illustrate the data flow between the Hadoop Cluster and External Storage:&#10;  4. The analytics job is submitted to the Hadoop Cluster.&#10;  5. The source data is processed by the Hadoop Cluster.&#10;  6. The analytics result is stored back in the external storage.&#10;&#10;This diagram visually represents the workflow of creating a Hadoop cluster, processing analytics jobs, and storing the results in external storage, emphasizing the interaction between different components.">
            <a:extLst>
              <a:ext uri="{FF2B5EF4-FFF2-40B4-BE49-F238E27FC236}">
                <a16:creationId xmlns:a16="http://schemas.microsoft.com/office/drawing/2014/main" id="{979CAE19-868F-4ECB-47FE-41D938C72726}"/>
              </a:ext>
            </a:extLst>
          </p:cNvPr>
          <p:cNvPicPr>
            <a:picLocks noChangeAspect="1"/>
          </p:cNvPicPr>
          <p:nvPr/>
        </p:nvPicPr>
        <p:blipFill>
          <a:blip r:embed="rId3"/>
          <a:stretch>
            <a:fillRect/>
          </a:stretch>
        </p:blipFill>
        <p:spPr>
          <a:xfrm>
            <a:off x="7654204" y="2566555"/>
            <a:ext cx="10336356" cy="6151418"/>
          </a:xfrm>
          <a:prstGeom prst="rect">
            <a:avLst/>
          </a:prstGeom>
        </p:spPr>
      </p:pic>
    </p:spTree>
    <p:extLst>
      <p:ext uri="{BB962C8B-B14F-4D97-AF65-F5344CB8AC3E}">
        <p14:creationId xmlns:p14="http://schemas.microsoft.com/office/powerpoint/2010/main" val="33976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C28F2-86AC-4105-7D2B-0B370151EB6A}"/>
              </a:ext>
            </a:extLst>
          </p:cNvPr>
          <p:cNvSpPr>
            <a:spLocks noGrp="1"/>
          </p:cNvSpPr>
          <p:nvPr>
            <p:ph type="title"/>
          </p:nvPr>
        </p:nvSpPr>
        <p:spPr/>
        <p:txBody>
          <a:bodyPr/>
          <a:lstStyle/>
          <a:p>
            <a:r>
              <a:rPr lang="en-US" dirty="0"/>
              <a:t>Persistent Cluster</a:t>
            </a:r>
          </a:p>
        </p:txBody>
      </p:sp>
      <p:graphicFrame>
        <p:nvGraphicFramePr>
          <p:cNvPr id="17" name="Diagram 16">
            <a:extLst>
              <a:ext uri="{FF2B5EF4-FFF2-40B4-BE49-F238E27FC236}">
                <a16:creationId xmlns:a16="http://schemas.microsoft.com/office/drawing/2014/main" id="{F1F3C363-315A-27F1-20C3-7A4E9AB8903B}"/>
              </a:ext>
            </a:extLst>
          </p:cNvPr>
          <p:cNvGraphicFramePr/>
          <p:nvPr>
            <p:extLst>
              <p:ext uri="{D42A27DB-BD31-4B8C-83A1-F6EECF244321}">
                <p14:modId xmlns:p14="http://schemas.microsoft.com/office/powerpoint/2010/main" val="2492143032"/>
              </p:ext>
            </p:extLst>
          </p:nvPr>
        </p:nvGraphicFramePr>
        <p:xfrm>
          <a:off x="436744" y="3268134"/>
          <a:ext cx="6930843" cy="6345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Rectangle 17">
            <a:extLst>
              <a:ext uri="{FF2B5EF4-FFF2-40B4-BE49-F238E27FC236}">
                <a16:creationId xmlns:a16="http://schemas.microsoft.com/office/drawing/2014/main" id="{C68F009A-5D34-36BE-7839-440901170227}"/>
              </a:ext>
            </a:extLst>
          </p:cNvPr>
          <p:cNvSpPr/>
          <p:nvPr/>
        </p:nvSpPr>
        <p:spPr>
          <a:xfrm>
            <a:off x="571209" y="1971888"/>
            <a:ext cx="6357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spcBef>
                <a:spcPts val="0"/>
              </a:spcBef>
              <a:spcAft>
                <a:spcPts val="0"/>
              </a:spcAft>
            </a:pPr>
            <a:r>
              <a:rPr lang="en-US" sz="2400" dirty="0">
                <a:solidFill>
                  <a:schemeClr val="bg2"/>
                </a:solidFill>
                <a:effectLst/>
                <a:ea typeface="Times New Roman" panose="02020603050405020304" pitchFamily="18" charset="0"/>
              </a:rPr>
              <a:t>Runs continuously, even when not actively processing jobs</a:t>
            </a:r>
          </a:p>
        </p:txBody>
      </p:sp>
      <p:sp>
        <p:nvSpPr>
          <p:cNvPr id="19" name="Rectangle 18">
            <a:extLst>
              <a:ext uri="{FF2B5EF4-FFF2-40B4-BE49-F238E27FC236}">
                <a16:creationId xmlns:a16="http://schemas.microsoft.com/office/drawing/2014/main" id="{BB24C4B1-73F0-0BB6-2B73-247484776EFB}"/>
              </a:ext>
              <a:ext uri="{C183D7F6-B498-43B3-948B-1728B52AA6E4}">
                <adec:decorative xmlns:adec="http://schemas.microsoft.com/office/drawing/2017/decorative" val="1"/>
              </a:ext>
            </a:extLst>
          </p:cNvPr>
          <p:cNvSpPr/>
          <p:nvPr/>
        </p:nvSpPr>
        <p:spPr>
          <a:xfrm>
            <a:off x="-1" y="1971888"/>
            <a:ext cx="57121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endParaRPr>
          </a:p>
        </p:txBody>
      </p:sp>
      <p:pic>
        <p:nvPicPr>
          <p:cNvPr id="44" name="Picture 43" descr="A diagram illustrating the interaction between a Hadoop cluster service, a Hadoop cluster, and external storage, including HDFS, for executing analytics jobs:&#10;&#10;- On the left, a green box labeled &quot;Hadoop Cluster Service&quot; is connected with a four-step process:&#10;  1. A user (represented by an icon) initiates the process.&#10;  2. An arrow points from the user to the Hadoop Cluster Service, indicating a request for cluster creation.&#10;  3. An arrow points from the Hadoop Cluster Service to the &quot;Hadoop Cluster&quot; box, indicating the provisioning of the cluster.&#10;  4. An arrow points back to the user, indicating feedback or status updates.&#10;- In the center, a red box labeled &quot;Hadoop Cluster&quot; is connected to external storage and HDFS.&#10;- Below the Hadoop Cluster, a blue box labeled &quot;External Storage (ex. cloud object store)&quot; is divided into three sections:&#10;  - &quot;Analytics Job&quot;&#10;  - &quot;Source Data&quot;&#10;  - &quot;Analytics Result&quot;&#10;- A box labeled &quot;HDFS&quot; is connected to the Hadoop Cluster, indicating internal storage capabilities.&#10;- Arrows illustrate the data flow between the Hadoop Cluster and External Storage:&#10;  5. The analytics job is submitted to the Hadoop Cluster.&#10;  6. The source data is processed by the Hadoop Cluster.&#10;  7. The analytics result is stored back in the external storage.&#10;&#10;This diagram visually represents the workflow of creating a Hadoop cluster, processing analytics jobs, and storing the results in both HDFS and external storage, emphasizing the interaction between different components.">
            <a:extLst>
              <a:ext uri="{FF2B5EF4-FFF2-40B4-BE49-F238E27FC236}">
                <a16:creationId xmlns:a16="http://schemas.microsoft.com/office/drawing/2014/main" id="{74A378B4-674A-E7E2-FFA7-19552BEA0D94}"/>
              </a:ext>
            </a:extLst>
          </p:cNvPr>
          <p:cNvPicPr>
            <a:picLocks noChangeAspect="1"/>
          </p:cNvPicPr>
          <p:nvPr/>
        </p:nvPicPr>
        <p:blipFill>
          <a:blip r:embed="rId7"/>
          <a:stretch>
            <a:fillRect/>
          </a:stretch>
        </p:blipFill>
        <p:spPr>
          <a:xfrm>
            <a:off x="8151668" y="2485160"/>
            <a:ext cx="9341427" cy="6106390"/>
          </a:xfrm>
          <a:prstGeom prst="rect">
            <a:avLst/>
          </a:prstGeom>
        </p:spPr>
      </p:pic>
    </p:spTree>
    <p:extLst>
      <p:ext uri="{BB962C8B-B14F-4D97-AF65-F5344CB8AC3E}">
        <p14:creationId xmlns:p14="http://schemas.microsoft.com/office/powerpoint/2010/main" val="2394810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a:bodyPr>
          <a:lstStyle/>
          <a:p>
            <a:r>
              <a:rPr lang="en-US" dirty="0"/>
              <a:t>Decoupled Compute and Storage Cluster</a:t>
            </a:r>
          </a:p>
        </p:txBody>
      </p:sp>
      <p:pic>
        <p:nvPicPr>
          <p:cNvPr id="22" name="Content Placeholder 21" descr="A diagram comparing persistent clusters and transient clusters in terms of their ideal uses, advantages, and disadvantages:&#10;&#10;**Persistent Clusters:**&#10;&#10;*Ideal for:*&#10;- Interactive data exploration and analysis&#10;- Serving real-time data applications&#10;- Recurring batch processing jobs&#10;- Mission-critical workloads requiring high availability&#10;&#10;*Advantages:*&#10;- Faster job startup times&#10;- Ability to handle ad-hoc queries and real-time requests&#10;- Consistent performance for frequent workloads&#10;- Data remains in memory for faster access&#10;&#10;*Disadvantages:*&#10;- Higher resource costs due to continuous operation&#10;- Requires ongoing maintenance and management&#10;&#10;**Transient Clusters:**&#10;&#10;*Ideal for:*&#10;- Infrequent or periodic batch processing jobs&#10;- Cost-sensitive workloads&#10;- Experimentation and testing&#10;&#10;*Advantages:*&#10;- Cost-effective, as resources are only used when needed&#10;- Reduced maintenance overhead&#10;- Flexibility to customize cluster configuration for specific workloads&#10;&#10;*Disadvantages:*&#10;- Longer job startup times due to cluster provisioning&#10;- Less suitable for interactive workloads or those with strict latency requirements&#10;- Data needs to be reloaded for each job execution&#10;&#10;This diagram provides a side-by-side comparison to help determine which type of cluster is more suitable for different types of workloads and operational requirements.">
            <a:extLst>
              <a:ext uri="{FF2B5EF4-FFF2-40B4-BE49-F238E27FC236}">
                <a16:creationId xmlns:a16="http://schemas.microsoft.com/office/drawing/2014/main" id="{11F8EB34-2587-EC5F-0997-B26C2B2D8E9C}"/>
              </a:ext>
            </a:extLst>
          </p:cNvPr>
          <p:cNvPicPr>
            <a:picLocks noGrp="1" noChangeAspect="1"/>
          </p:cNvPicPr>
          <p:nvPr>
            <p:ph idx="1"/>
          </p:nvPr>
        </p:nvPicPr>
        <p:blipFill>
          <a:blip r:embed="rId3"/>
          <a:stretch>
            <a:fillRect/>
          </a:stretch>
        </p:blipFill>
        <p:spPr>
          <a:xfrm>
            <a:off x="1096531" y="1961793"/>
            <a:ext cx="16109372" cy="7128163"/>
          </a:xfrm>
        </p:spPr>
      </p:pic>
    </p:spTree>
    <p:custDataLst>
      <p:tags r:id="rId1"/>
    </p:custDataLst>
    <p:extLst>
      <p:ext uri="{BB962C8B-B14F-4D97-AF65-F5344CB8AC3E}">
        <p14:creationId xmlns:p14="http://schemas.microsoft.com/office/powerpoint/2010/main" val="13861238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4898567B-1864-4DC4-BBF8-D279D57B32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
  <TotalTime>96665</TotalTime>
  <Words>1018</Words>
  <Application>Microsoft Office PowerPoint</Application>
  <PresentationFormat>Custom</PresentationFormat>
  <Paragraphs>277</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Breeze</vt:lpstr>
      <vt:lpstr>Module 6: Lesson 3 Analytic Cluster Patterns</vt:lpstr>
      <vt:lpstr>Analytic Clusters</vt:lpstr>
      <vt:lpstr>Coupled Compute and Storage Cluster</vt:lpstr>
      <vt:lpstr>Coupled Compute and Storage Cluster</vt:lpstr>
      <vt:lpstr>Decoupled Compute and Storage Cluster</vt:lpstr>
      <vt:lpstr>Decoupled Compute and Storage Cluster</vt:lpstr>
      <vt:lpstr>Hybrid Compute and Storage Cluster</vt:lpstr>
      <vt:lpstr>Coupled Versus Decoupled Versus Hybrid Clusters</vt:lpstr>
      <vt:lpstr>Transient Cluster</vt:lpstr>
      <vt:lpstr>Persistent Cluster</vt:lpstr>
      <vt:lpstr>Decoupled Compute and Storage Cluster</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397</cp:revision>
  <cp:lastPrinted>2024-01-22T03:27:39Z</cp:lastPrinted>
  <dcterms:created xsi:type="dcterms:W3CDTF">2019-02-13T16:04:21Z</dcterms:created>
  <dcterms:modified xsi:type="dcterms:W3CDTF">2024-07-12T17:43:26Z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AA6AC0A9-33D8-4846-B454-93154D6A79AC</vt:lpwstr>
  </property>
  <property fmtid="{D5CDD505-2E9C-101B-9397-08002B2CF9AE}" pid="4" name="ArticulatePath">
    <vt:lpwstr>Module 6 22012023</vt:lpwstr>
  </property>
  <property fmtid="{D5CDD505-2E9C-101B-9397-08002B2CF9AE}" pid="5" name="MediaServiceImageTags">
    <vt:lpwstr/>
  </property>
</Properties>
</file>