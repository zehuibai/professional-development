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8"/>
  </p:notesMasterIdLst>
  <p:sldIdLst>
    <p:sldId id="1022" r:id="rId5"/>
    <p:sldId id="1062" r:id="rId6"/>
    <p:sldId id="1104" r:id="rId7"/>
    <p:sldId id="934" r:id="rId8"/>
    <p:sldId id="1105" r:id="rId9"/>
    <p:sldId id="1036" r:id="rId10"/>
    <p:sldId id="1038" r:id="rId11"/>
    <p:sldId id="1103" r:id="rId12"/>
    <p:sldId id="1034" r:id="rId13"/>
    <p:sldId id="1144" r:id="rId14"/>
    <p:sldId id="346" r:id="rId15"/>
    <p:sldId id="1143" r:id="rId16"/>
    <p:sldId id="1142" r:id="rId17"/>
  </p:sldIdLst>
  <p:sldSz cx="18288000" cy="10287000"/>
  <p:notesSz cx="9144000" cy="6858000"/>
  <p:custDataLst>
    <p:tags r:id="rId19"/>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F8FF"/>
    <a:srgbClr val="3BA1F0"/>
    <a:srgbClr val="E0F8FF"/>
    <a:srgbClr val="D4DBE7"/>
    <a:srgbClr val="EAEAEA"/>
    <a:srgbClr val="F94B67"/>
    <a:srgbClr val="E7E7E8"/>
    <a:srgbClr val="BABABA"/>
    <a:srgbClr val="0070C0"/>
    <a:srgbClr val="9595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E5A3FA-000D-1114-AB90-5596344E09E7}" v="223" dt="2024-07-12T17:53:56.4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88"/>
    <p:restoredTop sz="95726" autoAdjust="0"/>
  </p:normalViewPr>
  <p:slideViewPr>
    <p:cSldViewPr snapToGrid="0" snapToObjects="1">
      <p:cViewPr varScale="1">
        <p:scale>
          <a:sx n="71" d="100"/>
          <a:sy n="71" d="100"/>
        </p:scale>
        <p:origin x="918" y="10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ison Mulshine" userId="S::allison.mulshine@collegiseducation.com::5f656d52-c555-4e5e-9a5b-18226766ffe3" providerId="AD" clId="Web-{87E5A3FA-000D-1114-AB90-5596344E09E7}"/>
    <pc:docChg chg="modSld">
      <pc:chgData name="Allison Mulshine" userId="S::allison.mulshine@collegiseducation.com::5f656d52-c555-4e5e-9a5b-18226766ffe3" providerId="AD" clId="Web-{87E5A3FA-000D-1114-AB90-5596344E09E7}" dt="2024-07-12T17:53:56.457" v="216"/>
      <pc:docMkLst>
        <pc:docMk/>
      </pc:docMkLst>
      <pc:sldChg chg="addSp delSp modSp">
        <pc:chgData name="Allison Mulshine" userId="S::allison.mulshine@collegiseducation.com::5f656d52-c555-4e5e-9a5b-18226766ffe3" providerId="AD" clId="Web-{87E5A3FA-000D-1114-AB90-5596344E09E7}" dt="2024-07-12T17:51:43.968" v="183"/>
        <pc:sldMkLst>
          <pc:docMk/>
          <pc:sldMk cId="2331317838" sldId="346"/>
        </pc:sldMkLst>
        <pc:picChg chg="add mod">
          <ac:chgData name="Allison Mulshine" userId="S::allison.mulshine@collegiseducation.com::5f656d52-c555-4e5e-9a5b-18226766ffe3" providerId="AD" clId="Web-{87E5A3FA-000D-1114-AB90-5596344E09E7}" dt="2024-07-12T17:51:43.968" v="183"/>
          <ac:picMkLst>
            <pc:docMk/>
            <pc:sldMk cId="2331317838" sldId="346"/>
            <ac:picMk id="3" creationId="{E3BBDEDC-6060-6A54-AA07-8681279ED62E}"/>
          </ac:picMkLst>
        </pc:picChg>
        <pc:picChg chg="del">
          <ac:chgData name="Allison Mulshine" userId="S::allison.mulshine@collegiseducation.com::5f656d52-c555-4e5e-9a5b-18226766ffe3" providerId="AD" clId="Web-{87E5A3FA-000D-1114-AB90-5596344E09E7}" dt="2024-07-12T17:51:20.233" v="177"/>
          <ac:picMkLst>
            <pc:docMk/>
            <pc:sldMk cId="2331317838" sldId="346"/>
            <ac:picMk id="80" creationId="{5A8894B8-86F1-F549-8A9D-A38064954D3E}"/>
          </ac:picMkLst>
        </pc:picChg>
      </pc:sldChg>
      <pc:sldChg chg="addSp delSp modSp">
        <pc:chgData name="Allison Mulshine" userId="S::allison.mulshine@collegiseducation.com::5f656d52-c555-4e5e-9a5b-18226766ffe3" providerId="AD" clId="Web-{87E5A3FA-000D-1114-AB90-5596344E09E7}" dt="2024-07-12T17:46:40.785" v="65"/>
        <pc:sldMkLst>
          <pc:docMk/>
          <pc:sldMk cId="2401041648" sldId="934"/>
        </pc:sldMkLst>
        <pc:spChg chg="add del mod">
          <ac:chgData name="Allison Mulshine" userId="S::allison.mulshine@collegiseducation.com::5f656d52-c555-4e5e-9a5b-18226766ffe3" providerId="AD" clId="Web-{87E5A3FA-000D-1114-AB90-5596344E09E7}" dt="2024-07-12T17:46:17.753" v="61"/>
          <ac:spMkLst>
            <pc:docMk/>
            <pc:sldMk cId="2401041648" sldId="934"/>
            <ac:spMk id="40" creationId="{3DF9E978-9037-573D-AE48-41281D503202}"/>
          </ac:spMkLst>
        </pc:spChg>
        <pc:graphicFrameChg chg="del">
          <ac:chgData name="Allison Mulshine" userId="S::allison.mulshine@collegiseducation.com::5f656d52-c555-4e5e-9a5b-18226766ffe3" providerId="AD" clId="Web-{87E5A3FA-000D-1114-AB90-5596344E09E7}" dt="2024-07-12T17:46:12.659" v="59"/>
          <ac:graphicFrameMkLst>
            <pc:docMk/>
            <pc:sldMk cId="2401041648" sldId="934"/>
            <ac:graphicFrameMk id="16" creationId="{618E5F47-9438-9B29-F507-C8B333BB838C}"/>
          </ac:graphicFrameMkLst>
        </pc:graphicFrameChg>
        <pc:picChg chg="add mod">
          <ac:chgData name="Allison Mulshine" userId="S::allison.mulshine@collegiseducation.com::5f656d52-c555-4e5e-9a5b-18226766ffe3" providerId="AD" clId="Web-{87E5A3FA-000D-1114-AB90-5596344E09E7}" dt="2024-07-12T17:46:40.785" v="65"/>
          <ac:picMkLst>
            <pc:docMk/>
            <pc:sldMk cId="2401041648" sldId="934"/>
            <ac:picMk id="38" creationId="{7381C481-69C5-A858-2DBD-6510372EF360}"/>
          </ac:picMkLst>
        </pc:picChg>
      </pc:sldChg>
      <pc:sldChg chg="addSp delSp modSp">
        <pc:chgData name="Allison Mulshine" userId="S::allison.mulshine@collegiseducation.com::5f656d52-c555-4e5e-9a5b-18226766ffe3" providerId="AD" clId="Web-{87E5A3FA-000D-1114-AB90-5596344E09E7}" dt="2024-07-12T17:49:07.962" v="151"/>
        <pc:sldMkLst>
          <pc:docMk/>
          <pc:sldMk cId="2394237435" sldId="1036"/>
        </pc:sldMkLst>
        <pc:spChg chg="del">
          <ac:chgData name="Allison Mulshine" userId="S::allison.mulshine@collegiseducation.com::5f656d52-c555-4e5e-9a5b-18226766ffe3" providerId="AD" clId="Web-{87E5A3FA-000D-1114-AB90-5596344E09E7}" dt="2024-07-12T17:48:11.710" v="106"/>
          <ac:spMkLst>
            <pc:docMk/>
            <pc:sldMk cId="2394237435" sldId="1036"/>
            <ac:spMk id="25" creationId="{B06749A0-9483-2F2C-F61D-F723D4C43226}"/>
          </ac:spMkLst>
        </pc:spChg>
        <pc:spChg chg="del">
          <ac:chgData name="Allison Mulshine" userId="S::allison.mulshine@collegiseducation.com::5f656d52-c555-4e5e-9a5b-18226766ffe3" providerId="AD" clId="Web-{87E5A3FA-000D-1114-AB90-5596344E09E7}" dt="2024-07-12T17:48:11.710" v="105"/>
          <ac:spMkLst>
            <pc:docMk/>
            <pc:sldMk cId="2394237435" sldId="1036"/>
            <ac:spMk id="26" creationId="{6070199C-00F0-6197-2186-2C9103FA5808}"/>
          </ac:spMkLst>
        </pc:spChg>
        <pc:spChg chg="del">
          <ac:chgData name="Allison Mulshine" userId="S::allison.mulshine@collegiseducation.com::5f656d52-c555-4e5e-9a5b-18226766ffe3" providerId="AD" clId="Web-{87E5A3FA-000D-1114-AB90-5596344E09E7}" dt="2024-07-12T17:48:11.710" v="104"/>
          <ac:spMkLst>
            <pc:docMk/>
            <pc:sldMk cId="2394237435" sldId="1036"/>
            <ac:spMk id="27" creationId="{314CBDDD-BBEF-5A1B-EEEC-1B872B5B3025}"/>
          </ac:spMkLst>
        </pc:spChg>
        <pc:spChg chg="del">
          <ac:chgData name="Allison Mulshine" userId="S::allison.mulshine@collegiseducation.com::5f656d52-c555-4e5e-9a5b-18226766ffe3" providerId="AD" clId="Web-{87E5A3FA-000D-1114-AB90-5596344E09E7}" dt="2024-07-12T17:48:11.710" v="103"/>
          <ac:spMkLst>
            <pc:docMk/>
            <pc:sldMk cId="2394237435" sldId="1036"/>
            <ac:spMk id="28" creationId="{9F2848A0-1475-A628-4494-F8DE37D394A2}"/>
          </ac:spMkLst>
        </pc:spChg>
        <pc:spChg chg="del">
          <ac:chgData name="Allison Mulshine" userId="S::allison.mulshine@collegiseducation.com::5f656d52-c555-4e5e-9a5b-18226766ffe3" providerId="AD" clId="Web-{87E5A3FA-000D-1114-AB90-5596344E09E7}" dt="2024-07-12T17:48:11.695" v="100"/>
          <ac:spMkLst>
            <pc:docMk/>
            <pc:sldMk cId="2394237435" sldId="1036"/>
            <ac:spMk id="35" creationId="{6B57112B-E012-B114-2AAA-DBEA6856FF08}"/>
          </ac:spMkLst>
        </pc:spChg>
        <pc:spChg chg="del">
          <ac:chgData name="Allison Mulshine" userId="S::allison.mulshine@collegiseducation.com::5f656d52-c555-4e5e-9a5b-18226766ffe3" providerId="AD" clId="Web-{87E5A3FA-000D-1114-AB90-5596344E09E7}" dt="2024-07-12T17:48:11.695" v="99"/>
          <ac:spMkLst>
            <pc:docMk/>
            <pc:sldMk cId="2394237435" sldId="1036"/>
            <ac:spMk id="36" creationId="{B954C301-4EAA-9843-AE5C-6CEA0EB0F0B0}"/>
          </ac:spMkLst>
        </pc:spChg>
        <pc:spChg chg="del">
          <ac:chgData name="Allison Mulshine" userId="S::allison.mulshine@collegiseducation.com::5f656d52-c555-4e5e-9a5b-18226766ffe3" providerId="AD" clId="Web-{87E5A3FA-000D-1114-AB90-5596344E09E7}" dt="2024-07-12T17:48:11.695" v="98"/>
          <ac:spMkLst>
            <pc:docMk/>
            <pc:sldMk cId="2394237435" sldId="1036"/>
            <ac:spMk id="37" creationId="{B400B1F0-5DCB-5039-A878-4B7471BC5343}"/>
          </ac:spMkLst>
        </pc:spChg>
        <pc:spChg chg="del">
          <ac:chgData name="Allison Mulshine" userId="S::allison.mulshine@collegiseducation.com::5f656d52-c555-4e5e-9a5b-18226766ffe3" providerId="AD" clId="Web-{87E5A3FA-000D-1114-AB90-5596344E09E7}" dt="2024-07-12T17:48:11.695" v="97"/>
          <ac:spMkLst>
            <pc:docMk/>
            <pc:sldMk cId="2394237435" sldId="1036"/>
            <ac:spMk id="38" creationId="{3519AE8D-1A0D-B672-4DAC-54BA9F3DA2EB}"/>
          </ac:spMkLst>
        </pc:spChg>
        <pc:spChg chg="del">
          <ac:chgData name="Allison Mulshine" userId="S::allison.mulshine@collegiseducation.com::5f656d52-c555-4e5e-9a5b-18226766ffe3" providerId="AD" clId="Web-{87E5A3FA-000D-1114-AB90-5596344E09E7}" dt="2024-07-12T17:48:11.710" v="107"/>
          <ac:spMkLst>
            <pc:docMk/>
            <pc:sldMk cId="2394237435" sldId="1036"/>
            <ac:spMk id="40" creationId="{361090CB-2F1D-3EDE-1F4B-0252F082BEDC}"/>
          </ac:spMkLst>
        </pc:spChg>
        <pc:spChg chg="del">
          <ac:chgData name="Allison Mulshine" userId="S::allison.mulshine@collegiseducation.com::5f656d52-c555-4e5e-9a5b-18226766ffe3" providerId="AD" clId="Web-{87E5A3FA-000D-1114-AB90-5596344E09E7}" dt="2024-07-12T17:48:11.695" v="96"/>
          <ac:spMkLst>
            <pc:docMk/>
            <pc:sldMk cId="2394237435" sldId="1036"/>
            <ac:spMk id="41" creationId="{BCCA4EDD-1ED4-6336-005C-A26F04B94CEE}"/>
          </ac:spMkLst>
        </pc:spChg>
        <pc:spChg chg="del">
          <ac:chgData name="Allison Mulshine" userId="S::allison.mulshine@collegiseducation.com::5f656d52-c555-4e5e-9a5b-18226766ffe3" providerId="AD" clId="Web-{87E5A3FA-000D-1114-AB90-5596344E09E7}" dt="2024-07-12T17:48:11.695" v="95"/>
          <ac:spMkLst>
            <pc:docMk/>
            <pc:sldMk cId="2394237435" sldId="1036"/>
            <ac:spMk id="42" creationId="{DDD539ED-097E-8AA7-543B-508493DFD57B}"/>
          </ac:spMkLst>
        </pc:spChg>
        <pc:spChg chg="del">
          <ac:chgData name="Allison Mulshine" userId="S::allison.mulshine@collegiseducation.com::5f656d52-c555-4e5e-9a5b-18226766ffe3" providerId="AD" clId="Web-{87E5A3FA-000D-1114-AB90-5596344E09E7}" dt="2024-07-12T17:48:11.695" v="92"/>
          <ac:spMkLst>
            <pc:docMk/>
            <pc:sldMk cId="2394237435" sldId="1036"/>
            <ac:spMk id="58" creationId="{E2DA7D27-A47C-B546-DE4C-40ABDBB52048}"/>
          </ac:spMkLst>
        </pc:spChg>
        <pc:spChg chg="del">
          <ac:chgData name="Allison Mulshine" userId="S::allison.mulshine@collegiseducation.com::5f656d52-c555-4e5e-9a5b-18226766ffe3" providerId="AD" clId="Web-{87E5A3FA-000D-1114-AB90-5596344E09E7}" dt="2024-07-12T17:48:11.695" v="91"/>
          <ac:spMkLst>
            <pc:docMk/>
            <pc:sldMk cId="2394237435" sldId="1036"/>
            <ac:spMk id="59" creationId="{2F881C61-81D5-E216-7E4F-3951CA6E9D29}"/>
          </ac:spMkLst>
        </pc:spChg>
        <pc:picChg chg="add mod">
          <ac:chgData name="Allison Mulshine" userId="S::allison.mulshine@collegiseducation.com::5f656d52-c555-4e5e-9a5b-18226766ffe3" providerId="AD" clId="Web-{87E5A3FA-000D-1114-AB90-5596344E09E7}" dt="2024-07-12T17:49:07.962" v="151"/>
          <ac:picMkLst>
            <pc:docMk/>
            <pc:sldMk cId="2394237435" sldId="1036"/>
            <ac:picMk id="3" creationId="{0F918DE9-D5AD-68E5-C7EC-1285BE3D6B2D}"/>
          </ac:picMkLst>
        </pc:picChg>
        <pc:cxnChg chg="del mod">
          <ac:chgData name="Allison Mulshine" userId="S::allison.mulshine@collegiseducation.com::5f656d52-c555-4e5e-9a5b-18226766ffe3" providerId="AD" clId="Web-{87E5A3FA-000D-1114-AB90-5596344E09E7}" dt="2024-07-12T17:48:11.710" v="102"/>
          <ac:cxnSpMkLst>
            <pc:docMk/>
            <pc:sldMk cId="2394237435" sldId="1036"/>
            <ac:cxnSpMk id="31" creationId="{88E8091A-9DE6-6525-7FB9-0BEF6586FF4A}"/>
          </ac:cxnSpMkLst>
        </pc:cxnChg>
        <pc:cxnChg chg="del mod">
          <ac:chgData name="Allison Mulshine" userId="S::allison.mulshine@collegiseducation.com::5f656d52-c555-4e5e-9a5b-18226766ffe3" providerId="AD" clId="Web-{87E5A3FA-000D-1114-AB90-5596344E09E7}" dt="2024-07-12T17:48:11.695" v="101"/>
          <ac:cxnSpMkLst>
            <pc:docMk/>
            <pc:sldMk cId="2394237435" sldId="1036"/>
            <ac:cxnSpMk id="32" creationId="{B19CA9F6-806A-07E3-2D73-7C5507216D6F}"/>
          </ac:cxnSpMkLst>
        </pc:cxnChg>
        <pc:cxnChg chg="del mod">
          <ac:chgData name="Allison Mulshine" userId="S::allison.mulshine@collegiseducation.com::5f656d52-c555-4e5e-9a5b-18226766ffe3" providerId="AD" clId="Web-{87E5A3FA-000D-1114-AB90-5596344E09E7}" dt="2024-07-12T17:48:11.695" v="94"/>
          <ac:cxnSpMkLst>
            <pc:docMk/>
            <pc:sldMk cId="2394237435" sldId="1036"/>
            <ac:cxnSpMk id="44" creationId="{B593539C-412F-97EF-12CF-191644AC459B}"/>
          </ac:cxnSpMkLst>
        </pc:cxnChg>
        <pc:cxnChg chg="del mod">
          <ac:chgData name="Allison Mulshine" userId="S::allison.mulshine@collegiseducation.com::5f656d52-c555-4e5e-9a5b-18226766ffe3" providerId="AD" clId="Web-{87E5A3FA-000D-1114-AB90-5596344E09E7}" dt="2024-07-12T17:48:11.695" v="93"/>
          <ac:cxnSpMkLst>
            <pc:docMk/>
            <pc:sldMk cId="2394237435" sldId="1036"/>
            <ac:cxnSpMk id="53" creationId="{BD3D49B2-DBEB-7AA0-F0FF-1824970B1A21}"/>
          </ac:cxnSpMkLst>
        </pc:cxnChg>
      </pc:sldChg>
      <pc:sldChg chg="addSp delSp modSp">
        <pc:chgData name="Allison Mulshine" userId="S::allison.mulshine@collegiseducation.com::5f656d52-c555-4e5e-9a5b-18226766ffe3" providerId="AD" clId="Web-{87E5A3FA-000D-1114-AB90-5596344E09E7}" dt="2024-07-12T17:49:21.041" v="169"/>
        <pc:sldMkLst>
          <pc:docMk/>
          <pc:sldMk cId="2957823782" sldId="1038"/>
        </pc:sldMkLst>
        <pc:spChg chg="add del mod">
          <ac:chgData name="Allison Mulshine" userId="S::allison.mulshine@collegiseducation.com::5f656d52-c555-4e5e-9a5b-18226766ffe3" providerId="AD" clId="Web-{87E5A3FA-000D-1114-AB90-5596344E09E7}" dt="2024-07-12T17:48:55.837" v="133"/>
          <ac:spMkLst>
            <pc:docMk/>
            <pc:sldMk cId="2957823782" sldId="1038"/>
            <ac:spMk id="3" creationId="{3091A9DB-E72D-8A36-DB84-4C4269A91C30}"/>
          </ac:spMkLst>
        </pc:spChg>
        <pc:spChg chg="add del">
          <ac:chgData name="Allison Mulshine" userId="S::allison.mulshine@collegiseducation.com::5f656d52-c555-4e5e-9a5b-18226766ffe3" providerId="AD" clId="Web-{87E5A3FA-000D-1114-AB90-5596344E09E7}" dt="2024-07-12T17:49:19.838" v="167"/>
          <ac:spMkLst>
            <pc:docMk/>
            <pc:sldMk cId="2957823782" sldId="1038"/>
            <ac:spMk id="25" creationId="{B06749A0-9483-2F2C-F61D-F723D4C43226}"/>
          </ac:spMkLst>
        </pc:spChg>
        <pc:spChg chg="add del">
          <ac:chgData name="Allison Mulshine" userId="S::allison.mulshine@collegiseducation.com::5f656d52-c555-4e5e-9a5b-18226766ffe3" providerId="AD" clId="Web-{87E5A3FA-000D-1114-AB90-5596344E09E7}" dt="2024-07-12T17:49:19.838" v="166"/>
          <ac:spMkLst>
            <pc:docMk/>
            <pc:sldMk cId="2957823782" sldId="1038"/>
            <ac:spMk id="26" creationId="{6070199C-00F0-6197-2186-2C9103FA5808}"/>
          </ac:spMkLst>
        </pc:spChg>
        <pc:spChg chg="add del">
          <ac:chgData name="Allison Mulshine" userId="S::allison.mulshine@collegiseducation.com::5f656d52-c555-4e5e-9a5b-18226766ffe3" providerId="AD" clId="Web-{87E5A3FA-000D-1114-AB90-5596344E09E7}" dt="2024-07-12T17:49:19.838" v="165"/>
          <ac:spMkLst>
            <pc:docMk/>
            <pc:sldMk cId="2957823782" sldId="1038"/>
            <ac:spMk id="27" creationId="{314CBDDD-BBEF-5A1B-EEEC-1B872B5B3025}"/>
          </ac:spMkLst>
        </pc:spChg>
        <pc:spChg chg="add del">
          <ac:chgData name="Allison Mulshine" userId="S::allison.mulshine@collegiseducation.com::5f656d52-c555-4e5e-9a5b-18226766ffe3" providerId="AD" clId="Web-{87E5A3FA-000D-1114-AB90-5596344E09E7}" dt="2024-07-12T17:49:19.838" v="164"/>
          <ac:spMkLst>
            <pc:docMk/>
            <pc:sldMk cId="2957823782" sldId="1038"/>
            <ac:spMk id="28" creationId="{9F2848A0-1475-A628-4494-F8DE37D394A2}"/>
          </ac:spMkLst>
        </pc:spChg>
        <pc:spChg chg="add del">
          <ac:chgData name="Allison Mulshine" userId="S::allison.mulshine@collegiseducation.com::5f656d52-c555-4e5e-9a5b-18226766ffe3" providerId="AD" clId="Web-{87E5A3FA-000D-1114-AB90-5596344E09E7}" dt="2024-07-12T17:49:19.838" v="161"/>
          <ac:spMkLst>
            <pc:docMk/>
            <pc:sldMk cId="2957823782" sldId="1038"/>
            <ac:spMk id="35" creationId="{6B57112B-E012-B114-2AAA-DBEA6856FF08}"/>
          </ac:spMkLst>
        </pc:spChg>
        <pc:spChg chg="add del">
          <ac:chgData name="Allison Mulshine" userId="S::allison.mulshine@collegiseducation.com::5f656d52-c555-4e5e-9a5b-18226766ffe3" providerId="AD" clId="Web-{87E5A3FA-000D-1114-AB90-5596344E09E7}" dt="2024-07-12T17:49:19.838" v="160"/>
          <ac:spMkLst>
            <pc:docMk/>
            <pc:sldMk cId="2957823782" sldId="1038"/>
            <ac:spMk id="36" creationId="{B954C301-4EAA-9843-AE5C-6CEA0EB0F0B0}"/>
          </ac:spMkLst>
        </pc:spChg>
        <pc:spChg chg="add del">
          <ac:chgData name="Allison Mulshine" userId="S::allison.mulshine@collegiseducation.com::5f656d52-c555-4e5e-9a5b-18226766ffe3" providerId="AD" clId="Web-{87E5A3FA-000D-1114-AB90-5596344E09E7}" dt="2024-07-12T17:49:19.838" v="159"/>
          <ac:spMkLst>
            <pc:docMk/>
            <pc:sldMk cId="2957823782" sldId="1038"/>
            <ac:spMk id="37" creationId="{B400B1F0-5DCB-5039-A878-4B7471BC5343}"/>
          </ac:spMkLst>
        </pc:spChg>
        <pc:spChg chg="add del">
          <ac:chgData name="Allison Mulshine" userId="S::allison.mulshine@collegiseducation.com::5f656d52-c555-4e5e-9a5b-18226766ffe3" providerId="AD" clId="Web-{87E5A3FA-000D-1114-AB90-5596344E09E7}" dt="2024-07-12T17:49:19.838" v="158"/>
          <ac:spMkLst>
            <pc:docMk/>
            <pc:sldMk cId="2957823782" sldId="1038"/>
            <ac:spMk id="38" creationId="{3519AE8D-1A0D-B672-4DAC-54BA9F3DA2EB}"/>
          </ac:spMkLst>
        </pc:spChg>
        <pc:spChg chg="add del">
          <ac:chgData name="Allison Mulshine" userId="S::allison.mulshine@collegiseducation.com::5f656d52-c555-4e5e-9a5b-18226766ffe3" providerId="AD" clId="Web-{87E5A3FA-000D-1114-AB90-5596344E09E7}" dt="2024-07-12T17:49:19.838" v="168"/>
          <ac:spMkLst>
            <pc:docMk/>
            <pc:sldMk cId="2957823782" sldId="1038"/>
            <ac:spMk id="40" creationId="{361090CB-2F1D-3EDE-1F4B-0252F082BEDC}"/>
          </ac:spMkLst>
        </pc:spChg>
        <pc:spChg chg="add del">
          <ac:chgData name="Allison Mulshine" userId="S::allison.mulshine@collegiseducation.com::5f656d52-c555-4e5e-9a5b-18226766ffe3" providerId="AD" clId="Web-{87E5A3FA-000D-1114-AB90-5596344E09E7}" dt="2024-07-12T17:49:19.838" v="157"/>
          <ac:spMkLst>
            <pc:docMk/>
            <pc:sldMk cId="2957823782" sldId="1038"/>
            <ac:spMk id="41" creationId="{BCCA4EDD-1ED4-6336-005C-A26F04B94CEE}"/>
          </ac:spMkLst>
        </pc:spChg>
        <pc:spChg chg="add del">
          <ac:chgData name="Allison Mulshine" userId="S::allison.mulshine@collegiseducation.com::5f656d52-c555-4e5e-9a5b-18226766ffe3" providerId="AD" clId="Web-{87E5A3FA-000D-1114-AB90-5596344E09E7}" dt="2024-07-12T17:49:19.838" v="156"/>
          <ac:spMkLst>
            <pc:docMk/>
            <pc:sldMk cId="2957823782" sldId="1038"/>
            <ac:spMk id="42" creationId="{DDD539ED-097E-8AA7-543B-508493DFD57B}"/>
          </ac:spMkLst>
        </pc:spChg>
        <pc:spChg chg="add del">
          <ac:chgData name="Allison Mulshine" userId="S::allison.mulshine@collegiseducation.com::5f656d52-c555-4e5e-9a5b-18226766ffe3" providerId="AD" clId="Web-{87E5A3FA-000D-1114-AB90-5596344E09E7}" dt="2024-07-12T17:49:19.838" v="153"/>
          <ac:spMkLst>
            <pc:docMk/>
            <pc:sldMk cId="2957823782" sldId="1038"/>
            <ac:spMk id="58" creationId="{E2DA7D27-A47C-B546-DE4C-40ABDBB52048}"/>
          </ac:spMkLst>
        </pc:spChg>
        <pc:spChg chg="add del">
          <ac:chgData name="Allison Mulshine" userId="S::allison.mulshine@collegiseducation.com::5f656d52-c555-4e5e-9a5b-18226766ffe3" providerId="AD" clId="Web-{87E5A3FA-000D-1114-AB90-5596344E09E7}" dt="2024-07-12T17:49:19.838" v="152"/>
          <ac:spMkLst>
            <pc:docMk/>
            <pc:sldMk cId="2957823782" sldId="1038"/>
            <ac:spMk id="59" creationId="{2F881C61-81D5-E216-7E4F-3951CA6E9D29}"/>
          </ac:spMkLst>
        </pc:spChg>
        <pc:picChg chg="add">
          <ac:chgData name="Allison Mulshine" userId="S::allison.mulshine@collegiseducation.com::5f656d52-c555-4e5e-9a5b-18226766ffe3" providerId="AD" clId="Web-{87E5A3FA-000D-1114-AB90-5596344E09E7}" dt="2024-07-12T17:49:21.041" v="169"/>
          <ac:picMkLst>
            <pc:docMk/>
            <pc:sldMk cId="2957823782" sldId="1038"/>
            <ac:picMk id="5" creationId="{87B558ED-5D81-5245-C8C1-981E344C03B6}"/>
          </ac:picMkLst>
        </pc:picChg>
        <pc:cxnChg chg="add del mod">
          <ac:chgData name="Allison Mulshine" userId="S::allison.mulshine@collegiseducation.com::5f656d52-c555-4e5e-9a5b-18226766ffe3" providerId="AD" clId="Web-{87E5A3FA-000D-1114-AB90-5596344E09E7}" dt="2024-07-12T17:49:19.838" v="163"/>
          <ac:cxnSpMkLst>
            <pc:docMk/>
            <pc:sldMk cId="2957823782" sldId="1038"/>
            <ac:cxnSpMk id="31" creationId="{88E8091A-9DE6-6525-7FB9-0BEF6586FF4A}"/>
          </ac:cxnSpMkLst>
        </pc:cxnChg>
        <pc:cxnChg chg="add del mod">
          <ac:chgData name="Allison Mulshine" userId="S::allison.mulshine@collegiseducation.com::5f656d52-c555-4e5e-9a5b-18226766ffe3" providerId="AD" clId="Web-{87E5A3FA-000D-1114-AB90-5596344E09E7}" dt="2024-07-12T17:49:19.838" v="162"/>
          <ac:cxnSpMkLst>
            <pc:docMk/>
            <pc:sldMk cId="2957823782" sldId="1038"/>
            <ac:cxnSpMk id="32" creationId="{B19CA9F6-806A-07E3-2D73-7C5507216D6F}"/>
          </ac:cxnSpMkLst>
        </pc:cxnChg>
        <pc:cxnChg chg="add del mod">
          <ac:chgData name="Allison Mulshine" userId="S::allison.mulshine@collegiseducation.com::5f656d52-c555-4e5e-9a5b-18226766ffe3" providerId="AD" clId="Web-{87E5A3FA-000D-1114-AB90-5596344E09E7}" dt="2024-07-12T17:49:19.838" v="155"/>
          <ac:cxnSpMkLst>
            <pc:docMk/>
            <pc:sldMk cId="2957823782" sldId="1038"/>
            <ac:cxnSpMk id="44" creationId="{B593539C-412F-97EF-12CF-191644AC459B}"/>
          </ac:cxnSpMkLst>
        </pc:cxnChg>
        <pc:cxnChg chg="add del mod">
          <ac:chgData name="Allison Mulshine" userId="S::allison.mulshine@collegiseducation.com::5f656d52-c555-4e5e-9a5b-18226766ffe3" providerId="AD" clId="Web-{87E5A3FA-000D-1114-AB90-5596344E09E7}" dt="2024-07-12T17:49:19.838" v="154"/>
          <ac:cxnSpMkLst>
            <pc:docMk/>
            <pc:sldMk cId="2957823782" sldId="1038"/>
            <ac:cxnSpMk id="53" creationId="{BD3D49B2-DBEB-7AA0-F0FF-1824970B1A21}"/>
          </ac:cxnSpMkLst>
        </pc:cxnChg>
      </pc:sldChg>
      <pc:sldChg chg="modSp">
        <pc:chgData name="Allison Mulshine" userId="S::allison.mulshine@collegiseducation.com::5f656d52-c555-4e5e-9a5b-18226766ffe3" providerId="AD" clId="Web-{87E5A3FA-000D-1114-AB90-5596344E09E7}" dt="2024-07-12T17:50:01.511" v="170"/>
        <pc:sldMkLst>
          <pc:docMk/>
          <pc:sldMk cId="1584029473" sldId="1103"/>
        </pc:sldMkLst>
        <pc:grpChg chg="mod">
          <ac:chgData name="Allison Mulshine" userId="S::allison.mulshine@collegiseducation.com::5f656d52-c555-4e5e-9a5b-18226766ffe3" providerId="AD" clId="Web-{87E5A3FA-000D-1114-AB90-5596344E09E7}" dt="2024-07-12T17:50:01.511" v="170"/>
          <ac:grpSpMkLst>
            <pc:docMk/>
            <pc:sldMk cId="1584029473" sldId="1103"/>
            <ac:grpSpMk id="5" creationId="{EC4092DA-EB2D-B0D7-CB2F-7B2C9E8F89FA}"/>
          </ac:grpSpMkLst>
        </pc:grpChg>
      </pc:sldChg>
      <pc:sldChg chg="addSp delSp modSp">
        <pc:chgData name="Allison Mulshine" userId="S::allison.mulshine@collegiseducation.com::5f656d52-c555-4e5e-9a5b-18226766ffe3" providerId="AD" clId="Web-{87E5A3FA-000D-1114-AB90-5596344E09E7}" dt="2024-07-12T17:45:41.642" v="56"/>
        <pc:sldMkLst>
          <pc:docMk/>
          <pc:sldMk cId="89284593" sldId="1104"/>
        </pc:sldMkLst>
        <pc:spChg chg="del mod">
          <ac:chgData name="Allison Mulshine" userId="S::allison.mulshine@collegiseducation.com::5f656d52-c555-4e5e-9a5b-18226766ffe3" providerId="AD" clId="Web-{87E5A3FA-000D-1114-AB90-5596344E09E7}" dt="2024-07-12T17:45:15.157" v="47"/>
          <ac:spMkLst>
            <pc:docMk/>
            <pc:sldMk cId="89284593" sldId="1104"/>
            <ac:spMk id="5" creationId="{4C29D2FD-8D13-E583-F0BC-611308E6B433}"/>
          </ac:spMkLst>
        </pc:spChg>
        <pc:spChg chg="del mod">
          <ac:chgData name="Allison Mulshine" userId="S::allison.mulshine@collegiseducation.com::5f656d52-c555-4e5e-9a5b-18226766ffe3" providerId="AD" clId="Web-{87E5A3FA-000D-1114-AB90-5596344E09E7}" dt="2024-07-12T17:45:15.157" v="46"/>
          <ac:spMkLst>
            <pc:docMk/>
            <pc:sldMk cId="89284593" sldId="1104"/>
            <ac:spMk id="6" creationId="{77ACCDDD-5A20-BC2E-3BE3-4680C1258514}"/>
          </ac:spMkLst>
        </pc:spChg>
        <pc:spChg chg="del mod">
          <ac:chgData name="Allison Mulshine" userId="S::allison.mulshine@collegiseducation.com::5f656d52-c555-4e5e-9a5b-18226766ffe3" providerId="AD" clId="Web-{87E5A3FA-000D-1114-AB90-5596344E09E7}" dt="2024-07-12T17:45:15.157" v="45"/>
          <ac:spMkLst>
            <pc:docMk/>
            <pc:sldMk cId="89284593" sldId="1104"/>
            <ac:spMk id="7" creationId="{8158FFA1-73E1-694F-1995-FB2745C6F8F8}"/>
          </ac:spMkLst>
        </pc:spChg>
        <pc:spChg chg="del mod">
          <ac:chgData name="Allison Mulshine" userId="S::allison.mulshine@collegiseducation.com::5f656d52-c555-4e5e-9a5b-18226766ffe3" providerId="AD" clId="Web-{87E5A3FA-000D-1114-AB90-5596344E09E7}" dt="2024-07-12T17:45:15.157" v="44"/>
          <ac:spMkLst>
            <pc:docMk/>
            <pc:sldMk cId="89284593" sldId="1104"/>
            <ac:spMk id="15" creationId="{1E0928BF-9C48-94CF-2D98-FDE4A0ABC564}"/>
          </ac:spMkLst>
        </pc:spChg>
        <pc:spChg chg="del mod">
          <ac:chgData name="Allison Mulshine" userId="S::allison.mulshine@collegiseducation.com::5f656d52-c555-4e5e-9a5b-18226766ffe3" providerId="AD" clId="Web-{87E5A3FA-000D-1114-AB90-5596344E09E7}" dt="2024-07-12T17:45:15.157" v="43"/>
          <ac:spMkLst>
            <pc:docMk/>
            <pc:sldMk cId="89284593" sldId="1104"/>
            <ac:spMk id="16" creationId="{51DCC086-D103-97C1-E5B5-6BA84D95404E}"/>
          </ac:spMkLst>
        </pc:spChg>
        <pc:spChg chg="del mod">
          <ac:chgData name="Allison Mulshine" userId="S::allison.mulshine@collegiseducation.com::5f656d52-c555-4e5e-9a5b-18226766ffe3" providerId="AD" clId="Web-{87E5A3FA-000D-1114-AB90-5596344E09E7}" dt="2024-07-12T17:45:15.157" v="42"/>
          <ac:spMkLst>
            <pc:docMk/>
            <pc:sldMk cId="89284593" sldId="1104"/>
            <ac:spMk id="17" creationId="{232D01D3-D66F-2AE2-CC5F-38513E49CEF2}"/>
          </ac:spMkLst>
        </pc:spChg>
        <pc:spChg chg="del mod">
          <ac:chgData name="Allison Mulshine" userId="S::allison.mulshine@collegiseducation.com::5f656d52-c555-4e5e-9a5b-18226766ffe3" providerId="AD" clId="Web-{87E5A3FA-000D-1114-AB90-5596344E09E7}" dt="2024-07-12T17:45:15.157" v="41"/>
          <ac:spMkLst>
            <pc:docMk/>
            <pc:sldMk cId="89284593" sldId="1104"/>
            <ac:spMk id="18" creationId="{D24C2229-8944-2B3A-AA4E-E5EC23DAE357}"/>
          </ac:spMkLst>
        </pc:spChg>
        <pc:spChg chg="del mod">
          <ac:chgData name="Allison Mulshine" userId="S::allison.mulshine@collegiseducation.com::5f656d52-c555-4e5e-9a5b-18226766ffe3" providerId="AD" clId="Web-{87E5A3FA-000D-1114-AB90-5596344E09E7}" dt="2024-07-12T17:45:15.157" v="39"/>
          <ac:spMkLst>
            <pc:docMk/>
            <pc:sldMk cId="89284593" sldId="1104"/>
            <ac:spMk id="20" creationId="{3A29EA24-B666-99FF-AFB0-30D2327E6CC1}"/>
          </ac:spMkLst>
        </pc:spChg>
        <pc:picChg chg="del mod">
          <ac:chgData name="Allison Mulshine" userId="S::allison.mulshine@collegiseducation.com::5f656d52-c555-4e5e-9a5b-18226766ffe3" providerId="AD" clId="Web-{87E5A3FA-000D-1114-AB90-5596344E09E7}" dt="2024-07-12T17:45:15.157" v="49"/>
          <ac:picMkLst>
            <pc:docMk/>
            <pc:sldMk cId="89284593" sldId="1104"/>
            <ac:picMk id="3" creationId="{960A1912-87DC-685C-B344-A706EA28182C}"/>
          </ac:picMkLst>
        </pc:picChg>
        <pc:picChg chg="del mod">
          <ac:chgData name="Allison Mulshine" userId="S::allison.mulshine@collegiseducation.com::5f656d52-c555-4e5e-9a5b-18226766ffe3" providerId="AD" clId="Web-{87E5A3FA-000D-1114-AB90-5596344E09E7}" dt="2024-07-12T17:45:15.157" v="48"/>
          <ac:picMkLst>
            <pc:docMk/>
            <pc:sldMk cId="89284593" sldId="1104"/>
            <ac:picMk id="4" creationId="{91F306D4-5D77-E5F8-21A6-8E077347075E}"/>
          </ac:picMkLst>
        </pc:picChg>
        <pc:picChg chg="add mod">
          <ac:chgData name="Allison Mulshine" userId="S::allison.mulshine@collegiseducation.com::5f656d52-c555-4e5e-9a5b-18226766ffe3" providerId="AD" clId="Web-{87E5A3FA-000D-1114-AB90-5596344E09E7}" dt="2024-07-12T17:45:41.642" v="56"/>
          <ac:picMkLst>
            <pc:docMk/>
            <pc:sldMk cId="89284593" sldId="1104"/>
            <ac:picMk id="8" creationId="{ADD038BF-1D82-7F0B-6D1C-233C6EC0FDB2}"/>
          </ac:picMkLst>
        </pc:picChg>
        <pc:picChg chg="del mod">
          <ac:chgData name="Allison Mulshine" userId="S::allison.mulshine@collegiseducation.com::5f656d52-c555-4e5e-9a5b-18226766ffe3" providerId="AD" clId="Web-{87E5A3FA-000D-1114-AB90-5596344E09E7}" dt="2024-07-12T17:45:15.157" v="40"/>
          <ac:picMkLst>
            <pc:docMk/>
            <pc:sldMk cId="89284593" sldId="1104"/>
            <ac:picMk id="19" creationId="{56C6481F-F2A9-0026-8529-7884FA68C6CB}"/>
          </ac:picMkLst>
        </pc:picChg>
        <pc:picChg chg="del mod">
          <ac:chgData name="Allison Mulshine" userId="S::allison.mulshine@collegiseducation.com::5f656d52-c555-4e5e-9a5b-18226766ffe3" providerId="AD" clId="Web-{87E5A3FA-000D-1114-AB90-5596344E09E7}" dt="2024-07-12T17:45:15.157" v="51"/>
          <ac:picMkLst>
            <pc:docMk/>
            <pc:sldMk cId="89284593" sldId="1104"/>
            <ac:picMk id="3074" creationId="{90323AF2-8534-1303-B2B8-F0FEE6B9E191}"/>
          </ac:picMkLst>
        </pc:picChg>
        <pc:picChg chg="del mod">
          <ac:chgData name="Allison Mulshine" userId="S::allison.mulshine@collegiseducation.com::5f656d52-c555-4e5e-9a5b-18226766ffe3" providerId="AD" clId="Web-{87E5A3FA-000D-1114-AB90-5596344E09E7}" dt="2024-07-12T17:45:15.157" v="50"/>
          <ac:picMkLst>
            <pc:docMk/>
            <pc:sldMk cId="89284593" sldId="1104"/>
            <ac:picMk id="3076" creationId="{04F4333C-73FE-C736-F438-DD64EA1533E4}"/>
          </ac:picMkLst>
        </pc:picChg>
      </pc:sldChg>
      <pc:sldChg chg="addSp delSp modSp">
        <pc:chgData name="Allison Mulshine" userId="S::allison.mulshine@collegiseducation.com::5f656d52-c555-4e5e-9a5b-18226766ffe3" providerId="AD" clId="Web-{87E5A3FA-000D-1114-AB90-5596344E09E7}" dt="2024-07-12T17:47:49.428" v="90"/>
        <pc:sldMkLst>
          <pc:docMk/>
          <pc:sldMk cId="2702129519" sldId="1105"/>
        </pc:sldMkLst>
        <pc:spChg chg="del">
          <ac:chgData name="Allison Mulshine" userId="S::allison.mulshine@collegiseducation.com::5f656d52-c555-4e5e-9a5b-18226766ffe3" providerId="AD" clId="Web-{87E5A3FA-000D-1114-AB90-5596344E09E7}" dt="2024-07-12T17:47:28.474" v="84"/>
          <ac:spMkLst>
            <pc:docMk/>
            <pc:sldMk cId="2702129519" sldId="1105"/>
            <ac:spMk id="3" creationId="{D10C9026-47A4-4F75-253B-81A564B3BB21}"/>
          </ac:spMkLst>
        </pc:spChg>
        <pc:spChg chg="del">
          <ac:chgData name="Allison Mulshine" userId="S::allison.mulshine@collegiseducation.com::5f656d52-c555-4e5e-9a5b-18226766ffe3" providerId="AD" clId="Web-{87E5A3FA-000D-1114-AB90-5596344E09E7}" dt="2024-07-12T17:47:28.474" v="83"/>
          <ac:spMkLst>
            <pc:docMk/>
            <pc:sldMk cId="2702129519" sldId="1105"/>
            <ac:spMk id="6" creationId="{3315A4EA-9C33-5DE7-895F-F29FB116D66D}"/>
          </ac:spMkLst>
        </pc:spChg>
        <pc:spChg chg="del">
          <ac:chgData name="Allison Mulshine" userId="S::allison.mulshine@collegiseducation.com::5f656d52-c555-4e5e-9a5b-18226766ffe3" providerId="AD" clId="Web-{87E5A3FA-000D-1114-AB90-5596344E09E7}" dt="2024-07-12T17:47:28.474" v="82"/>
          <ac:spMkLst>
            <pc:docMk/>
            <pc:sldMk cId="2702129519" sldId="1105"/>
            <ac:spMk id="7" creationId="{73318879-B6AB-3234-653F-53BD98FBD83F}"/>
          </ac:spMkLst>
        </pc:spChg>
        <pc:spChg chg="del">
          <ac:chgData name="Allison Mulshine" userId="S::allison.mulshine@collegiseducation.com::5f656d52-c555-4e5e-9a5b-18226766ffe3" providerId="AD" clId="Web-{87E5A3FA-000D-1114-AB90-5596344E09E7}" dt="2024-07-12T17:47:28.474" v="78"/>
          <ac:spMkLst>
            <pc:docMk/>
            <pc:sldMk cId="2702129519" sldId="1105"/>
            <ac:spMk id="10" creationId="{698E715F-D32C-405F-2ED5-9E1B5CE0E266}"/>
          </ac:spMkLst>
        </pc:spChg>
        <pc:spChg chg="del">
          <ac:chgData name="Allison Mulshine" userId="S::allison.mulshine@collegiseducation.com::5f656d52-c555-4e5e-9a5b-18226766ffe3" providerId="AD" clId="Web-{87E5A3FA-000D-1114-AB90-5596344E09E7}" dt="2024-07-12T17:47:28.474" v="77"/>
          <ac:spMkLst>
            <pc:docMk/>
            <pc:sldMk cId="2702129519" sldId="1105"/>
            <ac:spMk id="11" creationId="{76FDAA93-F540-80C6-1BD8-A25C8884DB62}"/>
          </ac:spMkLst>
        </pc:spChg>
        <pc:spChg chg="del">
          <ac:chgData name="Allison Mulshine" userId="S::allison.mulshine@collegiseducation.com::5f656d52-c555-4e5e-9a5b-18226766ffe3" providerId="AD" clId="Web-{87E5A3FA-000D-1114-AB90-5596344E09E7}" dt="2024-07-12T17:47:28.474" v="76"/>
          <ac:spMkLst>
            <pc:docMk/>
            <pc:sldMk cId="2702129519" sldId="1105"/>
            <ac:spMk id="12" creationId="{79372BD0-5E2F-7053-982D-F829F838EC1B}"/>
          </ac:spMkLst>
        </pc:spChg>
        <pc:spChg chg="del">
          <ac:chgData name="Allison Mulshine" userId="S::allison.mulshine@collegiseducation.com::5f656d52-c555-4e5e-9a5b-18226766ffe3" providerId="AD" clId="Web-{87E5A3FA-000D-1114-AB90-5596344E09E7}" dt="2024-07-12T17:47:28.474" v="75"/>
          <ac:spMkLst>
            <pc:docMk/>
            <pc:sldMk cId="2702129519" sldId="1105"/>
            <ac:spMk id="13" creationId="{C0365D68-4DBE-6FE6-6DAD-D564F0853748}"/>
          </ac:spMkLst>
        </pc:spChg>
        <pc:spChg chg="del">
          <ac:chgData name="Allison Mulshine" userId="S::allison.mulshine@collegiseducation.com::5f656d52-c555-4e5e-9a5b-18226766ffe3" providerId="AD" clId="Web-{87E5A3FA-000D-1114-AB90-5596344E09E7}" dt="2024-07-12T17:47:28.474" v="71"/>
          <ac:spMkLst>
            <pc:docMk/>
            <pc:sldMk cId="2702129519" sldId="1105"/>
            <ac:spMk id="19" creationId="{973783E7-6B49-0A1C-5FC1-AD4823F3AB0D}"/>
          </ac:spMkLst>
        </pc:spChg>
        <pc:spChg chg="del">
          <ac:chgData name="Allison Mulshine" userId="S::allison.mulshine@collegiseducation.com::5f656d52-c555-4e5e-9a5b-18226766ffe3" providerId="AD" clId="Web-{87E5A3FA-000D-1114-AB90-5596344E09E7}" dt="2024-07-12T17:47:28.474" v="70"/>
          <ac:spMkLst>
            <pc:docMk/>
            <pc:sldMk cId="2702129519" sldId="1105"/>
            <ac:spMk id="20" creationId="{384854F6-2B0C-64C2-DB70-24235F2DF773}"/>
          </ac:spMkLst>
        </pc:spChg>
        <pc:spChg chg="del">
          <ac:chgData name="Allison Mulshine" userId="S::allison.mulshine@collegiseducation.com::5f656d52-c555-4e5e-9a5b-18226766ffe3" providerId="AD" clId="Web-{87E5A3FA-000D-1114-AB90-5596344E09E7}" dt="2024-07-12T17:47:28.474" v="69"/>
          <ac:spMkLst>
            <pc:docMk/>
            <pc:sldMk cId="2702129519" sldId="1105"/>
            <ac:spMk id="21" creationId="{3F55427F-38E2-0726-0023-C0A0AAD06DE2}"/>
          </ac:spMkLst>
        </pc:spChg>
        <pc:spChg chg="del">
          <ac:chgData name="Allison Mulshine" userId="S::allison.mulshine@collegiseducation.com::5f656d52-c555-4e5e-9a5b-18226766ffe3" providerId="AD" clId="Web-{87E5A3FA-000D-1114-AB90-5596344E09E7}" dt="2024-07-12T17:47:28.474" v="68"/>
          <ac:spMkLst>
            <pc:docMk/>
            <pc:sldMk cId="2702129519" sldId="1105"/>
            <ac:spMk id="22" creationId="{D02E7D00-CC3C-5807-6018-A1358AE6E2DC}"/>
          </ac:spMkLst>
        </pc:spChg>
        <pc:spChg chg="del">
          <ac:chgData name="Allison Mulshine" userId="S::allison.mulshine@collegiseducation.com::5f656d52-c555-4e5e-9a5b-18226766ffe3" providerId="AD" clId="Web-{87E5A3FA-000D-1114-AB90-5596344E09E7}" dt="2024-07-12T17:47:28.474" v="86"/>
          <ac:spMkLst>
            <pc:docMk/>
            <pc:sldMk cId="2702129519" sldId="1105"/>
            <ac:spMk id="23" creationId="{205BA7FD-2437-F503-AAF1-BA431BAAAD44}"/>
          </ac:spMkLst>
        </pc:spChg>
        <pc:spChg chg="del">
          <ac:chgData name="Allison Mulshine" userId="S::allison.mulshine@collegiseducation.com::5f656d52-c555-4e5e-9a5b-18226766ffe3" providerId="AD" clId="Web-{87E5A3FA-000D-1114-AB90-5596344E09E7}" dt="2024-07-12T17:47:28.459" v="67"/>
          <ac:spMkLst>
            <pc:docMk/>
            <pc:sldMk cId="2702129519" sldId="1105"/>
            <ac:spMk id="24" creationId="{25E16DA9-0D9F-D952-A42A-663783AD5BD8}"/>
          </ac:spMkLst>
        </pc:spChg>
        <pc:spChg chg="del">
          <ac:chgData name="Allison Mulshine" userId="S::allison.mulshine@collegiseducation.com::5f656d52-c555-4e5e-9a5b-18226766ffe3" providerId="AD" clId="Web-{87E5A3FA-000D-1114-AB90-5596344E09E7}" dt="2024-07-12T17:47:28.459" v="66"/>
          <ac:spMkLst>
            <pc:docMk/>
            <pc:sldMk cId="2702129519" sldId="1105"/>
            <ac:spMk id="25" creationId="{4093DF86-A8F5-37B1-6C16-5E870131327A}"/>
          </ac:spMkLst>
        </pc:spChg>
        <pc:picChg chg="add mod">
          <ac:chgData name="Allison Mulshine" userId="S::allison.mulshine@collegiseducation.com::5f656d52-c555-4e5e-9a5b-18226766ffe3" providerId="AD" clId="Web-{87E5A3FA-000D-1114-AB90-5596344E09E7}" dt="2024-07-12T17:47:49.428" v="90"/>
          <ac:picMkLst>
            <pc:docMk/>
            <pc:sldMk cId="2702129519" sldId="1105"/>
            <ac:picMk id="5" creationId="{52FE06F0-3DD1-20D3-C196-3D48EB4C7783}"/>
          </ac:picMkLst>
        </pc:picChg>
        <pc:picChg chg="del">
          <ac:chgData name="Allison Mulshine" userId="S::allison.mulshine@collegiseducation.com::5f656d52-c555-4e5e-9a5b-18226766ffe3" providerId="AD" clId="Web-{87E5A3FA-000D-1114-AB90-5596344E09E7}" dt="2024-07-12T17:47:28.474" v="80"/>
          <ac:picMkLst>
            <pc:docMk/>
            <pc:sldMk cId="2702129519" sldId="1105"/>
            <ac:picMk id="8" creationId="{4F3E4E8C-0BB7-4E2E-74CF-123A4D08B96E}"/>
          </ac:picMkLst>
        </pc:picChg>
        <pc:picChg chg="del">
          <ac:chgData name="Allison Mulshine" userId="S::allison.mulshine@collegiseducation.com::5f656d52-c555-4e5e-9a5b-18226766ffe3" providerId="AD" clId="Web-{87E5A3FA-000D-1114-AB90-5596344E09E7}" dt="2024-07-12T17:47:28.474" v="79"/>
          <ac:picMkLst>
            <pc:docMk/>
            <pc:sldMk cId="2702129519" sldId="1105"/>
            <ac:picMk id="9" creationId="{6F635014-47F3-584B-4360-05DD49ADA827}"/>
          </ac:picMkLst>
        </pc:picChg>
        <pc:picChg chg="del">
          <ac:chgData name="Allison Mulshine" userId="S::allison.mulshine@collegiseducation.com::5f656d52-c555-4e5e-9a5b-18226766ffe3" providerId="AD" clId="Web-{87E5A3FA-000D-1114-AB90-5596344E09E7}" dt="2024-07-12T17:47:28.474" v="74"/>
          <ac:picMkLst>
            <pc:docMk/>
            <pc:sldMk cId="2702129519" sldId="1105"/>
            <ac:picMk id="14" creationId="{89A58C09-9E0B-00B8-C21A-2A94E7576782}"/>
          </ac:picMkLst>
        </pc:picChg>
        <pc:picChg chg="del">
          <ac:chgData name="Allison Mulshine" userId="S::allison.mulshine@collegiseducation.com::5f656d52-c555-4e5e-9a5b-18226766ffe3" providerId="AD" clId="Web-{87E5A3FA-000D-1114-AB90-5596344E09E7}" dt="2024-07-12T17:47:28.474" v="73"/>
          <ac:picMkLst>
            <pc:docMk/>
            <pc:sldMk cId="2702129519" sldId="1105"/>
            <ac:picMk id="15" creationId="{FB76C11B-77DA-B50F-48C0-BDEE731B58ED}"/>
          </ac:picMkLst>
        </pc:picChg>
        <pc:picChg chg="del">
          <ac:chgData name="Allison Mulshine" userId="S::allison.mulshine@collegiseducation.com::5f656d52-c555-4e5e-9a5b-18226766ffe3" providerId="AD" clId="Web-{87E5A3FA-000D-1114-AB90-5596344E09E7}" dt="2024-07-12T17:47:28.474" v="72"/>
          <ac:picMkLst>
            <pc:docMk/>
            <pc:sldMk cId="2702129519" sldId="1105"/>
            <ac:picMk id="16" creationId="{2A1F0F7A-F868-4578-9128-E2B8F7CD0778}"/>
          </ac:picMkLst>
        </pc:picChg>
        <pc:picChg chg="del">
          <ac:chgData name="Allison Mulshine" userId="S::allison.mulshine@collegiseducation.com::5f656d52-c555-4e5e-9a5b-18226766ffe3" providerId="AD" clId="Web-{87E5A3FA-000D-1114-AB90-5596344E09E7}" dt="2024-07-12T17:47:28.474" v="85"/>
          <ac:picMkLst>
            <pc:docMk/>
            <pc:sldMk cId="2702129519" sldId="1105"/>
            <ac:picMk id="5122" creationId="{8206A32A-E185-4956-3E1F-6FD3B9F6626E}"/>
          </ac:picMkLst>
        </pc:picChg>
        <pc:picChg chg="del">
          <ac:chgData name="Allison Mulshine" userId="S::allison.mulshine@collegiseducation.com::5f656d52-c555-4e5e-9a5b-18226766ffe3" providerId="AD" clId="Web-{87E5A3FA-000D-1114-AB90-5596344E09E7}" dt="2024-07-12T17:47:28.474" v="81"/>
          <ac:picMkLst>
            <pc:docMk/>
            <pc:sldMk cId="2702129519" sldId="1105"/>
            <ac:picMk id="5128" creationId="{479233AE-5582-1578-3FE9-BBD689168A96}"/>
          </ac:picMkLst>
        </pc:picChg>
      </pc:sldChg>
      <pc:sldChg chg="addSp delSp modSp">
        <pc:chgData name="Allison Mulshine" userId="S::allison.mulshine@collegiseducation.com::5f656d52-c555-4e5e-9a5b-18226766ffe3" providerId="AD" clId="Web-{87E5A3FA-000D-1114-AB90-5596344E09E7}" dt="2024-07-12T17:53:56.457" v="216"/>
        <pc:sldMkLst>
          <pc:docMk/>
          <pc:sldMk cId="4269083665" sldId="1142"/>
        </pc:sldMkLst>
        <pc:spChg chg="del">
          <ac:chgData name="Allison Mulshine" userId="S::allison.mulshine@collegiseducation.com::5f656d52-c555-4e5e-9a5b-18226766ffe3" providerId="AD" clId="Web-{87E5A3FA-000D-1114-AB90-5596344E09E7}" dt="2024-07-12T17:53:13.721" v="212"/>
          <ac:spMkLst>
            <pc:docMk/>
            <pc:sldMk cId="4269083665" sldId="1142"/>
            <ac:spMk id="30" creationId="{6BC6973A-D616-6CF0-54C2-989ECA31EF6C}"/>
          </ac:spMkLst>
        </pc:spChg>
        <pc:spChg chg="del">
          <ac:chgData name="Allison Mulshine" userId="S::allison.mulshine@collegiseducation.com::5f656d52-c555-4e5e-9a5b-18226766ffe3" providerId="AD" clId="Web-{87E5A3FA-000D-1114-AB90-5596344E09E7}" dt="2024-07-12T17:53:13.721" v="210"/>
          <ac:spMkLst>
            <pc:docMk/>
            <pc:sldMk cId="4269083665" sldId="1142"/>
            <ac:spMk id="31" creationId="{073B015D-C5AE-A70E-BE11-A98ED54A5250}"/>
          </ac:spMkLst>
        </pc:spChg>
        <pc:spChg chg="del">
          <ac:chgData name="Allison Mulshine" userId="S::allison.mulshine@collegiseducation.com::5f656d52-c555-4e5e-9a5b-18226766ffe3" providerId="AD" clId="Web-{87E5A3FA-000D-1114-AB90-5596344E09E7}" dt="2024-07-12T17:53:13.721" v="209"/>
          <ac:spMkLst>
            <pc:docMk/>
            <pc:sldMk cId="4269083665" sldId="1142"/>
            <ac:spMk id="32" creationId="{DEF6E11E-C12B-2A3F-FCA5-5E2408878162}"/>
          </ac:spMkLst>
        </pc:spChg>
        <pc:spChg chg="del">
          <ac:chgData name="Allison Mulshine" userId="S::allison.mulshine@collegiseducation.com::5f656d52-c555-4e5e-9a5b-18226766ffe3" providerId="AD" clId="Web-{87E5A3FA-000D-1114-AB90-5596344E09E7}" dt="2024-07-12T17:53:13.721" v="208"/>
          <ac:spMkLst>
            <pc:docMk/>
            <pc:sldMk cId="4269083665" sldId="1142"/>
            <ac:spMk id="33" creationId="{33700C82-46B3-C013-D5FC-CCE3311F6509}"/>
          </ac:spMkLst>
        </pc:spChg>
        <pc:spChg chg="del">
          <ac:chgData name="Allison Mulshine" userId="S::allison.mulshine@collegiseducation.com::5f656d52-c555-4e5e-9a5b-18226766ffe3" providerId="AD" clId="Web-{87E5A3FA-000D-1114-AB90-5596344E09E7}" dt="2024-07-12T17:53:13.721" v="207"/>
          <ac:spMkLst>
            <pc:docMk/>
            <pc:sldMk cId="4269083665" sldId="1142"/>
            <ac:spMk id="34" creationId="{3571B275-7460-16CA-180B-AD6C04B12B7E}"/>
          </ac:spMkLst>
        </pc:spChg>
        <pc:spChg chg="del">
          <ac:chgData name="Allison Mulshine" userId="S::allison.mulshine@collegiseducation.com::5f656d52-c555-4e5e-9a5b-18226766ffe3" providerId="AD" clId="Web-{87E5A3FA-000D-1114-AB90-5596344E09E7}" dt="2024-07-12T17:53:13.721" v="206"/>
          <ac:spMkLst>
            <pc:docMk/>
            <pc:sldMk cId="4269083665" sldId="1142"/>
            <ac:spMk id="35" creationId="{0368316B-C861-B0E5-DB9B-9FD5378E7669}"/>
          </ac:spMkLst>
        </pc:spChg>
        <pc:picChg chg="add mod">
          <ac:chgData name="Allison Mulshine" userId="S::allison.mulshine@collegiseducation.com::5f656d52-c555-4e5e-9a5b-18226766ffe3" providerId="AD" clId="Web-{87E5A3FA-000D-1114-AB90-5596344E09E7}" dt="2024-07-12T17:53:56.457" v="216"/>
          <ac:picMkLst>
            <pc:docMk/>
            <pc:sldMk cId="4269083665" sldId="1142"/>
            <ac:picMk id="13" creationId="{03ECA903-EDA2-9AC5-1E66-4143872BFF00}"/>
          </ac:picMkLst>
        </pc:picChg>
        <pc:picChg chg="del">
          <ac:chgData name="Allison Mulshine" userId="S::allison.mulshine@collegiseducation.com::5f656d52-c555-4e5e-9a5b-18226766ffe3" providerId="AD" clId="Web-{87E5A3FA-000D-1114-AB90-5596344E09E7}" dt="2024-07-12T17:53:13.721" v="211"/>
          <ac:picMkLst>
            <pc:docMk/>
            <pc:sldMk cId="4269083665" sldId="1142"/>
            <ac:picMk id="15366" creationId="{5FED9636-46BC-A7D2-5E19-974C33078504}"/>
          </ac:picMkLst>
        </pc:picChg>
        <pc:cxnChg chg="del mod">
          <ac:chgData name="Allison Mulshine" userId="S::allison.mulshine@collegiseducation.com::5f656d52-c555-4e5e-9a5b-18226766ffe3" providerId="AD" clId="Web-{87E5A3FA-000D-1114-AB90-5596344E09E7}" dt="2024-07-12T17:53:13.721" v="205"/>
          <ac:cxnSpMkLst>
            <pc:docMk/>
            <pc:sldMk cId="4269083665" sldId="1142"/>
            <ac:cxnSpMk id="37" creationId="{5BACF5B4-FB48-F53F-A8C7-DAB5FAD86617}"/>
          </ac:cxnSpMkLst>
        </pc:cxnChg>
        <pc:cxnChg chg="del mod">
          <ac:chgData name="Allison Mulshine" userId="S::allison.mulshine@collegiseducation.com::5f656d52-c555-4e5e-9a5b-18226766ffe3" providerId="AD" clId="Web-{87E5A3FA-000D-1114-AB90-5596344E09E7}" dt="2024-07-12T17:53:13.721" v="204"/>
          <ac:cxnSpMkLst>
            <pc:docMk/>
            <pc:sldMk cId="4269083665" sldId="1142"/>
            <ac:cxnSpMk id="39" creationId="{F2A19CDB-DD20-8D16-7045-64D8F210F4CD}"/>
          </ac:cxnSpMkLst>
        </pc:cxnChg>
      </pc:sldChg>
      <pc:sldChg chg="addSp delSp modSp">
        <pc:chgData name="Allison Mulshine" userId="S::allison.mulshine@collegiseducation.com::5f656d52-c555-4e5e-9a5b-18226766ffe3" providerId="AD" clId="Web-{87E5A3FA-000D-1114-AB90-5596344E09E7}" dt="2024-07-12T17:52:57.205" v="203"/>
        <pc:sldMkLst>
          <pc:docMk/>
          <pc:sldMk cId="792631931" sldId="1143"/>
        </pc:sldMkLst>
        <pc:spChg chg="mod">
          <ac:chgData name="Allison Mulshine" userId="S::allison.mulshine@collegiseducation.com::5f656d52-c555-4e5e-9a5b-18226766ffe3" providerId="AD" clId="Web-{87E5A3FA-000D-1114-AB90-5596344E09E7}" dt="2024-07-12T17:52:35.767" v="198" actId="20577"/>
          <ac:spMkLst>
            <pc:docMk/>
            <pc:sldMk cId="792631931" sldId="1143"/>
            <ac:spMk id="4" creationId="{E84F697D-8FFA-774C-26F1-EEB06F2F0E23}"/>
          </ac:spMkLst>
        </pc:spChg>
        <pc:spChg chg="del">
          <ac:chgData name="Allison Mulshine" userId="S::allison.mulshine@collegiseducation.com::5f656d52-c555-4e5e-9a5b-18226766ffe3" providerId="AD" clId="Web-{87E5A3FA-000D-1114-AB90-5596344E09E7}" dt="2024-07-12T17:52:21.719" v="195"/>
          <ac:spMkLst>
            <pc:docMk/>
            <pc:sldMk cId="792631931" sldId="1143"/>
            <ac:spMk id="5" creationId="{553F11CA-B5C4-EC82-AF16-935EA540F270}"/>
          </ac:spMkLst>
        </pc:spChg>
        <pc:spChg chg="del">
          <ac:chgData name="Allison Mulshine" userId="S::allison.mulshine@collegiseducation.com::5f656d52-c555-4e5e-9a5b-18226766ffe3" providerId="AD" clId="Web-{87E5A3FA-000D-1114-AB90-5596344E09E7}" dt="2024-07-12T17:52:21.719" v="193"/>
          <ac:spMkLst>
            <pc:docMk/>
            <pc:sldMk cId="792631931" sldId="1143"/>
            <ac:spMk id="7" creationId="{E6706115-8D35-D63C-E54C-78CA9F7F04CD}"/>
          </ac:spMkLst>
        </pc:spChg>
        <pc:spChg chg="del">
          <ac:chgData name="Allison Mulshine" userId="S::allison.mulshine@collegiseducation.com::5f656d52-c555-4e5e-9a5b-18226766ffe3" providerId="AD" clId="Web-{87E5A3FA-000D-1114-AB90-5596344E09E7}" dt="2024-07-12T17:52:21.719" v="189"/>
          <ac:spMkLst>
            <pc:docMk/>
            <pc:sldMk cId="792631931" sldId="1143"/>
            <ac:spMk id="14" creationId="{ACDA8E08-0525-E24D-E04E-B4669866D2FC}"/>
          </ac:spMkLst>
        </pc:spChg>
        <pc:spChg chg="del">
          <ac:chgData name="Allison Mulshine" userId="S::allison.mulshine@collegiseducation.com::5f656d52-c555-4e5e-9a5b-18226766ffe3" providerId="AD" clId="Web-{87E5A3FA-000D-1114-AB90-5596344E09E7}" dt="2024-07-12T17:52:21.719" v="188"/>
          <ac:spMkLst>
            <pc:docMk/>
            <pc:sldMk cId="792631931" sldId="1143"/>
            <ac:spMk id="16" creationId="{390D127C-A61D-6100-470C-BAF794734FB2}"/>
          </ac:spMkLst>
        </pc:spChg>
        <pc:spChg chg="del">
          <ac:chgData name="Allison Mulshine" userId="S::allison.mulshine@collegiseducation.com::5f656d52-c555-4e5e-9a5b-18226766ffe3" providerId="AD" clId="Web-{87E5A3FA-000D-1114-AB90-5596344E09E7}" dt="2024-07-12T17:52:21.719" v="187"/>
          <ac:spMkLst>
            <pc:docMk/>
            <pc:sldMk cId="792631931" sldId="1143"/>
            <ac:spMk id="17" creationId="{E89E41F3-3E81-7AE6-17A4-A7DEA58AAE69}"/>
          </ac:spMkLst>
        </pc:spChg>
        <pc:spChg chg="del">
          <ac:chgData name="Allison Mulshine" userId="S::allison.mulshine@collegiseducation.com::5f656d52-c555-4e5e-9a5b-18226766ffe3" providerId="AD" clId="Web-{87E5A3FA-000D-1114-AB90-5596344E09E7}" dt="2024-07-12T17:52:21.719" v="186"/>
          <ac:spMkLst>
            <pc:docMk/>
            <pc:sldMk cId="792631931" sldId="1143"/>
            <ac:spMk id="18" creationId="{92064720-4CF3-33C0-34AF-BFFDB6CF3934}"/>
          </ac:spMkLst>
        </pc:spChg>
        <pc:spChg chg="del">
          <ac:chgData name="Allison Mulshine" userId="S::allison.mulshine@collegiseducation.com::5f656d52-c555-4e5e-9a5b-18226766ffe3" providerId="AD" clId="Web-{87E5A3FA-000D-1114-AB90-5596344E09E7}" dt="2024-07-12T17:52:21.719" v="185"/>
          <ac:spMkLst>
            <pc:docMk/>
            <pc:sldMk cId="792631931" sldId="1143"/>
            <ac:spMk id="19" creationId="{387DA5C1-1342-331C-0703-24C90D24577A}"/>
          </ac:spMkLst>
        </pc:spChg>
        <pc:graphicFrameChg chg="del">
          <ac:chgData name="Allison Mulshine" userId="S::allison.mulshine@collegiseducation.com::5f656d52-c555-4e5e-9a5b-18226766ffe3" providerId="AD" clId="Web-{87E5A3FA-000D-1114-AB90-5596344E09E7}" dt="2024-07-12T17:52:21.719" v="194"/>
          <ac:graphicFrameMkLst>
            <pc:docMk/>
            <pc:sldMk cId="792631931" sldId="1143"/>
            <ac:graphicFrameMk id="2" creationId="{FFE23D60-1970-6A29-874C-60D06D5032F9}"/>
          </ac:graphicFrameMkLst>
        </pc:graphicFrameChg>
        <pc:picChg chg="del">
          <ac:chgData name="Allison Mulshine" userId="S::allison.mulshine@collegiseducation.com::5f656d52-c555-4e5e-9a5b-18226766ffe3" providerId="AD" clId="Web-{87E5A3FA-000D-1114-AB90-5596344E09E7}" dt="2024-07-12T17:52:21.719" v="192"/>
          <ac:picMkLst>
            <pc:docMk/>
            <pc:sldMk cId="792631931" sldId="1143"/>
            <ac:picMk id="9" creationId="{94F94DEA-8EAA-1B9F-8AF0-B7C5A931028A}"/>
          </ac:picMkLst>
        </pc:picChg>
        <pc:picChg chg="del">
          <ac:chgData name="Allison Mulshine" userId="S::allison.mulshine@collegiseducation.com::5f656d52-c555-4e5e-9a5b-18226766ffe3" providerId="AD" clId="Web-{87E5A3FA-000D-1114-AB90-5596344E09E7}" dt="2024-07-12T17:52:21.719" v="191"/>
          <ac:picMkLst>
            <pc:docMk/>
            <pc:sldMk cId="792631931" sldId="1143"/>
            <ac:picMk id="11" creationId="{7A13C4DC-697D-A857-1209-0FE0B36F4E5E}"/>
          </ac:picMkLst>
        </pc:picChg>
        <pc:picChg chg="del">
          <ac:chgData name="Allison Mulshine" userId="S::allison.mulshine@collegiseducation.com::5f656d52-c555-4e5e-9a5b-18226766ffe3" providerId="AD" clId="Web-{87E5A3FA-000D-1114-AB90-5596344E09E7}" dt="2024-07-12T17:52:21.719" v="190"/>
          <ac:picMkLst>
            <pc:docMk/>
            <pc:sldMk cId="792631931" sldId="1143"/>
            <ac:picMk id="13" creationId="{908C041E-D5DA-BC2A-E275-C4991DB9D6DC}"/>
          </ac:picMkLst>
        </pc:picChg>
        <pc:picChg chg="add mod">
          <ac:chgData name="Allison Mulshine" userId="S::allison.mulshine@collegiseducation.com::5f656d52-c555-4e5e-9a5b-18226766ffe3" providerId="AD" clId="Web-{87E5A3FA-000D-1114-AB90-5596344E09E7}" dt="2024-07-12T17:52:57.205" v="203"/>
          <ac:picMkLst>
            <pc:docMk/>
            <pc:sldMk cId="792631931" sldId="1143"/>
            <ac:picMk id="25" creationId="{E36C727C-0841-87B4-6CFD-3888CA0B8A13}"/>
          </ac:picMkLst>
        </pc:picChg>
      </pc:sldChg>
      <pc:sldChg chg="addSp delSp modSp">
        <pc:chgData name="Allison Mulshine" userId="S::allison.mulshine@collegiseducation.com::5f656d52-c555-4e5e-9a5b-18226766ffe3" providerId="AD" clId="Web-{87E5A3FA-000D-1114-AB90-5596344E09E7}" dt="2024-07-12T17:50:50.716" v="176"/>
        <pc:sldMkLst>
          <pc:docMk/>
          <pc:sldMk cId="2676887515" sldId="1144"/>
        </pc:sldMkLst>
        <pc:graphicFrameChg chg="del">
          <ac:chgData name="Allison Mulshine" userId="S::allison.mulshine@collegiseducation.com::5f656d52-c555-4e5e-9a5b-18226766ffe3" providerId="AD" clId="Web-{87E5A3FA-000D-1114-AB90-5596344E09E7}" dt="2024-07-12T17:50:31.043" v="171"/>
          <ac:graphicFrameMkLst>
            <pc:docMk/>
            <pc:sldMk cId="2676887515" sldId="1144"/>
            <ac:graphicFrameMk id="5" creationId="{40CC69A2-1472-51BA-D54D-C9DC0074348E}"/>
          </ac:graphicFrameMkLst>
        </pc:graphicFrameChg>
        <pc:picChg chg="add mod">
          <ac:chgData name="Allison Mulshine" userId="S::allison.mulshine@collegiseducation.com::5f656d52-c555-4e5e-9a5b-18226766ffe3" providerId="AD" clId="Web-{87E5A3FA-000D-1114-AB90-5596344E09E7}" dt="2024-07-12T17:50:50.716" v="176"/>
          <ac:picMkLst>
            <pc:docMk/>
            <pc:sldMk cId="2676887515" sldId="1144"/>
            <ac:picMk id="29" creationId="{F87F2AFF-BE97-31F1-0048-10A73CC367F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39D919ED-7EBC-0349-92FD-49744747E976}" type="datetimeFigureOut">
              <a:rPr lang="en-US" smtClean="0"/>
              <a:t>7/12/2024</a:t>
            </a:fld>
            <a:endParaRPr lang="en-US" dirty="0"/>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7A71147B-6250-B74A-893B-83F308D48EF2}" type="slidenum">
              <a:rPr lang="en-US" smtClean="0"/>
              <a:t>‹#›</a:t>
            </a:fld>
            <a:endParaRPr lang="en-US" dirty="0"/>
          </a:p>
        </p:txBody>
      </p:sp>
    </p:spTree>
    <p:extLst>
      <p:ext uri="{BB962C8B-B14F-4D97-AF65-F5344CB8AC3E}">
        <p14:creationId xmlns:p14="http://schemas.microsoft.com/office/powerpoint/2010/main" val="221214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71147B-6250-B74A-893B-83F308D48EF2}" type="slidenum">
              <a:rPr lang="en-US" smtClean="0"/>
              <a:t>4</a:t>
            </a:fld>
            <a:endParaRPr lang="en-US" dirty="0"/>
          </a:p>
        </p:txBody>
      </p:sp>
    </p:spTree>
    <p:extLst>
      <p:ext uri="{BB962C8B-B14F-4D97-AF65-F5344CB8AC3E}">
        <p14:creationId xmlns:p14="http://schemas.microsoft.com/office/powerpoint/2010/main" val="314740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dirty="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CA1B2D-91A0-C5A0-A577-CB1060733B0D}"/>
              </a:ext>
            </a:extLst>
          </p:cNvPr>
          <p:cNvSpPr>
            <a:spLocks noGrp="1"/>
          </p:cNvSpPr>
          <p:nvPr>
            <p:ph type="dt" sz="half" idx="10"/>
          </p:nvPr>
        </p:nvSpPr>
        <p:spPr/>
        <p:txBody>
          <a:bodyPr/>
          <a:lstStyle/>
          <a:p>
            <a:fld id="{E251FD5A-47F3-7A42-9DEC-F1C89DC0E539}" type="datetimeFigureOut">
              <a:rPr lang="en-US" smtClean="0"/>
              <a:t>7/12/2024</a:t>
            </a:fld>
            <a:endParaRPr lang="en-US" dirty="0"/>
          </a:p>
        </p:txBody>
      </p:sp>
      <p:sp>
        <p:nvSpPr>
          <p:cNvPr id="3" name="Footer Placeholder 2">
            <a:extLst>
              <a:ext uri="{FF2B5EF4-FFF2-40B4-BE49-F238E27FC236}">
                <a16:creationId xmlns:a16="http://schemas.microsoft.com/office/drawing/2014/main" id="{125DCA34-8EAF-2F4C-A973-971DE3FA740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64203A-6871-B7A0-6812-ECB7856C866B}"/>
              </a:ext>
            </a:extLst>
          </p:cNvPr>
          <p:cNvSpPr>
            <a:spLocks noGrp="1"/>
          </p:cNvSpPr>
          <p:nvPr>
            <p:ph type="sldNum" sz="quarter" idx="12"/>
          </p:nvPr>
        </p:nvSpPr>
        <p:spPr/>
        <p:txBody>
          <a:bodyPr/>
          <a:lstStyle/>
          <a:p>
            <a:fld id="{4443CBA9-CC61-CC46-91C3-2044A25EBE9F}" type="slidenum">
              <a:rPr lang="en-US" smtClean="0"/>
              <a:t>‹#›</a:t>
            </a:fld>
            <a:endParaRPr lang="en-US" dirty="0"/>
          </a:p>
        </p:txBody>
      </p:sp>
    </p:spTree>
    <p:extLst>
      <p:ext uri="{BB962C8B-B14F-4D97-AF65-F5344CB8AC3E}">
        <p14:creationId xmlns:p14="http://schemas.microsoft.com/office/powerpoint/2010/main" val="1723670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571500"/>
            <a:ext cx="16459200" cy="1485900"/>
          </a:xfrm>
        </p:spPr>
        <p:txBody>
          <a:bodyPr>
            <a:normAutofit/>
          </a:bodyPr>
          <a:lstStyle>
            <a:lvl1pPr>
              <a:defRPr sz="5400"/>
            </a:lvl1pPr>
          </a:lstStyle>
          <a:p>
            <a:r>
              <a:rPr lang="en-US" dirty="0"/>
              <a:t>Click to edit Master title style</a:t>
            </a:r>
          </a:p>
        </p:txBody>
      </p:sp>
      <p:sp>
        <p:nvSpPr>
          <p:cNvPr id="3" name="Date Placeholder 2"/>
          <p:cNvSpPr>
            <a:spLocks noGrp="1"/>
          </p:cNvSpPr>
          <p:nvPr>
            <p:ph type="dt" sz="half" idx="10"/>
          </p:nvPr>
        </p:nvSpPr>
        <p:spPr/>
        <p:txBody>
          <a:bodyPr/>
          <a:lstStyle/>
          <a:p>
            <a:fld id="{4D875EC7-9AFA-49AB-8FDF-A0609DDEEC05}" type="datetimeFigureOut">
              <a:rPr lang="en-US" smtClean="0"/>
              <a:t>7/12/2024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8D503BC-FD28-4C71-9C87-2981572925EE}" type="slidenum">
              <a:rPr lang="en-US" smtClean="0"/>
              <a:t>‹#›</a:t>
            </a:fld>
            <a:endParaRPr lang="en-US" dirty="0"/>
          </a:p>
        </p:txBody>
      </p:sp>
    </p:spTree>
    <p:extLst>
      <p:ext uri="{BB962C8B-B14F-4D97-AF65-F5344CB8AC3E}">
        <p14:creationId xmlns:p14="http://schemas.microsoft.com/office/powerpoint/2010/main" val="58743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7"/>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 id="2147483690" r:id="rId5"/>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5.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7124E-2AFD-8B0F-2A0E-4F4FC4AEE7C8}"/>
              </a:ext>
            </a:extLst>
          </p:cNvPr>
          <p:cNvSpPr>
            <a:spLocks noGrp="1"/>
          </p:cNvSpPr>
          <p:nvPr>
            <p:ph type="ctrTitle"/>
          </p:nvPr>
        </p:nvSpPr>
        <p:spPr>
          <a:xfrm>
            <a:off x="2645842" y="2570810"/>
            <a:ext cx="12996316" cy="2587300"/>
          </a:xfrm>
        </p:spPr>
        <p:txBody>
          <a:bodyPr/>
          <a:lstStyle/>
          <a:p>
            <a:r>
              <a:rPr lang="en-US" dirty="0"/>
              <a:t>Module 6: Lesson 4</a:t>
            </a:r>
            <a:br>
              <a:rPr lang="en-US" dirty="0"/>
            </a:br>
            <a:r>
              <a:rPr lang="en-US" dirty="0"/>
              <a:t>Data Lake Pattern</a:t>
            </a:r>
          </a:p>
        </p:txBody>
      </p:sp>
    </p:spTree>
    <p:custDataLst>
      <p:tags r:id="rId1"/>
    </p:custDataLst>
    <p:extLst>
      <p:ext uri="{BB962C8B-B14F-4D97-AF65-F5344CB8AC3E}">
        <p14:creationId xmlns:p14="http://schemas.microsoft.com/office/powerpoint/2010/main" val="2362645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CE00B-641B-6E6B-DF50-29E50600D03B}"/>
              </a:ext>
            </a:extLst>
          </p:cNvPr>
          <p:cNvSpPr>
            <a:spLocks noGrp="1"/>
          </p:cNvSpPr>
          <p:nvPr>
            <p:ph type="title"/>
          </p:nvPr>
        </p:nvSpPr>
        <p:spPr/>
        <p:txBody>
          <a:bodyPr/>
          <a:lstStyle/>
          <a:p>
            <a: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Legacy Enterprise Data Organization</a:t>
            </a:r>
            <a:br>
              <a:rPr lang="en-US" dirty="0"/>
            </a:br>
            <a:r>
              <a:rPr lang="en-US" sz="4800" dirty="0"/>
              <a:t>Data Warehouse</a:t>
            </a:r>
            <a:endParaRPr lang="en-US" dirty="0"/>
          </a:p>
        </p:txBody>
      </p:sp>
      <p:sp>
        <p:nvSpPr>
          <p:cNvPr id="4" name="Rectangle 3">
            <a:extLst>
              <a:ext uri="{FF2B5EF4-FFF2-40B4-BE49-F238E27FC236}">
                <a16:creationId xmlns:a16="http://schemas.microsoft.com/office/drawing/2014/main" id="{41B5FF05-3BBD-F34F-04D1-0F17BA2EDFFC}"/>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altLang="en-US" sz="2800" dirty="0">
                <a:solidFill>
                  <a:schemeClr val="bg2"/>
                </a:solidFill>
              </a:rPr>
              <a:t>A data warehouse is a repository (usually a relational database) that focuses on storing and managing highly structured data from various sources</a:t>
            </a:r>
          </a:p>
        </p:txBody>
      </p:sp>
      <p:sp>
        <p:nvSpPr>
          <p:cNvPr id="5" name="Rectangle 4">
            <a:extLst>
              <a:ext uri="{FF2B5EF4-FFF2-40B4-BE49-F238E27FC236}">
                <a16:creationId xmlns:a16="http://schemas.microsoft.com/office/drawing/2014/main" id="{6A2B4A0B-34BE-006A-A84F-4AA061148832}"/>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6" name="Rectangle 5">
            <a:extLst>
              <a:ext uri="{FF2B5EF4-FFF2-40B4-BE49-F238E27FC236}">
                <a16:creationId xmlns:a16="http://schemas.microsoft.com/office/drawing/2014/main" id="{AE033C3C-FE5F-D799-26F8-AC9542C0BC57}"/>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800" dirty="0">
                <a:solidFill>
                  <a:schemeClr val="tx1"/>
                </a:solidFill>
              </a:rPr>
              <a:t>Data warehouses establish a pre-defined schema (schema-on-write) that dictates how data it manages is stored and access</a:t>
            </a:r>
          </a:p>
        </p:txBody>
      </p:sp>
      <p:sp>
        <p:nvSpPr>
          <p:cNvPr id="7" name="Rectangle 6">
            <a:extLst>
              <a:ext uri="{FF2B5EF4-FFF2-40B4-BE49-F238E27FC236}">
                <a16:creationId xmlns:a16="http://schemas.microsoft.com/office/drawing/2014/main" id="{18798D00-DDE7-96D8-4921-41A7CA89F9CE}"/>
              </a:ext>
            </a:extLst>
          </p:cNvPr>
          <p:cNvSpPr/>
          <p:nvPr/>
        </p:nvSpPr>
        <p:spPr>
          <a:xfrm>
            <a:off x="1232453" y="5467350"/>
            <a:ext cx="1371600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800" dirty="0">
                <a:solidFill>
                  <a:schemeClr val="tx1"/>
                </a:solidFill>
              </a:rPr>
              <a:t>Schema-on-write enforces a predefined schema before data is written that mandates data conform to a specific structure and data types</a:t>
            </a:r>
          </a:p>
        </p:txBody>
      </p:sp>
      <p:sp>
        <p:nvSpPr>
          <p:cNvPr id="8" name="Rectangle 7">
            <a:extLst>
              <a:ext uri="{FF2B5EF4-FFF2-40B4-BE49-F238E27FC236}">
                <a16:creationId xmlns:a16="http://schemas.microsoft.com/office/drawing/2014/main" id="{5F604D68-98C7-6DC2-8065-9C36C8AB21D5}"/>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9" name="Rectangle 8">
            <a:extLst>
              <a:ext uri="{FF2B5EF4-FFF2-40B4-BE49-F238E27FC236}">
                <a16:creationId xmlns:a16="http://schemas.microsoft.com/office/drawing/2014/main" id="{BE6B1649-319F-98C0-F2B6-79C8A807F30F}"/>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10" name="Rectangle 9">
            <a:extLst>
              <a:ext uri="{FF2B5EF4-FFF2-40B4-BE49-F238E27FC236}">
                <a16:creationId xmlns:a16="http://schemas.microsoft.com/office/drawing/2014/main" id="{F5483773-4F5B-1A6C-5A1A-3698F342B125}"/>
              </a:ext>
            </a:extLst>
          </p:cNvPr>
          <p:cNvSpPr/>
          <p:nvPr/>
        </p:nvSpPr>
        <p:spPr>
          <a:xfrm>
            <a:off x="1232453" y="7038975"/>
            <a:ext cx="1371600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This imposed structure enables pre-built queries and efficient retrieval of data subsets, optimizing performance for well-defined analytical tasks</a:t>
            </a:r>
          </a:p>
        </p:txBody>
      </p:sp>
      <p:sp>
        <p:nvSpPr>
          <p:cNvPr id="11" name="Rectangle 10">
            <a:extLst>
              <a:ext uri="{FF2B5EF4-FFF2-40B4-BE49-F238E27FC236}">
                <a16:creationId xmlns:a16="http://schemas.microsoft.com/office/drawing/2014/main" id="{DC7EC223-7DB2-156E-0272-24609E5AD474}"/>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extLst>
      <p:ext uri="{BB962C8B-B14F-4D97-AF65-F5344CB8AC3E}">
        <p14:creationId xmlns:p14="http://schemas.microsoft.com/office/powerpoint/2010/main" val="1371219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15FE2-B3C8-7559-D540-FAC912D9906B}"/>
              </a:ext>
            </a:extLst>
          </p:cNvPr>
          <p:cNvSpPr>
            <a:spLocks noGrp="1"/>
          </p:cNvSpPr>
          <p:nvPr>
            <p:ph type="title"/>
          </p:nvPr>
        </p:nvSpPr>
        <p:spPr/>
        <p:txBody>
          <a:bodyPr/>
          <a:lstStyle/>
          <a:p>
            <a: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Legacy Enterprise Data Organization </a:t>
            </a:r>
            <a:br>
              <a:rPr kumimoji="0" lang="en-US" sz="56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br>
            <a:r>
              <a:rPr kumimoji="0" lang="en-US" sz="48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Data is Maintained Across Isolated Data Silos</a:t>
            </a:r>
            <a:endParaRPr lang="en-US" dirty="0"/>
          </a:p>
        </p:txBody>
      </p:sp>
      <p:sp>
        <p:nvSpPr>
          <p:cNvPr id="11" name="Rectangle 10">
            <a:extLst>
              <a:ext uri="{FF2B5EF4-FFF2-40B4-BE49-F238E27FC236}">
                <a16:creationId xmlns:a16="http://schemas.microsoft.com/office/drawing/2014/main" id="{5FC61A71-E586-EDD0-23B8-2A12DD8A496D}"/>
              </a:ext>
            </a:extLst>
          </p:cNvPr>
          <p:cNvSpPr/>
          <p:nvPr/>
        </p:nvSpPr>
        <p:spPr>
          <a:xfrm>
            <a:off x="509987" y="2108948"/>
            <a:ext cx="5675660" cy="350418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altLang="en-US" sz="3200" dirty="0">
                <a:solidFill>
                  <a:schemeClr val="bg2"/>
                </a:solidFill>
              </a:rPr>
              <a:t>A data silo refers to a situation where different subsets of information are stored and managed independently by separate systems</a:t>
            </a:r>
          </a:p>
        </p:txBody>
      </p:sp>
      <p:sp>
        <p:nvSpPr>
          <p:cNvPr id="12" name="Rectangle 11">
            <a:extLst>
              <a:ext uri="{FF2B5EF4-FFF2-40B4-BE49-F238E27FC236}">
                <a16:creationId xmlns:a16="http://schemas.microsoft.com/office/drawing/2014/main" id="{02FC4603-F91F-4217-B89C-FD760443A864}"/>
              </a:ext>
              <a:ext uri="{C183D7F6-B498-43B3-948B-1728B52AA6E4}">
                <adec:decorative xmlns:adec="http://schemas.microsoft.com/office/drawing/2017/decorative" val="1"/>
              </a:ext>
            </a:extLst>
          </p:cNvPr>
          <p:cNvSpPr/>
          <p:nvPr/>
        </p:nvSpPr>
        <p:spPr>
          <a:xfrm>
            <a:off x="-1" y="2108948"/>
            <a:ext cx="509988" cy="350418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3200" dirty="0">
              <a:solidFill>
                <a:schemeClr val="bg2"/>
              </a:solidFill>
            </a:endParaRPr>
          </a:p>
        </p:txBody>
      </p:sp>
      <p:sp>
        <p:nvSpPr>
          <p:cNvPr id="13" name="Rectangle 12">
            <a:extLst>
              <a:ext uri="{FF2B5EF4-FFF2-40B4-BE49-F238E27FC236}">
                <a16:creationId xmlns:a16="http://schemas.microsoft.com/office/drawing/2014/main" id="{07BA65D8-9808-8ABB-799B-FDD40B86A522}"/>
              </a:ext>
            </a:extLst>
          </p:cNvPr>
          <p:cNvSpPr/>
          <p:nvPr/>
        </p:nvSpPr>
        <p:spPr>
          <a:xfrm>
            <a:off x="509987" y="5774291"/>
            <a:ext cx="5675660" cy="350418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3200" dirty="0">
                <a:solidFill>
                  <a:schemeClr val="tx1"/>
                </a:solidFill>
              </a:rPr>
              <a:t>Data is not easily accessible or shareable across an organization, hindering collaboration and creating challenges for achieving a unified view of information. </a:t>
            </a:r>
          </a:p>
        </p:txBody>
      </p:sp>
      <p:sp>
        <p:nvSpPr>
          <p:cNvPr id="14" name="Rectangle 13">
            <a:extLst>
              <a:ext uri="{FF2B5EF4-FFF2-40B4-BE49-F238E27FC236}">
                <a16:creationId xmlns:a16="http://schemas.microsoft.com/office/drawing/2014/main" id="{216B6A19-0A74-8D13-9030-EFBD206905CA}"/>
              </a:ext>
              <a:ext uri="{C183D7F6-B498-43B3-948B-1728B52AA6E4}">
                <adec:decorative xmlns:adec="http://schemas.microsoft.com/office/drawing/2017/decorative" val="1"/>
              </a:ext>
            </a:extLst>
          </p:cNvPr>
          <p:cNvSpPr/>
          <p:nvPr/>
        </p:nvSpPr>
        <p:spPr>
          <a:xfrm>
            <a:off x="-1" y="5774291"/>
            <a:ext cx="509988" cy="350418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3200" dirty="0">
              <a:solidFill>
                <a:schemeClr val="bg2"/>
              </a:solidFill>
            </a:endParaRPr>
          </a:p>
        </p:txBody>
      </p:sp>
      <p:pic>
        <p:nvPicPr>
          <p:cNvPr id="8" name="Picture 7" descr="A diagram illustrating the complexity of analytics at the department level versus the corporate level:&#10;&#10;- Three vertical sections represent different departments: Marketing, Sales, and Purchasing.&#10;- Each department has its own database shown as cylindrical storage:&#10;  - **Marketing**: Stores &quot;Name of the Client&quot;, &quot;Budget Range&quot;, and &quot;Birthday&quot;.&#10;  - **Sales**: Stores &quot;Name of the Client&quot;, &quot;Budget Range&quot;, &quot;Birthday&quot;, and &quot;What Books He Likes&quot;.&#10;  - **Purchasing**: Stores &quot;Budget Range&quot;, &quot;What Books He Buys&quot;, &quot;Name, His Birthday&quot;, and &quot;Device&quot;.&#10;- Arrows point from each department's database to an analytics report icon above, labeled &quot;Department Analytics (Easy)&quot; indicating that generating analytics at the department level is straightforward.&#10;- Arrows also point downward from each database to a single consolidated analytics report icon below, labeled &quot;Corporate Analytics (Hard)&quot; indicating that generating analytics at the corporate level is challenging due to the need to integrate data from all departments.&#10;&#10;This diagram highlights the difference in complexity between performing analytics within individual departments and integrating data for comprehensive corporate analytics.">
            <a:extLst>
              <a:ext uri="{FF2B5EF4-FFF2-40B4-BE49-F238E27FC236}">
                <a16:creationId xmlns:a16="http://schemas.microsoft.com/office/drawing/2014/main" id="{ADD038BF-1D82-7F0B-6D1C-233C6EC0FDB2}"/>
              </a:ext>
            </a:extLst>
          </p:cNvPr>
          <p:cNvPicPr>
            <a:picLocks noChangeAspect="1"/>
          </p:cNvPicPr>
          <p:nvPr/>
        </p:nvPicPr>
        <p:blipFill>
          <a:blip r:embed="rId2"/>
          <a:stretch>
            <a:fillRect/>
          </a:stretch>
        </p:blipFill>
        <p:spPr>
          <a:xfrm>
            <a:off x="7898998" y="2038350"/>
            <a:ext cx="8631498" cy="7114464"/>
          </a:xfrm>
          <a:prstGeom prst="rect">
            <a:avLst/>
          </a:prstGeom>
        </p:spPr>
      </p:pic>
    </p:spTree>
    <p:extLst>
      <p:ext uri="{BB962C8B-B14F-4D97-AF65-F5344CB8AC3E}">
        <p14:creationId xmlns:p14="http://schemas.microsoft.com/office/powerpoint/2010/main" val="89284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85664-0D67-95B0-79C7-11B7CA4B0FED}"/>
              </a:ext>
            </a:extLst>
          </p:cNvPr>
          <p:cNvSpPr>
            <a:spLocks noGrp="1"/>
          </p:cNvSpPr>
          <p:nvPr>
            <p:ph type="title"/>
          </p:nvPr>
        </p:nvSpPr>
        <p:spPr/>
        <p:txBody>
          <a:bodyPr>
            <a:normAutofit fontScale="90000"/>
          </a:bodyPr>
          <a:lstStyle/>
          <a:p>
            <a:r>
              <a:rPr lang="en-US" b="1" dirty="0"/>
              <a:t>Legacy Enterprise Data Organization</a:t>
            </a:r>
            <a:br>
              <a:rPr lang="en-US" b="1" dirty="0"/>
            </a:br>
            <a:r>
              <a:rPr lang="en-US" sz="4800" b="1" dirty="0"/>
              <a:t>Challenges</a:t>
            </a:r>
            <a:endParaRPr lang="en-US" dirty="0"/>
          </a:p>
        </p:txBody>
      </p:sp>
      <p:pic>
        <p:nvPicPr>
          <p:cNvPr id="38" name="Picture 37" descr="A diagram listing the challenges of data silos across multiple categories:&#10;&#10;**Limited Access and Data Sharing:**&#10;- Data is locked away in separate databases and applications, making it difficult for different departments and teams to access and share information.&#10;- This can lead to duplicated efforts, inconsistent data, and missed opportunities for collaboration.&#10;&#10;**Difficulty in Data Integration and Analysis:**&#10;- Siloed data requires complex transformation processes to extract and integrate data from multiple sources, hindering comprehensive analysis and insights.&#10;&#10;**Data Inconsistency and Lack of Governance:**&#10;- With inconsistent data formats and definitions across silos, it's difficult to ensure data quality and accuracy, leading to unreliable insights and decisions.&#10;- Data governance is also challenging, as each silo may have its own rules and standards.&#10;&#10;**Scalability and Agility Limitations:**&#10;- Silos are often built for specific purposes and struggle to adapt to changing business needs or large data volumes.&#10;- Scaling storage and processing capabilities can be expensive and complex.&#10;&#10;**Increased Costs and Redundancy:**&#10;- Maintaining and managing multiple siloed systems can be expensive, leading to duplicated hardware, software, and personnel costs.&#10;&#10;This diagram highlights the various challenges associated with data silos, emphasizing the difficulties in access, integration, consistency, scalability, and cost management.">
            <a:extLst>
              <a:ext uri="{FF2B5EF4-FFF2-40B4-BE49-F238E27FC236}">
                <a16:creationId xmlns:a16="http://schemas.microsoft.com/office/drawing/2014/main" id="{7381C481-69C5-A858-2DBD-6510372EF360}"/>
              </a:ext>
            </a:extLst>
          </p:cNvPr>
          <p:cNvPicPr>
            <a:picLocks noChangeAspect="1"/>
          </p:cNvPicPr>
          <p:nvPr/>
        </p:nvPicPr>
        <p:blipFill>
          <a:blip r:embed="rId3"/>
          <a:stretch>
            <a:fillRect/>
          </a:stretch>
        </p:blipFill>
        <p:spPr>
          <a:xfrm>
            <a:off x="756805" y="2194646"/>
            <a:ext cx="16753609" cy="6438034"/>
          </a:xfrm>
          <a:prstGeom prst="rect">
            <a:avLst/>
          </a:prstGeom>
        </p:spPr>
      </p:pic>
    </p:spTree>
    <p:extLst>
      <p:ext uri="{BB962C8B-B14F-4D97-AF65-F5344CB8AC3E}">
        <p14:creationId xmlns:p14="http://schemas.microsoft.com/office/powerpoint/2010/main" val="2401041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59FA1-F412-4121-EAF3-0B35CA333606}"/>
              </a:ext>
            </a:extLst>
          </p:cNvPr>
          <p:cNvSpPr>
            <a:spLocks noGrp="1"/>
          </p:cNvSpPr>
          <p:nvPr>
            <p:ph type="title"/>
          </p:nvPr>
        </p:nvSpPr>
        <p:spPr/>
        <p:txBody>
          <a:bodyPr>
            <a:normAutofit fontScale="90000"/>
          </a:bodyPr>
          <a:lstStyle/>
          <a:p>
            <a:r>
              <a:rPr kumimoji="0" lang="en-US" sz="54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t>Modern Enterprise Data Organization </a:t>
            </a:r>
            <a:br>
              <a:rPr kumimoji="0" lang="en-US" sz="5400" b="1" i="0" u="none" strike="noStrike" kern="1200" cap="none" spc="0" normalizeH="0" baseline="0" noProof="0" dirty="0">
                <a:ln>
                  <a:noFill/>
                </a:ln>
                <a:solidFill>
                  <a:srgbClr val="BD061C"/>
                </a:solidFill>
                <a:effectLst/>
                <a:uLnTx/>
                <a:uFillTx/>
                <a:latin typeface="Arial"/>
                <a:ea typeface="ＭＳ Ｐゴシック" panose="020B0600070205080204" pitchFamily="34" charset="-128"/>
                <a:cs typeface="+mj-cs"/>
              </a:rPr>
            </a:br>
            <a:r>
              <a:rPr lang="en-US" sz="5300" dirty="0"/>
              <a:t>Data Lake</a:t>
            </a:r>
            <a:endParaRPr lang="en-US" dirty="0"/>
          </a:p>
        </p:txBody>
      </p:sp>
      <p:graphicFrame>
        <p:nvGraphicFramePr>
          <p:cNvPr id="4" name="Table 4">
            <a:extLst>
              <a:ext uri="{FF2B5EF4-FFF2-40B4-BE49-F238E27FC236}">
                <a16:creationId xmlns:a16="http://schemas.microsoft.com/office/drawing/2014/main" id="{9A26AC75-9967-E0C2-4D88-BE4F9C55C2BD}"/>
              </a:ext>
            </a:extLst>
          </p:cNvPr>
          <p:cNvGraphicFramePr>
            <a:graphicFrameLocks noGrp="1"/>
          </p:cNvGraphicFramePr>
          <p:nvPr/>
        </p:nvGraphicFramePr>
        <p:xfrm>
          <a:off x="914399" y="2389748"/>
          <a:ext cx="9988064" cy="6858557"/>
        </p:xfrm>
        <a:graphic>
          <a:graphicData uri="http://schemas.openxmlformats.org/drawingml/2006/table">
            <a:tbl>
              <a:tblPr firstRow="1" bandRow="1">
                <a:tableStyleId>{2D5ABB26-0587-4C30-8999-92F81FD0307C}</a:tableStyleId>
              </a:tblPr>
              <a:tblGrid>
                <a:gridCol w="4994032">
                  <a:extLst>
                    <a:ext uri="{9D8B030D-6E8A-4147-A177-3AD203B41FA5}">
                      <a16:colId xmlns:a16="http://schemas.microsoft.com/office/drawing/2014/main" val="3112674102"/>
                    </a:ext>
                  </a:extLst>
                </a:gridCol>
                <a:gridCol w="4994032">
                  <a:extLst>
                    <a:ext uri="{9D8B030D-6E8A-4147-A177-3AD203B41FA5}">
                      <a16:colId xmlns:a16="http://schemas.microsoft.com/office/drawing/2014/main" val="3330140835"/>
                    </a:ext>
                  </a:extLst>
                </a:gridCol>
              </a:tblGrid>
              <a:tr h="1122283">
                <a:tc gridSpan="2">
                  <a:txBody>
                    <a:bodyPr/>
                    <a:lstStyle/>
                    <a:p>
                      <a:pPr marL="0" marR="0" lvl="0" indent="0" algn="ctr" defTabSz="1828800" rtl="0" eaLnBrk="1" fontAlgn="auto" latinLnBrk="0" hangingPunct="1">
                        <a:lnSpc>
                          <a:spcPct val="100000"/>
                        </a:lnSpc>
                        <a:spcBef>
                          <a:spcPts val="0"/>
                        </a:spcBef>
                        <a:spcAft>
                          <a:spcPts val="0"/>
                        </a:spcAft>
                        <a:buClrTx/>
                        <a:buSzTx/>
                        <a:buFontTx/>
                        <a:buNone/>
                        <a:tabLst/>
                        <a:defRPr/>
                      </a:pPr>
                      <a:r>
                        <a:rPr lang="en-US" sz="2800" dirty="0"/>
                        <a:t>Data lakes present a compelling alternative to the restrictive landscape of data silos, offering a dynamic and flexible approach to information management</a:t>
                      </a:r>
                    </a:p>
                  </a:txBody>
                  <a:tcPr/>
                </a:tc>
                <a:tc hMerge="1">
                  <a:txBody>
                    <a:bodyPr/>
                    <a:lstStyle/>
                    <a:p>
                      <a:endParaRPr lang="en-US" dirty="0"/>
                    </a:p>
                  </a:txBody>
                  <a:tcPr/>
                </a:tc>
                <a:extLst>
                  <a:ext uri="{0D108BD9-81ED-4DB2-BD59-A6C34878D82A}">
                    <a16:rowId xmlns:a16="http://schemas.microsoft.com/office/drawing/2014/main" val="691781346"/>
                  </a:ext>
                </a:extLst>
              </a:tr>
              <a:tr h="440466">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266135362"/>
                  </a:ext>
                </a:extLst>
              </a:tr>
              <a:tr h="687851">
                <a:tc>
                  <a:txBody>
                    <a:bodyPr/>
                    <a:lstStyle/>
                    <a:p>
                      <a:pPr algn="ctr"/>
                      <a:r>
                        <a:rPr lang="en-US" sz="3200" dirty="0">
                          <a:solidFill>
                            <a:schemeClr val="bg2"/>
                          </a:solidFill>
                        </a:rPr>
                        <a:t>Unified Repository</a:t>
                      </a:r>
                    </a:p>
                  </a:txBody>
                  <a:tcPr>
                    <a:lnR w="76200" cap="flat" cmpd="sng" algn="ctr">
                      <a:solidFill>
                        <a:schemeClr val="bg2"/>
                      </a:solidFill>
                      <a:prstDash val="solid"/>
                      <a:round/>
                      <a:headEnd type="none" w="med" len="med"/>
                      <a:tailEnd type="none" w="med" len="med"/>
                    </a:lnR>
                    <a:solidFill>
                      <a:srgbClr val="0070C0"/>
                    </a:solidFill>
                  </a:tcPr>
                </a:tc>
                <a:tc>
                  <a:txBody>
                    <a:bodyPr/>
                    <a:lstStyle/>
                    <a:p>
                      <a:pPr algn="ctr"/>
                      <a:r>
                        <a:rPr lang="en-US" sz="3200" dirty="0">
                          <a:solidFill>
                            <a:schemeClr val="bg2"/>
                          </a:solidFill>
                        </a:rPr>
                        <a:t>Schema Flexibility</a:t>
                      </a:r>
                    </a:p>
                  </a:txBody>
                  <a:tcPr>
                    <a:lnL w="76200" cap="flat" cmpd="sng" algn="ctr">
                      <a:solidFill>
                        <a:schemeClr val="bg2"/>
                      </a:solidFill>
                      <a:prstDash val="solid"/>
                      <a:round/>
                      <a:headEnd type="none" w="med" len="med"/>
                      <a:tailEnd type="none" w="med" len="med"/>
                    </a:lnL>
                    <a:solidFill>
                      <a:srgbClr val="0070C0"/>
                    </a:solidFill>
                  </a:tcPr>
                </a:tc>
                <a:extLst>
                  <a:ext uri="{0D108BD9-81ED-4DB2-BD59-A6C34878D82A}">
                    <a16:rowId xmlns:a16="http://schemas.microsoft.com/office/drawing/2014/main" val="3947688231"/>
                  </a:ext>
                </a:extLst>
              </a:tr>
              <a:tr h="3149634">
                <a:tc>
                  <a:txBody>
                    <a:bodyPr/>
                    <a:lstStyle/>
                    <a:p>
                      <a:pPr marL="0" marR="0" lvl="0" indent="0" algn="ctr" defTabSz="1828800" rtl="0" eaLnBrk="1" fontAlgn="auto" latinLnBrk="0" hangingPunct="1">
                        <a:lnSpc>
                          <a:spcPct val="100000"/>
                        </a:lnSpc>
                        <a:spcBef>
                          <a:spcPts val="0"/>
                        </a:spcBef>
                        <a:spcAft>
                          <a:spcPts val="0"/>
                        </a:spcAft>
                        <a:buClrTx/>
                        <a:buSzTx/>
                        <a:buFontTx/>
                        <a:buNone/>
                        <a:tabLst/>
                        <a:defRPr/>
                      </a:pPr>
                      <a:r>
                        <a:rPr lang="en-US" sz="2800" dirty="0"/>
                        <a:t>Unlike siloed systems, data lakes serve as centralized reservoirs, consolidating diverse data formats (structured, unstructured, multimedia) in their native state. This eliminates the need for duplicated data storage and fosters cross-departmental access</a:t>
                      </a:r>
                    </a:p>
                  </a:txBody>
                  <a:tcPr/>
                </a:tc>
                <a:tc>
                  <a:txBody>
                    <a:bodyPr/>
                    <a:lstStyle/>
                    <a:p>
                      <a:pPr algn="ctr"/>
                      <a:r>
                        <a:rPr lang="en-US" sz="2800" dirty="0"/>
                        <a:t>Unlike rigid silo structures, data lakes embrace a schema-on-read approach. Data is ingested without imposing strict schemas, allowing for flexible exploration, ad-hoc queries, and the seamless integration of new data types as research or business needs evolve</a:t>
                      </a:r>
                    </a:p>
                  </a:txBody>
                  <a:tcPr/>
                </a:tc>
                <a:extLst>
                  <a:ext uri="{0D108BD9-81ED-4DB2-BD59-A6C34878D82A}">
                    <a16:rowId xmlns:a16="http://schemas.microsoft.com/office/drawing/2014/main" val="652133454"/>
                  </a:ext>
                </a:extLst>
              </a:tr>
            </a:tbl>
          </a:graphicData>
        </a:graphic>
      </p:graphicFrame>
      <p:pic>
        <p:nvPicPr>
          <p:cNvPr id="5" name="Picture 4" descr="A diagram illustrating the integration of business data into a data lake for scalable storage and integrated analytics, facilitating business-driven analysis:&#10;&#10;- At the bottom, three icons represent &quot;Business Data Sources&quot; from various departments.&#10;- Arrows point upward from these data sources to a central &quot;Data Lake&quot; box, which contains three types of data:&#10;  - &quot;Marketing Data&quot;&#10;  - &quot;Sales Data&quot;&#10;  - &quot;Purchasing Data&quot;&#10;- The data lake is labeled with &quot;Scalable Storage + Integrated Analytics&quot; and features the Apache Spark logo, indicating the use of Spark for processing.&#10;- Arrows point upward from the data lake to three icons representing &quot;Business Driven Analysis (Departmental or Corporate)&quot;, indicating that the data lake supports analytics at both levels.&#10;&#10;This diagram demonstrates how a data lake can centralize diverse business data sources, provide scalable storage and integrated analytics, and enable comprehensive business-driven analysis.">
            <a:extLst>
              <a:ext uri="{FF2B5EF4-FFF2-40B4-BE49-F238E27FC236}">
                <a16:creationId xmlns:a16="http://schemas.microsoft.com/office/drawing/2014/main" id="{52FE06F0-3DD1-20D3-C196-3D48EB4C7783}"/>
              </a:ext>
            </a:extLst>
          </p:cNvPr>
          <p:cNvPicPr>
            <a:picLocks noChangeAspect="1"/>
          </p:cNvPicPr>
          <p:nvPr/>
        </p:nvPicPr>
        <p:blipFill>
          <a:blip r:embed="rId2"/>
          <a:stretch>
            <a:fillRect/>
          </a:stretch>
        </p:blipFill>
        <p:spPr>
          <a:xfrm>
            <a:off x="11552959" y="2512001"/>
            <a:ext cx="6425045" cy="6260523"/>
          </a:xfrm>
          <a:prstGeom prst="rect">
            <a:avLst/>
          </a:prstGeom>
        </p:spPr>
      </p:pic>
    </p:spTree>
    <p:extLst>
      <p:ext uri="{BB962C8B-B14F-4D97-AF65-F5344CB8AC3E}">
        <p14:creationId xmlns:p14="http://schemas.microsoft.com/office/powerpoint/2010/main" val="2702129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246C6-37FE-6F5A-223D-307B825033F3}"/>
              </a:ext>
            </a:extLst>
          </p:cNvPr>
          <p:cNvSpPr>
            <a:spLocks noGrp="1"/>
          </p:cNvSpPr>
          <p:nvPr>
            <p:ph type="title"/>
          </p:nvPr>
        </p:nvSpPr>
        <p:spPr/>
        <p:txBody>
          <a:bodyPr/>
          <a:lstStyle/>
          <a:p>
            <a:r>
              <a:rPr lang="en-US" dirty="0"/>
              <a:t>Data Lake</a:t>
            </a:r>
            <a:br>
              <a:rPr lang="en-US" dirty="0"/>
            </a:br>
            <a:r>
              <a:rPr lang="en-US" sz="4800" dirty="0"/>
              <a:t>Initial Vision</a:t>
            </a:r>
            <a:endParaRPr lang="en-US" dirty="0"/>
          </a:p>
        </p:txBody>
      </p:sp>
      <p:sp>
        <p:nvSpPr>
          <p:cNvPr id="60" name="TextBox 59">
            <a:extLst>
              <a:ext uri="{FF2B5EF4-FFF2-40B4-BE49-F238E27FC236}">
                <a16:creationId xmlns:a16="http://schemas.microsoft.com/office/drawing/2014/main" id="{00E03E7D-3E8D-0ACF-E2D8-6E4F4D562B15}"/>
              </a:ext>
            </a:extLst>
          </p:cNvPr>
          <p:cNvSpPr txBox="1"/>
          <p:nvPr/>
        </p:nvSpPr>
        <p:spPr>
          <a:xfrm>
            <a:off x="587822" y="2608229"/>
            <a:ext cx="7561356" cy="6494085"/>
          </a:xfrm>
          <a:prstGeom prst="rect">
            <a:avLst/>
          </a:prstGeom>
          <a:noFill/>
          <a:ln>
            <a:noFill/>
          </a:ln>
          <a:effectLst/>
          <a:scene3d>
            <a:camera prst="orthographicFront">
              <a:rot lat="0" lon="0" rev="0"/>
            </a:camera>
            <a:lightRig rig="contrasting" dir="t">
              <a:rot lat="0" lon="0" rev="7800000"/>
            </a:lightRig>
          </a:scene3d>
          <a:sp3d>
            <a:bevelT w="139700" h="139700"/>
          </a:sp3d>
        </p:spPr>
        <p:txBody>
          <a:bodyPr wrap="square">
            <a:spAutoFit/>
          </a:bodyPr>
          <a:lstStyle/>
          <a:p>
            <a:pPr algn="ctr"/>
            <a:r>
              <a:rPr lang="en-US" sz="3200" dirty="0">
                <a:latin typeface="Helvetica" pitchFamily="2" charset="0"/>
              </a:rPr>
              <a:t>“</a:t>
            </a:r>
            <a:r>
              <a:rPr lang="en-US" sz="3200" dirty="0">
                <a:effectLst/>
                <a:latin typeface="Helvetica" pitchFamily="2" charset="0"/>
              </a:rPr>
              <a:t>If you think of a </a:t>
            </a:r>
            <a:r>
              <a:rPr lang="en-US" sz="3200" dirty="0">
                <a:latin typeface="Helvetica" pitchFamily="2" charset="0"/>
              </a:rPr>
              <a:t>[data warehouse] </a:t>
            </a:r>
            <a:r>
              <a:rPr lang="en-US" sz="3200" dirty="0">
                <a:effectLst/>
                <a:latin typeface="Helvetica" pitchFamily="2" charset="0"/>
              </a:rPr>
              <a:t>as a store of bottled water – cleansed and packaged and structured for easy consumption – the data lake is</a:t>
            </a:r>
          </a:p>
          <a:p>
            <a:pPr algn="ctr"/>
            <a:r>
              <a:rPr lang="en-US" sz="3200" dirty="0">
                <a:effectLst/>
                <a:latin typeface="Helvetica" pitchFamily="2" charset="0"/>
              </a:rPr>
              <a:t>a large body of water in a more natural state. </a:t>
            </a:r>
          </a:p>
          <a:p>
            <a:pPr algn="ctr"/>
            <a:endParaRPr lang="en-US" sz="3200" dirty="0">
              <a:latin typeface="Helvetica" pitchFamily="2" charset="0"/>
            </a:endParaRPr>
          </a:p>
          <a:p>
            <a:pPr algn="ctr"/>
            <a:r>
              <a:rPr lang="en-US" sz="3200" dirty="0">
                <a:effectLst/>
                <a:latin typeface="Helvetica" pitchFamily="2" charset="0"/>
              </a:rPr>
              <a:t>The contents of the data lake stream in from a source to fill the lake, and various users of the lake can come to examine, dive in, or take samples.”</a:t>
            </a:r>
          </a:p>
          <a:p>
            <a:pPr algn="ctr"/>
            <a:endParaRPr lang="en-US" sz="3200" dirty="0">
              <a:effectLst/>
              <a:latin typeface="Helvetica" pitchFamily="2" charset="0"/>
            </a:endParaRPr>
          </a:p>
          <a:p>
            <a:pPr algn="ctr"/>
            <a:r>
              <a:rPr lang="en-US" sz="3200" dirty="0">
                <a:solidFill>
                  <a:srgbClr val="0070C0"/>
                </a:solidFill>
                <a:effectLst/>
                <a:latin typeface="Helvetica" pitchFamily="2" charset="0"/>
              </a:rPr>
              <a:t>James Dixon, CTO, Pentaho (2010)</a:t>
            </a:r>
          </a:p>
        </p:txBody>
      </p:sp>
      <p:pic>
        <p:nvPicPr>
          <p:cNvPr id="3" name="Picture 2" descr="A diagram of data processing&#10;&#10;Description automatically generated">
            <a:extLst>
              <a:ext uri="{FF2B5EF4-FFF2-40B4-BE49-F238E27FC236}">
                <a16:creationId xmlns:a16="http://schemas.microsoft.com/office/drawing/2014/main" id="{0F918DE9-D5AD-68E5-C7EC-1285BE3D6B2D}"/>
              </a:ext>
            </a:extLst>
          </p:cNvPr>
          <p:cNvPicPr>
            <a:picLocks noChangeAspect="1"/>
          </p:cNvPicPr>
          <p:nvPr/>
        </p:nvPicPr>
        <p:blipFill>
          <a:blip r:embed="rId2"/>
          <a:stretch>
            <a:fillRect/>
          </a:stretch>
        </p:blipFill>
        <p:spPr>
          <a:xfrm>
            <a:off x="9142268" y="2561792"/>
            <a:ext cx="8524009" cy="6493451"/>
          </a:xfrm>
          <a:prstGeom prst="rect">
            <a:avLst/>
          </a:prstGeom>
        </p:spPr>
      </p:pic>
    </p:spTree>
    <p:extLst>
      <p:ext uri="{BB962C8B-B14F-4D97-AF65-F5344CB8AC3E}">
        <p14:creationId xmlns:p14="http://schemas.microsoft.com/office/powerpoint/2010/main" val="2394237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246C6-37FE-6F5A-223D-307B825033F3}"/>
              </a:ext>
            </a:extLst>
          </p:cNvPr>
          <p:cNvSpPr>
            <a:spLocks noGrp="1"/>
          </p:cNvSpPr>
          <p:nvPr>
            <p:ph type="title"/>
          </p:nvPr>
        </p:nvSpPr>
        <p:spPr/>
        <p:txBody>
          <a:bodyPr/>
          <a:lstStyle/>
          <a:p>
            <a:r>
              <a:rPr lang="en-US" dirty="0"/>
              <a:t>Data Lake </a:t>
            </a:r>
            <a:br>
              <a:rPr lang="en-US" dirty="0"/>
            </a:br>
            <a:r>
              <a:rPr lang="en-US" sz="4800" dirty="0"/>
              <a:t>Architecture</a:t>
            </a:r>
            <a:endParaRPr lang="en-US" dirty="0"/>
          </a:p>
        </p:txBody>
      </p:sp>
      <p:sp>
        <p:nvSpPr>
          <p:cNvPr id="60" name="TextBox 59">
            <a:extLst>
              <a:ext uri="{FF2B5EF4-FFF2-40B4-BE49-F238E27FC236}">
                <a16:creationId xmlns:a16="http://schemas.microsoft.com/office/drawing/2014/main" id="{00E03E7D-3E8D-0ACF-E2D8-6E4F4D562B15}"/>
              </a:ext>
            </a:extLst>
          </p:cNvPr>
          <p:cNvSpPr txBox="1"/>
          <p:nvPr/>
        </p:nvSpPr>
        <p:spPr>
          <a:xfrm>
            <a:off x="587822" y="2608229"/>
            <a:ext cx="7561356" cy="6494085"/>
          </a:xfrm>
          <a:prstGeom prst="rect">
            <a:avLst/>
          </a:prstGeom>
          <a:noFill/>
        </p:spPr>
        <p:txBody>
          <a:bodyPr wrap="square">
            <a:spAutoFit/>
          </a:bodyPr>
          <a:lstStyle/>
          <a:p>
            <a:pPr marL="0" indent="0" algn="ctr">
              <a:buNone/>
            </a:pPr>
            <a:r>
              <a:rPr lang="en-US" sz="3200" dirty="0"/>
              <a:t>A</a:t>
            </a:r>
          </a:p>
          <a:p>
            <a:pPr marL="0" indent="0" algn="ctr">
              <a:buNone/>
            </a:pPr>
            <a:r>
              <a:rPr lang="en-US" sz="3200" b="1" dirty="0">
                <a:solidFill>
                  <a:srgbClr val="0070C0"/>
                </a:solidFill>
              </a:rPr>
              <a:t>data lake </a:t>
            </a:r>
            <a:endParaRPr lang="en-US" sz="3200" dirty="0">
              <a:solidFill>
                <a:srgbClr val="0070C0"/>
              </a:solidFill>
            </a:endParaRPr>
          </a:p>
          <a:p>
            <a:pPr marL="0" indent="0" algn="ctr">
              <a:buNone/>
            </a:pPr>
            <a:r>
              <a:rPr lang="en-US" sz="3200" dirty="0"/>
              <a:t>is the combination of</a:t>
            </a:r>
          </a:p>
          <a:p>
            <a:pPr marL="0" indent="0" algn="ctr">
              <a:buNone/>
            </a:pPr>
            <a:endParaRPr lang="en-US" sz="3200" dirty="0"/>
          </a:p>
          <a:p>
            <a:pPr marL="0" indent="0" algn="ctr">
              <a:buNone/>
            </a:pPr>
            <a:r>
              <a:rPr lang="en-US" sz="3200" dirty="0"/>
              <a:t>(1) </a:t>
            </a:r>
          </a:p>
          <a:p>
            <a:pPr marL="0" indent="0" algn="ctr">
              <a:buNone/>
            </a:pPr>
            <a:r>
              <a:rPr lang="en-US" sz="3200" dirty="0"/>
              <a:t>A scalable repository that allows storage of massive volumes of both structured and unstructured data </a:t>
            </a:r>
          </a:p>
          <a:p>
            <a:pPr marL="0" indent="0" algn="ctr">
              <a:buNone/>
            </a:pPr>
            <a:endParaRPr lang="en-US" sz="3200" dirty="0"/>
          </a:p>
          <a:p>
            <a:pPr marL="0" indent="0" algn="ctr">
              <a:buNone/>
            </a:pPr>
            <a:r>
              <a:rPr lang="en-US" sz="3200" dirty="0"/>
              <a:t>(2) </a:t>
            </a:r>
          </a:p>
          <a:p>
            <a:pPr marL="0" indent="0" algn="ctr">
              <a:buNone/>
            </a:pPr>
            <a:r>
              <a:rPr lang="en-US" sz="3200" dirty="0"/>
              <a:t>An integrated big data processing capability able transform and analyze this data</a:t>
            </a:r>
            <a:endParaRPr lang="en-US" sz="3600" dirty="0"/>
          </a:p>
        </p:txBody>
      </p:sp>
      <p:pic>
        <p:nvPicPr>
          <p:cNvPr id="5" name="Picture 4" descr="A diagram of data processing&#10;&#10;Description automatically generated">
            <a:extLst>
              <a:ext uri="{FF2B5EF4-FFF2-40B4-BE49-F238E27FC236}">
                <a16:creationId xmlns:a16="http://schemas.microsoft.com/office/drawing/2014/main" id="{87B558ED-5D81-5245-C8C1-981E344C03B6}"/>
              </a:ext>
            </a:extLst>
          </p:cNvPr>
          <p:cNvPicPr>
            <a:picLocks noChangeAspect="1"/>
          </p:cNvPicPr>
          <p:nvPr/>
        </p:nvPicPr>
        <p:blipFill>
          <a:blip r:embed="rId2"/>
          <a:stretch>
            <a:fillRect/>
          </a:stretch>
        </p:blipFill>
        <p:spPr>
          <a:xfrm>
            <a:off x="9142268" y="2561792"/>
            <a:ext cx="8524009" cy="6493451"/>
          </a:xfrm>
          <a:prstGeom prst="rect">
            <a:avLst/>
          </a:prstGeom>
        </p:spPr>
      </p:pic>
    </p:spTree>
    <p:extLst>
      <p:ext uri="{BB962C8B-B14F-4D97-AF65-F5344CB8AC3E}">
        <p14:creationId xmlns:p14="http://schemas.microsoft.com/office/powerpoint/2010/main" val="2957823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70BD3-3DED-7068-4145-F985BE9505CB}"/>
              </a:ext>
            </a:extLst>
          </p:cNvPr>
          <p:cNvSpPr>
            <a:spLocks noGrp="1"/>
          </p:cNvSpPr>
          <p:nvPr>
            <p:ph type="title"/>
          </p:nvPr>
        </p:nvSpPr>
        <p:spPr/>
        <p:txBody>
          <a:bodyPr/>
          <a:lstStyle/>
          <a:p>
            <a:r>
              <a:rPr lang="en-US" dirty="0"/>
              <a:t>Data Lake Storage Options</a:t>
            </a:r>
          </a:p>
        </p:txBody>
      </p:sp>
      <p:grpSp>
        <p:nvGrpSpPr>
          <p:cNvPr id="5" name="Group 4" descr="A diagram illustrating the integration of various data storage technologies within a data lake:&#10;&#10;- The diagram features a vertical &quot;Data Lake&quot; box containing three storage technologies:&#10;  - &quot;Object Store&quot; (top)&#10;  - &quot;NoSQL&quot; (middle)&#10;  - &quot;HDFS&quot; (bottom)&#10;- To the left of the Data Lake box, icons represent different types of data sources:&#10;  - An image icon represents unstructured data feeding into the Object Store.&#10;  - A database icon represents semi-structured data feeding into NoSQL.&#10;  - A globe and a Twitter bird icon represent web and social media data feeding into HDFS.&#10;&#10;This diagram shows how a data lake can integrate multiple data storage technologies to handle various types of data, ensuring a comprehensive and versatile data management solution.">
            <a:extLst>
              <a:ext uri="{FF2B5EF4-FFF2-40B4-BE49-F238E27FC236}">
                <a16:creationId xmlns:a16="http://schemas.microsoft.com/office/drawing/2014/main" id="{EC4092DA-EB2D-B0D7-CB2F-7B2C9E8F89FA}"/>
              </a:ext>
            </a:extLst>
          </p:cNvPr>
          <p:cNvGrpSpPr/>
          <p:nvPr/>
        </p:nvGrpSpPr>
        <p:grpSpPr>
          <a:xfrm>
            <a:off x="10955217" y="2514600"/>
            <a:ext cx="4572000" cy="6268915"/>
            <a:chOff x="9829800" y="2637691"/>
            <a:chExt cx="5209267" cy="7077809"/>
          </a:xfrm>
        </p:grpSpPr>
        <p:pic>
          <p:nvPicPr>
            <p:cNvPr id="3" name="Picture 2">
              <a:extLst>
                <a:ext uri="{FF2B5EF4-FFF2-40B4-BE49-F238E27FC236}">
                  <a16:creationId xmlns:a16="http://schemas.microsoft.com/office/drawing/2014/main" id="{FB359B67-4687-83F8-B4FE-A209120E24DF}"/>
                </a:ext>
              </a:extLst>
            </p:cNvPr>
            <p:cNvPicPr>
              <a:picLocks noChangeAspect="1"/>
            </p:cNvPicPr>
            <p:nvPr/>
          </p:nvPicPr>
          <p:blipFill>
            <a:blip r:embed="rId2"/>
            <a:stretch>
              <a:fillRect/>
            </a:stretch>
          </p:blipFill>
          <p:spPr>
            <a:xfrm>
              <a:off x="9829800" y="2637691"/>
              <a:ext cx="5209267" cy="7077809"/>
            </a:xfrm>
            <a:prstGeom prst="rect">
              <a:avLst/>
            </a:prstGeom>
          </p:spPr>
        </p:pic>
        <p:pic>
          <p:nvPicPr>
            <p:cNvPr id="4" name="Picture 3">
              <a:extLst>
                <a:ext uri="{FF2B5EF4-FFF2-40B4-BE49-F238E27FC236}">
                  <a16:creationId xmlns:a16="http://schemas.microsoft.com/office/drawing/2014/main" id="{F25ED740-D2A9-43B6-D2DD-D5B7799B27A8}"/>
                </a:ext>
              </a:extLst>
            </p:cNvPr>
            <p:cNvPicPr>
              <a:picLocks noChangeAspect="1"/>
            </p:cNvPicPr>
            <p:nvPr/>
          </p:nvPicPr>
          <p:blipFill rotWithShape="1">
            <a:blip r:embed="rId2"/>
            <a:srcRect l="13226" t="3132" r="67419" b="84047"/>
            <a:stretch/>
          </p:blipFill>
          <p:spPr>
            <a:xfrm>
              <a:off x="9829800" y="2787162"/>
              <a:ext cx="1143000" cy="1028700"/>
            </a:xfrm>
            <a:prstGeom prst="rect">
              <a:avLst/>
            </a:prstGeom>
          </p:spPr>
        </p:pic>
      </p:grpSp>
      <p:sp>
        <p:nvSpPr>
          <p:cNvPr id="7" name="Rectangle 6">
            <a:extLst>
              <a:ext uri="{FF2B5EF4-FFF2-40B4-BE49-F238E27FC236}">
                <a16:creationId xmlns:a16="http://schemas.microsoft.com/office/drawing/2014/main" id="{6ED1D8FB-3A75-6938-2076-6A981C5E69FF}"/>
              </a:ext>
            </a:extLst>
          </p:cNvPr>
          <p:cNvSpPr/>
          <p:nvPr/>
        </p:nvSpPr>
        <p:spPr>
          <a:xfrm>
            <a:off x="732952" y="2324100"/>
            <a:ext cx="8157048"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altLang="en-US" sz="2600" dirty="0">
                <a:solidFill>
                  <a:schemeClr val="bg2"/>
                </a:solidFill>
              </a:rPr>
              <a:t>A data lake is a conceptual idea. It can be implemented with one or more technologies.</a:t>
            </a:r>
          </a:p>
        </p:txBody>
      </p:sp>
      <p:sp>
        <p:nvSpPr>
          <p:cNvPr id="8" name="Rectangle 7">
            <a:extLst>
              <a:ext uri="{FF2B5EF4-FFF2-40B4-BE49-F238E27FC236}">
                <a16:creationId xmlns:a16="http://schemas.microsoft.com/office/drawing/2014/main" id="{641E1FC9-40CC-B81B-DE55-E64B6C237A2C}"/>
              </a:ext>
              <a:ext uri="{C183D7F6-B498-43B3-948B-1728B52AA6E4}">
                <adec:decorative xmlns:adec="http://schemas.microsoft.com/office/drawing/2017/decorative" val="1"/>
              </a:ext>
            </a:extLst>
          </p:cNvPr>
          <p:cNvSpPr/>
          <p:nvPr/>
        </p:nvSpPr>
        <p:spPr>
          <a:xfrm>
            <a:off x="-1" y="2324100"/>
            <a:ext cx="732953"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600" dirty="0">
              <a:solidFill>
                <a:schemeClr val="bg2"/>
              </a:solidFill>
            </a:endParaRPr>
          </a:p>
        </p:txBody>
      </p:sp>
      <p:sp>
        <p:nvSpPr>
          <p:cNvPr id="9" name="Rectangle 8">
            <a:extLst>
              <a:ext uri="{FF2B5EF4-FFF2-40B4-BE49-F238E27FC236}">
                <a16:creationId xmlns:a16="http://schemas.microsoft.com/office/drawing/2014/main" id="{E57D8FA4-EB1F-F822-3D7F-E95D67E881D7}"/>
              </a:ext>
            </a:extLst>
          </p:cNvPr>
          <p:cNvSpPr/>
          <p:nvPr/>
        </p:nvSpPr>
        <p:spPr>
          <a:xfrm>
            <a:off x="732952" y="3895725"/>
            <a:ext cx="8157047"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600" dirty="0">
                <a:solidFill>
                  <a:schemeClr val="tx1"/>
                </a:solidFill>
              </a:rPr>
              <a:t>HDFS is a very common option for data lake storage. However, Hadoop is not a requirement for a data lake.</a:t>
            </a:r>
          </a:p>
        </p:txBody>
      </p:sp>
      <p:sp>
        <p:nvSpPr>
          <p:cNvPr id="10" name="Rectangle 9">
            <a:extLst>
              <a:ext uri="{FF2B5EF4-FFF2-40B4-BE49-F238E27FC236}">
                <a16:creationId xmlns:a16="http://schemas.microsoft.com/office/drawing/2014/main" id="{CE3B4FD5-BF5E-6931-7289-9DBF49986E7A}"/>
              </a:ext>
            </a:extLst>
          </p:cNvPr>
          <p:cNvSpPr/>
          <p:nvPr/>
        </p:nvSpPr>
        <p:spPr>
          <a:xfrm>
            <a:off x="732952" y="5467350"/>
            <a:ext cx="8157048"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600" dirty="0">
                <a:solidFill>
                  <a:schemeClr val="tx1"/>
                </a:solidFill>
              </a:rPr>
              <a:t>NoSQL databases are also very common as they support schema-on-read semantics and unstructured data</a:t>
            </a:r>
          </a:p>
        </p:txBody>
      </p:sp>
      <p:sp>
        <p:nvSpPr>
          <p:cNvPr id="11" name="Rectangle 10">
            <a:extLst>
              <a:ext uri="{FF2B5EF4-FFF2-40B4-BE49-F238E27FC236}">
                <a16:creationId xmlns:a16="http://schemas.microsoft.com/office/drawing/2014/main" id="{83715999-BC32-0CD0-D940-0F574BF264F9}"/>
              </a:ext>
              <a:ext uri="{C183D7F6-B498-43B3-948B-1728B52AA6E4}">
                <adec:decorative xmlns:adec="http://schemas.microsoft.com/office/drawing/2017/decorative" val="1"/>
              </a:ext>
            </a:extLst>
          </p:cNvPr>
          <p:cNvSpPr/>
          <p:nvPr/>
        </p:nvSpPr>
        <p:spPr>
          <a:xfrm>
            <a:off x="-1" y="3895725"/>
            <a:ext cx="732953"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600" dirty="0">
              <a:solidFill>
                <a:schemeClr val="bg2"/>
              </a:solidFill>
            </a:endParaRPr>
          </a:p>
          <a:p>
            <a:pPr marL="0" indent="0" algn="ctr">
              <a:buNone/>
            </a:pPr>
            <a:endParaRPr lang="en-US" sz="2600" dirty="0">
              <a:solidFill>
                <a:schemeClr val="bg2"/>
              </a:solidFill>
            </a:endParaRPr>
          </a:p>
        </p:txBody>
      </p:sp>
      <p:sp>
        <p:nvSpPr>
          <p:cNvPr id="12" name="Rectangle 11">
            <a:extLst>
              <a:ext uri="{FF2B5EF4-FFF2-40B4-BE49-F238E27FC236}">
                <a16:creationId xmlns:a16="http://schemas.microsoft.com/office/drawing/2014/main" id="{18AC43D9-2792-3D46-38BA-947ADFB580C3}"/>
              </a:ext>
              <a:ext uri="{C183D7F6-B498-43B3-948B-1728B52AA6E4}">
                <adec:decorative xmlns:adec="http://schemas.microsoft.com/office/drawing/2017/decorative" val="1"/>
              </a:ext>
            </a:extLst>
          </p:cNvPr>
          <p:cNvSpPr/>
          <p:nvPr/>
        </p:nvSpPr>
        <p:spPr>
          <a:xfrm>
            <a:off x="0" y="5467350"/>
            <a:ext cx="734134"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600" dirty="0">
              <a:solidFill>
                <a:schemeClr val="bg2"/>
              </a:solidFill>
            </a:endParaRPr>
          </a:p>
        </p:txBody>
      </p:sp>
      <p:sp>
        <p:nvSpPr>
          <p:cNvPr id="13" name="Rectangle 12">
            <a:extLst>
              <a:ext uri="{FF2B5EF4-FFF2-40B4-BE49-F238E27FC236}">
                <a16:creationId xmlns:a16="http://schemas.microsoft.com/office/drawing/2014/main" id="{6F59054B-AFC3-634E-1EB8-98A44B9C056C}"/>
              </a:ext>
            </a:extLst>
          </p:cNvPr>
          <p:cNvSpPr/>
          <p:nvPr/>
        </p:nvSpPr>
        <p:spPr>
          <a:xfrm>
            <a:off x="732952" y="7038975"/>
            <a:ext cx="8157048"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en-US" sz="2600" dirty="0">
                <a:solidFill>
                  <a:schemeClr val="bg2"/>
                </a:solidFill>
              </a:rPr>
              <a:t>Similarly object stores (like Amazon S3 or Azure Blob Storage) can also be used</a:t>
            </a:r>
            <a:endParaRPr lang="en-US" sz="2600" dirty="0">
              <a:solidFill>
                <a:schemeClr val="bg2"/>
              </a:solidFill>
            </a:endParaRPr>
          </a:p>
        </p:txBody>
      </p:sp>
      <p:sp>
        <p:nvSpPr>
          <p:cNvPr id="14" name="Rectangle 13">
            <a:extLst>
              <a:ext uri="{FF2B5EF4-FFF2-40B4-BE49-F238E27FC236}">
                <a16:creationId xmlns:a16="http://schemas.microsoft.com/office/drawing/2014/main" id="{CE55EFC5-19CF-B05B-0CAF-E869FB8B1D70}"/>
              </a:ext>
              <a:ext uri="{C183D7F6-B498-43B3-948B-1728B52AA6E4}">
                <adec:decorative xmlns:adec="http://schemas.microsoft.com/office/drawing/2017/decorative" val="1"/>
              </a:ext>
            </a:extLst>
          </p:cNvPr>
          <p:cNvSpPr/>
          <p:nvPr/>
        </p:nvSpPr>
        <p:spPr>
          <a:xfrm>
            <a:off x="-1" y="7042120"/>
            <a:ext cx="734134"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600" dirty="0"/>
          </a:p>
        </p:txBody>
      </p:sp>
    </p:spTree>
    <p:extLst>
      <p:ext uri="{BB962C8B-B14F-4D97-AF65-F5344CB8AC3E}">
        <p14:creationId xmlns:p14="http://schemas.microsoft.com/office/powerpoint/2010/main" val="1584029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102F8-A1EB-0156-5BC7-9F079F3F80E8}"/>
              </a:ext>
            </a:extLst>
          </p:cNvPr>
          <p:cNvSpPr>
            <a:spLocks noGrp="1"/>
          </p:cNvSpPr>
          <p:nvPr>
            <p:ph type="title"/>
          </p:nvPr>
        </p:nvSpPr>
        <p:spPr/>
        <p:txBody>
          <a:bodyPr/>
          <a:lstStyle/>
          <a:p>
            <a:r>
              <a:rPr lang="en-US" dirty="0"/>
              <a:t>Data Lake Storage Options</a:t>
            </a:r>
          </a:p>
        </p:txBody>
      </p:sp>
      <p:sp>
        <p:nvSpPr>
          <p:cNvPr id="3" name="Content Placeholder 2">
            <a:extLst>
              <a:ext uri="{FF2B5EF4-FFF2-40B4-BE49-F238E27FC236}">
                <a16:creationId xmlns:a16="http://schemas.microsoft.com/office/drawing/2014/main" id="{D89436A9-9B32-9FA8-2F0E-5CC44D22D297}"/>
              </a:ext>
            </a:extLst>
          </p:cNvPr>
          <p:cNvSpPr>
            <a:spLocks noGrp="1"/>
          </p:cNvSpPr>
          <p:nvPr>
            <p:ph idx="1"/>
          </p:nvPr>
        </p:nvSpPr>
        <p:spPr/>
        <p:txBody>
          <a:bodyPr/>
          <a:lstStyle/>
          <a:p>
            <a:pPr>
              <a:spcBef>
                <a:spcPts val="3000"/>
              </a:spcBef>
            </a:pPr>
            <a:r>
              <a:rPr lang="en-US" sz="3600" b="0" i="0" dirty="0">
                <a:solidFill>
                  <a:srgbClr val="666666"/>
                </a:solidFill>
                <a:effectLst/>
                <a:latin typeface="Arial" panose="020B0604020202020204" pitchFamily="34" charset="0"/>
              </a:rPr>
              <a:t>Data lakes are were originally based on </a:t>
            </a:r>
            <a:r>
              <a:rPr lang="en-US" sz="3600" dirty="0">
                <a:solidFill>
                  <a:srgbClr val="666666"/>
                </a:solidFill>
                <a:latin typeface="Arial" panose="020B0604020202020204" pitchFamily="34" charset="0"/>
              </a:rPr>
              <a:t>Hadoop </a:t>
            </a:r>
            <a:r>
              <a:rPr lang="en-US" sz="3600" b="0" i="0" dirty="0">
                <a:solidFill>
                  <a:srgbClr val="666666"/>
                </a:solidFill>
                <a:effectLst/>
                <a:latin typeface="Arial" panose="020B0604020202020204" pitchFamily="34" charset="0"/>
              </a:rPr>
              <a:t>systems </a:t>
            </a:r>
          </a:p>
          <a:p>
            <a:pPr>
              <a:spcBef>
                <a:spcPts val="3000"/>
              </a:spcBef>
            </a:pPr>
            <a:r>
              <a:rPr lang="en-US" sz="3600" b="0" i="0" dirty="0">
                <a:solidFill>
                  <a:srgbClr val="666666"/>
                </a:solidFill>
                <a:effectLst/>
                <a:latin typeface="Arial" panose="020B0604020202020204" pitchFamily="34" charset="0"/>
              </a:rPr>
              <a:t>In deployments based on Hadoop, data is loaded into HDFS and resides on the different computer nodes of a Hadoop cluster for scalability</a:t>
            </a:r>
          </a:p>
          <a:p>
            <a:pPr>
              <a:spcBef>
                <a:spcPts val="3000"/>
              </a:spcBef>
            </a:pPr>
            <a:r>
              <a:rPr lang="en-US" sz="3600" dirty="0">
                <a:solidFill>
                  <a:srgbClr val="666666"/>
                </a:solidFill>
                <a:latin typeface="Arial" panose="020B0604020202020204" pitchFamily="34" charset="0"/>
              </a:rPr>
              <a:t>MapReduce, Spark and other data Hadoop processing technologies were then used to manipulate the data</a:t>
            </a:r>
            <a:r>
              <a:rPr lang="en-US" sz="3600" b="0" i="0" dirty="0">
                <a:solidFill>
                  <a:srgbClr val="666666"/>
                </a:solidFill>
                <a:effectLst/>
                <a:latin typeface="Arial" panose="020B0604020202020204" pitchFamily="34" charset="0"/>
              </a:rPr>
              <a:t> </a:t>
            </a:r>
          </a:p>
          <a:p>
            <a:pPr>
              <a:spcBef>
                <a:spcPts val="3000"/>
              </a:spcBef>
            </a:pPr>
            <a:r>
              <a:rPr lang="en-US" sz="3600" b="0" i="0" dirty="0">
                <a:solidFill>
                  <a:srgbClr val="666666"/>
                </a:solidFill>
                <a:effectLst/>
                <a:latin typeface="Arial" panose="020B0604020202020204" pitchFamily="34" charset="0"/>
              </a:rPr>
              <a:t>Increasingly, though, data lake stores are being built on cloud object storage services instead of (or in addition to) Hadoop HDFS</a:t>
            </a:r>
            <a:endParaRPr lang="en-US" sz="3600" dirty="0">
              <a:solidFill>
                <a:srgbClr val="666666"/>
              </a:solidFill>
              <a:latin typeface="Arial" panose="020B0604020202020204" pitchFamily="34" charset="0"/>
            </a:endParaRPr>
          </a:p>
          <a:p>
            <a:pPr>
              <a:spcBef>
                <a:spcPts val="3000"/>
              </a:spcBef>
            </a:pPr>
            <a:r>
              <a:rPr lang="en-US" sz="3600" b="0" i="0" dirty="0">
                <a:solidFill>
                  <a:srgbClr val="666666"/>
                </a:solidFill>
                <a:effectLst/>
                <a:latin typeface="Arial" panose="020B0604020202020204" pitchFamily="34" charset="0"/>
              </a:rPr>
              <a:t>But the cloud object stores are usually completed integrated with Hadoop or Spark data processing to create the overall data lake architecture</a:t>
            </a:r>
          </a:p>
        </p:txBody>
      </p:sp>
    </p:spTree>
    <p:extLst>
      <p:ext uri="{BB962C8B-B14F-4D97-AF65-F5344CB8AC3E}">
        <p14:creationId xmlns:p14="http://schemas.microsoft.com/office/powerpoint/2010/main" val="407652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9CCE38-F879-5A4E-A7F9-7F34158AB264}"/>
              </a:ext>
            </a:extLst>
          </p:cNvPr>
          <p:cNvSpPr>
            <a:spLocks noGrp="1"/>
          </p:cNvSpPr>
          <p:nvPr>
            <p:ph type="title"/>
          </p:nvPr>
        </p:nvSpPr>
        <p:spPr/>
        <p:txBody>
          <a:bodyPr/>
          <a:lstStyle/>
          <a:p>
            <a:r>
              <a:rPr lang="en-US" dirty="0"/>
              <a:t>Data Lake</a:t>
            </a:r>
            <a:br>
              <a:rPr lang="en-US" dirty="0"/>
            </a:br>
            <a:r>
              <a:rPr lang="en-US" sz="4800" dirty="0"/>
              <a:t>Benefits</a:t>
            </a:r>
            <a:endParaRPr lang="en-US" dirty="0"/>
          </a:p>
        </p:txBody>
      </p:sp>
      <p:sp>
        <p:nvSpPr>
          <p:cNvPr id="4" name="Content Placeholder 3">
            <a:extLst>
              <a:ext uri="{FF2B5EF4-FFF2-40B4-BE49-F238E27FC236}">
                <a16:creationId xmlns:a16="http://schemas.microsoft.com/office/drawing/2014/main" id="{8CBC658F-872C-434C-AAF8-32E025BB3C52}"/>
              </a:ext>
            </a:extLst>
          </p:cNvPr>
          <p:cNvSpPr>
            <a:spLocks noGrp="1"/>
          </p:cNvSpPr>
          <p:nvPr>
            <p:ph idx="1"/>
          </p:nvPr>
        </p:nvSpPr>
        <p:spPr>
          <a:xfrm>
            <a:off x="1098550" y="2050699"/>
            <a:ext cx="6407150" cy="6888006"/>
          </a:xfrm>
        </p:spPr>
        <p:txBody>
          <a:bodyPr/>
          <a:lstStyle/>
          <a:p>
            <a:pPr>
              <a:spcBef>
                <a:spcPts val="2000"/>
              </a:spcBef>
            </a:pPr>
            <a:r>
              <a:rPr lang="en-US" sz="2400" dirty="0"/>
              <a:t>All data in one place</a:t>
            </a:r>
          </a:p>
          <a:p>
            <a:pPr>
              <a:spcBef>
                <a:spcPts val="2000"/>
              </a:spcBef>
            </a:pPr>
            <a:r>
              <a:rPr lang="en-US" sz="2400" dirty="0"/>
              <a:t>Scale to massive volumes of data</a:t>
            </a:r>
          </a:p>
          <a:p>
            <a:pPr>
              <a:spcBef>
                <a:spcPts val="2000"/>
              </a:spcBef>
            </a:pPr>
            <a:r>
              <a:rPr lang="en-US" sz="2400" dirty="0"/>
              <a:t>Ingest all types of data in any format (structured or unstructured)</a:t>
            </a:r>
          </a:p>
          <a:p>
            <a:pPr>
              <a:spcBef>
                <a:spcPts val="2000"/>
              </a:spcBef>
            </a:pPr>
            <a:r>
              <a:rPr lang="en-US" sz="2400" dirty="0"/>
              <a:t>Manage streaming and batch data in a unified platform</a:t>
            </a:r>
          </a:p>
          <a:p>
            <a:pPr lvl="1">
              <a:spcBef>
                <a:spcPts val="2000"/>
              </a:spcBef>
            </a:pPr>
            <a:r>
              <a:rPr lang="en-US" sz="2400" dirty="0"/>
              <a:t>Store streaming data for real-time analysis</a:t>
            </a:r>
          </a:p>
          <a:p>
            <a:pPr lvl="1">
              <a:spcBef>
                <a:spcPts val="2000"/>
              </a:spcBef>
            </a:pPr>
            <a:r>
              <a:rPr lang="en-US" sz="2400" dirty="0"/>
              <a:t>Store data for longer periods of time to enable historical analysis</a:t>
            </a:r>
          </a:p>
          <a:p>
            <a:pPr>
              <a:spcBef>
                <a:spcPts val="2000"/>
              </a:spcBef>
            </a:pPr>
            <a:r>
              <a:rPr lang="en-US" sz="2400" dirty="0"/>
              <a:t>Transform and query data using a variety of methods</a:t>
            </a:r>
          </a:p>
          <a:p>
            <a:pPr>
              <a:spcBef>
                <a:spcPts val="2000"/>
              </a:spcBef>
            </a:pPr>
            <a:r>
              <a:rPr lang="en-US" sz="2400" dirty="0"/>
              <a:t>Schema on read</a:t>
            </a:r>
          </a:p>
          <a:p>
            <a:pPr>
              <a:spcBef>
                <a:spcPts val="2000"/>
              </a:spcBef>
            </a:pPr>
            <a:r>
              <a:rPr lang="en-US" sz="2400" dirty="0"/>
              <a:t>Designed for low-cost storage</a:t>
            </a:r>
          </a:p>
          <a:p>
            <a:endParaRPr lang="en-US" dirty="0"/>
          </a:p>
          <a:p>
            <a:endParaRPr lang="en-US" dirty="0"/>
          </a:p>
        </p:txBody>
      </p:sp>
      <p:pic>
        <p:nvPicPr>
          <p:cNvPr id="29" name="Picture 28" descr="A diagram illustrating the key features and benefits of a data lake:&#10;&#10;- At the center, a large circle labeled &quot;Data Lake&quot; with arrows pointing to surrounding features.&#10;- Five surrounding circles represent different features:&#10;  - **Structured and unstructured data**: Ability to handle both types of data.&#10;  - **Batch and streaming support**: Capability to support both batch processing and real-time streaming data.&#10;  - **Massive data volume**: Designed to manage large volumes of data.&#10;  - **Fast, scalable analytics**: Enables quick and scalable analytics.&#10;  - **Schema on read**: Allows for schema to be applied when data is read, providing flexibility.&#10;&#10;This diagram highlights the versatility and powerful features of a data lake, emphasizing its ability to handle diverse data types and large volumes while providing scalable analytics and flexible schema management.">
            <a:extLst>
              <a:ext uri="{FF2B5EF4-FFF2-40B4-BE49-F238E27FC236}">
                <a16:creationId xmlns:a16="http://schemas.microsoft.com/office/drawing/2014/main" id="{F87F2AFF-BE97-31F1-0048-10A73CC367FD}"/>
              </a:ext>
            </a:extLst>
          </p:cNvPr>
          <p:cNvPicPr>
            <a:picLocks noChangeAspect="1"/>
          </p:cNvPicPr>
          <p:nvPr/>
        </p:nvPicPr>
        <p:blipFill>
          <a:blip r:embed="rId2"/>
          <a:stretch>
            <a:fillRect/>
          </a:stretch>
        </p:blipFill>
        <p:spPr>
          <a:xfrm>
            <a:off x="9462654" y="2040515"/>
            <a:ext cx="6968836" cy="6600825"/>
          </a:xfrm>
          <a:prstGeom prst="rect">
            <a:avLst/>
          </a:prstGeom>
        </p:spPr>
      </p:pic>
    </p:spTree>
    <p:extLst>
      <p:ext uri="{BB962C8B-B14F-4D97-AF65-F5344CB8AC3E}">
        <p14:creationId xmlns:p14="http://schemas.microsoft.com/office/powerpoint/2010/main" val="2676887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7BAFA-02AE-2043-9DC3-2E5580EF8798}"/>
              </a:ext>
            </a:extLst>
          </p:cNvPr>
          <p:cNvSpPr>
            <a:spLocks noGrp="1"/>
          </p:cNvSpPr>
          <p:nvPr>
            <p:ph type="title"/>
          </p:nvPr>
        </p:nvSpPr>
        <p:spPr/>
        <p:txBody>
          <a:bodyPr/>
          <a:lstStyle/>
          <a:p>
            <a:r>
              <a:rPr lang="en-US" dirty="0"/>
              <a:t>Data Lake on AWS</a:t>
            </a:r>
          </a:p>
        </p:txBody>
      </p:sp>
      <p:pic>
        <p:nvPicPr>
          <p:cNvPr id="3" name="Picture 2" descr="A comprehensive diagram illustrating the architecture of a data ecosystem centered around Amazon S3 as the central storage. The diagram is divided into five main sections:&#10;&#10;1. **Central Storage (S3):**&#10;   - At the center, a large circle labeled &quot;Central Storage&quot; with &quot;S3&quot; inside, described as &quot;Scalable, secure, cost-effective&quot;.&#10;&#10;2. **Catalog &amp; Search:**&#10;   - Connected to the central storage with an orange line.&#10;   - Includes services:&#10;     - Amazon DynamoDB&#10;     - Amazon Elasticsearch Service&#10;     - AWS Glue&#10;&#10;3. **Access &amp; User Interfaces:**&#10;   - Connected to the central storage with a purple line.&#10;   - Includes services:&#10;     - AWS AppSync&#10;     - Amazon API Gateway&#10;     - Amazon Cognito&#10;&#10;4. **Data Ingestion:**&#10;   - Connected to the central storage with a black dashed line.&#10;   - Includes services:&#10;     - AWS Snowball&#10;     - Amazon Kinesis Data Firehose&#10;     - AWS Direct Connect&#10;     - AWS Database Migration Service&#10;     - AWS Storage Gateway&#10;&#10;5. **Manage &amp; Secure:**&#10;   - Connected to the central storage with a green line.&#10;   - Includes icons representing:&#10;     - Security management&#10;     - Compliance&#10;     - Monitoring and auditing&#10;     - Cloud management tools&#10;&#10;6. **Analytics &amp; Serving:**&#10;   - Connected to the central storage with a black dashed line.&#10;   - Includes services:&#10;     - Amazon Athena&#10;     - Amazon EMR&#10;     - AWS Glue&#10;     - Amazon Redshift&#10;     - Amazon DynamoDB&#10;     - Amazon QuickSight&#10;     - Amazon Kinesis&#10;     - Amazon Elasticsearch Service&#10;     - Amazon Neptune&#10;     - Amazon RDS&#10;&#10;This diagram demonstrates how Amazon S3 serves as the central storage hub, integrating various AWS services for cataloging and searching data, providing user access interfaces, managing and securing data, ingesting data from multiple sources, and supporting analytics and serving needs.">
            <a:extLst>
              <a:ext uri="{FF2B5EF4-FFF2-40B4-BE49-F238E27FC236}">
                <a16:creationId xmlns:a16="http://schemas.microsoft.com/office/drawing/2014/main" id="{E3BBDEDC-6060-6A54-AA07-8681279ED62E}"/>
              </a:ext>
            </a:extLst>
          </p:cNvPr>
          <p:cNvPicPr>
            <a:picLocks noChangeAspect="1"/>
          </p:cNvPicPr>
          <p:nvPr/>
        </p:nvPicPr>
        <p:blipFill>
          <a:blip r:embed="rId2"/>
          <a:stretch>
            <a:fillRect/>
          </a:stretch>
        </p:blipFill>
        <p:spPr>
          <a:xfrm>
            <a:off x="1606427" y="2567720"/>
            <a:ext cx="15104451" cy="6397136"/>
          </a:xfrm>
          <a:prstGeom prst="rect">
            <a:avLst/>
          </a:prstGeom>
        </p:spPr>
      </p:pic>
    </p:spTree>
    <p:extLst>
      <p:ext uri="{BB962C8B-B14F-4D97-AF65-F5344CB8AC3E}">
        <p14:creationId xmlns:p14="http://schemas.microsoft.com/office/powerpoint/2010/main" val="2331317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CCE40F9-64FE-D0A1-C201-43AB0D8BFCE1}"/>
              </a:ext>
            </a:extLst>
          </p:cNvPr>
          <p:cNvSpPr>
            <a:spLocks noGrp="1"/>
          </p:cNvSpPr>
          <p:nvPr>
            <p:ph type="title"/>
          </p:nvPr>
        </p:nvSpPr>
        <p:spPr/>
        <p:txBody>
          <a:bodyPr/>
          <a:lstStyle/>
          <a:p>
            <a:r>
              <a:rPr lang="en-US" dirty="0"/>
              <a:t>Zoned Data Lake</a:t>
            </a:r>
          </a:p>
        </p:txBody>
      </p:sp>
      <p:sp>
        <p:nvSpPr>
          <p:cNvPr id="4" name="Content Placeholder 3">
            <a:extLst>
              <a:ext uri="{FF2B5EF4-FFF2-40B4-BE49-F238E27FC236}">
                <a16:creationId xmlns:a16="http://schemas.microsoft.com/office/drawing/2014/main" id="{E84F697D-8FFA-774C-26F1-EEB06F2F0E23}"/>
              </a:ext>
            </a:extLst>
          </p:cNvPr>
          <p:cNvSpPr>
            <a:spLocks noGrp="1"/>
          </p:cNvSpPr>
          <p:nvPr>
            <p:ph idx="1"/>
          </p:nvPr>
        </p:nvSpPr>
        <p:spPr>
          <a:xfrm>
            <a:off x="1073861" y="1706751"/>
            <a:ext cx="16084552" cy="7241325"/>
          </a:xfrm>
        </p:spPr>
        <p:txBody>
          <a:bodyPr/>
          <a:lstStyle/>
          <a:p>
            <a:pPr marL="0" indent="0" algn="ctr">
              <a:buNone/>
            </a:pPr>
            <a:r>
              <a:rPr lang="en-US" sz="3600" b="0" i="0" dirty="0">
                <a:solidFill>
                  <a:srgbClr val="505965"/>
                </a:solidFill>
                <a:effectLst/>
                <a:latin typeface="Inter"/>
              </a:rPr>
              <a:t>Refers to a data management concept where data within a data lake is organized into different zones based on its type, usage, and access requirements</a:t>
            </a:r>
          </a:p>
          <a:p>
            <a:pPr marL="0" indent="0" algn="ctr">
              <a:buNone/>
            </a:pPr>
            <a:endParaRPr lang="en-US" sz="3600" b="0" i="0" dirty="0">
              <a:solidFill>
                <a:srgbClr val="505965"/>
              </a:solidFill>
              <a:effectLst/>
              <a:latin typeface="Inter"/>
            </a:endParaRPr>
          </a:p>
          <a:p>
            <a:pPr marL="0" indent="0" algn="ctr">
              <a:buNone/>
            </a:pPr>
            <a:endParaRPr lang="en-US" sz="3600" dirty="0">
              <a:solidFill>
                <a:srgbClr val="505965"/>
              </a:solidFill>
              <a:latin typeface="Inter"/>
            </a:endParaRPr>
          </a:p>
          <a:p>
            <a:pPr marL="0" indent="0" algn="ctr">
              <a:buNone/>
            </a:pPr>
            <a:endParaRPr lang="en-US" sz="3600" b="0" i="0" dirty="0">
              <a:solidFill>
                <a:srgbClr val="505965"/>
              </a:solidFill>
              <a:effectLst/>
              <a:latin typeface="Inter"/>
            </a:endParaRPr>
          </a:p>
          <a:p>
            <a:pPr marL="0" indent="0" algn="ctr">
              <a:buNone/>
            </a:pPr>
            <a:endParaRPr lang="en-US" sz="3600" dirty="0">
              <a:solidFill>
                <a:srgbClr val="505965"/>
              </a:solidFill>
              <a:latin typeface="Inter"/>
            </a:endParaRPr>
          </a:p>
          <a:p>
            <a:pPr marL="0" indent="0" algn="ctr">
              <a:buNone/>
            </a:pPr>
            <a:r>
              <a:rPr lang="en-US" sz="3600" b="0" i="0" dirty="0">
                <a:solidFill>
                  <a:srgbClr val="505965"/>
                </a:solidFill>
                <a:effectLst/>
                <a:latin typeface="Inter"/>
              </a:rPr>
              <a:t>Each zone represents a specific area within the data lake that serves a distinct purpose and has different levels of access and processing capabilities</a:t>
            </a:r>
            <a:endParaRPr lang="en-US" sz="3600" dirty="0"/>
          </a:p>
        </p:txBody>
      </p:sp>
      <p:pic>
        <p:nvPicPr>
          <p:cNvPr id="25" name="Picture 24" descr="A diagram illustrating the flow of data through different zones within a data lake:&#10;&#10;- On the left, icons represent different types of data sources:&#10;  - File Data&#10;  - Stream Data&#10;  - Relational Data&#10;- An arrow points from the data sources to the &quot;Data Lake&quot; on the right.&#10;- Within the data lake, four zones are shown sequentially with arrows indicating the flow of data:&#10;  - **Transient Zone**&#10;  - **Raw Zone**&#10;  - **Trusted Zone**&#10;  - **Refined Zone**&#10;&#10;This diagram demonstrates the progression of data from its source through various stages within a data lake, each stage representing a level of processing and refinement.">
            <a:extLst>
              <a:ext uri="{FF2B5EF4-FFF2-40B4-BE49-F238E27FC236}">
                <a16:creationId xmlns:a16="http://schemas.microsoft.com/office/drawing/2014/main" id="{E36C727C-0841-87B4-6CFD-3888CA0B8A13}"/>
              </a:ext>
            </a:extLst>
          </p:cNvPr>
          <p:cNvPicPr>
            <a:picLocks noChangeAspect="1"/>
          </p:cNvPicPr>
          <p:nvPr/>
        </p:nvPicPr>
        <p:blipFill>
          <a:blip r:embed="rId2"/>
          <a:stretch>
            <a:fillRect/>
          </a:stretch>
        </p:blipFill>
        <p:spPr>
          <a:xfrm>
            <a:off x="1946249" y="2923207"/>
            <a:ext cx="14395503" cy="3995011"/>
          </a:xfrm>
          <a:prstGeom prst="rect">
            <a:avLst/>
          </a:prstGeom>
        </p:spPr>
      </p:pic>
    </p:spTree>
    <p:extLst>
      <p:ext uri="{BB962C8B-B14F-4D97-AF65-F5344CB8AC3E}">
        <p14:creationId xmlns:p14="http://schemas.microsoft.com/office/powerpoint/2010/main" val="792631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00363-ED4E-8C5B-56EB-08CB6F2B6D44}"/>
              </a:ext>
            </a:extLst>
          </p:cNvPr>
          <p:cNvSpPr>
            <a:spLocks noGrp="1"/>
          </p:cNvSpPr>
          <p:nvPr>
            <p:ph type="title"/>
          </p:nvPr>
        </p:nvSpPr>
        <p:spPr/>
        <p:txBody>
          <a:bodyPr>
            <a:normAutofit fontScale="90000"/>
          </a:bodyPr>
          <a:lstStyle/>
          <a:p>
            <a:r>
              <a:rPr lang="en-US" dirty="0"/>
              <a:t>Data Lake Variant</a:t>
            </a:r>
            <a:br>
              <a:rPr lang="en-US" dirty="0"/>
            </a:br>
            <a:r>
              <a:rPr lang="en-US" sz="4900" dirty="0"/>
              <a:t>Data Lakehouse</a:t>
            </a:r>
            <a:endParaRPr lang="en-US" dirty="0"/>
          </a:p>
        </p:txBody>
      </p:sp>
      <p:sp>
        <p:nvSpPr>
          <p:cNvPr id="3" name="Rectangle 2">
            <a:extLst>
              <a:ext uri="{FF2B5EF4-FFF2-40B4-BE49-F238E27FC236}">
                <a16:creationId xmlns:a16="http://schemas.microsoft.com/office/drawing/2014/main" id="{90D5880A-5B4C-429D-BFE0-1A39893013D6}"/>
              </a:ext>
            </a:extLst>
          </p:cNvPr>
          <p:cNvSpPr/>
          <p:nvPr/>
        </p:nvSpPr>
        <p:spPr>
          <a:xfrm>
            <a:off x="794076" y="2446020"/>
            <a:ext cx="8837296"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400" dirty="0">
                <a:solidFill>
                  <a:schemeClr val="bg2"/>
                </a:solidFill>
                <a:ea typeface="Calibri" panose="020F0502020204030204" pitchFamily="34" charset="0"/>
                <a:cs typeface="Times New Roman" panose="02020603050405020304" pitchFamily="18" charset="0"/>
              </a:rPr>
              <a:t>C</a:t>
            </a:r>
            <a:r>
              <a:rPr lang="en-US" sz="2400" dirty="0">
                <a:solidFill>
                  <a:schemeClr val="bg2"/>
                </a:solidFill>
                <a:effectLst/>
                <a:ea typeface="Calibri" panose="020F0502020204030204" pitchFamily="34" charset="0"/>
                <a:cs typeface="Times New Roman" panose="02020603050405020304" pitchFamily="18" charset="0"/>
              </a:rPr>
              <a:t>ombines scalability and cost-effectiveness of a data lake with structured schema and optimized queries of a data warehouse</a:t>
            </a:r>
          </a:p>
        </p:txBody>
      </p:sp>
      <p:sp>
        <p:nvSpPr>
          <p:cNvPr id="4" name="Rectangle 3">
            <a:extLst>
              <a:ext uri="{FF2B5EF4-FFF2-40B4-BE49-F238E27FC236}">
                <a16:creationId xmlns:a16="http://schemas.microsoft.com/office/drawing/2014/main" id="{DE658387-DEBD-401D-41B6-71F4F95312E5}"/>
              </a:ext>
            </a:extLst>
          </p:cNvPr>
          <p:cNvSpPr/>
          <p:nvPr/>
        </p:nvSpPr>
        <p:spPr>
          <a:xfrm>
            <a:off x="794076" y="3743325"/>
            <a:ext cx="8837296"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400" dirty="0">
                <a:solidFill>
                  <a:schemeClr val="tx1"/>
                </a:solidFill>
              </a:rPr>
              <a:t>Provides a unified repository for diverse data types, from structured relational tables to unstructured logs and multimedia</a:t>
            </a:r>
          </a:p>
        </p:txBody>
      </p:sp>
      <p:sp>
        <p:nvSpPr>
          <p:cNvPr id="5" name="Rectangle 4">
            <a:extLst>
              <a:ext uri="{FF2B5EF4-FFF2-40B4-BE49-F238E27FC236}">
                <a16:creationId xmlns:a16="http://schemas.microsoft.com/office/drawing/2014/main" id="{F4AD478A-5FD0-1E93-B840-E56F23016427}"/>
              </a:ext>
            </a:extLst>
          </p:cNvPr>
          <p:cNvSpPr/>
          <p:nvPr/>
        </p:nvSpPr>
        <p:spPr>
          <a:xfrm>
            <a:off x="794076" y="5010150"/>
            <a:ext cx="8837296"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400" dirty="0">
                <a:solidFill>
                  <a:schemeClr val="tx1"/>
                </a:solidFill>
              </a:rPr>
              <a:t>Unlike traditional data warehouses bound by rigid schemas, the data lakehouse embraces schema flexibility</a:t>
            </a:r>
          </a:p>
        </p:txBody>
      </p:sp>
      <p:sp>
        <p:nvSpPr>
          <p:cNvPr id="6" name="Rectangle 5">
            <a:extLst>
              <a:ext uri="{FF2B5EF4-FFF2-40B4-BE49-F238E27FC236}">
                <a16:creationId xmlns:a16="http://schemas.microsoft.com/office/drawing/2014/main" id="{D454796C-AF4E-C288-EBB7-67DB07D73E62}"/>
              </a:ext>
              <a:ext uri="{C183D7F6-B498-43B3-948B-1728B52AA6E4}">
                <adec:decorative xmlns:adec="http://schemas.microsoft.com/office/drawing/2017/decorative" val="1"/>
              </a:ext>
            </a:extLst>
          </p:cNvPr>
          <p:cNvSpPr/>
          <p:nvPr/>
        </p:nvSpPr>
        <p:spPr>
          <a:xfrm>
            <a:off x="-1" y="2446020"/>
            <a:ext cx="794077"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400" dirty="0">
              <a:solidFill>
                <a:schemeClr val="bg2"/>
              </a:solidFill>
            </a:endParaRPr>
          </a:p>
        </p:txBody>
      </p:sp>
      <p:sp>
        <p:nvSpPr>
          <p:cNvPr id="7" name="Rectangle 6">
            <a:extLst>
              <a:ext uri="{FF2B5EF4-FFF2-40B4-BE49-F238E27FC236}">
                <a16:creationId xmlns:a16="http://schemas.microsoft.com/office/drawing/2014/main" id="{63EC9505-16C3-76EF-A1A3-500C507CF5FF}"/>
              </a:ext>
              <a:ext uri="{C183D7F6-B498-43B3-948B-1728B52AA6E4}">
                <adec:decorative xmlns:adec="http://schemas.microsoft.com/office/drawing/2017/decorative" val="1"/>
              </a:ext>
            </a:extLst>
          </p:cNvPr>
          <p:cNvSpPr/>
          <p:nvPr/>
        </p:nvSpPr>
        <p:spPr>
          <a:xfrm>
            <a:off x="-1" y="3743325"/>
            <a:ext cx="794077"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400" dirty="0">
              <a:solidFill>
                <a:schemeClr val="bg2"/>
              </a:solidFill>
            </a:endParaRPr>
          </a:p>
        </p:txBody>
      </p:sp>
      <p:sp>
        <p:nvSpPr>
          <p:cNvPr id="8" name="Rectangle 7">
            <a:extLst>
              <a:ext uri="{FF2B5EF4-FFF2-40B4-BE49-F238E27FC236}">
                <a16:creationId xmlns:a16="http://schemas.microsoft.com/office/drawing/2014/main" id="{CA980954-3BEA-FC4C-E6DA-749C261D7F73}"/>
              </a:ext>
              <a:ext uri="{C183D7F6-B498-43B3-948B-1728B52AA6E4}">
                <adec:decorative xmlns:adec="http://schemas.microsoft.com/office/drawing/2017/decorative" val="1"/>
              </a:ext>
            </a:extLst>
          </p:cNvPr>
          <p:cNvSpPr/>
          <p:nvPr/>
        </p:nvSpPr>
        <p:spPr>
          <a:xfrm>
            <a:off x="0" y="5010150"/>
            <a:ext cx="795357"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400" dirty="0">
              <a:solidFill>
                <a:schemeClr val="bg2"/>
              </a:solidFill>
            </a:endParaRPr>
          </a:p>
        </p:txBody>
      </p:sp>
      <p:sp>
        <p:nvSpPr>
          <p:cNvPr id="9" name="Rectangle 8">
            <a:extLst>
              <a:ext uri="{FF2B5EF4-FFF2-40B4-BE49-F238E27FC236}">
                <a16:creationId xmlns:a16="http://schemas.microsoft.com/office/drawing/2014/main" id="{680830D9-D6B2-A0E5-40E6-810E701BA1D8}"/>
              </a:ext>
            </a:extLst>
          </p:cNvPr>
          <p:cNvSpPr/>
          <p:nvPr/>
        </p:nvSpPr>
        <p:spPr>
          <a:xfrm>
            <a:off x="794076" y="6249640"/>
            <a:ext cx="8837296"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400" dirty="0">
                <a:solidFill>
                  <a:schemeClr val="bg2"/>
                </a:solidFill>
              </a:rPr>
              <a:t>Distributed schema-on-read queries handle exploration of raw data at scale, while traditional schema-on-write SQL interfaces enable efficient analysis of structured datasets</a:t>
            </a:r>
          </a:p>
        </p:txBody>
      </p:sp>
      <p:sp>
        <p:nvSpPr>
          <p:cNvPr id="10" name="Rectangle 9">
            <a:extLst>
              <a:ext uri="{FF2B5EF4-FFF2-40B4-BE49-F238E27FC236}">
                <a16:creationId xmlns:a16="http://schemas.microsoft.com/office/drawing/2014/main" id="{64600FCE-6063-95AE-FCF0-8F74F82EB114}"/>
              </a:ext>
              <a:ext uri="{C183D7F6-B498-43B3-948B-1728B52AA6E4}">
                <adec:decorative xmlns:adec="http://schemas.microsoft.com/office/drawing/2017/decorative" val="1"/>
              </a:ext>
            </a:extLst>
          </p:cNvPr>
          <p:cNvSpPr/>
          <p:nvPr/>
        </p:nvSpPr>
        <p:spPr>
          <a:xfrm>
            <a:off x="-1" y="6249640"/>
            <a:ext cx="795357"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400" dirty="0"/>
          </a:p>
        </p:txBody>
      </p:sp>
      <p:sp>
        <p:nvSpPr>
          <p:cNvPr id="11" name="Rectangle 10">
            <a:extLst>
              <a:ext uri="{FF2B5EF4-FFF2-40B4-BE49-F238E27FC236}">
                <a16:creationId xmlns:a16="http://schemas.microsoft.com/office/drawing/2014/main" id="{CAC573BD-440D-EB15-D2F8-8624B814E99C}"/>
              </a:ext>
            </a:extLst>
          </p:cNvPr>
          <p:cNvSpPr/>
          <p:nvPr/>
        </p:nvSpPr>
        <p:spPr>
          <a:xfrm>
            <a:off x="813715" y="7526655"/>
            <a:ext cx="8837296"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dirty="0">
                <a:solidFill>
                  <a:schemeClr val="bg2"/>
                </a:solidFill>
              </a:rPr>
              <a:t>Example realizations include DataBricks Delta Lake, AWS Redshift Spectrum and Azure Synapse</a:t>
            </a:r>
          </a:p>
        </p:txBody>
      </p:sp>
      <p:sp>
        <p:nvSpPr>
          <p:cNvPr id="12" name="Rectangle 11">
            <a:extLst>
              <a:ext uri="{FF2B5EF4-FFF2-40B4-BE49-F238E27FC236}">
                <a16:creationId xmlns:a16="http://schemas.microsoft.com/office/drawing/2014/main" id="{B230AC63-A5AD-E5C1-934A-523FCE953D95}"/>
              </a:ext>
              <a:ext uri="{C183D7F6-B498-43B3-948B-1728B52AA6E4}">
                <adec:decorative xmlns:adec="http://schemas.microsoft.com/office/drawing/2017/decorative" val="1"/>
              </a:ext>
            </a:extLst>
          </p:cNvPr>
          <p:cNvSpPr/>
          <p:nvPr/>
        </p:nvSpPr>
        <p:spPr>
          <a:xfrm>
            <a:off x="19637" y="7526655"/>
            <a:ext cx="795357"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400" dirty="0"/>
          </a:p>
        </p:txBody>
      </p:sp>
      <p:pic>
        <p:nvPicPr>
          <p:cNvPr id="13" name="Picture 12" descr="A diagram illustrating the concept of a data lakehouse, which combines elements of data lakes and data warehouses:&#10;&#10;- At the top, a label reads &quot;Data Lakehouse&quot;.&#10;- Below that, a box labeled &quot;Unified (SQL) Query layer&quot; signifies the integration of querying capabilities across the data lake and data warehouse.&#10;- The main visual consists of two interlocking puzzle pieces:&#10;  - The left puzzle piece is labeled &quot;Data Lake&quot; and represents the storage and management of unstructured data.&#10;  - The right puzzle piece is labeled &quot;Data Warehouse&quot; and represents the storage and management of structured data.&#10;- Arrows point from two boxes at the bottom:&#10;  - &quot;Structured Data&quot; points to the Data Warehouse.&#10;  - &quot;Unstructured Data&quot; points to the Data Lake.&#10;&#10;This diagram illustrates how a data lakehouse integrates the features of both data lakes and data warehouses, providing a unified query layer to handle both structured and unstructured data efficiently.">
            <a:extLst>
              <a:ext uri="{FF2B5EF4-FFF2-40B4-BE49-F238E27FC236}">
                <a16:creationId xmlns:a16="http://schemas.microsoft.com/office/drawing/2014/main" id="{03ECA903-EDA2-9AC5-1E66-4143872BFF00}"/>
              </a:ext>
            </a:extLst>
          </p:cNvPr>
          <p:cNvPicPr>
            <a:picLocks noChangeAspect="1"/>
          </p:cNvPicPr>
          <p:nvPr/>
        </p:nvPicPr>
        <p:blipFill>
          <a:blip r:embed="rId3"/>
          <a:stretch>
            <a:fillRect/>
          </a:stretch>
        </p:blipFill>
        <p:spPr>
          <a:xfrm>
            <a:off x="9996771" y="2510619"/>
            <a:ext cx="7421396" cy="6135806"/>
          </a:xfrm>
          <a:prstGeom prst="rect">
            <a:avLst/>
          </a:prstGeom>
        </p:spPr>
      </p:pic>
    </p:spTree>
    <p:custDataLst>
      <p:tags r:id="rId1"/>
    </p:custDataLst>
    <p:extLst>
      <p:ext uri="{BB962C8B-B14F-4D97-AF65-F5344CB8AC3E}">
        <p14:creationId xmlns:p14="http://schemas.microsoft.com/office/powerpoint/2010/main" val="42690836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76077723e4e34c3b5aeef4b04efa78bf">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9e363e40d36e188a1c3db48bbcaf99f"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7D4737E-DCB4-4424-99F9-A0BC1E4D70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customXml/itemProps3.xml><?xml version="1.0" encoding="utf-8"?>
<ds:datastoreItem xmlns:ds="http://schemas.openxmlformats.org/officeDocument/2006/customXml" ds:itemID="{BFA838ED-C12F-4A42-8E88-98BAC73D214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96846</TotalTime>
  <Words>1120</Words>
  <Application>Microsoft Office PowerPoint</Application>
  <PresentationFormat>Custom</PresentationFormat>
  <Paragraphs>175</Paragraphs>
  <Slides>13</Slides>
  <Notes>1</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Breeze</vt:lpstr>
      <vt:lpstr>Module 6: Lesson 4 Data Lake Pattern</vt:lpstr>
      <vt:lpstr>Legacy Enterprise Data Organization Data Warehouse</vt:lpstr>
      <vt:lpstr>Legacy Enterprise Data Organization  Data is Maintained Across Isolated Data Silos</vt:lpstr>
      <vt:lpstr>Legacy Enterprise Data Organization Challenges</vt:lpstr>
      <vt:lpstr>Modern Enterprise Data Organization  Data Lake</vt:lpstr>
      <vt:lpstr>Data Lake Initial Vision</vt:lpstr>
      <vt:lpstr>Data Lake  Architecture</vt:lpstr>
      <vt:lpstr>Data Lake Storage Options</vt:lpstr>
      <vt:lpstr>Data Lake Storage Options</vt:lpstr>
      <vt:lpstr>Data Lake Benefits</vt:lpstr>
      <vt:lpstr>Data Lake on AWS</vt:lpstr>
      <vt:lpstr>Zoned Data Lake</vt:lpstr>
      <vt:lpstr>Data Lake Variant Data Lakehouse</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Joseph Rosen</cp:lastModifiedBy>
  <cp:revision>409</cp:revision>
  <cp:lastPrinted>2024-01-22T03:27:39Z</cp:lastPrinted>
  <dcterms:created xsi:type="dcterms:W3CDTF">2019-02-13T16:04:21Z</dcterms:created>
  <dcterms:modified xsi:type="dcterms:W3CDTF">2024-07-12T17:53:56Z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ArticulateGUID">
    <vt:lpwstr>013B7B27-8A3F-4A14-AE2E-3009D137F06D</vt:lpwstr>
  </property>
  <property fmtid="{D5CDD505-2E9C-101B-9397-08002B2CF9AE}" pid="4" name="ArticulatePath">
    <vt:lpwstr>Module 6 22012023</vt:lpwstr>
  </property>
  <property fmtid="{D5CDD505-2E9C-101B-9397-08002B2CF9AE}" pid="5" name="MediaServiceImageTags">
    <vt:lpwstr/>
  </property>
</Properties>
</file>