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2"/>
  </p:notesMasterIdLst>
  <p:sldIdLst>
    <p:sldId id="610" r:id="rId5"/>
    <p:sldId id="1166" r:id="rId6"/>
    <p:sldId id="1167" r:id="rId7"/>
    <p:sldId id="1168" r:id="rId8"/>
    <p:sldId id="1209" r:id="rId9"/>
    <p:sldId id="1143" r:id="rId10"/>
    <p:sldId id="1169" r:id="rId11"/>
    <p:sldId id="1178" r:id="rId12"/>
    <p:sldId id="1170" r:id="rId13"/>
    <p:sldId id="1144" r:id="rId14"/>
    <p:sldId id="1179" r:id="rId15"/>
    <p:sldId id="1148" r:id="rId16"/>
    <p:sldId id="1150" r:id="rId17"/>
    <p:sldId id="1176" r:id="rId18"/>
    <p:sldId id="1149" r:id="rId19"/>
    <p:sldId id="1151" r:id="rId20"/>
    <p:sldId id="1157" r:id="rId21"/>
  </p:sldIdLst>
  <p:sldSz cx="18288000" cy="10287000"/>
  <p:notesSz cx="9144000" cy="6858000"/>
  <p:custDataLst>
    <p:tags r:id="rId23"/>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8586"/>
    <a:srgbClr val="FFFFFF"/>
    <a:srgbClr val="E1F8FF"/>
    <a:srgbClr val="D4DBE7"/>
    <a:srgbClr val="E0F8FF"/>
    <a:srgbClr val="3BA1F0"/>
    <a:srgbClr val="EAEAEA"/>
    <a:srgbClr val="BABABA"/>
    <a:srgbClr val="959595"/>
    <a:srgbClr val="F94B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A7AD2A-EF68-FC7C-75D9-D02B48496901}" v="9" dt="2024-07-12T18:02:27.2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42"/>
    <p:restoredTop sz="95768"/>
  </p:normalViewPr>
  <p:slideViewPr>
    <p:cSldViewPr snapToGrid="0" snapToObjects="1">
      <p:cViewPr>
        <p:scale>
          <a:sx n="75" d="100"/>
          <a:sy n="75" d="100"/>
        </p:scale>
        <p:origin x="912" y="54"/>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9DA7AD2A-EF68-FC7C-75D9-D02B48496901}"/>
    <pc:docChg chg="modSld">
      <pc:chgData name="Allison Mulshine" userId="S::allison.mulshine@collegiseducation.com::5f656d52-c555-4e5e-9a5b-18226766ffe3" providerId="AD" clId="Web-{9DA7AD2A-EF68-FC7C-75D9-D02B48496901}" dt="2024-07-12T18:02:27.203" v="8"/>
      <pc:docMkLst>
        <pc:docMk/>
      </pc:docMkLst>
      <pc:sldChg chg="modSp">
        <pc:chgData name="Allison Mulshine" userId="S::allison.mulshine@collegiseducation.com::5f656d52-c555-4e5e-9a5b-18226766ffe3" providerId="AD" clId="Web-{9DA7AD2A-EF68-FC7C-75D9-D02B48496901}" dt="2024-07-12T18:01:46.343" v="6"/>
        <pc:sldMkLst>
          <pc:docMk/>
          <pc:sldMk cId="2054062217" sldId="1178"/>
        </pc:sldMkLst>
        <pc:picChg chg="mod">
          <ac:chgData name="Allison Mulshine" userId="S::allison.mulshine@collegiseducation.com::5f656d52-c555-4e5e-9a5b-18226766ffe3" providerId="AD" clId="Web-{9DA7AD2A-EF68-FC7C-75D9-D02B48496901}" dt="2024-07-12T18:01:46.343" v="6"/>
          <ac:picMkLst>
            <pc:docMk/>
            <pc:sldMk cId="2054062217" sldId="1178"/>
            <ac:picMk id="5122" creationId="{13781235-2E5F-2AD7-B483-3CEEF7EE12A4}"/>
          </ac:picMkLst>
        </pc:picChg>
      </pc:sldChg>
      <pc:sldChg chg="modSp">
        <pc:chgData name="Allison Mulshine" userId="S::allison.mulshine@collegiseducation.com::5f656d52-c555-4e5e-9a5b-18226766ffe3" providerId="AD" clId="Web-{9DA7AD2A-EF68-FC7C-75D9-D02B48496901}" dt="2024-07-12T18:02:27.203" v="8"/>
        <pc:sldMkLst>
          <pc:docMk/>
          <pc:sldMk cId="2269287833" sldId="1179"/>
        </pc:sldMkLst>
        <pc:picChg chg="mod">
          <ac:chgData name="Allison Mulshine" userId="S::allison.mulshine@collegiseducation.com::5f656d52-c555-4e5e-9a5b-18226766ffe3" providerId="AD" clId="Web-{9DA7AD2A-EF68-FC7C-75D9-D02B48496901}" dt="2024-07-12T18:02:27.203" v="8"/>
          <ac:picMkLst>
            <pc:docMk/>
            <pc:sldMk cId="2269287833" sldId="1179"/>
            <ac:picMk id="6146" creationId="{781294BF-3250-95E5-18AC-9038170D9406}"/>
          </ac:picMkLst>
        </pc:picChg>
      </pc:sldChg>
      <pc:sldChg chg="modSp">
        <pc:chgData name="Allison Mulshine" userId="S::allison.mulshine@collegiseducation.com::5f656d52-c555-4e5e-9a5b-18226766ffe3" providerId="AD" clId="Web-{9DA7AD2A-EF68-FC7C-75D9-D02B48496901}" dt="2024-07-12T18:00:40.715" v="0"/>
        <pc:sldMkLst>
          <pc:docMk/>
          <pc:sldMk cId="2869145348" sldId="1209"/>
        </pc:sldMkLst>
        <pc:graphicFrameChg chg="mod">
          <ac:chgData name="Allison Mulshine" userId="S::allison.mulshine@collegiseducation.com::5f656d52-c555-4e5e-9a5b-18226766ffe3" providerId="AD" clId="Web-{9DA7AD2A-EF68-FC7C-75D9-D02B48496901}" dt="2024-07-12T18:00:40.715" v="0"/>
          <ac:graphicFrameMkLst>
            <pc:docMk/>
            <pc:sldMk cId="2869145348" sldId="1209"/>
            <ac:graphicFrameMk id="4" creationId="{E7031037-FE1B-FD84-549F-0373FD969013}"/>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11BCC5-EFA3-4E4D-BF71-EA4426D8C909}" type="doc">
      <dgm:prSet loTypeId="urn:microsoft.com/office/officeart/2005/8/layout/hierarchy2" loCatId="" qsTypeId="urn:microsoft.com/office/officeart/2005/8/quickstyle/simple1" qsCatId="simple" csTypeId="urn:microsoft.com/office/officeart/2005/8/colors/accent6_2" csCatId="accent6" phldr="1"/>
      <dgm:spPr/>
      <dgm:t>
        <a:bodyPr/>
        <a:lstStyle/>
        <a:p>
          <a:endParaRPr lang="en-US"/>
        </a:p>
      </dgm:t>
    </dgm:pt>
    <dgm:pt modelId="{67BE9B3E-30A9-5944-B640-BF38B1261068}">
      <dgm:prSet phldrT="[Text]"/>
      <dgm:spPr/>
      <dgm:t>
        <a:bodyPr/>
        <a:lstStyle/>
        <a:p>
          <a:r>
            <a:rPr lang="en-US" dirty="0">
              <a:solidFill>
                <a:schemeClr val="bg2"/>
              </a:solidFill>
            </a:rPr>
            <a:t>Relational Database Systems</a:t>
          </a:r>
        </a:p>
      </dgm:t>
    </dgm:pt>
    <dgm:pt modelId="{DE2B878B-C482-3742-A290-466202F678FB}" type="parTrans" cxnId="{15A2B42A-5ECE-BF41-9209-9D981E44FFF4}">
      <dgm:prSet/>
      <dgm:spPr/>
      <dgm:t>
        <a:bodyPr/>
        <a:lstStyle/>
        <a:p>
          <a:endParaRPr lang="en-US">
            <a:solidFill>
              <a:schemeClr val="bg2"/>
            </a:solidFill>
          </a:endParaRPr>
        </a:p>
      </dgm:t>
    </dgm:pt>
    <dgm:pt modelId="{B69013E2-0365-5C4C-9622-797AE20A1D14}" type="sibTrans" cxnId="{15A2B42A-5ECE-BF41-9209-9D981E44FFF4}">
      <dgm:prSet/>
      <dgm:spPr/>
      <dgm:t>
        <a:bodyPr/>
        <a:lstStyle/>
        <a:p>
          <a:endParaRPr lang="en-US">
            <a:solidFill>
              <a:schemeClr val="bg2"/>
            </a:solidFill>
          </a:endParaRPr>
        </a:p>
      </dgm:t>
    </dgm:pt>
    <dgm:pt modelId="{36C4C9F7-CADA-6F43-8F82-ACCBAC85A508}">
      <dgm:prSet phldrT="[Text]"/>
      <dgm:spPr/>
      <dgm:t>
        <a:bodyPr/>
        <a:lstStyle/>
        <a:p>
          <a:r>
            <a:rPr lang="en-US" dirty="0">
              <a:solidFill>
                <a:schemeClr val="bg2"/>
              </a:solidFill>
            </a:rPr>
            <a:t>The Challenges of Big Data</a:t>
          </a:r>
        </a:p>
      </dgm:t>
    </dgm:pt>
    <dgm:pt modelId="{B3309F8C-1932-264C-BBE5-746B6A9DC91A}" type="parTrans" cxnId="{085B4FC6-090E-114C-B24F-11F4ED5EF0CA}">
      <dgm:prSet/>
      <dgm:spPr/>
      <dgm:t>
        <a:bodyPr/>
        <a:lstStyle/>
        <a:p>
          <a:endParaRPr lang="en-US" dirty="0">
            <a:solidFill>
              <a:schemeClr val="bg2"/>
            </a:solidFill>
          </a:endParaRPr>
        </a:p>
      </dgm:t>
    </dgm:pt>
    <dgm:pt modelId="{17D781DF-95B5-DA47-BFF7-84D296CA3F3D}" type="sibTrans" cxnId="{085B4FC6-090E-114C-B24F-11F4ED5EF0CA}">
      <dgm:prSet/>
      <dgm:spPr/>
      <dgm:t>
        <a:bodyPr/>
        <a:lstStyle/>
        <a:p>
          <a:endParaRPr lang="en-US">
            <a:solidFill>
              <a:schemeClr val="bg2"/>
            </a:solidFill>
          </a:endParaRPr>
        </a:p>
      </dgm:t>
    </dgm:pt>
    <dgm:pt modelId="{822CCA03-6CA1-0B43-BF6D-695223D719B5}">
      <dgm:prSet phldrT="[Text]"/>
      <dgm:spPr/>
      <dgm:t>
        <a:bodyPr/>
        <a:lstStyle/>
        <a:p>
          <a:r>
            <a:rPr lang="en-US" dirty="0">
              <a:solidFill>
                <a:schemeClr val="bg2"/>
              </a:solidFill>
            </a:rPr>
            <a:t>Distributed Systems Technology</a:t>
          </a:r>
        </a:p>
      </dgm:t>
    </dgm:pt>
    <dgm:pt modelId="{3EA0F53F-9285-B04C-848A-1FC7D8EB017D}" type="parTrans" cxnId="{928E4774-E268-6A4F-8F0E-42039A1F8D15}">
      <dgm:prSet/>
      <dgm:spPr/>
      <dgm:t>
        <a:bodyPr/>
        <a:lstStyle/>
        <a:p>
          <a:endParaRPr lang="en-US" dirty="0">
            <a:solidFill>
              <a:schemeClr val="bg2"/>
            </a:solidFill>
          </a:endParaRPr>
        </a:p>
      </dgm:t>
    </dgm:pt>
    <dgm:pt modelId="{D9F2A1C2-E05D-B24D-BEF1-6B213E3FC66D}" type="sibTrans" cxnId="{928E4774-E268-6A4F-8F0E-42039A1F8D15}">
      <dgm:prSet/>
      <dgm:spPr/>
      <dgm:t>
        <a:bodyPr/>
        <a:lstStyle/>
        <a:p>
          <a:endParaRPr lang="en-US">
            <a:solidFill>
              <a:schemeClr val="bg2"/>
            </a:solidFill>
          </a:endParaRPr>
        </a:p>
      </dgm:t>
    </dgm:pt>
    <dgm:pt modelId="{5E666DAA-8E5B-8A4C-BCD9-F6D78C367FA2}">
      <dgm:prSet phldrT="[Text]"/>
      <dgm:spPr/>
      <dgm:t>
        <a:bodyPr/>
        <a:lstStyle/>
        <a:p>
          <a:r>
            <a:rPr lang="en-US" dirty="0">
              <a:solidFill>
                <a:schemeClr val="bg2"/>
              </a:solidFill>
            </a:rPr>
            <a:t>Parallel Processing Systems</a:t>
          </a:r>
        </a:p>
      </dgm:t>
    </dgm:pt>
    <dgm:pt modelId="{E2CE099B-888A-E84D-9B70-26B85B145CC1}" type="parTrans" cxnId="{90201B10-CEFD-4E40-AC38-91803E78638D}">
      <dgm:prSet/>
      <dgm:spPr/>
      <dgm:t>
        <a:bodyPr/>
        <a:lstStyle/>
        <a:p>
          <a:endParaRPr lang="en-US" dirty="0">
            <a:solidFill>
              <a:schemeClr val="bg2"/>
            </a:solidFill>
          </a:endParaRPr>
        </a:p>
      </dgm:t>
    </dgm:pt>
    <dgm:pt modelId="{DB5209D0-5435-014D-82AD-5C94CBC497FB}" type="sibTrans" cxnId="{90201B10-CEFD-4E40-AC38-91803E78638D}">
      <dgm:prSet/>
      <dgm:spPr/>
      <dgm:t>
        <a:bodyPr/>
        <a:lstStyle/>
        <a:p>
          <a:endParaRPr lang="en-US">
            <a:solidFill>
              <a:schemeClr val="bg2"/>
            </a:solidFill>
          </a:endParaRPr>
        </a:p>
      </dgm:t>
    </dgm:pt>
    <dgm:pt modelId="{86D7EE30-25EB-8046-B522-691FCE87A0E3}">
      <dgm:prSet phldrT="[Text]"/>
      <dgm:spPr/>
      <dgm:t>
        <a:bodyPr/>
        <a:lstStyle/>
        <a:p>
          <a:r>
            <a:rPr lang="en-US" dirty="0">
              <a:solidFill>
                <a:schemeClr val="bg2"/>
              </a:solidFill>
            </a:rPr>
            <a:t>Parallel Execution Systems (MapReduce, Spark)</a:t>
          </a:r>
        </a:p>
      </dgm:t>
    </dgm:pt>
    <dgm:pt modelId="{CE43FC8A-BD17-EC46-BC57-662EBE94486B}" type="parTrans" cxnId="{5EE8F57C-C6B1-544B-9F33-34BB73E5A5FB}">
      <dgm:prSet/>
      <dgm:spPr/>
      <dgm:t>
        <a:bodyPr/>
        <a:lstStyle/>
        <a:p>
          <a:endParaRPr lang="en-US" dirty="0">
            <a:solidFill>
              <a:schemeClr val="bg2"/>
            </a:solidFill>
          </a:endParaRPr>
        </a:p>
      </dgm:t>
    </dgm:pt>
    <dgm:pt modelId="{E4D9BA74-AA1F-584D-9A3D-D5034DD57279}" type="sibTrans" cxnId="{5EE8F57C-C6B1-544B-9F33-34BB73E5A5FB}">
      <dgm:prSet/>
      <dgm:spPr/>
      <dgm:t>
        <a:bodyPr/>
        <a:lstStyle/>
        <a:p>
          <a:endParaRPr lang="en-US">
            <a:solidFill>
              <a:schemeClr val="bg2"/>
            </a:solidFill>
          </a:endParaRPr>
        </a:p>
      </dgm:t>
    </dgm:pt>
    <dgm:pt modelId="{C95E8616-2656-BC42-856B-138575BB2869}">
      <dgm:prSet phldrT="[Text]"/>
      <dgm:spPr>
        <a:solidFill>
          <a:srgbClr val="FF0000"/>
        </a:solidFill>
      </dgm:spPr>
      <dgm:t>
        <a:bodyPr/>
        <a:lstStyle/>
        <a:p>
          <a:r>
            <a:rPr lang="en-US" dirty="0">
              <a:solidFill>
                <a:schemeClr val="bg2"/>
              </a:solidFill>
            </a:rPr>
            <a:t>Distributed Database Systems</a:t>
          </a:r>
        </a:p>
      </dgm:t>
    </dgm:pt>
    <dgm:pt modelId="{26E071F0-EE79-6F4F-9C91-5CAEB5DEFFD2}" type="parTrans" cxnId="{3102964B-A854-D544-B785-FEC7958F7133}">
      <dgm:prSet/>
      <dgm:spPr/>
      <dgm:t>
        <a:bodyPr/>
        <a:lstStyle/>
        <a:p>
          <a:endParaRPr lang="en-US" dirty="0">
            <a:solidFill>
              <a:schemeClr val="bg2"/>
            </a:solidFill>
          </a:endParaRPr>
        </a:p>
      </dgm:t>
    </dgm:pt>
    <dgm:pt modelId="{AE3BCFDF-A87F-6142-90A1-F91292C7F2DA}" type="sibTrans" cxnId="{3102964B-A854-D544-B785-FEC7958F7133}">
      <dgm:prSet/>
      <dgm:spPr/>
      <dgm:t>
        <a:bodyPr/>
        <a:lstStyle/>
        <a:p>
          <a:endParaRPr lang="en-US">
            <a:solidFill>
              <a:schemeClr val="bg2"/>
            </a:solidFill>
          </a:endParaRPr>
        </a:p>
      </dgm:t>
    </dgm:pt>
    <dgm:pt modelId="{A3B81D2A-0553-4B4E-B949-A8CF75A8E46C}">
      <dgm:prSet phldrT="[Text]"/>
      <dgm:spPr>
        <a:solidFill>
          <a:srgbClr val="FF0000"/>
        </a:solidFill>
      </dgm:spPr>
      <dgm:t>
        <a:bodyPr/>
        <a:lstStyle/>
        <a:p>
          <a:r>
            <a:rPr lang="en-US" dirty="0">
              <a:solidFill>
                <a:schemeClr val="bg2"/>
              </a:solidFill>
            </a:rPr>
            <a:t>NewSQL Database Systems</a:t>
          </a:r>
        </a:p>
      </dgm:t>
    </dgm:pt>
    <dgm:pt modelId="{54D2945F-251D-3A4C-9410-05C4ED16F3EC}" type="parTrans" cxnId="{E21A5FBF-AA2D-4B40-8631-EB42607218F8}">
      <dgm:prSet/>
      <dgm:spPr/>
      <dgm:t>
        <a:bodyPr/>
        <a:lstStyle/>
        <a:p>
          <a:endParaRPr lang="en-US" dirty="0">
            <a:solidFill>
              <a:schemeClr val="bg2"/>
            </a:solidFill>
          </a:endParaRPr>
        </a:p>
      </dgm:t>
    </dgm:pt>
    <dgm:pt modelId="{FC6F46F2-3876-C04A-9274-6214088E272E}" type="sibTrans" cxnId="{E21A5FBF-AA2D-4B40-8631-EB42607218F8}">
      <dgm:prSet/>
      <dgm:spPr/>
      <dgm:t>
        <a:bodyPr/>
        <a:lstStyle/>
        <a:p>
          <a:endParaRPr lang="en-US">
            <a:solidFill>
              <a:schemeClr val="bg2"/>
            </a:solidFill>
          </a:endParaRPr>
        </a:p>
      </dgm:t>
    </dgm:pt>
    <dgm:pt modelId="{5857693A-0D77-494D-ACBA-C9D7942EBFA2}">
      <dgm:prSet phldrT="[Text]"/>
      <dgm:spPr>
        <a:solidFill>
          <a:srgbClr val="FF0000"/>
        </a:solidFill>
      </dgm:spPr>
      <dgm:t>
        <a:bodyPr/>
        <a:lstStyle/>
        <a:p>
          <a:r>
            <a:rPr lang="en-US" dirty="0">
              <a:solidFill>
                <a:schemeClr val="bg2"/>
              </a:solidFill>
            </a:rPr>
            <a:t>NoSQL Database Systems</a:t>
          </a:r>
        </a:p>
      </dgm:t>
    </dgm:pt>
    <dgm:pt modelId="{33067E43-0F88-D344-B129-D7904284E052}" type="parTrans" cxnId="{4054CA01-A75B-4D43-B7E9-0B419B486DFE}">
      <dgm:prSet/>
      <dgm:spPr/>
      <dgm:t>
        <a:bodyPr/>
        <a:lstStyle/>
        <a:p>
          <a:endParaRPr lang="en-US" dirty="0">
            <a:solidFill>
              <a:schemeClr val="bg2"/>
            </a:solidFill>
          </a:endParaRPr>
        </a:p>
      </dgm:t>
    </dgm:pt>
    <dgm:pt modelId="{22F99DE7-F6BD-3344-9E2A-1A3F2461F393}" type="sibTrans" cxnId="{4054CA01-A75B-4D43-B7E9-0B419B486DFE}">
      <dgm:prSet/>
      <dgm:spPr/>
      <dgm:t>
        <a:bodyPr/>
        <a:lstStyle/>
        <a:p>
          <a:endParaRPr lang="en-US">
            <a:solidFill>
              <a:schemeClr val="bg2"/>
            </a:solidFill>
          </a:endParaRPr>
        </a:p>
      </dgm:t>
    </dgm:pt>
    <dgm:pt modelId="{9D91B6F4-0B55-0B4B-BF00-66E307EBE528}">
      <dgm:prSet phldrT="[Text]"/>
      <dgm:spPr/>
      <dgm:t>
        <a:bodyPr/>
        <a:lstStyle/>
        <a:p>
          <a:r>
            <a:rPr lang="en-US" dirty="0">
              <a:solidFill>
                <a:schemeClr val="bg2"/>
              </a:solidFill>
            </a:rPr>
            <a:t>Distributed File Systems</a:t>
          </a:r>
        </a:p>
      </dgm:t>
    </dgm:pt>
    <dgm:pt modelId="{F9C90341-D932-6545-999D-9A91BB364D02}" type="parTrans" cxnId="{495E003F-26F4-F348-8A5A-008F3559701E}">
      <dgm:prSet/>
      <dgm:spPr/>
      <dgm:t>
        <a:bodyPr/>
        <a:lstStyle/>
        <a:p>
          <a:endParaRPr lang="en-US" dirty="0">
            <a:solidFill>
              <a:schemeClr val="bg2"/>
            </a:solidFill>
          </a:endParaRPr>
        </a:p>
      </dgm:t>
    </dgm:pt>
    <dgm:pt modelId="{DFA4D3D6-27D5-5E4A-B57E-CA0D50C8A474}" type="sibTrans" cxnId="{495E003F-26F4-F348-8A5A-008F3559701E}">
      <dgm:prSet/>
      <dgm:spPr/>
      <dgm:t>
        <a:bodyPr/>
        <a:lstStyle/>
        <a:p>
          <a:endParaRPr lang="en-US">
            <a:solidFill>
              <a:schemeClr val="bg2"/>
            </a:solidFill>
          </a:endParaRPr>
        </a:p>
      </dgm:t>
    </dgm:pt>
    <dgm:pt modelId="{86A0D2A2-E02A-BD4A-BF09-95BCA5D12150}">
      <dgm:prSet phldrT="[Text]"/>
      <dgm:spPr>
        <a:ln>
          <a:solidFill>
            <a:schemeClr val="bg2"/>
          </a:solidFill>
        </a:ln>
      </dgm:spPr>
      <dgm:t>
        <a:bodyPr/>
        <a:lstStyle/>
        <a:p>
          <a:r>
            <a:rPr lang="en-US" dirty="0">
              <a:solidFill>
                <a:schemeClr val="bg2"/>
              </a:solidFill>
            </a:rPr>
            <a:t>Limitations of Relational Systems and Data Model</a:t>
          </a:r>
        </a:p>
      </dgm:t>
    </dgm:pt>
    <dgm:pt modelId="{7448BCA6-7E1F-5F4D-9EB0-957BA4E1AFB3}" type="parTrans" cxnId="{E64F9DC3-B6B0-324F-B161-DDD6162F094A}">
      <dgm:prSet/>
      <dgm:spPr/>
      <dgm:t>
        <a:bodyPr/>
        <a:lstStyle/>
        <a:p>
          <a:endParaRPr lang="en-US" dirty="0"/>
        </a:p>
      </dgm:t>
    </dgm:pt>
    <dgm:pt modelId="{5455F295-E8CC-294C-8F50-0D337289BB01}" type="sibTrans" cxnId="{E64F9DC3-B6B0-324F-B161-DDD6162F094A}">
      <dgm:prSet/>
      <dgm:spPr/>
      <dgm:t>
        <a:bodyPr/>
        <a:lstStyle/>
        <a:p>
          <a:endParaRPr lang="en-US"/>
        </a:p>
      </dgm:t>
    </dgm:pt>
    <dgm:pt modelId="{9DC5550F-D819-3647-BE31-6EBA3CBC9358}" type="pres">
      <dgm:prSet presAssocID="{F011BCC5-EFA3-4E4D-BF71-EA4426D8C909}" presName="diagram" presStyleCnt="0">
        <dgm:presLayoutVars>
          <dgm:chPref val="1"/>
          <dgm:dir/>
          <dgm:animOne val="branch"/>
          <dgm:animLvl val="lvl"/>
          <dgm:resizeHandles val="exact"/>
        </dgm:presLayoutVars>
      </dgm:prSet>
      <dgm:spPr/>
    </dgm:pt>
    <dgm:pt modelId="{F5C00B9D-B94D-AD4E-B1A4-0123B7505C13}" type="pres">
      <dgm:prSet presAssocID="{67BE9B3E-30A9-5944-B640-BF38B1261068}" presName="root1" presStyleCnt="0"/>
      <dgm:spPr/>
    </dgm:pt>
    <dgm:pt modelId="{DA67F1BD-1EF6-F44C-BFC7-8C5536E4B4F9}" type="pres">
      <dgm:prSet presAssocID="{67BE9B3E-30A9-5944-B640-BF38B1261068}" presName="LevelOneTextNode" presStyleLbl="node0" presStyleIdx="0" presStyleCnt="1" custLinFactNeighborY="-52626">
        <dgm:presLayoutVars>
          <dgm:chPref val="3"/>
        </dgm:presLayoutVars>
      </dgm:prSet>
      <dgm:spPr/>
    </dgm:pt>
    <dgm:pt modelId="{501F0CF7-22A9-4C43-981B-30E227871D8B}" type="pres">
      <dgm:prSet presAssocID="{67BE9B3E-30A9-5944-B640-BF38B1261068}" presName="level2hierChild" presStyleCnt="0"/>
      <dgm:spPr/>
    </dgm:pt>
    <dgm:pt modelId="{79218C92-C21A-864A-BCEE-7A11A3DF0450}" type="pres">
      <dgm:prSet presAssocID="{B3309F8C-1932-264C-BBE5-746B6A9DC91A}" presName="conn2-1" presStyleLbl="parChTrans1D2" presStyleIdx="0" presStyleCnt="2"/>
      <dgm:spPr/>
    </dgm:pt>
    <dgm:pt modelId="{076C8555-917F-774D-B20E-78E85D3DC3FA}" type="pres">
      <dgm:prSet presAssocID="{B3309F8C-1932-264C-BBE5-746B6A9DC91A}" presName="connTx" presStyleLbl="parChTrans1D2" presStyleIdx="0" presStyleCnt="2"/>
      <dgm:spPr/>
    </dgm:pt>
    <dgm:pt modelId="{B67EBA20-12E6-4F4C-B2D0-084BEEF59019}" type="pres">
      <dgm:prSet presAssocID="{36C4C9F7-CADA-6F43-8F82-ACCBAC85A508}" presName="root2" presStyleCnt="0"/>
      <dgm:spPr/>
    </dgm:pt>
    <dgm:pt modelId="{E3914D4F-3992-4244-8B5C-1E5ED070C080}" type="pres">
      <dgm:prSet presAssocID="{36C4C9F7-CADA-6F43-8F82-ACCBAC85A508}" presName="LevelTwoTextNode" presStyleLbl="node2" presStyleIdx="0" presStyleCnt="2" custLinFactNeighborY="-42935">
        <dgm:presLayoutVars>
          <dgm:chPref val="3"/>
        </dgm:presLayoutVars>
      </dgm:prSet>
      <dgm:spPr/>
    </dgm:pt>
    <dgm:pt modelId="{83E710ED-A112-A647-8342-0C67E5FEE3DB}" type="pres">
      <dgm:prSet presAssocID="{36C4C9F7-CADA-6F43-8F82-ACCBAC85A508}" presName="level3hierChild" presStyleCnt="0"/>
      <dgm:spPr/>
    </dgm:pt>
    <dgm:pt modelId="{5FF214E0-EF0E-8543-8444-1C0C896BDC5B}" type="pres">
      <dgm:prSet presAssocID="{3EA0F53F-9285-B04C-848A-1FC7D8EB017D}" presName="conn2-1" presStyleLbl="parChTrans1D3" presStyleIdx="0" presStyleCnt="1"/>
      <dgm:spPr/>
    </dgm:pt>
    <dgm:pt modelId="{30ED8E01-0EBE-D744-8F81-FD384605AF7A}" type="pres">
      <dgm:prSet presAssocID="{3EA0F53F-9285-B04C-848A-1FC7D8EB017D}" presName="connTx" presStyleLbl="parChTrans1D3" presStyleIdx="0" presStyleCnt="1"/>
      <dgm:spPr/>
    </dgm:pt>
    <dgm:pt modelId="{E2BE622B-87ED-904A-B522-61A401151389}" type="pres">
      <dgm:prSet presAssocID="{822CCA03-6CA1-0B43-BF6D-695223D719B5}" presName="root2" presStyleCnt="0"/>
      <dgm:spPr/>
    </dgm:pt>
    <dgm:pt modelId="{D602E9F7-2729-9243-990A-EE05B4C29C0F}" type="pres">
      <dgm:prSet presAssocID="{822CCA03-6CA1-0B43-BF6D-695223D719B5}" presName="LevelTwoTextNode" presStyleLbl="node3" presStyleIdx="0" presStyleCnt="1">
        <dgm:presLayoutVars>
          <dgm:chPref val="3"/>
        </dgm:presLayoutVars>
      </dgm:prSet>
      <dgm:spPr/>
    </dgm:pt>
    <dgm:pt modelId="{275A08CB-9F7E-BD48-B5B7-8EB8B0C50548}" type="pres">
      <dgm:prSet presAssocID="{822CCA03-6CA1-0B43-BF6D-695223D719B5}" presName="level3hierChild" presStyleCnt="0"/>
      <dgm:spPr/>
    </dgm:pt>
    <dgm:pt modelId="{933BB906-EB8A-1941-BB15-A4BE578FAEEB}" type="pres">
      <dgm:prSet presAssocID="{E2CE099B-888A-E84D-9B70-26B85B145CC1}" presName="conn2-1" presStyleLbl="parChTrans1D4" presStyleIdx="0" presStyleCnt="6"/>
      <dgm:spPr/>
    </dgm:pt>
    <dgm:pt modelId="{D20785B1-E9C0-274A-A8C3-3591E68B8EA4}" type="pres">
      <dgm:prSet presAssocID="{E2CE099B-888A-E84D-9B70-26B85B145CC1}" presName="connTx" presStyleLbl="parChTrans1D4" presStyleIdx="0" presStyleCnt="6"/>
      <dgm:spPr/>
    </dgm:pt>
    <dgm:pt modelId="{DD11336B-7493-6C4F-B7CB-6DCB0CC34A85}" type="pres">
      <dgm:prSet presAssocID="{5E666DAA-8E5B-8A4C-BCD9-F6D78C367FA2}" presName="root2" presStyleCnt="0"/>
      <dgm:spPr/>
    </dgm:pt>
    <dgm:pt modelId="{552409DA-0640-F144-9685-F51BC593E5BE}" type="pres">
      <dgm:prSet presAssocID="{5E666DAA-8E5B-8A4C-BCD9-F6D78C367FA2}" presName="LevelTwoTextNode" presStyleLbl="node4" presStyleIdx="0" presStyleCnt="6">
        <dgm:presLayoutVars>
          <dgm:chPref val="3"/>
        </dgm:presLayoutVars>
      </dgm:prSet>
      <dgm:spPr/>
    </dgm:pt>
    <dgm:pt modelId="{10CA4C75-1184-3B47-A7F4-6E4307B9DCFC}" type="pres">
      <dgm:prSet presAssocID="{5E666DAA-8E5B-8A4C-BCD9-F6D78C367FA2}" presName="level3hierChild" presStyleCnt="0"/>
      <dgm:spPr/>
    </dgm:pt>
    <dgm:pt modelId="{72DA51F1-7606-684E-A2B8-A5C4C6B6B4DC}" type="pres">
      <dgm:prSet presAssocID="{F9C90341-D932-6545-999D-9A91BB364D02}" presName="conn2-1" presStyleLbl="parChTrans1D4" presStyleIdx="1" presStyleCnt="6"/>
      <dgm:spPr/>
    </dgm:pt>
    <dgm:pt modelId="{FA92FA8A-8D2E-D249-8AC1-7C7BA0480FF5}" type="pres">
      <dgm:prSet presAssocID="{F9C90341-D932-6545-999D-9A91BB364D02}" presName="connTx" presStyleLbl="parChTrans1D4" presStyleIdx="1" presStyleCnt="6"/>
      <dgm:spPr/>
    </dgm:pt>
    <dgm:pt modelId="{5A84E3D5-0C24-914D-889E-3F3496582879}" type="pres">
      <dgm:prSet presAssocID="{9D91B6F4-0B55-0B4B-BF00-66E307EBE528}" presName="root2" presStyleCnt="0"/>
      <dgm:spPr/>
    </dgm:pt>
    <dgm:pt modelId="{76D4BDDD-E544-9142-93C0-B5048A4E0690}" type="pres">
      <dgm:prSet presAssocID="{9D91B6F4-0B55-0B4B-BF00-66E307EBE528}" presName="LevelTwoTextNode" presStyleLbl="node4" presStyleIdx="1" presStyleCnt="6">
        <dgm:presLayoutVars>
          <dgm:chPref val="3"/>
        </dgm:presLayoutVars>
      </dgm:prSet>
      <dgm:spPr/>
    </dgm:pt>
    <dgm:pt modelId="{64A04EAC-F107-5244-84FB-0F46984BE491}" type="pres">
      <dgm:prSet presAssocID="{9D91B6F4-0B55-0B4B-BF00-66E307EBE528}" presName="level3hierChild" presStyleCnt="0"/>
      <dgm:spPr/>
    </dgm:pt>
    <dgm:pt modelId="{653B88DC-CC21-704D-B468-327F61613EBA}" type="pres">
      <dgm:prSet presAssocID="{CE43FC8A-BD17-EC46-BC57-662EBE94486B}" presName="conn2-1" presStyleLbl="parChTrans1D4" presStyleIdx="2" presStyleCnt="6"/>
      <dgm:spPr/>
    </dgm:pt>
    <dgm:pt modelId="{1D685911-A9BD-5047-AF0D-817A5AE82B23}" type="pres">
      <dgm:prSet presAssocID="{CE43FC8A-BD17-EC46-BC57-662EBE94486B}" presName="connTx" presStyleLbl="parChTrans1D4" presStyleIdx="2" presStyleCnt="6"/>
      <dgm:spPr/>
    </dgm:pt>
    <dgm:pt modelId="{FBB40CAB-4199-C142-A53F-6D6D4AE08D86}" type="pres">
      <dgm:prSet presAssocID="{86D7EE30-25EB-8046-B522-691FCE87A0E3}" presName="root2" presStyleCnt="0"/>
      <dgm:spPr/>
    </dgm:pt>
    <dgm:pt modelId="{C398FE70-D5E5-7E40-9ADF-685FD6FFCBF5}" type="pres">
      <dgm:prSet presAssocID="{86D7EE30-25EB-8046-B522-691FCE87A0E3}" presName="LevelTwoTextNode" presStyleLbl="node4" presStyleIdx="2" presStyleCnt="6">
        <dgm:presLayoutVars>
          <dgm:chPref val="3"/>
        </dgm:presLayoutVars>
      </dgm:prSet>
      <dgm:spPr/>
    </dgm:pt>
    <dgm:pt modelId="{4F20BD17-114B-2642-8488-35B8C7D029DE}" type="pres">
      <dgm:prSet presAssocID="{86D7EE30-25EB-8046-B522-691FCE87A0E3}" presName="level3hierChild" presStyleCnt="0"/>
      <dgm:spPr/>
    </dgm:pt>
    <dgm:pt modelId="{37690781-E0C2-984B-8DD7-A1C34CC4A0CD}" type="pres">
      <dgm:prSet presAssocID="{26E071F0-EE79-6F4F-9C91-5CAEB5DEFFD2}" presName="conn2-1" presStyleLbl="parChTrans1D4" presStyleIdx="3" presStyleCnt="6"/>
      <dgm:spPr/>
    </dgm:pt>
    <dgm:pt modelId="{28EBD84F-E4BF-7148-80F8-9FB2C0A50CD6}" type="pres">
      <dgm:prSet presAssocID="{26E071F0-EE79-6F4F-9C91-5CAEB5DEFFD2}" presName="connTx" presStyleLbl="parChTrans1D4" presStyleIdx="3" presStyleCnt="6"/>
      <dgm:spPr/>
    </dgm:pt>
    <dgm:pt modelId="{07299754-63FC-0141-885B-58264AF588A9}" type="pres">
      <dgm:prSet presAssocID="{C95E8616-2656-BC42-856B-138575BB2869}" presName="root2" presStyleCnt="0"/>
      <dgm:spPr/>
    </dgm:pt>
    <dgm:pt modelId="{BF8CFCE8-63F7-2941-9968-E7A8A4A03059}" type="pres">
      <dgm:prSet presAssocID="{C95E8616-2656-BC42-856B-138575BB2869}" presName="LevelTwoTextNode" presStyleLbl="node4" presStyleIdx="3" presStyleCnt="6">
        <dgm:presLayoutVars>
          <dgm:chPref val="3"/>
        </dgm:presLayoutVars>
      </dgm:prSet>
      <dgm:spPr/>
    </dgm:pt>
    <dgm:pt modelId="{0EC01BBA-BDBC-2842-9DDA-230181C3079A}" type="pres">
      <dgm:prSet presAssocID="{C95E8616-2656-BC42-856B-138575BB2869}" presName="level3hierChild" presStyleCnt="0"/>
      <dgm:spPr/>
    </dgm:pt>
    <dgm:pt modelId="{FF5910AC-59D5-DB48-B490-3A81D50A3924}" type="pres">
      <dgm:prSet presAssocID="{54D2945F-251D-3A4C-9410-05C4ED16F3EC}" presName="conn2-1" presStyleLbl="parChTrans1D4" presStyleIdx="4" presStyleCnt="6"/>
      <dgm:spPr/>
    </dgm:pt>
    <dgm:pt modelId="{F9EE3030-53C7-1947-9D5C-98E168EA1D8C}" type="pres">
      <dgm:prSet presAssocID="{54D2945F-251D-3A4C-9410-05C4ED16F3EC}" presName="connTx" presStyleLbl="parChTrans1D4" presStyleIdx="4" presStyleCnt="6"/>
      <dgm:spPr/>
    </dgm:pt>
    <dgm:pt modelId="{B5431BA8-8A8B-7141-8E68-F2C278E12027}" type="pres">
      <dgm:prSet presAssocID="{A3B81D2A-0553-4B4E-B949-A8CF75A8E46C}" presName="root2" presStyleCnt="0"/>
      <dgm:spPr/>
    </dgm:pt>
    <dgm:pt modelId="{80F4F76F-A562-D442-8756-08E354586978}" type="pres">
      <dgm:prSet presAssocID="{A3B81D2A-0553-4B4E-B949-A8CF75A8E46C}" presName="LevelTwoTextNode" presStyleLbl="node4" presStyleIdx="4" presStyleCnt="6">
        <dgm:presLayoutVars>
          <dgm:chPref val="3"/>
        </dgm:presLayoutVars>
      </dgm:prSet>
      <dgm:spPr/>
    </dgm:pt>
    <dgm:pt modelId="{C475165D-FD72-5042-8B0C-8529BAFE691B}" type="pres">
      <dgm:prSet presAssocID="{A3B81D2A-0553-4B4E-B949-A8CF75A8E46C}" presName="level3hierChild" presStyleCnt="0"/>
      <dgm:spPr/>
    </dgm:pt>
    <dgm:pt modelId="{216550CF-B5FA-504D-A91E-532050AE3B67}" type="pres">
      <dgm:prSet presAssocID="{33067E43-0F88-D344-B129-D7904284E052}" presName="conn2-1" presStyleLbl="parChTrans1D4" presStyleIdx="5" presStyleCnt="6"/>
      <dgm:spPr/>
    </dgm:pt>
    <dgm:pt modelId="{55EF2BDB-189E-0D48-89CD-1C980B5469F2}" type="pres">
      <dgm:prSet presAssocID="{33067E43-0F88-D344-B129-D7904284E052}" presName="connTx" presStyleLbl="parChTrans1D4" presStyleIdx="5" presStyleCnt="6"/>
      <dgm:spPr/>
    </dgm:pt>
    <dgm:pt modelId="{AF1D32B6-9E1B-AA47-90C2-0CA63D54F06A}" type="pres">
      <dgm:prSet presAssocID="{5857693A-0D77-494D-ACBA-C9D7942EBFA2}" presName="root2" presStyleCnt="0"/>
      <dgm:spPr/>
    </dgm:pt>
    <dgm:pt modelId="{3458C085-05DE-F54F-A9B9-28A474E3F491}" type="pres">
      <dgm:prSet presAssocID="{5857693A-0D77-494D-ACBA-C9D7942EBFA2}" presName="LevelTwoTextNode" presStyleLbl="node4" presStyleIdx="5" presStyleCnt="6">
        <dgm:presLayoutVars>
          <dgm:chPref val="3"/>
        </dgm:presLayoutVars>
      </dgm:prSet>
      <dgm:spPr/>
    </dgm:pt>
    <dgm:pt modelId="{3CE03338-C5E4-1A40-8748-8F4C6659AE07}" type="pres">
      <dgm:prSet presAssocID="{5857693A-0D77-494D-ACBA-C9D7942EBFA2}" presName="level3hierChild" presStyleCnt="0"/>
      <dgm:spPr/>
    </dgm:pt>
    <dgm:pt modelId="{85E39D34-9ABE-1645-A23F-1BD1469C2D66}" type="pres">
      <dgm:prSet presAssocID="{7448BCA6-7E1F-5F4D-9EB0-957BA4E1AFB3}" presName="conn2-1" presStyleLbl="parChTrans1D2" presStyleIdx="1" presStyleCnt="2"/>
      <dgm:spPr/>
    </dgm:pt>
    <dgm:pt modelId="{CC8E00CE-478F-3440-A45E-83D4EE7C0E10}" type="pres">
      <dgm:prSet presAssocID="{7448BCA6-7E1F-5F4D-9EB0-957BA4E1AFB3}" presName="connTx" presStyleLbl="parChTrans1D2" presStyleIdx="1" presStyleCnt="2"/>
      <dgm:spPr/>
    </dgm:pt>
    <dgm:pt modelId="{F1952C94-5025-7841-8F7B-E17355A74A73}" type="pres">
      <dgm:prSet presAssocID="{86A0D2A2-E02A-BD4A-BF09-95BCA5D12150}" presName="root2" presStyleCnt="0"/>
      <dgm:spPr/>
    </dgm:pt>
    <dgm:pt modelId="{326A437B-55AD-C14C-A919-FAA7E0EC4D0D}" type="pres">
      <dgm:prSet presAssocID="{86A0D2A2-E02A-BD4A-BF09-95BCA5D12150}" presName="LevelTwoTextNode" presStyleLbl="node2" presStyleIdx="1" presStyleCnt="2" custLinFactNeighborX="11074" custLinFactNeighborY="-69229">
        <dgm:presLayoutVars>
          <dgm:chPref val="3"/>
        </dgm:presLayoutVars>
      </dgm:prSet>
      <dgm:spPr/>
    </dgm:pt>
    <dgm:pt modelId="{6FD40833-A6B6-4A47-9CE9-3D123068743D}" type="pres">
      <dgm:prSet presAssocID="{86A0D2A2-E02A-BD4A-BF09-95BCA5D12150}" presName="level3hierChild" presStyleCnt="0"/>
      <dgm:spPr/>
    </dgm:pt>
  </dgm:ptLst>
  <dgm:cxnLst>
    <dgm:cxn modelId="{4054CA01-A75B-4D43-B7E9-0B419B486DFE}" srcId="{C95E8616-2656-BC42-856B-138575BB2869}" destId="{5857693A-0D77-494D-ACBA-C9D7942EBFA2}" srcOrd="1" destOrd="0" parTransId="{33067E43-0F88-D344-B129-D7904284E052}" sibTransId="{22F99DE7-F6BD-3344-9E2A-1A3F2461F393}"/>
    <dgm:cxn modelId="{B7D5C706-6960-CF47-827D-644556701D81}" type="presOf" srcId="{7448BCA6-7E1F-5F4D-9EB0-957BA4E1AFB3}" destId="{85E39D34-9ABE-1645-A23F-1BD1469C2D66}" srcOrd="0" destOrd="0" presId="urn:microsoft.com/office/officeart/2005/8/layout/hierarchy2"/>
    <dgm:cxn modelId="{90B13709-5FB5-9948-85E3-936ABB953E91}" type="presOf" srcId="{5857693A-0D77-494D-ACBA-C9D7942EBFA2}" destId="{3458C085-05DE-F54F-A9B9-28A474E3F491}" srcOrd="0" destOrd="0" presId="urn:microsoft.com/office/officeart/2005/8/layout/hierarchy2"/>
    <dgm:cxn modelId="{AA704B0B-7ECB-6546-8A0B-243EC301A09F}" type="presOf" srcId="{36C4C9F7-CADA-6F43-8F82-ACCBAC85A508}" destId="{E3914D4F-3992-4244-8B5C-1E5ED070C080}" srcOrd="0" destOrd="0" presId="urn:microsoft.com/office/officeart/2005/8/layout/hierarchy2"/>
    <dgm:cxn modelId="{EEBD5A0B-2EBE-E243-BABB-5547B5E04CAE}" type="presOf" srcId="{9D91B6F4-0B55-0B4B-BF00-66E307EBE528}" destId="{76D4BDDD-E544-9142-93C0-B5048A4E0690}" srcOrd="0" destOrd="0" presId="urn:microsoft.com/office/officeart/2005/8/layout/hierarchy2"/>
    <dgm:cxn modelId="{90201B10-CEFD-4E40-AC38-91803E78638D}" srcId="{822CCA03-6CA1-0B43-BF6D-695223D719B5}" destId="{5E666DAA-8E5B-8A4C-BCD9-F6D78C367FA2}" srcOrd="0" destOrd="0" parTransId="{E2CE099B-888A-E84D-9B70-26B85B145CC1}" sibTransId="{DB5209D0-5435-014D-82AD-5C94CBC497FB}"/>
    <dgm:cxn modelId="{15A2B42A-5ECE-BF41-9209-9D981E44FFF4}" srcId="{F011BCC5-EFA3-4E4D-BF71-EA4426D8C909}" destId="{67BE9B3E-30A9-5944-B640-BF38B1261068}" srcOrd="0" destOrd="0" parTransId="{DE2B878B-C482-3742-A290-466202F678FB}" sibTransId="{B69013E2-0365-5C4C-9622-797AE20A1D14}"/>
    <dgm:cxn modelId="{FCFA3D2E-AC34-B041-BAEA-AD4D79A1E9E2}" type="presOf" srcId="{B3309F8C-1932-264C-BBE5-746B6A9DC91A}" destId="{076C8555-917F-774D-B20E-78E85D3DC3FA}" srcOrd="1" destOrd="0" presId="urn:microsoft.com/office/officeart/2005/8/layout/hierarchy2"/>
    <dgm:cxn modelId="{EA3C8A2E-3352-AE43-A7A6-E8188AC286C2}" type="presOf" srcId="{CE43FC8A-BD17-EC46-BC57-662EBE94486B}" destId="{653B88DC-CC21-704D-B468-327F61613EBA}" srcOrd="0" destOrd="0" presId="urn:microsoft.com/office/officeart/2005/8/layout/hierarchy2"/>
    <dgm:cxn modelId="{42601437-57CA-E84C-B3AE-D03A9CDCF929}" type="presOf" srcId="{86D7EE30-25EB-8046-B522-691FCE87A0E3}" destId="{C398FE70-D5E5-7E40-9ADF-685FD6FFCBF5}" srcOrd="0" destOrd="0" presId="urn:microsoft.com/office/officeart/2005/8/layout/hierarchy2"/>
    <dgm:cxn modelId="{495E003F-26F4-F348-8A5A-008F3559701E}" srcId="{5E666DAA-8E5B-8A4C-BCD9-F6D78C367FA2}" destId="{9D91B6F4-0B55-0B4B-BF00-66E307EBE528}" srcOrd="0" destOrd="0" parTransId="{F9C90341-D932-6545-999D-9A91BB364D02}" sibTransId="{DFA4D3D6-27D5-5E4A-B57E-CA0D50C8A474}"/>
    <dgm:cxn modelId="{5BB0145D-C8E0-ED47-8A5D-C69768149273}" type="presOf" srcId="{26E071F0-EE79-6F4F-9C91-5CAEB5DEFFD2}" destId="{37690781-E0C2-984B-8DD7-A1C34CC4A0CD}" srcOrd="0" destOrd="0" presId="urn:microsoft.com/office/officeart/2005/8/layout/hierarchy2"/>
    <dgm:cxn modelId="{4E3A4361-2823-7A47-9386-F4BCE050A13C}" type="presOf" srcId="{F9C90341-D932-6545-999D-9A91BB364D02}" destId="{72DA51F1-7606-684E-A2B8-A5C4C6B6B4DC}" srcOrd="0" destOrd="0" presId="urn:microsoft.com/office/officeart/2005/8/layout/hierarchy2"/>
    <dgm:cxn modelId="{84C3C948-8BF6-3543-94F3-C88332A6AFEF}" type="presOf" srcId="{F011BCC5-EFA3-4E4D-BF71-EA4426D8C909}" destId="{9DC5550F-D819-3647-BE31-6EBA3CBC9358}" srcOrd="0" destOrd="0" presId="urn:microsoft.com/office/officeart/2005/8/layout/hierarchy2"/>
    <dgm:cxn modelId="{3102964B-A854-D544-B785-FEC7958F7133}" srcId="{822CCA03-6CA1-0B43-BF6D-695223D719B5}" destId="{C95E8616-2656-BC42-856B-138575BB2869}" srcOrd="1" destOrd="0" parTransId="{26E071F0-EE79-6F4F-9C91-5CAEB5DEFFD2}" sibTransId="{AE3BCFDF-A87F-6142-90A1-F91292C7F2DA}"/>
    <dgm:cxn modelId="{9E9F0B50-27E5-AD48-AFC4-82BC73622254}" type="presOf" srcId="{F9C90341-D932-6545-999D-9A91BB364D02}" destId="{FA92FA8A-8D2E-D249-8AC1-7C7BA0480FF5}" srcOrd="1" destOrd="0" presId="urn:microsoft.com/office/officeart/2005/8/layout/hierarchy2"/>
    <dgm:cxn modelId="{54445B50-3268-A54D-BAE1-10320C5A0173}" type="presOf" srcId="{33067E43-0F88-D344-B129-D7904284E052}" destId="{55EF2BDB-189E-0D48-89CD-1C980B5469F2}" srcOrd="1" destOrd="0" presId="urn:microsoft.com/office/officeart/2005/8/layout/hierarchy2"/>
    <dgm:cxn modelId="{928E4774-E268-6A4F-8F0E-42039A1F8D15}" srcId="{36C4C9F7-CADA-6F43-8F82-ACCBAC85A508}" destId="{822CCA03-6CA1-0B43-BF6D-695223D719B5}" srcOrd="0" destOrd="0" parTransId="{3EA0F53F-9285-B04C-848A-1FC7D8EB017D}" sibTransId="{D9F2A1C2-E05D-B24D-BEF1-6B213E3FC66D}"/>
    <dgm:cxn modelId="{5EE8F57C-C6B1-544B-9F33-34BB73E5A5FB}" srcId="{5E666DAA-8E5B-8A4C-BCD9-F6D78C367FA2}" destId="{86D7EE30-25EB-8046-B522-691FCE87A0E3}" srcOrd="1" destOrd="0" parTransId="{CE43FC8A-BD17-EC46-BC57-662EBE94486B}" sibTransId="{E4D9BA74-AA1F-584D-9A3D-D5034DD57279}"/>
    <dgm:cxn modelId="{B8AE4A81-0A65-2A4F-9ED4-1E793D676FDA}" type="presOf" srcId="{3EA0F53F-9285-B04C-848A-1FC7D8EB017D}" destId="{30ED8E01-0EBE-D744-8F81-FD384605AF7A}" srcOrd="1" destOrd="0" presId="urn:microsoft.com/office/officeart/2005/8/layout/hierarchy2"/>
    <dgm:cxn modelId="{EC8FB58F-7B7C-6A42-AB6D-8D6DC7055547}" type="presOf" srcId="{C95E8616-2656-BC42-856B-138575BB2869}" destId="{BF8CFCE8-63F7-2941-9968-E7A8A4A03059}" srcOrd="0" destOrd="0" presId="urn:microsoft.com/office/officeart/2005/8/layout/hierarchy2"/>
    <dgm:cxn modelId="{EFD18093-3948-0C41-9535-648333A9E31B}" type="presOf" srcId="{5E666DAA-8E5B-8A4C-BCD9-F6D78C367FA2}" destId="{552409DA-0640-F144-9685-F51BC593E5BE}" srcOrd="0" destOrd="0" presId="urn:microsoft.com/office/officeart/2005/8/layout/hierarchy2"/>
    <dgm:cxn modelId="{57646C9D-FC58-3E4A-B85F-129034D2E8AB}" type="presOf" srcId="{A3B81D2A-0553-4B4E-B949-A8CF75A8E46C}" destId="{80F4F76F-A562-D442-8756-08E354586978}" srcOrd="0" destOrd="0" presId="urn:microsoft.com/office/officeart/2005/8/layout/hierarchy2"/>
    <dgm:cxn modelId="{BE081B9E-9D55-6944-A6B3-05DF5215685F}" type="presOf" srcId="{E2CE099B-888A-E84D-9B70-26B85B145CC1}" destId="{D20785B1-E9C0-274A-A8C3-3591E68B8EA4}" srcOrd="1" destOrd="0" presId="urn:microsoft.com/office/officeart/2005/8/layout/hierarchy2"/>
    <dgm:cxn modelId="{78C843B2-294C-8E44-B1C6-2A613CBE6E02}" type="presOf" srcId="{54D2945F-251D-3A4C-9410-05C4ED16F3EC}" destId="{FF5910AC-59D5-DB48-B490-3A81D50A3924}" srcOrd="0" destOrd="0" presId="urn:microsoft.com/office/officeart/2005/8/layout/hierarchy2"/>
    <dgm:cxn modelId="{9802ADB4-F60E-EB4D-A762-4D4A8F464F23}" type="presOf" srcId="{B3309F8C-1932-264C-BBE5-746B6A9DC91A}" destId="{79218C92-C21A-864A-BCEE-7A11A3DF0450}" srcOrd="0" destOrd="0" presId="urn:microsoft.com/office/officeart/2005/8/layout/hierarchy2"/>
    <dgm:cxn modelId="{337E42B6-E3C4-5E4D-A2E7-1A17C1009033}" type="presOf" srcId="{822CCA03-6CA1-0B43-BF6D-695223D719B5}" destId="{D602E9F7-2729-9243-990A-EE05B4C29C0F}" srcOrd="0" destOrd="0" presId="urn:microsoft.com/office/officeart/2005/8/layout/hierarchy2"/>
    <dgm:cxn modelId="{C887A3B7-FAF3-DF48-8049-E3EDC98BD487}" type="presOf" srcId="{54D2945F-251D-3A4C-9410-05C4ED16F3EC}" destId="{F9EE3030-53C7-1947-9D5C-98E168EA1D8C}" srcOrd="1" destOrd="0" presId="urn:microsoft.com/office/officeart/2005/8/layout/hierarchy2"/>
    <dgm:cxn modelId="{214841B9-5B38-2543-B632-15B64CC6C549}" type="presOf" srcId="{26E071F0-EE79-6F4F-9C91-5CAEB5DEFFD2}" destId="{28EBD84F-E4BF-7148-80F8-9FB2C0A50CD6}" srcOrd="1" destOrd="0" presId="urn:microsoft.com/office/officeart/2005/8/layout/hierarchy2"/>
    <dgm:cxn modelId="{B23CCDBB-5D07-C245-987F-2A9AAC2AD90A}" type="presOf" srcId="{86A0D2A2-E02A-BD4A-BF09-95BCA5D12150}" destId="{326A437B-55AD-C14C-A919-FAA7E0EC4D0D}" srcOrd="0" destOrd="0" presId="urn:microsoft.com/office/officeart/2005/8/layout/hierarchy2"/>
    <dgm:cxn modelId="{15E524BE-25D1-7940-A852-2D0D5E4E28B5}" type="presOf" srcId="{33067E43-0F88-D344-B129-D7904284E052}" destId="{216550CF-B5FA-504D-A91E-532050AE3B67}" srcOrd="0" destOrd="0" presId="urn:microsoft.com/office/officeart/2005/8/layout/hierarchy2"/>
    <dgm:cxn modelId="{E21A5FBF-AA2D-4B40-8631-EB42607218F8}" srcId="{C95E8616-2656-BC42-856B-138575BB2869}" destId="{A3B81D2A-0553-4B4E-B949-A8CF75A8E46C}" srcOrd="0" destOrd="0" parTransId="{54D2945F-251D-3A4C-9410-05C4ED16F3EC}" sibTransId="{FC6F46F2-3876-C04A-9274-6214088E272E}"/>
    <dgm:cxn modelId="{E64F9DC3-B6B0-324F-B161-DDD6162F094A}" srcId="{67BE9B3E-30A9-5944-B640-BF38B1261068}" destId="{86A0D2A2-E02A-BD4A-BF09-95BCA5D12150}" srcOrd="1" destOrd="0" parTransId="{7448BCA6-7E1F-5F4D-9EB0-957BA4E1AFB3}" sibTransId="{5455F295-E8CC-294C-8F50-0D337289BB01}"/>
    <dgm:cxn modelId="{085B4FC6-090E-114C-B24F-11F4ED5EF0CA}" srcId="{67BE9B3E-30A9-5944-B640-BF38B1261068}" destId="{36C4C9F7-CADA-6F43-8F82-ACCBAC85A508}" srcOrd="0" destOrd="0" parTransId="{B3309F8C-1932-264C-BBE5-746B6A9DC91A}" sibTransId="{17D781DF-95B5-DA47-BFF7-84D296CA3F3D}"/>
    <dgm:cxn modelId="{9CC8E2CB-D412-E94F-82CC-29EE39149C29}" type="presOf" srcId="{3EA0F53F-9285-B04C-848A-1FC7D8EB017D}" destId="{5FF214E0-EF0E-8543-8444-1C0C896BDC5B}" srcOrd="0" destOrd="0" presId="urn:microsoft.com/office/officeart/2005/8/layout/hierarchy2"/>
    <dgm:cxn modelId="{38CF11E1-19AE-6549-8D09-45367CA08579}" type="presOf" srcId="{67BE9B3E-30A9-5944-B640-BF38B1261068}" destId="{DA67F1BD-1EF6-F44C-BFC7-8C5536E4B4F9}" srcOrd="0" destOrd="0" presId="urn:microsoft.com/office/officeart/2005/8/layout/hierarchy2"/>
    <dgm:cxn modelId="{3F031BE3-6AE6-9642-B40F-6F11A2C9CD3F}" type="presOf" srcId="{E2CE099B-888A-E84D-9B70-26B85B145CC1}" destId="{933BB906-EB8A-1941-BB15-A4BE578FAEEB}" srcOrd="0" destOrd="0" presId="urn:microsoft.com/office/officeart/2005/8/layout/hierarchy2"/>
    <dgm:cxn modelId="{D422B4E8-7BEE-7C44-9A19-88F7CE949519}" type="presOf" srcId="{7448BCA6-7E1F-5F4D-9EB0-957BA4E1AFB3}" destId="{CC8E00CE-478F-3440-A45E-83D4EE7C0E10}" srcOrd="1" destOrd="0" presId="urn:microsoft.com/office/officeart/2005/8/layout/hierarchy2"/>
    <dgm:cxn modelId="{B0BB9FFE-5E6F-9F40-AAE1-BE4752C702FE}" type="presOf" srcId="{CE43FC8A-BD17-EC46-BC57-662EBE94486B}" destId="{1D685911-A9BD-5047-AF0D-817A5AE82B23}" srcOrd="1" destOrd="0" presId="urn:microsoft.com/office/officeart/2005/8/layout/hierarchy2"/>
    <dgm:cxn modelId="{4D830AE2-B011-C944-A21B-ABE23216FC42}" type="presParOf" srcId="{9DC5550F-D819-3647-BE31-6EBA3CBC9358}" destId="{F5C00B9D-B94D-AD4E-B1A4-0123B7505C13}" srcOrd="0" destOrd="0" presId="urn:microsoft.com/office/officeart/2005/8/layout/hierarchy2"/>
    <dgm:cxn modelId="{9213C88E-1317-3547-949F-8755960047ED}" type="presParOf" srcId="{F5C00B9D-B94D-AD4E-B1A4-0123B7505C13}" destId="{DA67F1BD-1EF6-F44C-BFC7-8C5536E4B4F9}" srcOrd="0" destOrd="0" presId="urn:microsoft.com/office/officeart/2005/8/layout/hierarchy2"/>
    <dgm:cxn modelId="{4A0D582B-7086-A542-873B-DE924BBDC4D9}" type="presParOf" srcId="{F5C00B9D-B94D-AD4E-B1A4-0123B7505C13}" destId="{501F0CF7-22A9-4C43-981B-30E227871D8B}" srcOrd="1" destOrd="0" presId="urn:microsoft.com/office/officeart/2005/8/layout/hierarchy2"/>
    <dgm:cxn modelId="{E35EDCC8-B211-E84D-BBAF-AAFD40A86E7D}" type="presParOf" srcId="{501F0CF7-22A9-4C43-981B-30E227871D8B}" destId="{79218C92-C21A-864A-BCEE-7A11A3DF0450}" srcOrd="0" destOrd="0" presId="urn:microsoft.com/office/officeart/2005/8/layout/hierarchy2"/>
    <dgm:cxn modelId="{1099E6F7-3015-F14E-8570-655F0A369E54}" type="presParOf" srcId="{79218C92-C21A-864A-BCEE-7A11A3DF0450}" destId="{076C8555-917F-774D-B20E-78E85D3DC3FA}" srcOrd="0" destOrd="0" presId="urn:microsoft.com/office/officeart/2005/8/layout/hierarchy2"/>
    <dgm:cxn modelId="{1C557384-5D75-714E-98F9-A53022C5AAA1}" type="presParOf" srcId="{501F0CF7-22A9-4C43-981B-30E227871D8B}" destId="{B67EBA20-12E6-4F4C-B2D0-084BEEF59019}" srcOrd="1" destOrd="0" presId="urn:microsoft.com/office/officeart/2005/8/layout/hierarchy2"/>
    <dgm:cxn modelId="{C814FC27-A7C2-844D-A3D3-469929A16A54}" type="presParOf" srcId="{B67EBA20-12E6-4F4C-B2D0-084BEEF59019}" destId="{E3914D4F-3992-4244-8B5C-1E5ED070C080}" srcOrd="0" destOrd="0" presId="urn:microsoft.com/office/officeart/2005/8/layout/hierarchy2"/>
    <dgm:cxn modelId="{4C0FE7D5-103C-334D-9DE3-07B230D12645}" type="presParOf" srcId="{B67EBA20-12E6-4F4C-B2D0-084BEEF59019}" destId="{83E710ED-A112-A647-8342-0C67E5FEE3DB}" srcOrd="1" destOrd="0" presId="urn:microsoft.com/office/officeart/2005/8/layout/hierarchy2"/>
    <dgm:cxn modelId="{2B1311E3-2E49-7B43-940A-407FC806893B}" type="presParOf" srcId="{83E710ED-A112-A647-8342-0C67E5FEE3DB}" destId="{5FF214E0-EF0E-8543-8444-1C0C896BDC5B}" srcOrd="0" destOrd="0" presId="urn:microsoft.com/office/officeart/2005/8/layout/hierarchy2"/>
    <dgm:cxn modelId="{87C9FE0D-990C-1448-9810-4D48BD0ABA2D}" type="presParOf" srcId="{5FF214E0-EF0E-8543-8444-1C0C896BDC5B}" destId="{30ED8E01-0EBE-D744-8F81-FD384605AF7A}" srcOrd="0" destOrd="0" presId="urn:microsoft.com/office/officeart/2005/8/layout/hierarchy2"/>
    <dgm:cxn modelId="{9252FBDE-558A-7044-8D10-B1BD0B7C74CC}" type="presParOf" srcId="{83E710ED-A112-A647-8342-0C67E5FEE3DB}" destId="{E2BE622B-87ED-904A-B522-61A401151389}" srcOrd="1" destOrd="0" presId="urn:microsoft.com/office/officeart/2005/8/layout/hierarchy2"/>
    <dgm:cxn modelId="{03873BA9-8FC8-9647-8CEA-85F2DF82891E}" type="presParOf" srcId="{E2BE622B-87ED-904A-B522-61A401151389}" destId="{D602E9F7-2729-9243-990A-EE05B4C29C0F}" srcOrd="0" destOrd="0" presId="urn:microsoft.com/office/officeart/2005/8/layout/hierarchy2"/>
    <dgm:cxn modelId="{8932DB51-E632-094C-8A60-D8A33FE74251}" type="presParOf" srcId="{E2BE622B-87ED-904A-B522-61A401151389}" destId="{275A08CB-9F7E-BD48-B5B7-8EB8B0C50548}" srcOrd="1" destOrd="0" presId="urn:microsoft.com/office/officeart/2005/8/layout/hierarchy2"/>
    <dgm:cxn modelId="{C8A6DE7E-A88D-3342-A765-6C0B21978ACF}" type="presParOf" srcId="{275A08CB-9F7E-BD48-B5B7-8EB8B0C50548}" destId="{933BB906-EB8A-1941-BB15-A4BE578FAEEB}" srcOrd="0" destOrd="0" presId="urn:microsoft.com/office/officeart/2005/8/layout/hierarchy2"/>
    <dgm:cxn modelId="{87631C82-6A2B-1345-A64A-D58E9E9DB9F0}" type="presParOf" srcId="{933BB906-EB8A-1941-BB15-A4BE578FAEEB}" destId="{D20785B1-E9C0-274A-A8C3-3591E68B8EA4}" srcOrd="0" destOrd="0" presId="urn:microsoft.com/office/officeart/2005/8/layout/hierarchy2"/>
    <dgm:cxn modelId="{81D93390-99B5-BF49-A4C6-9322831146B0}" type="presParOf" srcId="{275A08CB-9F7E-BD48-B5B7-8EB8B0C50548}" destId="{DD11336B-7493-6C4F-B7CB-6DCB0CC34A85}" srcOrd="1" destOrd="0" presId="urn:microsoft.com/office/officeart/2005/8/layout/hierarchy2"/>
    <dgm:cxn modelId="{9647A321-3C3A-0047-ABC4-0B06B6C037DF}" type="presParOf" srcId="{DD11336B-7493-6C4F-B7CB-6DCB0CC34A85}" destId="{552409DA-0640-F144-9685-F51BC593E5BE}" srcOrd="0" destOrd="0" presId="urn:microsoft.com/office/officeart/2005/8/layout/hierarchy2"/>
    <dgm:cxn modelId="{AF5BF047-3476-FF4B-8664-3AB6BE4CE736}" type="presParOf" srcId="{DD11336B-7493-6C4F-B7CB-6DCB0CC34A85}" destId="{10CA4C75-1184-3B47-A7F4-6E4307B9DCFC}" srcOrd="1" destOrd="0" presId="urn:microsoft.com/office/officeart/2005/8/layout/hierarchy2"/>
    <dgm:cxn modelId="{1CF1FA00-C096-CB42-8E58-04F4FFC9828C}" type="presParOf" srcId="{10CA4C75-1184-3B47-A7F4-6E4307B9DCFC}" destId="{72DA51F1-7606-684E-A2B8-A5C4C6B6B4DC}" srcOrd="0" destOrd="0" presId="urn:microsoft.com/office/officeart/2005/8/layout/hierarchy2"/>
    <dgm:cxn modelId="{328CEEA5-BAF2-B64B-BF90-CD96F36267F4}" type="presParOf" srcId="{72DA51F1-7606-684E-A2B8-A5C4C6B6B4DC}" destId="{FA92FA8A-8D2E-D249-8AC1-7C7BA0480FF5}" srcOrd="0" destOrd="0" presId="urn:microsoft.com/office/officeart/2005/8/layout/hierarchy2"/>
    <dgm:cxn modelId="{6873AD46-E5A8-4247-8C5B-F5B08EF44877}" type="presParOf" srcId="{10CA4C75-1184-3B47-A7F4-6E4307B9DCFC}" destId="{5A84E3D5-0C24-914D-889E-3F3496582879}" srcOrd="1" destOrd="0" presId="urn:microsoft.com/office/officeart/2005/8/layout/hierarchy2"/>
    <dgm:cxn modelId="{400EED05-0C14-224E-8EDB-3805D7C8C460}" type="presParOf" srcId="{5A84E3D5-0C24-914D-889E-3F3496582879}" destId="{76D4BDDD-E544-9142-93C0-B5048A4E0690}" srcOrd="0" destOrd="0" presId="urn:microsoft.com/office/officeart/2005/8/layout/hierarchy2"/>
    <dgm:cxn modelId="{5EC39923-56B6-014A-9D54-1A6058AACA83}" type="presParOf" srcId="{5A84E3D5-0C24-914D-889E-3F3496582879}" destId="{64A04EAC-F107-5244-84FB-0F46984BE491}" srcOrd="1" destOrd="0" presId="urn:microsoft.com/office/officeart/2005/8/layout/hierarchy2"/>
    <dgm:cxn modelId="{0A5C91E2-B2AA-4A44-95A0-D5F2170213DB}" type="presParOf" srcId="{10CA4C75-1184-3B47-A7F4-6E4307B9DCFC}" destId="{653B88DC-CC21-704D-B468-327F61613EBA}" srcOrd="2" destOrd="0" presId="urn:microsoft.com/office/officeart/2005/8/layout/hierarchy2"/>
    <dgm:cxn modelId="{54ABAA8D-0BD3-114F-AFC0-48B97D57B490}" type="presParOf" srcId="{653B88DC-CC21-704D-B468-327F61613EBA}" destId="{1D685911-A9BD-5047-AF0D-817A5AE82B23}" srcOrd="0" destOrd="0" presId="urn:microsoft.com/office/officeart/2005/8/layout/hierarchy2"/>
    <dgm:cxn modelId="{D84E1540-E60A-794C-9AC7-2CE88BFE5BCD}" type="presParOf" srcId="{10CA4C75-1184-3B47-A7F4-6E4307B9DCFC}" destId="{FBB40CAB-4199-C142-A53F-6D6D4AE08D86}" srcOrd="3" destOrd="0" presId="urn:microsoft.com/office/officeart/2005/8/layout/hierarchy2"/>
    <dgm:cxn modelId="{1BD73EC2-5858-9142-8D71-A23B15922035}" type="presParOf" srcId="{FBB40CAB-4199-C142-A53F-6D6D4AE08D86}" destId="{C398FE70-D5E5-7E40-9ADF-685FD6FFCBF5}" srcOrd="0" destOrd="0" presId="urn:microsoft.com/office/officeart/2005/8/layout/hierarchy2"/>
    <dgm:cxn modelId="{82D40237-3A93-4E42-BAB2-C03A0E62DBCD}" type="presParOf" srcId="{FBB40CAB-4199-C142-A53F-6D6D4AE08D86}" destId="{4F20BD17-114B-2642-8488-35B8C7D029DE}" srcOrd="1" destOrd="0" presId="urn:microsoft.com/office/officeart/2005/8/layout/hierarchy2"/>
    <dgm:cxn modelId="{BDB516C3-F5F5-3744-A743-5E3CD6F82461}" type="presParOf" srcId="{275A08CB-9F7E-BD48-B5B7-8EB8B0C50548}" destId="{37690781-E0C2-984B-8DD7-A1C34CC4A0CD}" srcOrd="2" destOrd="0" presId="urn:microsoft.com/office/officeart/2005/8/layout/hierarchy2"/>
    <dgm:cxn modelId="{8F90CCBC-C468-0043-B82C-E1D01D908B21}" type="presParOf" srcId="{37690781-E0C2-984B-8DD7-A1C34CC4A0CD}" destId="{28EBD84F-E4BF-7148-80F8-9FB2C0A50CD6}" srcOrd="0" destOrd="0" presId="urn:microsoft.com/office/officeart/2005/8/layout/hierarchy2"/>
    <dgm:cxn modelId="{6A0B207D-8814-AC47-B59C-EE3EE51B5780}" type="presParOf" srcId="{275A08CB-9F7E-BD48-B5B7-8EB8B0C50548}" destId="{07299754-63FC-0141-885B-58264AF588A9}" srcOrd="3" destOrd="0" presId="urn:microsoft.com/office/officeart/2005/8/layout/hierarchy2"/>
    <dgm:cxn modelId="{BE28C61C-0707-F140-AB5D-500699CE0C2A}" type="presParOf" srcId="{07299754-63FC-0141-885B-58264AF588A9}" destId="{BF8CFCE8-63F7-2941-9968-E7A8A4A03059}" srcOrd="0" destOrd="0" presId="urn:microsoft.com/office/officeart/2005/8/layout/hierarchy2"/>
    <dgm:cxn modelId="{5F74BD82-C468-CD43-9D7F-D0C8FFAA6237}" type="presParOf" srcId="{07299754-63FC-0141-885B-58264AF588A9}" destId="{0EC01BBA-BDBC-2842-9DDA-230181C3079A}" srcOrd="1" destOrd="0" presId="urn:microsoft.com/office/officeart/2005/8/layout/hierarchy2"/>
    <dgm:cxn modelId="{5C1575D3-DECC-2648-A772-9F4455D84A0D}" type="presParOf" srcId="{0EC01BBA-BDBC-2842-9DDA-230181C3079A}" destId="{FF5910AC-59D5-DB48-B490-3A81D50A3924}" srcOrd="0" destOrd="0" presId="urn:microsoft.com/office/officeart/2005/8/layout/hierarchy2"/>
    <dgm:cxn modelId="{E6CEF832-D287-1F48-BEE0-9711444B9B3F}" type="presParOf" srcId="{FF5910AC-59D5-DB48-B490-3A81D50A3924}" destId="{F9EE3030-53C7-1947-9D5C-98E168EA1D8C}" srcOrd="0" destOrd="0" presId="urn:microsoft.com/office/officeart/2005/8/layout/hierarchy2"/>
    <dgm:cxn modelId="{9A20157A-87BC-3245-9D34-320707E2A59E}" type="presParOf" srcId="{0EC01BBA-BDBC-2842-9DDA-230181C3079A}" destId="{B5431BA8-8A8B-7141-8E68-F2C278E12027}" srcOrd="1" destOrd="0" presId="urn:microsoft.com/office/officeart/2005/8/layout/hierarchy2"/>
    <dgm:cxn modelId="{2F303849-5C6A-1F44-86A6-85BFB015DDD8}" type="presParOf" srcId="{B5431BA8-8A8B-7141-8E68-F2C278E12027}" destId="{80F4F76F-A562-D442-8756-08E354586978}" srcOrd="0" destOrd="0" presId="urn:microsoft.com/office/officeart/2005/8/layout/hierarchy2"/>
    <dgm:cxn modelId="{0A76C7B8-93DD-454D-8F04-AD0110FD01B6}" type="presParOf" srcId="{B5431BA8-8A8B-7141-8E68-F2C278E12027}" destId="{C475165D-FD72-5042-8B0C-8529BAFE691B}" srcOrd="1" destOrd="0" presId="urn:microsoft.com/office/officeart/2005/8/layout/hierarchy2"/>
    <dgm:cxn modelId="{C885E143-8825-354F-9741-4C3332A1DC7D}" type="presParOf" srcId="{0EC01BBA-BDBC-2842-9DDA-230181C3079A}" destId="{216550CF-B5FA-504D-A91E-532050AE3B67}" srcOrd="2" destOrd="0" presId="urn:microsoft.com/office/officeart/2005/8/layout/hierarchy2"/>
    <dgm:cxn modelId="{48AE8D4A-04CE-984F-8A76-7ED2F4B9014A}" type="presParOf" srcId="{216550CF-B5FA-504D-A91E-532050AE3B67}" destId="{55EF2BDB-189E-0D48-89CD-1C980B5469F2}" srcOrd="0" destOrd="0" presId="urn:microsoft.com/office/officeart/2005/8/layout/hierarchy2"/>
    <dgm:cxn modelId="{8AEAF00F-7B05-4D47-B805-B405C7AD9AF7}" type="presParOf" srcId="{0EC01BBA-BDBC-2842-9DDA-230181C3079A}" destId="{AF1D32B6-9E1B-AA47-90C2-0CA63D54F06A}" srcOrd="3" destOrd="0" presId="urn:microsoft.com/office/officeart/2005/8/layout/hierarchy2"/>
    <dgm:cxn modelId="{C68DEC9F-283F-234F-B586-AB01FC509F8A}" type="presParOf" srcId="{AF1D32B6-9E1B-AA47-90C2-0CA63D54F06A}" destId="{3458C085-05DE-F54F-A9B9-28A474E3F491}" srcOrd="0" destOrd="0" presId="urn:microsoft.com/office/officeart/2005/8/layout/hierarchy2"/>
    <dgm:cxn modelId="{D2221249-7FCD-4245-BC1D-22A008AACA9A}" type="presParOf" srcId="{AF1D32B6-9E1B-AA47-90C2-0CA63D54F06A}" destId="{3CE03338-C5E4-1A40-8748-8F4C6659AE07}" srcOrd="1" destOrd="0" presId="urn:microsoft.com/office/officeart/2005/8/layout/hierarchy2"/>
    <dgm:cxn modelId="{C5C2BAC1-BAD9-154C-8BDD-5FF825172345}" type="presParOf" srcId="{501F0CF7-22A9-4C43-981B-30E227871D8B}" destId="{85E39D34-9ABE-1645-A23F-1BD1469C2D66}" srcOrd="2" destOrd="0" presId="urn:microsoft.com/office/officeart/2005/8/layout/hierarchy2"/>
    <dgm:cxn modelId="{511F48E7-4FB3-F94B-8368-7FED1673DFE0}" type="presParOf" srcId="{85E39D34-9ABE-1645-A23F-1BD1469C2D66}" destId="{CC8E00CE-478F-3440-A45E-83D4EE7C0E10}" srcOrd="0" destOrd="0" presId="urn:microsoft.com/office/officeart/2005/8/layout/hierarchy2"/>
    <dgm:cxn modelId="{BE565B4F-B891-3543-9329-07DBDC6696C8}" type="presParOf" srcId="{501F0CF7-22A9-4C43-981B-30E227871D8B}" destId="{F1952C94-5025-7841-8F7B-E17355A74A73}" srcOrd="3" destOrd="0" presId="urn:microsoft.com/office/officeart/2005/8/layout/hierarchy2"/>
    <dgm:cxn modelId="{CA34ADFF-B7F2-E241-8086-0144C7E5834D}" type="presParOf" srcId="{F1952C94-5025-7841-8F7B-E17355A74A73}" destId="{326A437B-55AD-C14C-A919-FAA7E0EC4D0D}" srcOrd="0" destOrd="0" presId="urn:microsoft.com/office/officeart/2005/8/layout/hierarchy2"/>
    <dgm:cxn modelId="{4A37B2E5-CEEE-C84F-B50C-BC90B7C59B9D}" type="presParOf" srcId="{F1952C94-5025-7841-8F7B-E17355A74A73}" destId="{6FD40833-A6B6-4A47-9CE9-3D123068743D}"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67F1BD-1EF6-F44C-BFC7-8C5536E4B4F9}">
      <dsp:nvSpPr>
        <dsp:cNvPr id="0" name=""/>
        <dsp:cNvSpPr/>
      </dsp:nvSpPr>
      <dsp:spPr>
        <a:xfrm>
          <a:off x="6269" y="2497369"/>
          <a:ext cx="2491918" cy="1245959"/>
        </a:xfrm>
        <a:prstGeom prst="roundRect">
          <a:avLst>
            <a:gd name="adj" fmla="val 10000"/>
          </a:avLst>
        </a:prstGeom>
        <a:solidFill>
          <a:schemeClr val="accent6">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rPr>
            <a:t>Relational Database Systems</a:t>
          </a:r>
        </a:p>
      </dsp:txBody>
      <dsp:txXfrm>
        <a:off x="42762" y="2533862"/>
        <a:ext cx="2418932" cy="1172973"/>
      </dsp:txXfrm>
    </dsp:sp>
    <dsp:sp modelId="{79218C92-C21A-864A-BCEE-7A11A3DF0450}">
      <dsp:nvSpPr>
        <dsp:cNvPr id="0" name=""/>
        <dsp:cNvSpPr/>
      </dsp:nvSpPr>
      <dsp:spPr>
        <a:xfrm rot="19748216">
          <a:off x="2415972" y="2804184"/>
          <a:ext cx="1161197" cy="36650"/>
        </a:xfrm>
        <a:custGeom>
          <a:avLst/>
          <a:gdLst/>
          <a:ahLst/>
          <a:cxnLst/>
          <a:rect l="0" t="0" r="0" b="0"/>
          <a:pathLst>
            <a:path>
              <a:moveTo>
                <a:pt x="0" y="18325"/>
              </a:moveTo>
              <a:lnTo>
                <a:pt x="1161197" y="18325"/>
              </a:lnTo>
            </a:path>
          </a:pathLst>
        </a:custGeom>
        <a:noFill/>
        <a:ln w="25400" cap="flat" cmpd="dbl"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chemeClr val="bg2"/>
            </a:solidFill>
          </a:endParaRPr>
        </a:p>
      </dsp:txBody>
      <dsp:txXfrm>
        <a:off x="2967541" y="2793479"/>
        <a:ext cx="58059" cy="58059"/>
      </dsp:txXfrm>
    </dsp:sp>
    <dsp:sp modelId="{E3914D4F-3992-4244-8B5C-1E5ED070C080}">
      <dsp:nvSpPr>
        <dsp:cNvPr id="0" name=""/>
        <dsp:cNvSpPr/>
      </dsp:nvSpPr>
      <dsp:spPr>
        <a:xfrm>
          <a:off x="3494955" y="1901689"/>
          <a:ext cx="2491918" cy="1245959"/>
        </a:xfrm>
        <a:prstGeom prst="roundRect">
          <a:avLst>
            <a:gd name="adj" fmla="val 10000"/>
          </a:avLst>
        </a:prstGeom>
        <a:solidFill>
          <a:schemeClr val="accent6">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rPr>
            <a:t>The Challenges of Big Data</a:t>
          </a:r>
        </a:p>
      </dsp:txBody>
      <dsp:txXfrm>
        <a:off x="3531448" y="1938182"/>
        <a:ext cx="2418932" cy="1172973"/>
      </dsp:txXfrm>
    </dsp:sp>
    <dsp:sp modelId="{5FF214E0-EF0E-8543-8444-1C0C896BDC5B}">
      <dsp:nvSpPr>
        <dsp:cNvPr id="0" name=""/>
        <dsp:cNvSpPr/>
      </dsp:nvSpPr>
      <dsp:spPr>
        <a:xfrm rot="1693314">
          <a:off x="5919633" y="2773820"/>
          <a:ext cx="1131246" cy="36650"/>
        </a:xfrm>
        <a:custGeom>
          <a:avLst/>
          <a:gdLst/>
          <a:ahLst/>
          <a:cxnLst/>
          <a:rect l="0" t="0" r="0" b="0"/>
          <a:pathLst>
            <a:path>
              <a:moveTo>
                <a:pt x="0" y="18325"/>
              </a:moveTo>
              <a:lnTo>
                <a:pt x="1131246" y="18325"/>
              </a:lnTo>
            </a:path>
          </a:pathLst>
        </a:custGeom>
        <a:noFill/>
        <a:ln w="25400" cap="flat" cmpd="dbl"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chemeClr val="bg2"/>
            </a:solidFill>
          </a:endParaRPr>
        </a:p>
      </dsp:txBody>
      <dsp:txXfrm>
        <a:off x="6456976" y="2763864"/>
        <a:ext cx="56562" cy="56562"/>
      </dsp:txXfrm>
    </dsp:sp>
    <dsp:sp modelId="{D602E9F7-2729-9243-990A-EE05B4C29C0F}">
      <dsp:nvSpPr>
        <dsp:cNvPr id="0" name=""/>
        <dsp:cNvSpPr/>
      </dsp:nvSpPr>
      <dsp:spPr>
        <a:xfrm>
          <a:off x="6983640" y="2436641"/>
          <a:ext cx="2491918" cy="1245959"/>
        </a:xfrm>
        <a:prstGeom prst="roundRect">
          <a:avLst>
            <a:gd name="adj" fmla="val 10000"/>
          </a:avLst>
        </a:prstGeom>
        <a:solidFill>
          <a:schemeClr val="accent6">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rPr>
            <a:t>Distributed Systems Technology</a:t>
          </a:r>
        </a:p>
      </dsp:txBody>
      <dsp:txXfrm>
        <a:off x="7020133" y="2473134"/>
        <a:ext cx="2418932" cy="1172973"/>
      </dsp:txXfrm>
    </dsp:sp>
    <dsp:sp modelId="{933BB906-EB8A-1941-BB15-A4BE578FAEEB}">
      <dsp:nvSpPr>
        <dsp:cNvPr id="0" name=""/>
        <dsp:cNvSpPr/>
      </dsp:nvSpPr>
      <dsp:spPr>
        <a:xfrm rot="18289469">
          <a:off x="9101215" y="2324869"/>
          <a:ext cx="1745454" cy="36650"/>
        </a:xfrm>
        <a:custGeom>
          <a:avLst/>
          <a:gdLst/>
          <a:ahLst/>
          <a:cxnLst/>
          <a:rect l="0" t="0" r="0" b="0"/>
          <a:pathLst>
            <a:path>
              <a:moveTo>
                <a:pt x="0" y="18325"/>
              </a:moveTo>
              <a:lnTo>
                <a:pt x="1745454" y="18325"/>
              </a:lnTo>
            </a:path>
          </a:pathLst>
        </a:custGeom>
        <a:noFill/>
        <a:ln w="25400" cap="flat" cmpd="dbl"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dirty="0">
            <a:solidFill>
              <a:schemeClr val="bg2"/>
            </a:solidFill>
          </a:endParaRPr>
        </a:p>
      </dsp:txBody>
      <dsp:txXfrm>
        <a:off x="9930306" y="2299558"/>
        <a:ext cx="87272" cy="87272"/>
      </dsp:txXfrm>
    </dsp:sp>
    <dsp:sp modelId="{552409DA-0640-F144-9685-F51BC593E5BE}">
      <dsp:nvSpPr>
        <dsp:cNvPr id="0" name=""/>
        <dsp:cNvSpPr/>
      </dsp:nvSpPr>
      <dsp:spPr>
        <a:xfrm>
          <a:off x="10472326" y="1003788"/>
          <a:ext cx="2491918" cy="1245959"/>
        </a:xfrm>
        <a:prstGeom prst="roundRect">
          <a:avLst>
            <a:gd name="adj" fmla="val 10000"/>
          </a:avLst>
        </a:prstGeom>
        <a:solidFill>
          <a:schemeClr val="accent6">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rPr>
            <a:t>Parallel Processing Systems</a:t>
          </a:r>
        </a:p>
      </dsp:txBody>
      <dsp:txXfrm>
        <a:off x="10508819" y="1040281"/>
        <a:ext cx="2418932" cy="1172973"/>
      </dsp:txXfrm>
    </dsp:sp>
    <dsp:sp modelId="{72DA51F1-7606-684E-A2B8-A5C4C6B6B4DC}">
      <dsp:nvSpPr>
        <dsp:cNvPr id="0" name=""/>
        <dsp:cNvSpPr/>
      </dsp:nvSpPr>
      <dsp:spPr>
        <a:xfrm rot="19457599">
          <a:off x="12848867" y="1250230"/>
          <a:ext cx="1227522" cy="36650"/>
        </a:xfrm>
        <a:custGeom>
          <a:avLst/>
          <a:gdLst/>
          <a:ahLst/>
          <a:cxnLst/>
          <a:rect l="0" t="0" r="0" b="0"/>
          <a:pathLst>
            <a:path>
              <a:moveTo>
                <a:pt x="0" y="18325"/>
              </a:moveTo>
              <a:lnTo>
                <a:pt x="1227522" y="18325"/>
              </a:lnTo>
            </a:path>
          </a:pathLst>
        </a:custGeom>
        <a:noFill/>
        <a:ln w="25400" cap="flat" cmpd="dbl"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chemeClr val="bg2"/>
            </a:solidFill>
          </a:endParaRPr>
        </a:p>
      </dsp:txBody>
      <dsp:txXfrm>
        <a:off x="13431940" y="1237867"/>
        <a:ext cx="61376" cy="61376"/>
      </dsp:txXfrm>
    </dsp:sp>
    <dsp:sp modelId="{76D4BDDD-E544-9142-93C0-B5048A4E0690}">
      <dsp:nvSpPr>
        <dsp:cNvPr id="0" name=""/>
        <dsp:cNvSpPr/>
      </dsp:nvSpPr>
      <dsp:spPr>
        <a:xfrm>
          <a:off x="13961012" y="287362"/>
          <a:ext cx="2491918" cy="1245959"/>
        </a:xfrm>
        <a:prstGeom prst="roundRect">
          <a:avLst>
            <a:gd name="adj" fmla="val 10000"/>
          </a:avLst>
        </a:prstGeom>
        <a:solidFill>
          <a:schemeClr val="accent6">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rPr>
            <a:t>Distributed File Systems</a:t>
          </a:r>
        </a:p>
      </dsp:txBody>
      <dsp:txXfrm>
        <a:off x="13997505" y="323855"/>
        <a:ext cx="2418932" cy="1172973"/>
      </dsp:txXfrm>
    </dsp:sp>
    <dsp:sp modelId="{653B88DC-CC21-704D-B468-327F61613EBA}">
      <dsp:nvSpPr>
        <dsp:cNvPr id="0" name=""/>
        <dsp:cNvSpPr/>
      </dsp:nvSpPr>
      <dsp:spPr>
        <a:xfrm rot="2142401">
          <a:off x="12848867" y="1966656"/>
          <a:ext cx="1227522" cy="36650"/>
        </a:xfrm>
        <a:custGeom>
          <a:avLst/>
          <a:gdLst/>
          <a:ahLst/>
          <a:cxnLst/>
          <a:rect l="0" t="0" r="0" b="0"/>
          <a:pathLst>
            <a:path>
              <a:moveTo>
                <a:pt x="0" y="18325"/>
              </a:moveTo>
              <a:lnTo>
                <a:pt x="1227522" y="18325"/>
              </a:lnTo>
            </a:path>
          </a:pathLst>
        </a:custGeom>
        <a:noFill/>
        <a:ln w="25400" cap="flat" cmpd="dbl"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chemeClr val="bg2"/>
            </a:solidFill>
          </a:endParaRPr>
        </a:p>
      </dsp:txBody>
      <dsp:txXfrm>
        <a:off x="13431940" y="1954293"/>
        <a:ext cx="61376" cy="61376"/>
      </dsp:txXfrm>
    </dsp:sp>
    <dsp:sp modelId="{C398FE70-D5E5-7E40-9ADF-685FD6FFCBF5}">
      <dsp:nvSpPr>
        <dsp:cNvPr id="0" name=""/>
        <dsp:cNvSpPr/>
      </dsp:nvSpPr>
      <dsp:spPr>
        <a:xfrm>
          <a:off x="13961012" y="1720215"/>
          <a:ext cx="2491918" cy="1245959"/>
        </a:xfrm>
        <a:prstGeom prst="roundRect">
          <a:avLst>
            <a:gd name="adj" fmla="val 10000"/>
          </a:avLst>
        </a:prstGeom>
        <a:solidFill>
          <a:schemeClr val="accent6">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rPr>
            <a:t>Parallel Execution Systems (MapReduce, Spark)</a:t>
          </a:r>
        </a:p>
      </dsp:txBody>
      <dsp:txXfrm>
        <a:off x="13997505" y="1756708"/>
        <a:ext cx="2418932" cy="1172973"/>
      </dsp:txXfrm>
    </dsp:sp>
    <dsp:sp modelId="{37690781-E0C2-984B-8DD7-A1C34CC4A0CD}">
      <dsp:nvSpPr>
        <dsp:cNvPr id="0" name=""/>
        <dsp:cNvSpPr/>
      </dsp:nvSpPr>
      <dsp:spPr>
        <a:xfrm rot="3310531">
          <a:off x="9101215" y="3757722"/>
          <a:ext cx="1745454" cy="36650"/>
        </a:xfrm>
        <a:custGeom>
          <a:avLst/>
          <a:gdLst/>
          <a:ahLst/>
          <a:cxnLst/>
          <a:rect l="0" t="0" r="0" b="0"/>
          <a:pathLst>
            <a:path>
              <a:moveTo>
                <a:pt x="0" y="18325"/>
              </a:moveTo>
              <a:lnTo>
                <a:pt x="1745454" y="18325"/>
              </a:lnTo>
            </a:path>
          </a:pathLst>
        </a:custGeom>
        <a:noFill/>
        <a:ln w="25400" cap="flat" cmpd="dbl"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dirty="0">
            <a:solidFill>
              <a:schemeClr val="bg2"/>
            </a:solidFill>
          </a:endParaRPr>
        </a:p>
      </dsp:txBody>
      <dsp:txXfrm>
        <a:off x="9930306" y="3732411"/>
        <a:ext cx="87272" cy="87272"/>
      </dsp:txXfrm>
    </dsp:sp>
    <dsp:sp modelId="{BF8CFCE8-63F7-2941-9968-E7A8A4A03059}">
      <dsp:nvSpPr>
        <dsp:cNvPr id="0" name=""/>
        <dsp:cNvSpPr/>
      </dsp:nvSpPr>
      <dsp:spPr>
        <a:xfrm>
          <a:off x="10472326" y="3869494"/>
          <a:ext cx="2491918" cy="1245959"/>
        </a:xfrm>
        <a:prstGeom prst="roundRect">
          <a:avLst>
            <a:gd name="adj" fmla="val 10000"/>
          </a:avLst>
        </a:prstGeom>
        <a:solidFill>
          <a:srgbClr val="FF0000"/>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rPr>
            <a:t>Distributed Database Systems</a:t>
          </a:r>
        </a:p>
      </dsp:txBody>
      <dsp:txXfrm>
        <a:off x="10508819" y="3905987"/>
        <a:ext cx="2418932" cy="1172973"/>
      </dsp:txXfrm>
    </dsp:sp>
    <dsp:sp modelId="{FF5910AC-59D5-DB48-B490-3A81D50A3924}">
      <dsp:nvSpPr>
        <dsp:cNvPr id="0" name=""/>
        <dsp:cNvSpPr/>
      </dsp:nvSpPr>
      <dsp:spPr>
        <a:xfrm rot="19457599">
          <a:off x="12848867" y="4115936"/>
          <a:ext cx="1227522" cy="36650"/>
        </a:xfrm>
        <a:custGeom>
          <a:avLst/>
          <a:gdLst/>
          <a:ahLst/>
          <a:cxnLst/>
          <a:rect l="0" t="0" r="0" b="0"/>
          <a:pathLst>
            <a:path>
              <a:moveTo>
                <a:pt x="0" y="18325"/>
              </a:moveTo>
              <a:lnTo>
                <a:pt x="1227522" y="18325"/>
              </a:lnTo>
            </a:path>
          </a:pathLst>
        </a:custGeom>
        <a:noFill/>
        <a:ln w="25400" cap="flat" cmpd="dbl"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chemeClr val="bg2"/>
            </a:solidFill>
          </a:endParaRPr>
        </a:p>
      </dsp:txBody>
      <dsp:txXfrm>
        <a:off x="13431940" y="4103573"/>
        <a:ext cx="61376" cy="61376"/>
      </dsp:txXfrm>
    </dsp:sp>
    <dsp:sp modelId="{80F4F76F-A562-D442-8756-08E354586978}">
      <dsp:nvSpPr>
        <dsp:cNvPr id="0" name=""/>
        <dsp:cNvSpPr/>
      </dsp:nvSpPr>
      <dsp:spPr>
        <a:xfrm>
          <a:off x="13961012" y="3153068"/>
          <a:ext cx="2491918" cy="1245959"/>
        </a:xfrm>
        <a:prstGeom prst="roundRect">
          <a:avLst>
            <a:gd name="adj" fmla="val 10000"/>
          </a:avLst>
        </a:prstGeom>
        <a:solidFill>
          <a:srgbClr val="FF0000"/>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rPr>
            <a:t>NewSQL Database Systems</a:t>
          </a:r>
        </a:p>
      </dsp:txBody>
      <dsp:txXfrm>
        <a:off x="13997505" y="3189561"/>
        <a:ext cx="2418932" cy="1172973"/>
      </dsp:txXfrm>
    </dsp:sp>
    <dsp:sp modelId="{216550CF-B5FA-504D-A91E-532050AE3B67}">
      <dsp:nvSpPr>
        <dsp:cNvPr id="0" name=""/>
        <dsp:cNvSpPr/>
      </dsp:nvSpPr>
      <dsp:spPr>
        <a:xfrm rot="2142401">
          <a:off x="12848867" y="4832362"/>
          <a:ext cx="1227522" cy="36650"/>
        </a:xfrm>
        <a:custGeom>
          <a:avLst/>
          <a:gdLst/>
          <a:ahLst/>
          <a:cxnLst/>
          <a:rect l="0" t="0" r="0" b="0"/>
          <a:pathLst>
            <a:path>
              <a:moveTo>
                <a:pt x="0" y="18325"/>
              </a:moveTo>
              <a:lnTo>
                <a:pt x="1227522" y="18325"/>
              </a:lnTo>
            </a:path>
          </a:pathLst>
        </a:custGeom>
        <a:noFill/>
        <a:ln w="25400" cap="flat" cmpd="dbl"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chemeClr val="bg2"/>
            </a:solidFill>
          </a:endParaRPr>
        </a:p>
      </dsp:txBody>
      <dsp:txXfrm>
        <a:off x="13431940" y="4819999"/>
        <a:ext cx="61376" cy="61376"/>
      </dsp:txXfrm>
    </dsp:sp>
    <dsp:sp modelId="{3458C085-05DE-F54F-A9B9-28A474E3F491}">
      <dsp:nvSpPr>
        <dsp:cNvPr id="0" name=""/>
        <dsp:cNvSpPr/>
      </dsp:nvSpPr>
      <dsp:spPr>
        <a:xfrm>
          <a:off x="13961012" y="4585921"/>
          <a:ext cx="2491918" cy="1245959"/>
        </a:xfrm>
        <a:prstGeom prst="roundRect">
          <a:avLst>
            <a:gd name="adj" fmla="val 10000"/>
          </a:avLst>
        </a:prstGeom>
        <a:solidFill>
          <a:srgbClr val="FF0000"/>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rPr>
            <a:t>NoSQL Database Systems</a:t>
          </a:r>
        </a:p>
      </dsp:txBody>
      <dsp:txXfrm>
        <a:off x="13997505" y="4622414"/>
        <a:ext cx="2418932" cy="1172973"/>
      </dsp:txXfrm>
    </dsp:sp>
    <dsp:sp modelId="{85E39D34-9ABE-1645-A23F-1BD1469C2D66}">
      <dsp:nvSpPr>
        <dsp:cNvPr id="0" name=""/>
        <dsp:cNvSpPr/>
      </dsp:nvSpPr>
      <dsp:spPr>
        <a:xfrm rot="1309181">
          <a:off x="2449079" y="3356804"/>
          <a:ext cx="1370938" cy="36650"/>
        </a:xfrm>
        <a:custGeom>
          <a:avLst/>
          <a:gdLst/>
          <a:ahLst/>
          <a:cxnLst/>
          <a:rect l="0" t="0" r="0" b="0"/>
          <a:pathLst>
            <a:path>
              <a:moveTo>
                <a:pt x="0" y="18325"/>
              </a:moveTo>
              <a:lnTo>
                <a:pt x="1370938" y="18325"/>
              </a:lnTo>
            </a:path>
          </a:pathLst>
        </a:custGeom>
        <a:noFill/>
        <a:ln w="25400" cap="flat" cmpd="dbl"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100275" y="3340856"/>
        <a:ext cx="68546" cy="68546"/>
      </dsp:txXfrm>
    </dsp:sp>
    <dsp:sp modelId="{326A437B-55AD-C14C-A919-FAA7E0EC4D0D}">
      <dsp:nvSpPr>
        <dsp:cNvPr id="0" name=""/>
        <dsp:cNvSpPr/>
      </dsp:nvSpPr>
      <dsp:spPr>
        <a:xfrm>
          <a:off x="3770910" y="3006929"/>
          <a:ext cx="2491918" cy="1245959"/>
        </a:xfrm>
        <a:prstGeom prst="roundRect">
          <a:avLst>
            <a:gd name="adj" fmla="val 10000"/>
          </a:avLst>
        </a:prstGeom>
        <a:solidFill>
          <a:schemeClr val="accent6">
            <a:hueOff val="0"/>
            <a:satOff val="0"/>
            <a:lumOff val="0"/>
            <a:alphaOff val="0"/>
          </a:schemeClr>
        </a:solidFill>
        <a:ln w="25400" cap="flat" cmpd="dbl"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rPr>
            <a:t>Limitations of Relational Systems and Data Model</a:t>
          </a:r>
        </a:p>
      </dsp:txBody>
      <dsp:txXfrm>
        <a:off x="3807403" y="3043422"/>
        <a:ext cx="2418932" cy="117297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39D919ED-7EBC-0349-92FD-49744747E976}" type="datetimeFigureOut">
              <a:rPr lang="en-US" smtClean="0"/>
              <a:t>7/12/2024</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A1B2D-91A0-C5A0-A577-CB1060733B0D}"/>
              </a:ext>
            </a:extLst>
          </p:cNvPr>
          <p:cNvSpPr>
            <a:spLocks noGrp="1"/>
          </p:cNvSpPr>
          <p:nvPr>
            <p:ph type="dt" sz="half" idx="10"/>
          </p:nvPr>
        </p:nvSpPr>
        <p:spPr/>
        <p:txBody>
          <a:bodyPr/>
          <a:lstStyle/>
          <a:p>
            <a:fld id="{E251FD5A-47F3-7A42-9DEC-F1C89DC0E539}" type="datetimeFigureOut">
              <a:rPr lang="en-US" smtClean="0"/>
              <a:t>7/12/2024</a:t>
            </a:fld>
            <a:endParaRPr lang="en-US" dirty="0"/>
          </a:p>
        </p:txBody>
      </p:sp>
      <p:sp>
        <p:nvSpPr>
          <p:cNvPr id="3" name="Footer Placeholder 2">
            <a:extLst>
              <a:ext uri="{FF2B5EF4-FFF2-40B4-BE49-F238E27FC236}">
                <a16:creationId xmlns:a16="http://schemas.microsoft.com/office/drawing/2014/main" id="{125DCA34-8EAF-2F4C-A973-971DE3FA740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64203A-6871-B7A0-6812-ECB7856C866B}"/>
              </a:ext>
            </a:extLst>
          </p:cNvPr>
          <p:cNvSpPr>
            <a:spLocks noGrp="1"/>
          </p:cNvSpPr>
          <p:nvPr>
            <p:ph type="sldNum" sz="quarter" idx="12"/>
          </p:nvPr>
        </p:nvSpPr>
        <p:spPr/>
        <p:txBody>
          <a:bodyPr/>
          <a:lstStyle/>
          <a:p>
            <a:fld id="{4443CBA9-CC61-CC46-91C3-2044A25EBE9F}" type="slidenum">
              <a:rPr lang="en-US" smtClean="0"/>
              <a:t>‹#›</a:t>
            </a:fld>
            <a:endParaRPr lang="en-US" dirty="0"/>
          </a:p>
        </p:txBody>
      </p:sp>
    </p:spTree>
    <p:extLst>
      <p:ext uri="{BB962C8B-B14F-4D97-AF65-F5344CB8AC3E}">
        <p14:creationId xmlns:p14="http://schemas.microsoft.com/office/powerpoint/2010/main" val="1723670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71500"/>
            <a:ext cx="16459200" cy="1485900"/>
          </a:xfrm>
        </p:spPr>
        <p:txBody>
          <a:bodyPr>
            <a:normAutofit/>
          </a:bodyPr>
          <a:lstStyle>
            <a:lvl1pPr>
              <a:defRPr sz="5400"/>
            </a:lvl1pPr>
          </a:lstStyle>
          <a:p>
            <a:r>
              <a:rPr lang="en-US" dirty="0"/>
              <a:t>Click to edit Master title style</a:t>
            </a:r>
          </a:p>
        </p:txBody>
      </p:sp>
      <p:sp>
        <p:nvSpPr>
          <p:cNvPr id="3" name="Date Placeholder 2"/>
          <p:cNvSpPr>
            <a:spLocks noGrp="1"/>
          </p:cNvSpPr>
          <p:nvPr>
            <p:ph type="dt" sz="half" idx="10"/>
          </p:nvPr>
        </p:nvSpPr>
        <p:spPr/>
        <p:txBody>
          <a:bodyPr/>
          <a:lstStyle/>
          <a:p>
            <a:fld id="{4D875EC7-9AFA-49AB-8FDF-A0609DDEEC05}" type="datetimeFigureOut">
              <a:rPr lang="en-US" smtClean="0"/>
              <a:t>7/12/2024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8D503BC-FD28-4C71-9C87-2981572925EE}" type="slidenum">
              <a:rPr lang="en-US" smtClean="0"/>
              <a:t>‹#›</a:t>
            </a:fld>
            <a:endParaRPr lang="en-US" dirty="0"/>
          </a:p>
        </p:txBody>
      </p:sp>
    </p:spTree>
    <p:extLst>
      <p:ext uri="{BB962C8B-B14F-4D97-AF65-F5344CB8AC3E}">
        <p14:creationId xmlns:p14="http://schemas.microsoft.com/office/powerpoint/2010/main" val="58743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 id="2147483690" r:id="rId5"/>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5.xml"/><Relationship Id="rId1" Type="http://schemas.openxmlformats.org/officeDocument/2006/relationships/tags" Target="../tags/tag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5.xml"/><Relationship Id="rId1" Type="http://schemas.openxmlformats.org/officeDocument/2006/relationships/tags" Target="../tags/tag9.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a:xfrm>
            <a:off x="2645842" y="3098886"/>
            <a:ext cx="12996316" cy="2587300"/>
          </a:xfrm>
        </p:spPr>
        <p:txBody>
          <a:bodyPr/>
          <a:lstStyle/>
          <a:p>
            <a:r>
              <a:rPr lang="en-US" dirty="0"/>
              <a:t>Module 7: Lesson 1</a:t>
            </a:r>
            <a:br>
              <a:rPr lang="en-US" dirty="0"/>
            </a:br>
            <a:r>
              <a:rPr lang="en-US" sz="6000" dirty="0"/>
              <a:t>Using Databases for Big Data Storage</a:t>
            </a:r>
            <a:endParaRPr lang="en-US" dirty="0"/>
          </a:p>
        </p:txBody>
      </p:sp>
    </p:spTree>
    <p:custDataLst>
      <p:tags r:id="rId1"/>
    </p:custDataLst>
    <p:extLst>
      <p:ext uri="{BB962C8B-B14F-4D97-AF65-F5344CB8AC3E}">
        <p14:creationId xmlns:p14="http://schemas.microsoft.com/office/powerpoint/2010/main" val="3166890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normAutofit/>
          </a:bodyPr>
          <a:lstStyle/>
          <a:p>
            <a:r>
              <a:rPr lang="en-US" dirty="0"/>
              <a:t>Big Data Storage Technology Limitations</a:t>
            </a:r>
          </a:p>
        </p:txBody>
      </p:sp>
      <p:sp>
        <p:nvSpPr>
          <p:cNvPr id="3" name="Rectangle 2">
            <a:extLst>
              <a:ext uri="{FF2B5EF4-FFF2-40B4-BE49-F238E27FC236}">
                <a16:creationId xmlns:a16="http://schemas.microsoft.com/office/drawing/2014/main" id="{FF7FAC7D-8A53-953E-15A9-D5F1483B1E28}"/>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dirty="0"/>
              <a:t>To this point we have only explored two forms of storage technology appropriate for use in working with big data: object storage (S3) and distributed file storage (HDFS)</a:t>
            </a:r>
          </a:p>
        </p:txBody>
      </p:sp>
      <p:sp>
        <p:nvSpPr>
          <p:cNvPr id="4" name="Rectangle 3">
            <a:extLst>
              <a:ext uri="{FF2B5EF4-FFF2-40B4-BE49-F238E27FC236}">
                <a16:creationId xmlns:a16="http://schemas.microsoft.com/office/drawing/2014/main" id="{DBFAF54D-0BFC-88AB-FAD5-BFA97F6339D6}"/>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But as useful are these technologies are they both have critical limitations which negatively impact our ability to effectively ingest, store and process big data</a:t>
            </a:r>
          </a:p>
        </p:txBody>
      </p:sp>
      <p:sp>
        <p:nvSpPr>
          <p:cNvPr id="5" name="Rectangle 4">
            <a:extLst>
              <a:ext uri="{FF2B5EF4-FFF2-40B4-BE49-F238E27FC236}">
                <a16:creationId xmlns:a16="http://schemas.microsoft.com/office/drawing/2014/main" id="{7B1CD32D-FDA4-EE15-1ACB-9FF844A8E13E}"/>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HDFS and S3 primarily store data in immutable files. While some limited update capabilities may exist (appending), they are not efficient for frequently changing data.</a:t>
            </a:r>
          </a:p>
        </p:txBody>
      </p:sp>
      <p:sp>
        <p:nvSpPr>
          <p:cNvPr id="6" name="Rectangle 5">
            <a:extLst>
              <a:ext uri="{FF2B5EF4-FFF2-40B4-BE49-F238E27FC236}">
                <a16:creationId xmlns:a16="http://schemas.microsoft.com/office/drawing/2014/main" id="{92C81DE6-64E3-2E83-8D3C-32C11D7D9EE8}"/>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Rectangle 6">
            <a:extLst>
              <a:ext uri="{FF2B5EF4-FFF2-40B4-BE49-F238E27FC236}">
                <a16:creationId xmlns:a16="http://schemas.microsoft.com/office/drawing/2014/main" id="{7F40A810-645B-92D5-3D40-69E4B4F5F132}"/>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47908AFF-B9ED-36DA-39FC-A317DED8305F}"/>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14744545-7D24-4005-E682-F8AB79A89445}"/>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S3 and HDFS do not support reading/selecting, inserting, updating or deleting individual data records, for which additional tools (Hive, HBase) are required</a:t>
            </a:r>
          </a:p>
        </p:txBody>
      </p:sp>
      <p:sp>
        <p:nvSpPr>
          <p:cNvPr id="10" name="Rectangle 9">
            <a:extLst>
              <a:ext uri="{FF2B5EF4-FFF2-40B4-BE49-F238E27FC236}">
                <a16:creationId xmlns:a16="http://schemas.microsoft.com/office/drawing/2014/main" id="{DE77AC3E-B3B8-6465-F375-7EF7A8A62258}"/>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1" name="Rectangle 10">
            <a:extLst>
              <a:ext uri="{FF2B5EF4-FFF2-40B4-BE49-F238E27FC236}">
                <a16:creationId xmlns:a16="http://schemas.microsoft.com/office/drawing/2014/main" id="{879D66F5-BE4A-BF7B-0099-61FF18F08776}"/>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While S3 and HDFS can store various data formats, they lack the built-in support for metadata or data validation</a:t>
            </a:r>
          </a:p>
        </p:txBody>
      </p:sp>
      <p:sp>
        <p:nvSpPr>
          <p:cNvPr id="12" name="Rectangle 11">
            <a:extLst>
              <a:ext uri="{FF2B5EF4-FFF2-40B4-BE49-F238E27FC236}">
                <a16:creationId xmlns:a16="http://schemas.microsoft.com/office/drawing/2014/main" id="{2A846BC5-73B9-812C-70A5-0A1A483F6406}"/>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1669643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normAutofit fontScale="90000"/>
          </a:bodyPr>
          <a:lstStyle/>
          <a:p>
            <a:r>
              <a:rPr lang="en-US" dirty="0"/>
              <a:t>What About Traditional Relational Databases?</a:t>
            </a:r>
            <a:br>
              <a:rPr lang="en-US" dirty="0"/>
            </a:br>
            <a:r>
              <a:rPr lang="en-US" dirty="0"/>
              <a:t>Benefits</a:t>
            </a:r>
          </a:p>
        </p:txBody>
      </p:sp>
      <p:sp>
        <p:nvSpPr>
          <p:cNvPr id="13" name="Rectangle 12">
            <a:extLst>
              <a:ext uri="{FF2B5EF4-FFF2-40B4-BE49-F238E27FC236}">
                <a16:creationId xmlns:a16="http://schemas.microsoft.com/office/drawing/2014/main" id="{64F12CA7-FF36-6440-DACE-5CECF494EFA3}"/>
              </a:ext>
            </a:extLst>
          </p:cNvPr>
          <p:cNvSpPr/>
          <p:nvPr/>
        </p:nvSpPr>
        <p:spPr>
          <a:xfrm>
            <a:off x="-30480" y="23241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14" name="Rectangle 13">
            <a:extLst>
              <a:ext uri="{FF2B5EF4-FFF2-40B4-BE49-F238E27FC236}">
                <a16:creationId xmlns:a16="http://schemas.microsoft.com/office/drawing/2014/main" id="{3B6BA40C-4C9F-DA59-0B6C-208E2B208F5D}"/>
              </a:ext>
            </a:extLst>
          </p:cNvPr>
          <p:cNvSpPr/>
          <p:nvPr/>
        </p:nvSpPr>
        <p:spPr>
          <a:xfrm>
            <a:off x="0" y="35455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800" dirty="0">
              <a:solidFill>
                <a:schemeClr val="bg2"/>
              </a:solidFill>
            </a:endParaRPr>
          </a:p>
        </p:txBody>
      </p:sp>
      <p:sp>
        <p:nvSpPr>
          <p:cNvPr id="15" name="Rectangle 14">
            <a:extLst>
              <a:ext uri="{FF2B5EF4-FFF2-40B4-BE49-F238E27FC236}">
                <a16:creationId xmlns:a16="http://schemas.microsoft.com/office/drawing/2014/main" id="{B7F443E6-F286-D521-42D1-B03B7F652DA9}"/>
              </a:ext>
            </a:extLst>
          </p:cNvPr>
          <p:cNvSpPr/>
          <p:nvPr/>
        </p:nvSpPr>
        <p:spPr>
          <a:xfrm>
            <a:off x="0" y="47475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16" name="Rectangle 15">
            <a:extLst>
              <a:ext uri="{FF2B5EF4-FFF2-40B4-BE49-F238E27FC236}">
                <a16:creationId xmlns:a16="http://schemas.microsoft.com/office/drawing/2014/main" id="{5358CE08-2AD4-3E06-7CCC-47C0FCC66075}"/>
              </a:ext>
            </a:extLst>
          </p:cNvPr>
          <p:cNvSpPr/>
          <p:nvPr/>
        </p:nvSpPr>
        <p:spPr>
          <a:xfrm>
            <a:off x="0" y="5910566"/>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17" name="Rectangle 16">
            <a:extLst>
              <a:ext uri="{FF2B5EF4-FFF2-40B4-BE49-F238E27FC236}">
                <a16:creationId xmlns:a16="http://schemas.microsoft.com/office/drawing/2014/main" id="{DDCD4F9A-0EEF-91C8-43B2-BD35C83D82F5}"/>
              </a:ext>
            </a:extLst>
          </p:cNvPr>
          <p:cNvSpPr/>
          <p:nvPr/>
        </p:nvSpPr>
        <p:spPr>
          <a:xfrm>
            <a:off x="555812" y="2324100"/>
            <a:ext cx="3894268"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Record Level Operations</a:t>
            </a:r>
          </a:p>
        </p:txBody>
      </p:sp>
      <p:sp>
        <p:nvSpPr>
          <p:cNvPr id="18" name="Rectangle 17">
            <a:extLst>
              <a:ext uri="{FF2B5EF4-FFF2-40B4-BE49-F238E27FC236}">
                <a16:creationId xmlns:a16="http://schemas.microsoft.com/office/drawing/2014/main" id="{D4A9EC5A-B9F4-7F28-C421-76F48250B9A0}"/>
              </a:ext>
            </a:extLst>
          </p:cNvPr>
          <p:cNvSpPr/>
          <p:nvPr/>
        </p:nvSpPr>
        <p:spPr>
          <a:xfrm>
            <a:off x="555812" y="3545529"/>
            <a:ext cx="3894268"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Relational Model</a:t>
            </a:r>
          </a:p>
        </p:txBody>
      </p:sp>
      <p:sp>
        <p:nvSpPr>
          <p:cNvPr id="19" name="Rectangle 18">
            <a:extLst>
              <a:ext uri="{FF2B5EF4-FFF2-40B4-BE49-F238E27FC236}">
                <a16:creationId xmlns:a16="http://schemas.microsoft.com/office/drawing/2014/main" id="{90F0FE26-FA2A-21CC-ABB4-2BD3B7BD1C7C}"/>
              </a:ext>
            </a:extLst>
          </p:cNvPr>
          <p:cNvSpPr/>
          <p:nvPr/>
        </p:nvSpPr>
        <p:spPr>
          <a:xfrm>
            <a:off x="555812" y="4747504"/>
            <a:ext cx="3894268"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Query Language</a:t>
            </a:r>
          </a:p>
        </p:txBody>
      </p:sp>
      <p:sp>
        <p:nvSpPr>
          <p:cNvPr id="20" name="Rectangle 19">
            <a:extLst>
              <a:ext uri="{FF2B5EF4-FFF2-40B4-BE49-F238E27FC236}">
                <a16:creationId xmlns:a16="http://schemas.microsoft.com/office/drawing/2014/main" id="{829AAED6-290F-092A-7359-9E742414CF2B}"/>
              </a:ext>
            </a:extLst>
          </p:cNvPr>
          <p:cNvSpPr/>
          <p:nvPr/>
        </p:nvSpPr>
        <p:spPr>
          <a:xfrm>
            <a:off x="555812" y="5910566"/>
            <a:ext cx="3894268"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ACID Compliance</a:t>
            </a:r>
          </a:p>
        </p:txBody>
      </p:sp>
      <p:sp>
        <p:nvSpPr>
          <p:cNvPr id="21" name="Rectangle 20">
            <a:extLst>
              <a:ext uri="{FF2B5EF4-FFF2-40B4-BE49-F238E27FC236}">
                <a16:creationId xmlns:a16="http://schemas.microsoft.com/office/drawing/2014/main" id="{25F7D6FD-21B9-ED0A-8E9A-0575783C6B22}"/>
              </a:ext>
            </a:extLst>
          </p:cNvPr>
          <p:cNvSpPr/>
          <p:nvPr/>
        </p:nvSpPr>
        <p:spPr>
          <a:xfrm>
            <a:off x="4541518" y="2316956"/>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solidFill>
                  <a:schemeClr val="bg2"/>
                </a:solidFill>
              </a:rPr>
              <a:t>Supports creation, reading, updating and deletion of individual records</a:t>
            </a:r>
          </a:p>
        </p:txBody>
      </p:sp>
      <p:sp>
        <p:nvSpPr>
          <p:cNvPr id="22" name="Rectangle 21">
            <a:extLst>
              <a:ext uri="{FF2B5EF4-FFF2-40B4-BE49-F238E27FC236}">
                <a16:creationId xmlns:a16="http://schemas.microsoft.com/office/drawing/2014/main" id="{FBA58A0F-0456-2872-0BEB-2B8C483BC0D2}"/>
              </a:ext>
            </a:extLst>
          </p:cNvPr>
          <p:cNvSpPr/>
          <p:nvPr/>
        </p:nvSpPr>
        <p:spPr>
          <a:xfrm>
            <a:off x="4541518" y="3545529"/>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Organizes data in tables with rows and columns, enforcing relationships between them using primary and foreign keys to ensure data consistency and efficient retrieval.</a:t>
            </a:r>
          </a:p>
        </p:txBody>
      </p:sp>
      <p:sp>
        <p:nvSpPr>
          <p:cNvPr id="23" name="Rectangle 22">
            <a:extLst>
              <a:ext uri="{FF2B5EF4-FFF2-40B4-BE49-F238E27FC236}">
                <a16:creationId xmlns:a16="http://schemas.microsoft.com/office/drawing/2014/main" id="{6F573607-9F69-23EE-EABF-FEC9C955D268}"/>
              </a:ext>
            </a:extLst>
          </p:cNvPr>
          <p:cNvSpPr/>
          <p:nvPr/>
        </p:nvSpPr>
        <p:spPr>
          <a:xfrm>
            <a:off x="4541518" y="4740360"/>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dirty="0">
                <a:solidFill>
                  <a:schemeClr val="tx1"/>
                </a:solidFill>
              </a:rPr>
              <a:t>Uses SQL, a standardized query language that offers expressive capabilities, allowing users to retrieve data precisely using conditional statements, filtering based on specific criteria, and joining data across multiple tables</a:t>
            </a:r>
          </a:p>
        </p:txBody>
      </p:sp>
      <p:sp>
        <p:nvSpPr>
          <p:cNvPr id="24" name="Rectangle 23">
            <a:extLst>
              <a:ext uri="{FF2B5EF4-FFF2-40B4-BE49-F238E27FC236}">
                <a16:creationId xmlns:a16="http://schemas.microsoft.com/office/drawing/2014/main" id="{004A8C10-DEF6-41A7-1942-ABF4BE578719}"/>
              </a:ext>
            </a:extLst>
          </p:cNvPr>
          <p:cNvSpPr/>
          <p:nvPr/>
        </p:nvSpPr>
        <p:spPr>
          <a:xfrm>
            <a:off x="4541519" y="5910566"/>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dirty="0">
                <a:solidFill>
                  <a:schemeClr val="bg2"/>
                </a:solidFill>
                <a:effectLst/>
              </a:rPr>
              <a:t>Excels in situations requiring strict data consistency and transactional integrity (both within and across tables), by offering ACID properties (Atomicity, Consistency, Isolation, Durability).</a:t>
            </a:r>
            <a:endParaRPr lang="en-US" sz="2000" dirty="0">
              <a:solidFill>
                <a:schemeClr val="bg2"/>
              </a:solidFill>
            </a:endParaRPr>
          </a:p>
        </p:txBody>
      </p:sp>
      <p:sp>
        <p:nvSpPr>
          <p:cNvPr id="25" name="Rectangle 24">
            <a:extLst>
              <a:ext uri="{FF2B5EF4-FFF2-40B4-BE49-F238E27FC236}">
                <a16:creationId xmlns:a16="http://schemas.microsoft.com/office/drawing/2014/main" id="{AE0A5F76-87DC-E2BF-C37D-C6462E8048CD}"/>
              </a:ext>
            </a:extLst>
          </p:cNvPr>
          <p:cNvSpPr/>
          <p:nvPr/>
        </p:nvSpPr>
        <p:spPr>
          <a:xfrm>
            <a:off x="16214" y="7074641"/>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26" name="Rectangle 25">
            <a:extLst>
              <a:ext uri="{FF2B5EF4-FFF2-40B4-BE49-F238E27FC236}">
                <a16:creationId xmlns:a16="http://schemas.microsoft.com/office/drawing/2014/main" id="{3F041C7E-E045-C5DF-2EA2-170F24807C54}"/>
              </a:ext>
            </a:extLst>
          </p:cNvPr>
          <p:cNvSpPr/>
          <p:nvPr/>
        </p:nvSpPr>
        <p:spPr>
          <a:xfrm>
            <a:off x="572026" y="7074641"/>
            <a:ext cx="3894268"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Maturity</a:t>
            </a:r>
          </a:p>
        </p:txBody>
      </p:sp>
      <p:sp>
        <p:nvSpPr>
          <p:cNvPr id="27" name="Rectangle 26">
            <a:extLst>
              <a:ext uri="{FF2B5EF4-FFF2-40B4-BE49-F238E27FC236}">
                <a16:creationId xmlns:a16="http://schemas.microsoft.com/office/drawing/2014/main" id="{99C5FF58-6C0C-8D91-943E-BA4DF1B0D2A0}"/>
              </a:ext>
            </a:extLst>
          </p:cNvPr>
          <p:cNvSpPr/>
          <p:nvPr/>
        </p:nvSpPr>
        <p:spPr>
          <a:xfrm>
            <a:off x="4557733" y="7074641"/>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dirty="0">
                <a:solidFill>
                  <a:schemeClr val="bg2"/>
                </a:solidFill>
                <a:effectLst/>
              </a:rPr>
              <a:t>Relational database technology has been around for decades, making it a mature and stable solution. Familiarity and expertise in SQL is widespread among data professionals.</a:t>
            </a:r>
          </a:p>
        </p:txBody>
      </p:sp>
    </p:spTree>
    <p:custDataLst>
      <p:tags r:id="rId1"/>
    </p:custDataLst>
    <p:extLst>
      <p:ext uri="{BB962C8B-B14F-4D97-AF65-F5344CB8AC3E}">
        <p14:creationId xmlns:p14="http://schemas.microsoft.com/office/powerpoint/2010/main" val="234551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normAutofit fontScale="90000"/>
          </a:bodyPr>
          <a:lstStyle/>
          <a:p>
            <a:r>
              <a:rPr lang="en-US" dirty="0"/>
              <a:t>What About Traditional Relational Databases?</a:t>
            </a:r>
            <a:br>
              <a:rPr lang="en-US" dirty="0"/>
            </a:br>
            <a:r>
              <a:rPr lang="en-US" dirty="0"/>
              <a:t>Drawbacks</a:t>
            </a:r>
          </a:p>
        </p:txBody>
      </p:sp>
      <p:sp>
        <p:nvSpPr>
          <p:cNvPr id="13" name="Rectangle 12">
            <a:extLst>
              <a:ext uri="{FF2B5EF4-FFF2-40B4-BE49-F238E27FC236}">
                <a16:creationId xmlns:a16="http://schemas.microsoft.com/office/drawing/2014/main" id="{64F12CA7-FF36-6440-DACE-5CECF494EFA3}"/>
              </a:ext>
            </a:extLst>
          </p:cNvPr>
          <p:cNvSpPr/>
          <p:nvPr/>
        </p:nvSpPr>
        <p:spPr>
          <a:xfrm>
            <a:off x="-30480" y="2131596"/>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14" name="Rectangle 13">
            <a:extLst>
              <a:ext uri="{FF2B5EF4-FFF2-40B4-BE49-F238E27FC236}">
                <a16:creationId xmlns:a16="http://schemas.microsoft.com/office/drawing/2014/main" id="{3B6BA40C-4C9F-DA59-0B6C-208E2B208F5D}"/>
              </a:ext>
            </a:extLst>
          </p:cNvPr>
          <p:cNvSpPr/>
          <p:nvPr/>
        </p:nvSpPr>
        <p:spPr>
          <a:xfrm>
            <a:off x="0" y="3353025"/>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800" dirty="0">
              <a:solidFill>
                <a:schemeClr val="bg2"/>
              </a:solidFill>
            </a:endParaRPr>
          </a:p>
        </p:txBody>
      </p:sp>
      <p:sp>
        <p:nvSpPr>
          <p:cNvPr id="15" name="Rectangle 14">
            <a:extLst>
              <a:ext uri="{FF2B5EF4-FFF2-40B4-BE49-F238E27FC236}">
                <a16:creationId xmlns:a16="http://schemas.microsoft.com/office/drawing/2014/main" id="{B7F443E6-F286-D521-42D1-B03B7F652DA9}"/>
              </a:ext>
            </a:extLst>
          </p:cNvPr>
          <p:cNvSpPr/>
          <p:nvPr/>
        </p:nvSpPr>
        <p:spPr>
          <a:xfrm>
            <a:off x="0" y="4555000"/>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16" name="Rectangle 15">
            <a:extLst>
              <a:ext uri="{FF2B5EF4-FFF2-40B4-BE49-F238E27FC236}">
                <a16:creationId xmlns:a16="http://schemas.microsoft.com/office/drawing/2014/main" id="{5358CE08-2AD4-3E06-7CCC-47C0FCC66075}"/>
              </a:ext>
            </a:extLst>
          </p:cNvPr>
          <p:cNvSpPr/>
          <p:nvPr/>
        </p:nvSpPr>
        <p:spPr>
          <a:xfrm>
            <a:off x="0" y="5718062"/>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17" name="Rectangle 16">
            <a:extLst>
              <a:ext uri="{FF2B5EF4-FFF2-40B4-BE49-F238E27FC236}">
                <a16:creationId xmlns:a16="http://schemas.microsoft.com/office/drawing/2014/main" id="{DDCD4F9A-0EEF-91C8-43B2-BD35C83D82F5}"/>
              </a:ext>
            </a:extLst>
          </p:cNvPr>
          <p:cNvSpPr/>
          <p:nvPr/>
        </p:nvSpPr>
        <p:spPr>
          <a:xfrm>
            <a:off x="555812" y="2131596"/>
            <a:ext cx="3894268"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Schema Rigidity</a:t>
            </a:r>
          </a:p>
        </p:txBody>
      </p:sp>
      <p:sp>
        <p:nvSpPr>
          <p:cNvPr id="18" name="Rectangle 17">
            <a:extLst>
              <a:ext uri="{FF2B5EF4-FFF2-40B4-BE49-F238E27FC236}">
                <a16:creationId xmlns:a16="http://schemas.microsoft.com/office/drawing/2014/main" id="{D4A9EC5A-B9F4-7F28-C421-76F48250B9A0}"/>
              </a:ext>
            </a:extLst>
          </p:cNvPr>
          <p:cNvSpPr/>
          <p:nvPr/>
        </p:nvSpPr>
        <p:spPr>
          <a:xfrm>
            <a:off x="555812" y="3353025"/>
            <a:ext cx="3894268"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Limited Vertical Scalability</a:t>
            </a:r>
          </a:p>
        </p:txBody>
      </p:sp>
      <p:sp>
        <p:nvSpPr>
          <p:cNvPr id="19" name="Rectangle 18">
            <a:extLst>
              <a:ext uri="{FF2B5EF4-FFF2-40B4-BE49-F238E27FC236}">
                <a16:creationId xmlns:a16="http://schemas.microsoft.com/office/drawing/2014/main" id="{90F0FE26-FA2A-21CC-ABB4-2BD3B7BD1C7C}"/>
              </a:ext>
            </a:extLst>
          </p:cNvPr>
          <p:cNvSpPr/>
          <p:nvPr/>
        </p:nvSpPr>
        <p:spPr>
          <a:xfrm>
            <a:off x="555812" y="4555000"/>
            <a:ext cx="3894268"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Limited Horizontal Scalability</a:t>
            </a:r>
          </a:p>
        </p:txBody>
      </p:sp>
      <p:sp>
        <p:nvSpPr>
          <p:cNvPr id="20" name="Rectangle 19">
            <a:extLst>
              <a:ext uri="{FF2B5EF4-FFF2-40B4-BE49-F238E27FC236}">
                <a16:creationId xmlns:a16="http://schemas.microsoft.com/office/drawing/2014/main" id="{829AAED6-290F-092A-7359-9E742414CF2B}"/>
              </a:ext>
            </a:extLst>
          </p:cNvPr>
          <p:cNvSpPr/>
          <p:nvPr/>
        </p:nvSpPr>
        <p:spPr>
          <a:xfrm>
            <a:off x="555812" y="5718062"/>
            <a:ext cx="3894268"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Performance Degradation</a:t>
            </a:r>
          </a:p>
        </p:txBody>
      </p:sp>
      <p:sp>
        <p:nvSpPr>
          <p:cNvPr id="21" name="Rectangle 20">
            <a:extLst>
              <a:ext uri="{FF2B5EF4-FFF2-40B4-BE49-F238E27FC236}">
                <a16:creationId xmlns:a16="http://schemas.microsoft.com/office/drawing/2014/main" id="{25F7D6FD-21B9-ED0A-8E9A-0575783C6B22}"/>
              </a:ext>
            </a:extLst>
          </p:cNvPr>
          <p:cNvSpPr/>
          <p:nvPr/>
        </p:nvSpPr>
        <p:spPr>
          <a:xfrm>
            <a:off x="4541518" y="2124452"/>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solidFill>
                  <a:schemeClr val="bg2"/>
                </a:solidFill>
              </a:rPr>
              <a:t>SQL databases enforce rigid schema requirements, which can pose challenges when dealing with unstructured or semi-structured data commonly encountered in big data scenarios</a:t>
            </a:r>
          </a:p>
        </p:txBody>
      </p:sp>
      <p:sp>
        <p:nvSpPr>
          <p:cNvPr id="22" name="Rectangle 21">
            <a:extLst>
              <a:ext uri="{FF2B5EF4-FFF2-40B4-BE49-F238E27FC236}">
                <a16:creationId xmlns:a16="http://schemas.microsoft.com/office/drawing/2014/main" id="{FBA58A0F-0456-2872-0BEB-2B8C483BC0D2}"/>
              </a:ext>
            </a:extLst>
          </p:cNvPr>
          <p:cNvSpPr/>
          <p:nvPr/>
        </p:nvSpPr>
        <p:spPr>
          <a:xfrm>
            <a:off x="4541518" y="3353025"/>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Vertical scaling becomes expensive and inefficient as data volume grows exponentially. </a:t>
            </a:r>
          </a:p>
        </p:txBody>
      </p:sp>
      <p:sp>
        <p:nvSpPr>
          <p:cNvPr id="23" name="Rectangle 22">
            <a:extLst>
              <a:ext uri="{FF2B5EF4-FFF2-40B4-BE49-F238E27FC236}">
                <a16:creationId xmlns:a16="http://schemas.microsoft.com/office/drawing/2014/main" id="{6F573607-9F69-23EE-EABF-FEC9C955D268}"/>
              </a:ext>
            </a:extLst>
          </p:cNvPr>
          <p:cNvSpPr/>
          <p:nvPr/>
        </p:nvSpPr>
        <p:spPr>
          <a:xfrm>
            <a:off x="4541518" y="4547856"/>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dirty="0">
                <a:solidFill>
                  <a:schemeClr val="tx1"/>
                </a:solidFill>
              </a:rPr>
              <a:t>Relational databases heavily rely on joins to combine data from multiple tables for complex queries. In a horizontally scaled environment, these joins become complex as data is spread across different servers. Horizontal scalability is uncommon, functionally limited, very expensive, and administratively complex.</a:t>
            </a:r>
          </a:p>
        </p:txBody>
      </p:sp>
      <p:sp>
        <p:nvSpPr>
          <p:cNvPr id="24" name="Rectangle 23">
            <a:extLst>
              <a:ext uri="{FF2B5EF4-FFF2-40B4-BE49-F238E27FC236}">
                <a16:creationId xmlns:a16="http://schemas.microsoft.com/office/drawing/2014/main" id="{004A8C10-DEF6-41A7-1942-ABF4BE578719}"/>
              </a:ext>
            </a:extLst>
          </p:cNvPr>
          <p:cNvSpPr/>
          <p:nvPr/>
        </p:nvSpPr>
        <p:spPr>
          <a:xfrm>
            <a:off x="4541519" y="5718062"/>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dirty="0">
                <a:solidFill>
                  <a:schemeClr val="bg2"/>
                </a:solidFill>
                <a:effectLst/>
              </a:rPr>
              <a:t>As data volume increases, relational databases experience performance degradation, especially during complex queries or joins, due to the need to scan through large datasets, process numerous records, and move data across the network</a:t>
            </a:r>
            <a:endParaRPr lang="en-US" sz="2000" dirty="0">
              <a:solidFill>
                <a:schemeClr val="bg2"/>
              </a:solidFill>
            </a:endParaRPr>
          </a:p>
        </p:txBody>
      </p:sp>
      <p:sp>
        <p:nvSpPr>
          <p:cNvPr id="25" name="Rectangle 24">
            <a:extLst>
              <a:ext uri="{FF2B5EF4-FFF2-40B4-BE49-F238E27FC236}">
                <a16:creationId xmlns:a16="http://schemas.microsoft.com/office/drawing/2014/main" id="{AE0A5F76-87DC-E2BF-C37D-C6462E8048CD}"/>
              </a:ext>
            </a:extLst>
          </p:cNvPr>
          <p:cNvSpPr/>
          <p:nvPr/>
        </p:nvSpPr>
        <p:spPr>
          <a:xfrm>
            <a:off x="16214" y="6882137"/>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26" name="Rectangle 25">
            <a:extLst>
              <a:ext uri="{FF2B5EF4-FFF2-40B4-BE49-F238E27FC236}">
                <a16:creationId xmlns:a16="http://schemas.microsoft.com/office/drawing/2014/main" id="{3F041C7E-E045-C5DF-2EA2-170F24807C54}"/>
              </a:ext>
            </a:extLst>
          </p:cNvPr>
          <p:cNvSpPr/>
          <p:nvPr/>
        </p:nvSpPr>
        <p:spPr>
          <a:xfrm>
            <a:off x="572026" y="6882137"/>
            <a:ext cx="3894268"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Concurrency Issues</a:t>
            </a:r>
          </a:p>
        </p:txBody>
      </p:sp>
      <p:sp>
        <p:nvSpPr>
          <p:cNvPr id="27" name="Rectangle 26">
            <a:extLst>
              <a:ext uri="{FF2B5EF4-FFF2-40B4-BE49-F238E27FC236}">
                <a16:creationId xmlns:a16="http://schemas.microsoft.com/office/drawing/2014/main" id="{99C5FF58-6C0C-8D91-943E-BA4DF1B0D2A0}"/>
              </a:ext>
            </a:extLst>
          </p:cNvPr>
          <p:cNvSpPr/>
          <p:nvPr/>
        </p:nvSpPr>
        <p:spPr>
          <a:xfrm>
            <a:off x="4557733" y="6882137"/>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dirty="0">
                <a:solidFill>
                  <a:schemeClr val="bg2"/>
                </a:solidFill>
                <a:effectLst/>
              </a:rPr>
              <a:t>High volumes of concurrent reads and writes associated with big data can overwhelm traditional relational database architectures, leading to reduced performance</a:t>
            </a:r>
            <a:endParaRPr lang="en-US" sz="2000" dirty="0">
              <a:solidFill>
                <a:schemeClr val="bg2"/>
              </a:solidFill>
            </a:endParaRPr>
          </a:p>
        </p:txBody>
      </p:sp>
      <p:sp>
        <p:nvSpPr>
          <p:cNvPr id="3" name="Rectangle 2">
            <a:extLst>
              <a:ext uri="{FF2B5EF4-FFF2-40B4-BE49-F238E27FC236}">
                <a16:creationId xmlns:a16="http://schemas.microsoft.com/office/drawing/2014/main" id="{108637F2-CE0F-51EF-AC16-1133C5C5E9FC}"/>
              </a:ext>
            </a:extLst>
          </p:cNvPr>
          <p:cNvSpPr/>
          <p:nvPr/>
        </p:nvSpPr>
        <p:spPr>
          <a:xfrm>
            <a:off x="24236" y="8045187"/>
            <a:ext cx="4450080" cy="1042416"/>
          </a:xfrm>
          <a:prstGeom prst="rect">
            <a:avLst/>
          </a:prstGeom>
          <a:solidFill>
            <a:srgbClr val="959595"/>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4" name="Rectangle 3">
            <a:extLst>
              <a:ext uri="{FF2B5EF4-FFF2-40B4-BE49-F238E27FC236}">
                <a16:creationId xmlns:a16="http://schemas.microsoft.com/office/drawing/2014/main" id="{746AFF12-5F4A-E801-9A1C-A1F394FCC144}"/>
              </a:ext>
            </a:extLst>
          </p:cNvPr>
          <p:cNvSpPr/>
          <p:nvPr/>
        </p:nvSpPr>
        <p:spPr>
          <a:xfrm>
            <a:off x="580048" y="8045187"/>
            <a:ext cx="3894268" cy="1042416"/>
          </a:xfrm>
          <a:prstGeom prst="rect">
            <a:avLst/>
          </a:prstGeom>
          <a:solidFill>
            <a:srgbClr val="959595"/>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tx1"/>
                </a:solidFill>
              </a:rPr>
              <a:t>Complex Failover Mechanisms</a:t>
            </a:r>
          </a:p>
        </p:txBody>
      </p:sp>
      <p:sp>
        <p:nvSpPr>
          <p:cNvPr id="5" name="Rectangle 4">
            <a:extLst>
              <a:ext uri="{FF2B5EF4-FFF2-40B4-BE49-F238E27FC236}">
                <a16:creationId xmlns:a16="http://schemas.microsoft.com/office/drawing/2014/main" id="{77944173-9E49-1CAF-DF98-24F9D4D54C13}"/>
              </a:ext>
            </a:extLst>
          </p:cNvPr>
          <p:cNvSpPr/>
          <p:nvPr/>
        </p:nvSpPr>
        <p:spPr>
          <a:xfrm>
            <a:off x="4565755" y="8045187"/>
            <a:ext cx="12009120" cy="1042416"/>
          </a:xfrm>
          <a:prstGeom prst="rect">
            <a:avLst/>
          </a:prstGeom>
          <a:solidFill>
            <a:srgbClr val="959595"/>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dirty="0">
                <a:solidFill>
                  <a:schemeClr val="tx1"/>
                </a:solidFill>
                <a:effectLst/>
              </a:rPr>
              <a:t>Implementing failover mechanisms in case of server failure can be intricate. Setting up and maintaining a standby server with synchronized data adds complexity and ongoing management overhead.</a:t>
            </a:r>
            <a:endParaRPr lang="en-US" sz="2000" dirty="0">
              <a:solidFill>
                <a:schemeClr val="tx1"/>
              </a:solidFill>
            </a:endParaRPr>
          </a:p>
        </p:txBody>
      </p:sp>
    </p:spTree>
    <p:custDataLst>
      <p:tags r:id="rId1"/>
    </p:custDataLst>
    <p:extLst>
      <p:ext uri="{BB962C8B-B14F-4D97-AF65-F5344CB8AC3E}">
        <p14:creationId xmlns:p14="http://schemas.microsoft.com/office/powerpoint/2010/main" val="4131121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CE7DAD8-ABD9-F053-E217-41D29BF38D20}"/>
              </a:ext>
            </a:extLst>
          </p:cNvPr>
          <p:cNvSpPr/>
          <p:nvPr/>
        </p:nvSpPr>
        <p:spPr>
          <a:xfrm>
            <a:off x="4175185" y="4226943"/>
            <a:ext cx="3299078" cy="3312544"/>
          </a:xfrm>
          <a:prstGeom prst="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FCF334-3444-8100-38A5-F88A9EDDDE75}"/>
              </a:ext>
            </a:extLst>
          </p:cNvPr>
          <p:cNvSpPr>
            <a:spLocks noGrp="1"/>
          </p:cNvSpPr>
          <p:nvPr>
            <p:ph type="title"/>
          </p:nvPr>
        </p:nvSpPr>
        <p:spPr/>
        <p:txBody>
          <a:bodyPr>
            <a:normAutofit fontScale="90000"/>
          </a:bodyPr>
          <a:lstStyle/>
          <a:p>
            <a:r>
              <a:rPr lang="en-US" dirty="0"/>
              <a:t>From Relational Databases to Big Data Alternatives</a:t>
            </a:r>
          </a:p>
        </p:txBody>
      </p:sp>
      <p:graphicFrame>
        <p:nvGraphicFramePr>
          <p:cNvPr id="4" name="Diagram 3" descr="A diagram illustrating the evolution from relational database systems to various distributed systems technologies to address the challenges of big data:&#10;&#10;1. **Relational Database Systems**:&#10;   - The starting point on the left.&#10;   &#10;2. **The Challenges of Big Data** and **Limitations of Relational Systems and Data Model**:&#10;   - Two boxes connected to the Relational Database Systems, highlighting the reasons for evolving beyond traditional relational systems.&#10;&#10;3. **Distributed Systems Technology**:&#10;   - The next step in the evolution, addressing the challenges and limitations mentioned.&#10;&#10;4. Branching from Distributed Systems Technology:&#10;   - **Parallel Processing Systems**:&#10;     - Further branches into:&#10;       - **Distributed File Systems**&#10;       - **Parallel Execution Systems (MapReduce, Spark)**&#10;   - **Distributed Database Systems**:&#10;     - Further branches into:&#10;       - **NewSQL Database Systems**&#10;       - **NoSQL Database Systems**&#10;&#10;This diagram shows the progression from traditional relational databases to advanced distributed systems, highlighting the technologies developed to handle the limitations and challenges posed by big data.">
            <a:extLst>
              <a:ext uri="{FF2B5EF4-FFF2-40B4-BE49-F238E27FC236}">
                <a16:creationId xmlns:a16="http://schemas.microsoft.com/office/drawing/2014/main" id="{E7031037-FE1B-FD84-549F-0373FD969013}"/>
              </a:ext>
            </a:extLst>
          </p:cNvPr>
          <p:cNvGraphicFramePr/>
          <p:nvPr>
            <p:extLst>
              <p:ext uri="{D42A27DB-BD31-4B8C-83A1-F6EECF244321}">
                <p14:modId xmlns:p14="http://schemas.microsoft.com/office/powerpoint/2010/main" val="3982797783"/>
              </p:ext>
            </p:extLst>
          </p:nvPr>
        </p:nvGraphicFramePr>
        <p:xfrm>
          <a:off x="914400" y="2794958"/>
          <a:ext cx="16459200" cy="61192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803B834C-CD75-215D-2A1F-E7F900F0A5FB}"/>
              </a:ext>
            </a:extLst>
          </p:cNvPr>
          <p:cNvGrpSpPr/>
          <p:nvPr/>
        </p:nvGrpSpPr>
        <p:grpSpPr>
          <a:xfrm flipV="1">
            <a:off x="6870346" y="6089759"/>
            <a:ext cx="1131246" cy="56562"/>
            <a:chOff x="5919633" y="2763864"/>
            <a:chExt cx="1131246" cy="56562"/>
          </a:xfrm>
        </p:grpSpPr>
        <p:sp>
          <p:nvSpPr>
            <p:cNvPr id="9" name="Straight Connector 3">
              <a:extLst>
                <a:ext uri="{FF2B5EF4-FFF2-40B4-BE49-F238E27FC236}">
                  <a16:creationId xmlns:a16="http://schemas.microsoft.com/office/drawing/2014/main" id="{AF162799-EEC1-9032-DD36-453296C2B44B}"/>
                </a:ext>
              </a:extLst>
            </p:cNvPr>
            <p:cNvSpPr/>
            <p:nvPr/>
          </p:nvSpPr>
          <p:spPr>
            <a:xfrm rot="1693314">
              <a:off x="5919633" y="2773820"/>
              <a:ext cx="1131246" cy="36650"/>
            </a:xfrm>
            <a:custGeom>
              <a:avLst/>
              <a:gdLst/>
              <a:ahLst/>
              <a:cxnLst/>
              <a:rect l="0" t="0" r="0" b="0"/>
              <a:pathLst>
                <a:path>
                  <a:moveTo>
                    <a:pt x="0" y="18325"/>
                  </a:moveTo>
                  <a:lnTo>
                    <a:pt x="1131246" y="18325"/>
                  </a:lnTo>
                </a:path>
              </a:pathLst>
            </a:custGeom>
            <a:noFill/>
          </p:spPr>
          <p:style>
            <a:lnRef idx="2">
              <a:schemeClr val="accent6">
                <a:shade val="80000"/>
                <a:hueOff val="0"/>
                <a:satOff val="0"/>
                <a:lumOff val="0"/>
                <a:alphaOff val="0"/>
              </a:schemeClr>
            </a:lnRef>
            <a:fillRef idx="0">
              <a:scrgbClr r="0" g="0" b="0"/>
            </a:fillRef>
            <a:effectRef idx="0">
              <a:schemeClr val="accent6">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0" name="Straight Connector 4">
              <a:extLst>
                <a:ext uri="{FF2B5EF4-FFF2-40B4-BE49-F238E27FC236}">
                  <a16:creationId xmlns:a16="http://schemas.microsoft.com/office/drawing/2014/main" id="{A63665E0-5A56-D8CE-B0BB-AF76D4BC0D6C}"/>
                </a:ext>
              </a:extLst>
            </p:cNvPr>
            <p:cNvSpPr txBox="1"/>
            <p:nvPr/>
          </p:nvSpPr>
          <p:spPr>
            <a:xfrm rot="1693314">
              <a:off x="6456976" y="2763864"/>
              <a:ext cx="56562" cy="56562"/>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chemeClr val="bg2"/>
                </a:solidFill>
              </a:endParaRPr>
            </a:p>
          </p:txBody>
        </p:sp>
      </p:grpSp>
    </p:spTree>
    <p:custDataLst>
      <p:tags r:id="rId1"/>
    </p:custDataLst>
    <p:extLst>
      <p:ext uri="{BB962C8B-B14F-4D97-AF65-F5344CB8AC3E}">
        <p14:creationId xmlns:p14="http://schemas.microsoft.com/office/powerpoint/2010/main" val="2869145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lstStyle/>
          <a:p>
            <a:r>
              <a:rPr lang="en-US" dirty="0"/>
              <a:t>Distributed Database Systems</a:t>
            </a:r>
          </a:p>
        </p:txBody>
      </p:sp>
      <p:sp>
        <p:nvSpPr>
          <p:cNvPr id="3" name="Rectangle 2">
            <a:extLst>
              <a:ext uri="{FF2B5EF4-FFF2-40B4-BE49-F238E27FC236}">
                <a16:creationId xmlns:a16="http://schemas.microsoft.com/office/drawing/2014/main" id="{FF7FAC7D-8A53-953E-15A9-D5F1483B1E28}"/>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dirty="0">
                <a:solidFill>
                  <a:schemeClr val="bg2"/>
                </a:solidFill>
                <a:ea typeface="Calibri" panose="020F0502020204030204" pitchFamily="34" charset="0"/>
                <a:cs typeface="Times New Roman" panose="02020603050405020304" pitchFamily="18" charset="0"/>
              </a:rPr>
              <a:t>A</a:t>
            </a:r>
            <a:r>
              <a:rPr lang="en-US" sz="2800" dirty="0">
                <a:solidFill>
                  <a:schemeClr val="bg2"/>
                </a:solidFill>
                <a:effectLst/>
                <a:ea typeface="Calibri" panose="020F0502020204030204" pitchFamily="34" charset="0"/>
                <a:cs typeface="Times New Roman" panose="02020603050405020304" pitchFamily="18" charset="0"/>
              </a:rPr>
              <a:t> collection of interconnected nodes or servers that collaboratively store and manage data across multiple geographic locations or computing environments.</a:t>
            </a:r>
          </a:p>
        </p:txBody>
      </p:sp>
      <p:sp>
        <p:nvSpPr>
          <p:cNvPr id="4" name="Rectangle 3">
            <a:extLst>
              <a:ext uri="{FF2B5EF4-FFF2-40B4-BE49-F238E27FC236}">
                <a16:creationId xmlns:a16="http://schemas.microsoft.com/office/drawing/2014/main" id="{DBFAF54D-0BFC-88AB-FAD5-BFA97F6339D6}"/>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Functions as a single logical entity. Users interact with the database as a whole, unaware of the underlying distribution</a:t>
            </a:r>
          </a:p>
        </p:txBody>
      </p:sp>
      <p:sp>
        <p:nvSpPr>
          <p:cNvPr id="5" name="Rectangle 4">
            <a:extLst>
              <a:ext uri="{FF2B5EF4-FFF2-40B4-BE49-F238E27FC236}">
                <a16:creationId xmlns:a16="http://schemas.microsoft.com/office/drawing/2014/main" id="{7B1CD32D-FDA4-EE15-1ACB-9FF844A8E13E}"/>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Offer scalability by allowing seamless addition or removal of nodes to accommodate growing data volumes and workloads, enhancing performance and responsiveness.</a:t>
            </a:r>
          </a:p>
        </p:txBody>
      </p:sp>
      <p:sp>
        <p:nvSpPr>
          <p:cNvPr id="6" name="Rectangle 5">
            <a:extLst>
              <a:ext uri="{FF2B5EF4-FFF2-40B4-BE49-F238E27FC236}">
                <a16:creationId xmlns:a16="http://schemas.microsoft.com/office/drawing/2014/main" id="{92C81DE6-64E3-2E83-8D3C-32C11D7D9EE8}"/>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Rectangle 6">
            <a:extLst>
              <a:ext uri="{FF2B5EF4-FFF2-40B4-BE49-F238E27FC236}">
                <a16:creationId xmlns:a16="http://schemas.microsoft.com/office/drawing/2014/main" id="{7F40A810-645B-92D5-3D40-69E4B4F5F132}"/>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47908AFF-B9ED-36DA-39FC-A317DED8305F}"/>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14744545-7D24-4005-E682-F8AB79A89445}"/>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By replicating data across multiple nodes, offers fault tolerance. If one node fails, another can take over, ensuring continuous operation and data accessibility</a:t>
            </a:r>
          </a:p>
        </p:txBody>
      </p:sp>
      <p:sp>
        <p:nvSpPr>
          <p:cNvPr id="10" name="Rectangle 9">
            <a:extLst>
              <a:ext uri="{FF2B5EF4-FFF2-40B4-BE49-F238E27FC236}">
                <a16:creationId xmlns:a16="http://schemas.microsoft.com/office/drawing/2014/main" id="{DE77AC3E-B3B8-6465-F375-7EF7A8A62258}"/>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1" name="Rectangle 10">
            <a:extLst>
              <a:ext uri="{FF2B5EF4-FFF2-40B4-BE49-F238E27FC236}">
                <a16:creationId xmlns:a16="http://schemas.microsoft.com/office/drawing/2014/main" id="{879D66F5-BE4A-BF7B-0099-61FF18F08776}"/>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Manages data consistency across nodes, handling node failures, and optimizing query execution for distributed storage.</a:t>
            </a:r>
          </a:p>
        </p:txBody>
      </p:sp>
      <p:sp>
        <p:nvSpPr>
          <p:cNvPr id="12" name="Rectangle 11">
            <a:extLst>
              <a:ext uri="{FF2B5EF4-FFF2-40B4-BE49-F238E27FC236}">
                <a16:creationId xmlns:a16="http://schemas.microsoft.com/office/drawing/2014/main" id="{2A846BC5-73B9-812C-70A5-0A1A483F6406}"/>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1495646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lstStyle/>
          <a:p>
            <a:r>
              <a:rPr lang="en-US" dirty="0"/>
              <a:t>NewSQL Database Systems</a:t>
            </a:r>
          </a:p>
        </p:txBody>
      </p:sp>
      <p:sp>
        <p:nvSpPr>
          <p:cNvPr id="3" name="Rectangle 2">
            <a:extLst>
              <a:ext uri="{FF2B5EF4-FFF2-40B4-BE49-F238E27FC236}">
                <a16:creationId xmlns:a16="http://schemas.microsoft.com/office/drawing/2014/main" id="{FF7FAC7D-8A53-953E-15A9-D5F1483B1E28}"/>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dirty="0">
                <a:solidFill>
                  <a:schemeClr val="bg2"/>
                </a:solidFill>
                <a:ea typeface="Calibri" panose="020F0502020204030204" pitchFamily="34" charset="0"/>
                <a:cs typeface="Times New Roman" panose="02020603050405020304" pitchFamily="18" charset="0"/>
              </a:rPr>
              <a:t>Databases offering enhanced performance and parallel processing for big data workloads while maintaining SQL compatibility </a:t>
            </a:r>
            <a:endParaRPr lang="en-US" sz="2800" dirty="0">
              <a:solidFill>
                <a:schemeClr val="bg2"/>
              </a:solidFill>
              <a:effectLst/>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BFAF54D-0BFC-88AB-FAD5-BFA97F6339D6}"/>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Designed for the cloud environment, allowing for horizontal scaling of resources where users can easily add or remove virtual machines based on processing needs</a:t>
            </a:r>
          </a:p>
        </p:txBody>
      </p:sp>
      <p:sp>
        <p:nvSpPr>
          <p:cNvPr id="5" name="Rectangle 4">
            <a:extLst>
              <a:ext uri="{FF2B5EF4-FFF2-40B4-BE49-F238E27FC236}">
                <a16:creationId xmlns:a16="http://schemas.microsoft.com/office/drawing/2014/main" id="{7B1CD32D-FDA4-EE15-1ACB-9FF844A8E13E}"/>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Data is distributed across multiple nodes which significantly improves performance for large datasets and complex queries compared to traditional relational databases.</a:t>
            </a:r>
          </a:p>
        </p:txBody>
      </p:sp>
      <p:sp>
        <p:nvSpPr>
          <p:cNvPr id="6" name="Rectangle 5">
            <a:extLst>
              <a:ext uri="{FF2B5EF4-FFF2-40B4-BE49-F238E27FC236}">
                <a16:creationId xmlns:a16="http://schemas.microsoft.com/office/drawing/2014/main" id="{92C81DE6-64E3-2E83-8D3C-32C11D7D9EE8}"/>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Rectangle 6">
            <a:extLst>
              <a:ext uri="{FF2B5EF4-FFF2-40B4-BE49-F238E27FC236}">
                <a16:creationId xmlns:a16="http://schemas.microsoft.com/office/drawing/2014/main" id="{7F40A810-645B-92D5-3D40-69E4B4F5F132}"/>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47908AFF-B9ED-36DA-39FC-A317DED8305F}"/>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14744545-7D24-4005-E682-F8AB79A89445}"/>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Supports querying data using familiar SQL syntax. This makes it easier for existing SQL users to transition to these systems and leverage their existing knowledge.</a:t>
            </a:r>
          </a:p>
        </p:txBody>
      </p:sp>
      <p:sp>
        <p:nvSpPr>
          <p:cNvPr id="10" name="Rectangle 9">
            <a:extLst>
              <a:ext uri="{FF2B5EF4-FFF2-40B4-BE49-F238E27FC236}">
                <a16:creationId xmlns:a16="http://schemas.microsoft.com/office/drawing/2014/main" id="{DE77AC3E-B3B8-6465-F375-7EF7A8A62258}"/>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1" name="Rectangle 10">
            <a:extLst>
              <a:ext uri="{FF2B5EF4-FFF2-40B4-BE49-F238E27FC236}">
                <a16:creationId xmlns:a16="http://schemas.microsoft.com/office/drawing/2014/main" id="{879D66F5-BE4A-BF7B-0099-61FF18F08776}"/>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Maintains strong data consistency (ACID transactions) ensuring data integrity for critical operations, similar to traditional relational databases.</a:t>
            </a:r>
          </a:p>
        </p:txBody>
      </p:sp>
      <p:sp>
        <p:nvSpPr>
          <p:cNvPr id="12" name="Rectangle 11">
            <a:extLst>
              <a:ext uri="{FF2B5EF4-FFF2-40B4-BE49-F238E27FC236}">
                <a16:creationId xmlns:a16="http://schemas.microsoft.com/office/drawing/2014/main" id="{2A846BC5-73B9-812C-70A5-0A1A483F6406}"/>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1319389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A3F39-65F7-BBC8-2DAC-7A38122EE6B4}"/>
              </a:ext>
            </a:extLst>
          </p:cNvPr>
          <p:cNvSpPr>
            <a:spLocks noGrp="1"/>
          </p:cNvSpPr>
          <p:nvPr>
            <p:ph type="title"/>
          </p:nvPr>
        </p:nvSpPr>
        <p:spPr/>
        <p:txBody>
          <a:bodyPr/>
          <a:lstStyle/>
          <a:p>
            <a:r>
              <a:rPr lang="en-US" dirty="0"/>
              <a:t>NewSQL Database Systems</a:t>
            </a:r>
          </a:p>
        </p:txBody>
      </p:sp>
      <p:pic>
        <p:nvPicPr>
          <p:cNvPr id="5122" name="Picture 2" descr="A diagram featuring the logos of three major cloud data warehousing services:&#10;&#10;- On the left, the logo for **Snowflake**, which is a stylized snowflake icon with the text &quot;snowflake&quot; below it.&#10;- In the center, the logo for **Amazon Redshift**, which is a blue, vertical hexagonal shape with the text &quot;Amazon Redshift&quot; below it.&#10;- On the right, the logo for **Google BigQuery**, which is a blue hexagon with a magnifying glass icon and a vertical bar chart inside, with the text &quot;Google BigQuery&quot; below it.&#10;&#10;This diagram visually represents three prominent cloud-based data warehousing solutions: Snowflake, Amazon Redshift, and Google BigQuery.">
            <a:extLst>
              <a:ext uri="{FF2B5EF4-FFF2-40B4-BE49-F238E27FC236}">
                <a16:creationId xmlns:a16="http://schemas.microsoft.com/office/drawing/2014/main" id="{13781235-2E5F-2AD7-B483-3CEEF7EE12A4}"/>
              </a:ext>
              <a:ext uri="{C183D7F6-B498-43B3-948B-1728B52AA6E4}">
                <adec:decorative xmlns:adec="http://schemas.microsoft.com/office/drawing/2017/decorative" val="0"/>
              </a:ext>
            </a:extLst>
          </p:cNvPr>
          <p:cNvPicPr>
            <a:picLocks noChangeAspect="1" noChangeArrowheads="1"/>
          </p:cNvPicPr>
          <p:nvPr/>
        </p:nvPicPr>
        <p:blipFill>
          <a:blip r:embed="rId3">
            <a:alphaModFix amt="85000"/>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3162075" y="2299033"/>
            <a:ext cx="10714346" cy="602682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054062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lstStyle/>
          <a:p>
            <a:r>
              <a:rPr lang="en-US" dirty="0"/>
              <a:t>NewSQL Database Systems Challenges</a:t>
            </a:r>
          </a:p>
        </p:txBody>
      </p:sp>
      <p:sp>
        <p:nvSpPr>
          <p:cNvPr id="3" name="Rectangle 2">
            <a:extLst>
              <a:ext uri="{FF2B5EF4-FFF2-40B4-BE49-F238E27FC236}">
                <a16:creationId xmlns:a16="http://schemas.microsoft.com/office/drawing/2014/main" id="{FF7FAC7D-8A53-953E-15A9-D5F1483B1E28}"/>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dirty="0">
                <a:solidFill>
                  <a:schemeClr val="bg2"/>
                </a:solidFill>
                <a:ea typeface="Calibri" panose="020F0502020204030204" pitchFamily="34" charset="0"/>
                <a:cs typeface="Times New Roman" panose="02020603050405020304" pitchFamily="18" charset="0"/>
              </a:rPr>
              <a:t>Write performance can be a challenge in NewSQL databases. While these databases are designed for high read performance, they can struggle with write-heavy workloads</a:t>
            </a:r>
            <a:endParaRPr lang="en-US" sz="2800" dirty="0">
              <a:solidFill>
                <a:schemeClr val="bg2"/>
              </a:solidFill>
              <a:effectLst/>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BFAF54D-0BFC-88AB-FAD5-BFA97F6339D6}"/>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Maintaining ACID compliance (especially Atomicity and Durability) in a distributed environment can introduce overhead compared to traditional databases. </a:t>
            </a:r>
          </a:p>
        </p:txBody>
      </p:sp>
      <p:sp>
        <p:nvSpPr>
          <p:cNvPr id="5" name="Rectangle 4">
            <a:extLst>
              <a:ext uri="{FF2B5EF4-FFF2-40B4-BE49-F238E27FC236}">
                <a16:creationId xmlns:a16="http://schemas.microsoft.com/office/drawing/2014/main" id="{7B1CD32D-FDA4-EE15-1ACB-9FF844A8E13E}"/>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Supports a structured data model similar to traditional relational databases which might not be ideal for the unstructured data encountered in some big data scenarios.</a:t>
            </a:r>
          </a:p>
        </p:txBody>
      </p:sp>
      <p:sp>
        <p:nvSpPr>
          <p:cNvPr id="6" name="Rectangle 5">
            <a:extLst>
              <a:ext uri="{FF2B5EF4-FFF2-40B4-BE49-F238E27FC236}">
                <a16:creationId xmlns:a16="http://schemas.microsoft.com/office/drawing/2014/main" id="{92C81DE6-64E3-2E83-8D3C-32C11D7D9EE8}"/>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Rectangle 6">
            <a:extLst>
              <a:ext uri="{FF2B5EF4-FFF2-40B4-BE49-F238E27FC236}">
                <a16:creationId xmlns:a16="http://schemas.microsoft.com/office/drawing/2014/main" id="{7F40A810-645B-92D5-3D40-69E4B4F5F132}"/>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47908AFF-B9ED-36DA-39FC-A317DED8305F}"/>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14744545-7D24-4005-E682-F8AB79A89445}"/>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New SQL databases may face limitations when dealing with highly complex queries, especially involving joins, potentially leading to performance issues</a:t>
            </a:r>
          </a:p>
        </p:txBody>
      </p:sp>
      <p:sp>
        <p:nvSpPr>
          <p:cNvPr id="10" name="Rectangle 9">
            <a:extLst>
              <a:ext uri="{FF2B5EF4-FFF2-40B4-BE49-F238E27FC236}">
                <a16:creationId xmlns:a16="http://schemas.microsoft.com/office/drawing/2014/main" id="{DE77AC3E-B3B8-6465-F375-7EF7A8A62258}"/>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904005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lstStyle/>
          <a:p>
            <a:r>
              <a:rPr lang="en-US" dirty="0"/>
              <a:t>NoSQL Database Systems</a:t>
            </a:r>
          </a:p>
        </p:txBody>
      </p:sp>
      <p:sp>
        <p:nvSpPr>
          <p:cNvPr id="3" name="Rectangle 2">
            <a:extLst>
              <a:ext uri="{FF2B5EF4-FFF2-40B4-BE49-F238E27FC236}">
                <a16:creationId xmlns:a16="http://schemas.microsoft.com/office/drawing/2014/main" id="{FF7FAC7D-8A53-953E-15A9-D5F1483B1E28}"/>
              </a:ext>
            </a:extLst>
          </p:cNvPr>
          <p:cNvSpPr/>
          <p:nvPr/>
        </p:nvSpPr>
        <p:spPr>
          <a:xfrm>
            <a:off x="1232453" y="2157264"/>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dirty="0">
                <a:solidFill>
                  <a:schemeClr val="bg2"/>
                </a:solidFill>
                <a:ea typeface="Calibri" panose="020F0502020204030204" pitchFamily="34" charset="0"/>
                <a:cs typeface="Times New Roman" panose="02020603050405020304" pitchFamily="18" charset="0"/>
              </a:rPr>
              <a:t>Not Only SQL</a:t>
            </a:r>
          </a:p>
          <a:p>
            <a:pPr marL="0" marR="0" algn="ctr">
              <a:spcBef>
                <a:spcPts val="0"/>
              </a:spcBef>
              <a:spcAft>
                <a:spcPts val="0"/>
              </a:spcAft>
            </a:pPr>
            <a:r>
              <a:rPr lang="en-US" sz="2800" dirty="0">
                <a:solidFill>
                  <a:schemeClr val="bg2"/>
                </a:solidFill>
                <a:ea typeface="Calibri" panose="020F0502020204030204" pitchFamily="34" charset="0"/>
                <a:cs typeface="Times New Roman" panose="02020603050405020304" pitchFamily="18" charset="0"/>
              </a:rPr>
              <a:t>No standard or generally agreed on definition of what NoSQL means</a:t>
            </a:r>
          </a:p>
        </p:txBody>
      </p:sp>
      <p:sp>
        <p:nvSpPr>
          <p:cNvPr id="4" name="Rectangle 3">
            <a:extLst>
              <a:ext uri="{FF2B5EF4-FFF2-40B4-BE49-F238E27FC236}">
                <a16:creationId xmlns:a16="http://schemas.microsoft.com/office/drawing/2014/main" id="{DBFAF54D-0BFC-88AB-FAD5-BFA97F6339D6}"/>
              </a:ext>
            </a:extLst>
          </p:cNvPr>
          <p:cNvSpPr/>
          <p:nvPr/>
        </p:nvSpPr>
        <p:spPr>
          <a:xfrm>
            <a:off x="1232453" y="3309749"/>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algn="ctr">
              <a:spcBef>
                <a:spcPts val="0"/>
              </a:spcBef>
              <a:spcAft>
                <a:spcPts val="0"/>
              </a:spcAft>
            </a:pPr>
            <a:r>
              <a:rPr lang="en-US" sz="2800" dirty="0">
                <a:solidFill>
                  <a:schemeClr val="tx1"/>
                </a:solidFill>
                <a:effectLst/>
                <a:ea typeface="Calibri" panose="020F0502020204030204" pitchFamily="34" charset="0"/>
                <a:cs typeface="Times New Roman" panose="02020603050405020304" pitchFamily="18" charset="0"/>
              </a:rPr>
              <a:t>The SQL (relational database) scalability issue was recognized by companies with huge, growing data </a:t>
            </a:r>
            <a:r>
              <a:rPr lang="en-US" sz="2800" dirty="0">
                <a:solidFill>
                  <a:schemeClr val="tx1"/>
                </a:solidFill>
                <a:ea typeface="Calibri" panose="020F0502020204030204" pitchFamily="34" charset="0"/>
                <a:cs typeface="Times New Roman" panose="02020603050405020304" pitchFamily="18" charset="0"/>
              </a:rPr>
              <a:t>management </a:t>
            </a:r>
            <a:r>
              <a:rPr lang="en-US" sz="2800" dirty="0">
                <a:solidFill>
                  <a:schemeClr val="tx1"/>
                </a:solidFill>
                <a:effectLst/>
                <a:ea typeface="Calibri" panose="020F0502020204030204" pitchFamily="34" charset="0"/>
                <a:cs typeface="Times New Roman" panose="02020603050405020304" pitchFamily="18" charset="0"/>
              </a:rPr>
              <a:t>needs, such as Google, Amazon, and Facebook. </a:t>
            </a:r>
          </a:p>
        </p:txBody>
      </p:sp>
      <p:sp>
        <p:nvSpPr>
          <p:cNvPr id="5" name="Rectangle 4">
            <a:extLst>
              <a:ext uri="{FF2B5EF4-FFF2-40B4-BE49-F238E27FC236}">
                <a16:creationId xmlns:a16="http://schemas.microsoft.com/office/drawing/2014/main" id="{7B1CD32D-FDA4-EE15-1ACB-9FF844A8E13E}"/>
              </a:ext>
            </a:extLst>
          </p:cNvPr>
          <p:cNvSpPr/>
          <p:nvPr/>
        </p:nvSpPr>
        <p:spPr>
          <a:xfrm>
            <a:off x="1232453" y="4462234"/>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altLang="en-US" sz="2800" dirty="0">
                <a:solidFill>
                  <a:schemeClr val="tx1"/>
                </a:solidFill>
              </a:rPr>
              <a:t>So they developed distributed databases that store data in a format other than relational tables and use query languages other than ANSI standard SQL </a:t>
            </a:r>
          </a:p>
        </p:txBody>
      </p:sp>
      <p:sp>
        <p:nvSpPr>
          <p:cNvPr id="6" name="Rectangle 5">
            <a:extLst>
              <a:ext uri="{FF2B5EF4-FFF2-40B4-BE49-F238E27FC236}">
                <a16:creationId xmlns:a16="http://schemas.microsoft.com/office/drawing/2014/main" id="{92C81DE6-64E3-2E83-8D3C-32C11D7D9EE8}"/>
              </a:ext>
              <a:ext uri="{C183D7F6-B498-43B3-948B-1728B52AA6E4}">
                <adec:decorative xmlns:adec="http://schemas.microsoft.com/office/drawing/2017/decorative" val="1"/>
              </a:ext>
            </a:extLst>
          </p:cNvPr>
          <p:cNvSpPr/>
          <p:nvPr/>
        </p:nvSpPr>
        <p:spPr>
          <a:xfrm>
            <a:off x="-1" y="2157264"/>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Rectangle 6">
            <a:extLst>
              <a:ext uri="{FF2B5EF4-FFF2-40B4-BE49-F238E27FC236}">
                <a16:creationId xmlns:a16="http://schemas.microsoft.com/office/drawing/2014/main" id="{7F40A810-645B-92D5-3D40-69E4B4F5F132}"/>
              </a:ext>
              <a:ext uri="{C183D7F6-B498-43B3-948B-1728B52AA6E4}">
                <adec:decorative xmlns:adec="http://schemas.microsoft.com/office/drawing/2017/decorative" val="1"/>
              </a:ext>
            </a:extLst>
          </p:cNvPr>
          <p:cNvSpPr/>
          <p:nvPr/>
        </p:nvSpPr>
        <p:spPr>
          <a:xfrm>
            <a:off x="-1" y="3309749"/>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47908AFF-B9ED-36DA-39FC-A317DED8305F}"/>
              </a:ext>
              <a:ext uri="{C183D7F6-B498-43B3-948B-1728B52AA6E4}">
                <adec:decorative xmlns:adec="http://schemas.microsoft.com/office/drawing/2017/decorative" val="1"/>
              </a:ext>
            </a:extLst>
          </p:cNvPr>
          <p:cNvSpPr/>
          <p:nvPr/>
        </p:nvSpPr>
        <p:spPr>
          <a:xfrm>
            <a:off x="0" y="4462234"/>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14744545-7D24-4005-E682-F8AB79A89445}"/>
              </a:ext>
            </a:extLst>
          </p:cNvPr>
          <p:cNvSpPr/>
          <p:nvPr/>
        </p:nvSpPr>
        <p:spPr>
          <a:xfrm>
            <a:off x="1232453" y="5614719"/>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en-US" sz="2800" dirty="0">
                <a:solidFill>
                  <a:schemeClr val="bg2"/>
                </a:solidFill>
              </a:rPr>
              <a:t>These databases were optimized for handling big data and real-time analytics workloads, offering efficient data ingestion (writes), processing, and retrieval (reads)</a:t>
            </a:r>
          </a:p>
        </p:txBody>
      </p:sp>
      <p:sp>
        <p:nvSpPr>
          <p:cNvPr id="10" name="Rectangle 9">
            <a:extLst>
              <a:ext uri="{FF2B5EF4-FFF2-40B4-BE49-F238E27FC236}">
                <a16:creationId xmlns:a16="http://schemas.microsoft.com/office/drawing/2014/main" id="{DE77AC3E-B3B8-6465-F375-7EF7A8A62258}"/>
              </a:ext>
              <a:ext uri="{C183D7F6-B498-43B3-948B-1728B52AA6E4}">
                <adec:decorative xmlns:adec="http://schemas.microsoft.com/office/drawing/2017/decorative" val="1"/>
              </a:ext>
            </a:extLst>
          </p:cNvPr>
          <p:cNvSpPr/>
          <p:nvPr/>
        </p:nvSpPr>
        <p:spPr>
          <a:xfrm>
            <a:off x="-1" y="5614719"/>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1" name="Rectangle 10">
            <a:extLst>
              <a:ext uri="{FF2B5EF4-FFF2-40B4-BE49-F238E27FC236}">
                <a16:creationId xmlns:a16="http://schemas.microsoft.com/office/drawing/2014/main" id="{879D66F5-BE4A-BF7B-0099-61FF18F08776}"/>
              </a:ext>
            </a:extLst>
          </p:cNvPr>
          <p:cNvSpPr/>
          <p:nvPr/>
        </p:nvSpPr>
        <p:spPr>
          <a:xfrm>
            <a:off x="1262933" y="6767204"/>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Pragmatic business concerns let to a variety of NoSQL database that support diverse data models, including key-value, document, table, and graph. </a:t>
            </a:r>
          </a:p>
        </p:txBody>
      </p:sp>
      <p:sp>
        <p:nvSpPr>
          <p:cNvPr id="12" name="Rectangle 11">
            <a:extLst>
              <a:ext uri="{FF2B5EF4-FFF2-40B4-BE49-F238E27FC236}">
                <a16:creationId xmlns:a16="http://schemas.microsoft.com/office/drawing/2014/main" id="{2A846BC5-73B9-812C-70A5-0A1A483F6406}"/>
              </a:ext>
              <a:ext uri="{C183D7F6-B498-43B3-948B-1728B52AA6E4}">
                <adec:decorative xmlns:adec="http://schemas.microsoft.com/office/drawing/2017/decorative" val="1"/>
              </a:ext>
            </a:extLst>
          </p:cNvPr>
          <p:cNvSpPr/>
          <p:nvPr/>
        </p:nvSpPr>
        <p:spPr>
          <a:xfrm>
            <a:off x="30479" y="6767204"/>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3" name="Rectangle 12">
            <a:extLst>
              <a:ext uri="{FF2B5EF4-FFF2-40B4-BE49-F238E27FC236}">
                <a16:creationId xmlns:a16="http://schemas.microsoft.com/office/drawing/2014/main" id="{0A344751-529B-872F-2723-A81763ADE9DB}"/>
              </a:ext>
            </a:extLst>
          </p:cNvPr>
          <p:cNvSpPr/>
          <p:nvPr/>
        </p:nvSpPr>
        <p:spPr>
          <a:xfrm>
            <a:off x="1254913" y="7919690"/>
            <a:ext cx="13716000" cy="1038225"/>
          </a:xfrm>
          <a:prstGeom prst="rect">
            <a:avLst/>
          </a:prstGeom>
          <a:solidFill>
            <a:schemeClr val="accent3">
              <a:lumMod val="75000"/>
            </a:schemeClr>
          </a:solidFill>
          <a:ln>
            <a:solidFill>
              <a:srgbClr val="D4DBE7"/>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Most NoSQL databases provide flexible query interfaces, often based on APIs or specialized (non ANSI SQL) query languages tailored to specific data models.</a:t>
            </a:r>
          </a:p>
        </p:txBody>
      </p:sp>
      <p:sp>
        <p:nvSpPr>
          <p:cNvPr id="14" name="Rectangle 13">
            <a:extLst>
              <a:ext uri="{FF2B5EF4-FFF2-40B4-BE49-F238E27FC236}">
                <a16:creationId xmlns:a16="http://schemas.microsoft.com/office/drawing/2014/main" id="{E37669E9-7EEF-B51A-C1A1-725710682D70}"/>
              </a:ext>
              <a:ext uri="{C183D7F6-B498-43B3-948B-1728B52AA6E4}">
                <adec:decorative xmlns:adec="http://schemas.microsoft.com/office/drawing/2017/decorative" val="1"/>
              </a:ext>
            </a:extLst>
          </p:cNvPr>
          <p:cNvSpPr/>
          <p:nvPr/>
        </p:nvSpPr>
        <p:spPr>
          <a:xfrm>
            <a:off x="22459" y="7919690"/>
            <a:ext cx="1234440" cy="1038225"/>
          </a:xfrm>
          <a:prstGeom prst="rect">
            <a:avLst/>
          </a:prstGeom>
          <a:solidFill>
            <a:schemeClr val="accent3">
              <a:lumMod val="75000"/>
            </a:schemeClr>
          </a:solidFill>
          <a:ln>
            <a:solidFill>
              <a:srgbClr val="D4DBE7"/>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3769741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5B6AC-EF15-6E7D-A438-BF32B9E0B4FD}"/>
              </a:ext>
            </a:extLst>
          </p:cNvPr>
          <p:cNvSpPr>
            <a:spLocks noGrp="1"/>
          </p:cNvSpPr>
          <p:nvPr>
            <p:ph type="title"/>
          </p:nvPr>
        </p:nvSpPr>
        <p:spPr/>
        <p:txBody>
          <a:bodyPr/>
          <a:lstStyle/>
          <a:p>
            <a:r>
              <a:rPr lang="en-US" dirty="0"/>
              <a:t>NoSQL Database Systems</a:t>
            </a:r>
          </a:p>
        </p:txBody>
      </p:sp>
      <p:pic>
        <p:nvPicPr>
          <p:cNvPr id="6146" name="Picture 2" descr="A diagram featuring the logos of seven major NoSQL databases:&#10;&#10;- Top left: The logo for **MongoDB**, which includes a green leaf icon and the text &quot;mongoDB&quot;.&#10;- Top right: The logo for **Apache HBase**, which includes a black whale icon and the text &quot;APACHE HBASE&quot;.&#10;- Middle left: The logo for **Redis**, which includes a red cube icon and the text &quot;redis&quot;.&#10;- Middle center: The logo for **Cassandra**, which includes an eye icon and the text &quot;cassandra&quot;.&#10;- Middle right: The logo for **Amazon DynamoDB**, which includes a blue hexagonal shape with horizontal lines and the text &quot;amazon DynamoDB&quot;.&#10;- Bottom left: The logo for **Neo4j**, which includes a blue and green circular icon and the text &quot;neo4j&quot;.&#10;- Bottom right: The logo for **CouchDB**, which includes a red couch icon and the text &quot;CouchDB relax&quot;.&#10;&#10;This diagram visually represents seven prominent NoSQL database technologies: MongoDB, Apache HBase, Redis, Cassandra, Amazon DynamoDB, Neo4j, and CouchDB.">
            <a:extLst>
              <a:ext uri="{FF2B5EF4-FFF2-40B4-BE49-F238E27FC236}">
                <a16:creationId xmlns:a16="http://schemas.microsoft.com/office/drawing/2014/main" id="{781294BF-3250-95E5-18AC-9038170D9406}"/>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3853" y="2646613"/>
            <a:ext cx="9679405" cy="573082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ustDataLst>
      <p:tags r:id="rId1"/>
    </p:custDataLst>
    <p:extLst>
      <p:ext uri="{BB962C8B-B14F-4D97-AF65-F5344CB8AC3E}">
        <p14:creationId xmlns:p14="http://schemas.microsoft.com/office/powerpoint/2010/main" val="2269287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F7A4C-234F-DF98-B442-6B1FBFB9B712}"/>
              </a:ext>
            </a:extLst>
          </p:cNvPr>
          <p:cNvSpPr>
            <a:spLocks noGrp="1"/>
          </p:cNvSpPr>
          <p:nvPr>
            <p:ph type="title"/>
          </p:nvPr>
        </p:nvSpPr>
        <p:spPr/>
        <p:txBody>
          <a:bodyPr/>
          <a:lstStyle/>
          <a:p>
            <a:r>
              <a:rPr lang="en-US" dirty="0"/>
              <a:t>NoSQL Database Uses – General</a:t>
            </a:r>
          </a:p>
        </p:txBody>
      </p:sp>
      <p:sp>
        <p:nvSpPr>
          <p:cNvPr id="3" name="Rectangle 2">
            <a:extLst>
              <a:ext uri="{FF2B5EF4-FFF2-40B4-BE49-F238E27FC236}">
                <a16:creationId xmlns:a16="http://schemas.microsoft.com/office/drawing/2014/main" id="{5A6BA634-3902-3BE7-6805-7687992FE751}"/>
              </a:ext>
            </a:extLst>
          </p:cNvPr>
          <p:cNvSpPr/>
          <p:nvPr/>
        </p:nvSpPr>
        <p:spPr>
          <a:xfrm>
            <a:off x="0" y="2324100"/>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solidFill>
                  <a:schemeClr val="bg2"/>
                </a:solidFill>
                <a:effectLst/>
                <a:ea typeface="Calibri" panose="020F0502020204030204" pitchFamily="34" charset="0"/>
                <a:cs typeface="Times New Roman" panose="02020603050405020304" pitchFamily="18" charset="0"/>
              </a:rPr>
              <a:t>Real-Time Data Processing</a:t>
            </a:r>
            <a:endParaRPr lang="en-US" sz="2800" dirty="0">
              <a:solidFill>
                <a:schemeClr val="bg2"/>
              </a:solidFill>
              <a:effectLst/>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87CA381-7B41-709C-DA8A-C0680E2D3549}"/>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b="1" dirty="0">
                <a:solidFill>
                  <a:schemeClr val="tx1"/>
                </a:solidFill>
                <a:effectLst/>
                <a:ea typeface="Calibri" panose="020F0502020204030204" pitchFamily="34" charset="0"/>
                <a:cs typeface="Times New Roman" panose="02020603050405020304" pitchFamily="18" charset="0"/>
              </a:rPr>
              <a:t>Internet of Things (IoT) Applications</a:t>
            </a:r>
            <a:endParaRPr lang="en-US" sz="2800" dirty="0">
              <a:solidFill>
                <a:schemeClr val="tx1"/>
              </a:solidFill>
              <a:effectLst/>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EFDBB146-781C-918C-499D-AE27DC5E310F}"/>
              </a:ext>
            </a:extLst>
          </p:cNvPr>
          <p:cNvSpPr/>
          <p:nvPr/>
        </p:nvSpPr>
        <p:spPr>
          <a:xfrm>
            <a:off x="0" y="5467350"/>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b="1" dirty="0">
                <a:solidFill>
                  <a:schemeClr val="tx1"/>
                </a:solidFill>
                <a:effectLst/>
                <a:ea typeface="Calibri" panose="020F0502020204030204" pitchFamily="34" charset="0"/>
                <a:cs typeface="Times New Roman" panose="02020603050405020304" pitchFamily="18" charset="0"/>
              </a:rPr>
              <a:t>Recommendation Engines</a:t>
            </a:r>
            <a:endParaRPr lang="en-US" sz="2800" dirty="0">
              <a:solidFill>
                <a:schemeClr val="tx1"/>
              </a:solidFill>
              <a:effectLst/>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A785359-1AA6-F420-0A46-B34C8A981D9C}"/>
              </a:ext>
            </a:extLst>
          </p:cNvPr>
          <p:cNvSpPr/>
          <p:nvPr/>
        </p:nvSpPr>
        <p:spPr>
          <a:xfrm>
            <a:off x="0" y="7038975"/>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b="1" dirty="0">
                <a:solidFill>
                  <a:schemeClr val="bg2"/>
                </a:solidFill>
                <a:effectLst/>
                <a:ea typeface="Calibri" panose="020F0502020204030204" pitchFamily="34" charset="0"/>
                <a:cs typeface="Times New Roman" panose="02020603050405020304" pitchFamily="18" charset="0"/>
              </a:rPr>
              <a:t>Log and Event Management</a:t>
            </a:r>
            <a:endParaRPr lang="en-US" sz="2800" dirty="0">
              <a:solidFill>
                <a:schemeClr val="bg2"/>
              </a:solidFill>
              <a:effectLst/>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51F260EA-F7D1-41F0-60B4-6FEC2C75EF51}"/>
              </a:ext>
            </a:extLst>
          </p:cNvPr>
          <p:cNvSpPr/>
          <p:nvPr/>
        </p:nvSpPr>
        <p:spPr>
          <a:xfrm>
            <a:off x="9867900" y="2324100"/>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b="1" dirty="0">
                <a:solidFill>
                  <a:schemeClr val="bg2"/>
                </a:solidFill>
                <a:effectLst/>
                <a:ea typeface="Calibri" panose="020F0502020204030204" pitchFamily="34" charset="0"/>
                <a:cs typeface="Times New Roman" panose="02020603050405020304" pitchFamily="18" charset="0"/>
              </a:rPr>
              <a:t>Large-Scale Social Media Data</a:t>
            </a:r>
            <a:endParaRPr lang="en-US" sz="2800" dirty="0">
              <a:solidFill>
                <a:schemeClr val="bg2"/>
              </a:solidFill>
              <a:effectLst/>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4C0E79FF-9BD0-06FA-0F7B-090301F936D7}"/>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algn="ctr">
              <a:spcBef>
                <a:spcPts val="0"/>
              </a:spcBef>
              <a:spcAft>
                <a:spcPts val="0"/>
              </a:spcAft>
            </a:pPr>
            <a:r>
              <a:rPr lang="en-US" sz="2800" b="1" dirty="0">
                <a:solidFill>
                  <a:schemeClr val="tx1"/>
                </a:solidFill>
                <a:effectLst/>
                <a:ea typeface="Calibri" panose="020F0502020204030204" pitchFamily="34" charset="0"/>
                <a:cs typeface="Times New Roman" panose="02020603050405020304" pitchFamily="18" charset="0"/>
              </a:rPr>
              <a:t>Mobile App Backends</a:t>
            </a:r>
            <a:endParaRPr lang="en-US" sz="2800" dirty="0">
              <a:solidFill>
                <a:schemeClr val="tx1"/>
              </a:solidFill>
              <a:effectLst/>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E4A1C42B-F07E-D030-FF94-B2A91D164BFB}"/>
              </a:ext>
            </a:extLst>
          </p:cNvPr>
          <p:cNvSpPr/>
          <p:nvPr/>
        </p:nvSpPr>
        <p:spPr>
          <a:xfrm>
            <a:off x="9867900" y="5467350"/>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b="1" dirty="0">
                <a:solidFill>
                  <a:schemeClr val="tx1"/>
                </a:solidFill>
                <a:effectLst/>
                <a:ea typeface="Calibri" panose="020F0502020204030204" pitchFamily="34" charset="0"/>
                <a:cs typeface="Times New Roman" panose="02020603050405020304" pitchFamily="18" charset="0"/>
              </a:rPr>
              <a:t>Geospatial Data Management</a:t>
            </a:r>
            <a:endParaRPr lang="en-US" sz="2000" dirty="0">
              <a:solidFill>
                <a:schemeClr val="tx1"/>
              </a:solidFill>
              <a:effectLst/>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F94028D7-AE58-1BFC-A882-0347EA9F1779}"/>
              </a:ext>
            </a:extLst>
          </p:cNvPr>
          <p:cNvSpPr/>
          <p:nvPr/>
        </p:nvSpPr>
        <p:spPr>
          <a:xfrm>
            <a:off x="9867900" y="7038975"/>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solidFill>
                  <a:schemeClr val="bg2"/>
                </a:solidFill>
                <a:effectLst/>
                <a:ea typeface="Calibri" panose="020F0502020204030204" pitchFamily="34" charset="0"/>
                <a:cs typeface="Times New Roman" panose="02020603050405020304" pitchFamily="18" charset="0"/>
              </a:rPr>
              <a:t>Big Data Analytics Pipelines</a:t>
            </a:r>
            <a:endParaRPr lang="en-US" sz="2800" dirty="0">
              <a:solidFill>
                <a:schemeClr val="bg2"/>
              </a:solidFill>
              <a:effectLst/>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187026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C2D6-2EE0-E97C-B747-19DBFA5D8CF1}"/>
              </a:ext>
            </a:extLst>
          </p:cNvPr>
          <p:cNvSpPr>
            <a:spLocks noGrp="1"/>
          </p:cNvSpPr>
          <p:nvPr>
            <p:ph type="title"/>
          </p:nvPr>
        </p:nvSpPr>
        <p:spPr/>
        <p:txBody>
          <a:bodyPr>
            <a:normAutofit fontScale="90000"/>
          </a:bodyPr>
          <a:lstStyle/>
          <a:p>
            <a:r>
              <a:rPr lang="en-US" dirty="0"/>
              <a:t>NoSQL Database Uses</a:t>
            </a:r>
            <a:br>
              <a:rPr lang="en-US" dirty="0"/>
            </a:br>
            <a:r>
              <a:rPr lang="en-US" sz="4900" dirty="0"/>
              <a:t>Amazon Prime Day</a:t>
            </a:r>
            <a:endParaRPr lang="en-US" dirty="0"/>
          </a:p>
        </p:txBody>
      </p:sp>
      <p:sp>
        <p:nvSpPr>
          <p:cNvPr id="3" name="Rectangle 2">
            <a:extLst>
              <a:ext uri="{FF2B5EF4-FFF2-40B4-BE49-F238E27FC236}">
                <a16:creationId xmlns:a16="http://schemas.microsoft.com/office/drawing/2014/main" id="{869C3297-1474-C97C-7416-6A446B84A22B}"/>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800" dirty="0">
                <a:solidFill>
                  <a:schemeClr val="bg2"/>
                </a:solidFill>
              </a:rPr>
              <a:t>Amazon DynamoDB is a fully managed NoSQL database service  that provides fast and predictable performance with seamless scalability.</a:t>
            </a:r>
          </a:p>
        </p:txBody>
      </p:sp>
      <p:sp>
        <p:nvSpPr>
          <p:cNvPr id="4" name="Rectangle 3">
            <a:extLst>
              <a:ext uri="{FF2B5EF4-FFF2-40B4-BE49-F238E27FC236}">
                <a16:creationId xmlns:a16="http://schemas.microsoft.com/office/drawing/2014/main" id="{1EB2352B-3ED7-A467-9951-31321A13D85B}"/>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5" name="Rectangle 4">
            <a:extLst>
              <a:ext uri="{FF2B5EF4-FFF2-40B4-BE49-F238E27FC236}">
                <a16:creationId xmlns:a16="http://schemas.microsoft.com/office/drawing/2014/main" id="{B45AC324-2583-7BBE-BE88-8517F08BD095}"/>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DynamoDB powers multiple high-traffic Amazon properties and systems including Alexa, the Amazon.com sites, and all Amazon fulfillment centers. </a:t>
            </a:r>
          </a:p>
        </p:txBody>
      </p:sp>
      <p:sp>
        <p:nvSpPr>
          <p:cNvPr id="6" name="Rectangle 5">
            <a:extLst>
              <a:ext uri="{FF2B5EF4-FFF2-40B4-BE49-F238E27FC236}">
                <a16:creationId xmlns:a16="http://schemas.microsoft.com/office/drawing/2014/main" id="{06E21C1A-35C5-109F-5B99-CC92E805C879}"/>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altLang="en-US" sz="2800" dirty="0">
                <a:solidFill>
                  <a:schemeClr val="tx1"/>
                </a:solidFill>
              </a:rPr>
              <a:t>Over the course of Prime Day, these sources made trillions of calls to the DynamoDB API. </a:t>
            </a:r>
          </a:p>
        </p:txBody>
      </p:sp>
      <p:sp>
        <p:nvSpPr>
          <p:cNvPr id="7" name="Rectangle 6">
            <a:extLst>
              <a:ext uri="{FF2B5EF4-FFF2-40B4-BE49-F238E27FC236}">
                <a16:creationId xmlns:a16="http://schemas.microsoft.com/office/drawing/2014/main" id="{D58A88D9-E598-DF87-7359-C3B646258040}"/>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ED1B58B3-86A7-C6C5-8A98-BFB3A355A0F2}"/>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6DCB4A30-22C3-31AC-58DA-80A8E69AA4A6}"/>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DynamoDB maintained high availability while delivering single-digit millisecond responses and peaking at 126 million requests per second.</a:t>
            </a:r>
          </a:p>
        </p:txBody>
      </p:sp>
      <p:sp>
        <p:nvSpPr>
          <p:cNvPr id="10" name="Rectangle 9">
            <a:extLst>
              <a:ext uri="{FF2B5EF4-FFF2-40B4-BE49-F238E27FC236}">
                <a16:creationId xmlns:a16="http://schemas.microsoft.com/office/drawing/2014/main" id="{1783C668-1C76-A934-EC53-52EDF343B12E}"/>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3617610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C2D6-2EE0-E97C-B747-19DBFA5D8CF1}"/>
              </a:ext>
            </a:extLst>
          </p:cNvPr>
          <p:cNvSpPr>
            <a:spLocks noGrp="1"/>
          </p:cNvSpPr>
          <p:nvPr>
            <p:ph type="title"/>
          </p:nvPr>
        </p:nvSpPr>
        <p:spPr/>
        <p:txBody>
          <a:bodyPr>
            <a:normAutofit fontScale="90000"/>
          </a:bodyPr>
          <a:lstStyle/>
          <a:p>
            <a:r>
              <a:rPr lang="en-US" dirty="0"/>
              <a:t>NoSQL Database Uses</a:t>
            </a:r>
            <a:br>
              <a:rPr lang="en-US" dirty="0"/>
            </a:br>
            <a:r>
              <a:rPr lang="en-US" sz="4900" dirty="0"/>
              <a:t>Amazon Ads</a:t>
            </a:r>
            <a:endParaRPr lang="en-US" dirty="0"/>
          </a:p>
        </p:txBody>
      </p:sp>
      <p:sp>
        <p:nvSpPr>
          <p:cNvPr id="3" name="Rectangle 2">
            <a:extLst>
              <a:ext uri="{FF2B5EF4-FFF2-40B4-BE49-F238E27FC236}">
                <a16:creationId xmlns:a16="http://schemas.microsoft.com/office/drawing/2014/main" id="{869C3297-1474-C97C-7416-6A446B84A22B}"/>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800" dirty="0">
                <a:solidFill>
                  <a:schemeClr val="bg2"/>
                </a:solidFill>
              </a:rPr>
              <a:t>Amazon Ads Measurement provides metrics that helps advertisers better understand the return on their advertising spend</a:t>
            </a:r>
          </a:p>
        </p:txBody>
      </p:sp>
      <p:sp>
        <p:nvSpPr>
          <p:cNvPr id="4" name="Rectangle 3">
            <a:extLst>
              <a:ext uri="{FF2B5EF4-FFF2-40B4-BE49-F238E27FC236}">
                <a16:creationId xmlns:a16="http://schemas.microsoft.com/office/drawing/2014/main" id="{1EB2352B-3ED7-A467-9951-31321A13D85B}"/>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5" name="Rectangle 4">
            <a:extLst>
              <a:ext uri="{FF2B5EF4-FFF2-40B4-BE49-F238E27FC236}">
                <a16:creationId xmlns:a16="http://schemas.microsoft.com/office/drawing/2014/main" id="{B45AC324-2583-7BBE-BE88-8517F08BD095}"/>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It uses DynamoDB to process more than 100B events and store over 4 petabytes of data</a:t>
            </a:r>
          </a:p>
        </p:txBody>
      </p:sp>
      <p:sp>
        <p:nvSpPr>
          <p:cNvPr id="6" name="Rectangle 5">
            <a:extLst>
              <a:ext uri="{FF2B5EF4-FFF2-40B4-BE49-F238E27FC236}">
                <a16:creationId xmlns:a16="http://schemas.microsoft.com/office/drawing/2014/main" id="{06E21C1A-35C5-109F-5B99-CC92E805C879}"/>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altLang="en-US" sz="2800" dirty="0">
                <a:solidFill>
                  <a:schemeClr val="tx1"/>
                </a:solidFill>
              </a:rPr>
              <a:t>It supports peak traffic during events like Thursday Night Football and Prime Day reaching 90 million reads and 5 million writes per second</a:t>
            </a:r>
          </a:p>
        </p:txBody>
      </p:sp>
      <p:sp>
        <p:nvSpPr>
          <p:cNvPr id="7" name="Rectangle 6">
            <a:extLst>
              <a:ext uri="{FF2B5EF4-FFF2-40B4-BE49-F238E27FC236}">
                <a16:creationId xmlns:a16="http://schemas.microsoft.com/office/drawing/2014/main" id="{D58A88D9-E598-DF87-7359-C3B646258040}"/>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ED1B58B3-86A7-C6C5-8A98-BFB3A355A0F2}"/>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6DCB4A30-22C3-31AC-58DA-80A8E69AA4A6}"/>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By migrating this service to DynamoDB, Amazon Ads increased its service availability to 99.999% taking advantage of data replication and redundant virtual machines</a:t>
            </a:r>
          </a:p>
        </p:txBody>
      </p:sp>
      <p:sp>
        <p:nvSpPr>
          <p:cNvPr id="10" name="Rectangle 9">
            <a:extLst>
              <a:ext uri="{FF2B5EF4-FFF2-40B4-BE49-F238E27FC236}">
                <a16:creationId xmlns:a16="http://schemas.microsoft.com/office/drawing/2014/main" id="{1783C668-1C76-A934-EC53-52EDF343B12E}"/>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3011329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08869-19BC-DA41-5E29-6FF6C4FCC2FA}"/>
              </a:ext>
            </a:extLst>
          </p:cNvPr>
          <p:cNvSpPr>
            <a:spLocks noGrp="1"/>
          </p:cNvSpPr>
          <p:nvPr>
            <p:ph type="title"/>
          </p:nvPr>
        </p:nvSpPr>
        <p:spPr/>
        <p:txBody>
          <a:bodyPr>
            <a:normAutofit fontScale="90000"/>
          </a:bodyPr>
          <a:lstStyle/>
          <a:p>
            <a:r>
              <a:rPr lang="en-US" dirty="0"/>
              <a:t>NoSQL Database Uses</a:t>
            </a:r>
            <a:br>
              <a:rPr lang="en-US" dirty="0"/>
            </a:br>
            <a:r>
              <a:rPr lang="en-US" sz="4900" dirty="0"/>
              <a:t>Lambda Architecture Support</a:t>
            </a:r>
            <a:endParaRPr lang="en-US" dirty="0"/>
          </a:p>
        </p:txBody>
      </p:sp>
      <p:graphicFrame>
        <p:nvGraphicFramePr>
          <p:cNvPr id="3" name="Table 3">
            <a:extLst>
              <a:ext uri="{FF2B5EF4-FFF2-40B4-BE49-F238E27FC236}">
                <a16:creationId xmlns:a16="http://schemas.microsoft.com/office/drawing/2014/main" id="{AF74A694-E853-56B7-E7CF-96AA800506E3}"/>
              </a:ext>
            </a:extLst>
          </p:cNvPr>
          <p:cNvGraphicFramePr>
            <a:graphicFrameLocks noGrp="1"/>
          </p:cNvGraphicFramePr>
          <p:nvPr>
            <p:extLst>
              <p:ext uri="{D42A27DB-BD31-4B8C-83A1-F6EECF244321}">
                <p14:modId xmlns:p14="http://schemas.microsoft.com/office/powerpoint/2010/main" val="3466719465"/>
              </p:ext>
            </p:extLst>
          </p:nvPr>
        </p:nvGraphicFramePr>
        <p:xfrm>
          <a:off x="914400" y="2327564"/>
          <a:ext cx="15993036" cy="6511636"/>
        </p:xfrm>
        <a:graphic>
          <a:graphicData uri="http://schemas.openxmlformats.org/drawingml/2006/table">
            <a:tbl>
              <a:tblPr firstRow="1" bandRow="1">
                <a:tableStyleId>{2D5ABB26-0587-4C30-8999-92F81FD0307C}</a:tableStyleId>
              </a:tblPr>
              <a:tblGrid>
                <a:gridCol w="1801091">
                  <a:extLst>
                    <a:ext uri="{9D8B030D-6E8A-4147-A177-3AD203B41FA5}">
                      <a16:colId xmlns:a16="http://schemas.microsoft.com/office/drawing/2014/main" val="507912322"/>
                    </a:ext>
                  </a:extLst>
                </a:gridCol>
                <a:gridCol w="14191945">
                  <a:extLst>
                    <a:ext uri="{9D8B030D-6E8A-4147-A177-3AD203B41FA5}">
                      <a16:colId xmlns:a16="http://schemas.microsoft.com/office/drawing/2014/main" val="986105216"/>
                    </a:ext>
                  </a:extLst>
                </a:gridCol>
              </a:tblGrid>
              <a:tr h="1534155">
                <a:tc>
                  <a:txBody>
                    <a:bodyPr/>
                    <a:lstStyle/>
                    <a:p>
                      <a:pPr algn="ctr"/>
                      <a:r>
                        <a:rPr lang="en-US" dirty="0"/>
                        <a:t>Serving Layer</a:t>
                      </a:r>
                    </a:p>
                  </a:txBody>
                  <a:tcPr anchor="ctr">
                    <a:lnB w="28575" cap="flat" cmpd="sng" algn="ctr">
                      <a:solidFill>
                        <a:schemeClr val="accent3">
                          <a:lumMod val="60000"/>
                          <a:lumOff val="40000"/>
                        </a:schemeClr>
                      </a:solidFill>
                      <a:prstDash val="solid"/>
                      <a:round/>
                      <a:headEnd type="none" w="med" len="med"/>
                      <a:tailEnd type="none" w="med" len="med"/>
                    </a:lnB>
                    <a:solidFill>
                      <a:srgbClr val="E0F8FF"/>
                    </a:solidFill>
                  </a:tcPr>
                </a:tc>
                <a:tc>
                  <a:txBody>
                    <a:bodyPr/>
                    <a:lstStyle/>
                    <a:p>
                      <a:pPr marL="571500" marR="0" lvl="0" indent="-571500" algn="just" defTabSz="18288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2800" kern="1200" dirty="0">
                          <a:solidFill>
                            <a:schemeClr val="tx1"/>
                          </a:solidFill>
                          <a:effectLst/>
                        </a:rPr>
                        <a:t>NoSQL databases enable efficient retrieval of processed data from both the speed and batch layers, providing fast access to real-time and historical insights for serving queries, reports, or interactive applications.</a:t>
                      </a:r>
                      <a:endParaRPr lang="en-US" sz="2800" kern="1200" dirty="0">
                        <a:solidFill>
                          <a:schemeClr val="tx1"/>
                        </a:solidFill>
                        <a:effectLst/>
                        <a:latin typeface="+mn-lt"/>
                        <a:ea typeface="+mn-ea"/>
                        <a:cs typeface="+mn-cs"/>
                      </a:endParaRPr>
                    </a:p>
                  </a:txBody>
                  <a:tcPr anchor="ctr">
                    <a:lnB w="28575"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2852996774"/>
                  </a:ext>
                </a:extLst>
              </a:tr>
              <a:tr h="2011448">
                <a:tc>
                  <a:txBody>
                    <a:bodyPr/>
                    <a:lstStyle/>
                    <a:p>
                      <a:pPr algn="ctr"/>
                      <a:r>
                        <a:rPr lang="en-US" dirty="0"/>
                        <a:t>Speed Layer</a:t>
                      </a:r>
                    </a:p>
                  </a:txBody>
                  <a:tcPr anchor="ctr">
                    <a:lnT w="28575" cap="flat" cmpd="sng" algn="ctr">
                      <a:solidFill>
                        <a:schemeClr val="accent3">
                          <a:lumMod val="60000"/>
                          <a:lumOff val="40000"/>
                        </a:schemeClr>
                      </a:solidFill>
                      <a:prstDash val="solid"/>
                      <a:round/>
                      <a:headEnd type="none" w="med" len="med"/>
                      <a:tailEnd type="none" w="med" len="med"/>
                    </a:lnT>
                    <a:lnB w="28575" cap="flat" cmpd="sng" algn="ctr">
                      <a:solidFill>
                        <a:schemeClr val="accent3">
                          <a:lumMod val="60000"/>
                          <a:lumOff val="40000"/>
                        </a:schemeClr>
                      </a:solidFill>
                      <a:prstDash val="solid"/>
                      <a:round/>
                      <a:headEnd type="none" w="med" len="med"/>
                      <a:tailEnd type="none" w="med" len="med"/>
                    </a:lnB>
                    <a:solidFill>
                      <a:srgbClr val="E0F8FF"/>
                    </a:solidFill>
                  </a:tcPr>
                </a:tc>
                <a:tc>
                  <a:txBody>
                    <a:bodyPr/>
                    <a:lstStyle/>
                    <a:p>
                      <a:pPr marL="457200" indent="-457200" algn="just">
                        <a:buFont typeface="Courier New" panose="02070309020205020404" pitchFamily="49" charset="0"/>
                        <a:buChar char="o"/>
                      </a:pPr>
                      <a:r>
                        <a:rPr lang="en-US" sz="2800" dirty="0"/>
                        <a:t>NoSQL databases facilitate rapid ingestion of streaming data from various sources, such as sensors, social media feeds, or transaction logs</a:t>
                      </a:r>
                    </a:p>
                    <a:p>
                      <a:pPr marL="457200" indent="-457200" algn="just">
                        <a:buFont typeface="Courier New" panose="02070309020205020404" pitchFamily="49" charset="0"/>
                        <a:buChar char="o"/>
                      </a:pPr>
                      <a:r>
                        <a:rPr lang="en-US" sz="2800" dirty="0"/>
                        <a:t>NoSQL databases provide low-latency access to incoming data, allowing the speed layer to quickly store, query, and update data in response to dynamic events</a:t>
                      </a:r>
                    </a:p>
                  </a:txBody>
                  <a:tcPr anchor="ctr">
                    <a:lnT w="28575" cap="flat" cmpd="sng" algn="ctr">
                      <a:solidFill>
                        <a:schemeClr val="accent3">
                          <a:lumMod val="60000"/>
                          <a:lumOff val="40000"/>
                        </a:schemeClr>
                      </a:solidFill>
                      <a:prstDash val="solid"/>
                      <a:round/>
                      <a:headEnd type="none" w="med" len="med"/>
                      <a:tailEnd type="none" w="med" len="med"/>
                    </a:lnT>
                    <a:lnB w="28575"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205409621"/>
                  </a:ext>
                </a:extLst>
              </a:tr>
              <a:tr h="2966033">
                <a:tc>
                  <a:txBody>
                    <a:bodyPr/>
                    <a:lstStyle/>
                    <a:p>
                      <a:pPr algn="ctr"/>
                      <a:r>
                        <a:rPr lang="en-US" dirty="0"/>
                        <a:t>Batch Layer</a:t>
                      </a:r>
                    </a:p>
                  </a:txBody>
                  <a:tcPr anchor="ctr">
                    <a:lnT w="28575" cap="flat" cmpd="sng" algn="ctr">
                      <a:solidFill>
                        <a:schemeClr val="accent3">
                          <a:lumMod val="60000"/>
                          <a:lumOff val="40000"/>
                        </a:schemeClr>
                      </a:solidFill>
                      <a:prstDash val="solid"/>
                      <a:round/>
                      <a:headEnd type="none" w="med" len="med"/>
                      <a:tailEnd type="none" w="med" len="med"/>
                    </a:lnT>
                    <a:solidFill>
                      <a:srgbClr val="E0F8FF"/>
                    </a:solidFill>
                  </a:tcPr>
                </a:tc>
                <a:tc>
                  <a:txBody>
                    <a:bodyPr/>
                    <a:lstStyle/>
                    <a:p>
                      <a:pPr marL="457200" indent="-457200" algn="just">
                        <a:buFont typeface="Courier New" panose="02070309020205020404" pitchFamily="49" charset="0"/>
                        <a:buChar char="o"/>
                      </a:pPr>
                      <a:r>
                        <a:rPr lang="en-US" sz="2800" dirty="0"/>
                        <a:t>NoSQL databases seamlessly integrate with the batch layer of the Lambda architecture, providing a unified platform for storing and processing both real-time and historical data. </a:t>
                      </a:r>
                    </a:p>
                    <a:p>
                      <a:pPr marL="457200" indent="-457200" algn="just">
                        <a:buFont typeface="Courier New" panose="02070309020205020404" pitchFamily="49" charset="0"/>
                        <a:buChar char="o"/>
                      </a:pPr>
                      <a:r>
                        <a:rPr lang="en-US" sz="2800" dirty="0"/>
                        <a:t>This integration enables holistic data analysis and enables the architecture to generate comprehensive insights by combining real-time and batch processing results.</a:t>
                      </a:r>
                    </a:p>
                  </a:txBody>
                  <a:tcPr anchor="ctr">
                    <a:lnT w="28575" cap="flat" cmpd="sng" algn="ctr">
                      <a:solidFill>
                        <a:schemeClr val="accent3">
                          <a:lumMod val="60000"/>
                          <a:lumOff val="40000"/>
                        </a:schemeClr>
                      </a:solidFill>
                      <a:prstDash val="solid"/>
                      <a:round/>
                      <a:headEnd type="none" w="med" len="med"/>
                      <a:tailEnd type="none" w="med" len="med"/>
                    </a:lnT>
                  </a:tcPr>
                </a:tc>
                <a:extLst>
                  <a:ext uri="{0D108BD9-81ED-4DB2-BD59-A6C34878D82A}">
                    <a16:rowId xmlns:a16="http://schemas.microsoft.com/office/drawing/2014/main" val="3407927958"/>
                  </a:ext>
                </a:extLst>
              </a:tr>
            </a:tbl>
          </a:graphicData>
        </a:graphic>
      </p:graphicFrame>
    </p:spTree>
    <p:custDataLst>
      <p:tags r:id="rId1"/>
    </p:custDataLst>
    <p:extLst>
      <p:ext uri="{BB962C8B-B14F-4D97-AF65-F5344CB8AC3E}">
        <p14:creationId xmlns:p14="http://schemas.microsoft.com/office/powerpoint/2010/main" val="3225672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lstStyle/>
          <a:p>
            <a:r>
              <a:rPr lang="en-US" dirty="0"/>
              <a:t>NoSQL Database Systems Challenges</a:t>
            </a:r>
          </a:p>
        </p:txBody>
      </p:sp>
      <p:sp>
        <p:nvSpPr>
          <p:cNvPr id="3" name="Rectangle 2">
            <a:extLst>
              <a:ext uri="{FF2B5EF4-FFF2-40B4-BE49-F238E27FC236}">
                <a16:creationId xmlns:a16="http://schemas.microsoft.com/office/drawing/2014/main" id="{FF7FAC7D-8A53-953E-15A9-D5F1483B1E28}"/>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dirty="0">
                <a:solidFill>
                  <a:schemeClr val="bg2"/>
                </a:solidFill>
                <a:ea typeface="Calibri" panose="020F0502020204030204" pitchFamily="34" charset="0"/>
                <a:cs typeface="Times New Roman" panose="02020603050405020304" pitchFamily="18" charset="0"/>
              </a:rPr>
              <a:t>Not Only SQL → No (or Limited) Joins; No (or Limited) ACID Semantics</a:t>
            </a:r>
            <a:endParaRPr lang="en-US" sz="2800" dirty="0">
              <a:solidFill>
                <a:schemeClr val="bg2"/>
              </a:solidFill>
              <a:effectLst/>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BFAF54D-0BFC-88AB-FAD5-BFA97F6339D6}"/>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Limited support for combining data residing across multiple tables or similar groupings</a:t>
            </a:r>
          </a:p>
        </p:txBody>
      </p:sp>
      <p:sp>
        <p:nvSpPr>
          <p:cNvPr id="5" name="Rectangle 4">
            <a:extLst>
              <a:ext uri="{FF2B5EF4-FFF2-40B4-BE49-F238E27FC236}">
                <a16:creationId xmlns:a16="http://schemas.microsoft.com/office/drawing/2014/main" id="{7B1CD32D-FDA4-EE15-1ACB-9FF844A8E13E}"/>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Traditional join algorithms designed for centralized databases become inefficient in a distributed setting due to the cost of data movement across the network.</a:t>
            </a:r>
          </a:p>
        </p:txBody>
      </p:sp>
      <p:sp>
        <p:nvSpPr>
          <p:cNvPr id="6" name="Rectangle 5">
            <a:extLst>
              <a:ext uri="{FF2B5EF4-FFF2-40B4-BE49-F238E27FC236}">
                <a16:creationId xmlns:a16="http://schemas.microsoft.com/office/drawing/2014/main" id="{92C81DE6-64E3-2E83-8D3C-32C11D7D9EE8}"/>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Rectangle 6">
            <a:extLst>
              <a:ext uri="{FF2B5EF4-FFF2-40B4-BE49-F238E27FC236}">
                <a16:creationId xmlns:a16="http://schemas.microsoft.com/office/drawing/2014/main" id="{7F40A810-645B-92D5-3D40-69E4B4F5F132}"/>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47908AFF-B9ED-36DA-39FC-A317DED8305F}"/>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14744545-7D24-4005-E682-F8AB79A89445}"/>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NoSQL databases use alternatives such as denormalization, document embedding, or specialized lookup operations in place of joins</a:t>
            </a:r>
          </a:p>
        </p:txBody>
      </p:sp>
      <p:sp>
        <p:nvSpPr>
          <p:cNvPr id="10" name="Rectangle 9">
            <a:extLst>
              <a:ext uri="{FF2B5EF4-FFF2-40B4-BE49-F238E27FC236}">
                <a16:creationId xmlns:a16="http://schemas.microsoft.com/office/drawing/2014/main" id="{DE77AC3E-B3B8-6465-F375-7EF7A8A62258}"/>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1" name="Rectangle 10">
            <a:extLst>
              <a:ext uri="{FF2B5EF4-FFF2-40B4-BE49-F238E27FC236}">
                <a16:creationId xmlns:a16="http://schemas.microsoft.com/office/drawing/2014/main" id="{879D66F5-BE4A-BF7B-0099-61FF18F08776}"/>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Optimizing query execution plans to minimize data movement and leverage local processing power on each node is crucial for maintaining performance.</a:t>
            </a:r>
          </a:p>
        </p:txBody>
      </p:sp>
      <p:sp>
        <p:nvSpPr>
          <p:cNvPr id="12" name="Rectangle 11">
            <a:extLst>
              <a:ext uri="{FF2B5EF4-FFF2-40B4-BE49-F238E27FC236}">
                <a16:creationId xmlns:a16="http://schemas.microsoft.com/office/drawing/2014/main" id="{2A846BC5-73B9-812C-70A5-0A1A483F6406}"/>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2078923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lstStyle/>
          <a:p>
            <a:r>
              <a:rPr lang="en-US" dirty="0"/>
              <a:t>NoSQL Database Systems Challenges</a:t>
            </a:r>
          </a:p>
        </p:txBody>
      </p:sp>
      <p:sp>
        <p:nvSpPr>
          <p:cNvPr id="3" name="Rectangle 2">
            <a:extLst>
              <a:ext uri="{FF2B5EF4-FFF2-40B4-BE49-F238E27FC236}">
                <a16:creationId xmlns:a16="http://schemas.microsoft.com/office/drawing/2014/main" id="{FF7FAC7D-8A53-953E-15A9-D5F1483B1E28}"/>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400" dirty="0">
                <a:solidFill>
                  <a:schemeClr val="bg2"/>
                </a:solidFill>
                <a:ea typeface="Calibri" panose="020F0502020204030204" pitchFamily="34" charset="0"/>
                <a:cs typeface="Times New Roman" panose="02020603050405020304" pitchFamily="18" charset="0"/>
              </a:rPr>
              <a:t>Data replication, where copies of data are stored on multiple nodes, enhances availability and fault tolerance. But, maintaining consistency across replicas after updates presents a complex issue. </a:t>
            </a:r>
            <a:endParaRPr lang="en-US" sz="2400" dirty="0">
              <a:solidFill>
                <a:schemeClr val="bg2"/>
              </a:solidFill>
              <a:effectLst/>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BFAF54D-0BFC-88AB-FAD5-BFA97F6339D6}"/>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Distributed systems are inherently susceptible to network delays and potential network partitions. These can hinder data availability and impede timely updates across nodes.</a:t>
            </a:r>
          </a:p>
        </p:txBody>
      </p:sp>
      <p:sp>
        <p:nvSpPr>
          <p:cNvPr id="5" name="Rectangle 4">
            <a:extLst>
              <a:ext uri="{FF2B5EF4-FFF2-40B4-BE49-F238E27FC236}">
                <a16:creationId xmlns:a16="http://schemas.microsoft.com/office/drawing/2014/main" id="{7B1CD32D-FDA4-EE15-1ACB-9FF844A8E13E}"/>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dirty="0">
                <a:solidFill>
                  <a:schemeClr val="tx1"/>
                </a:solidFill>
              </a:rPr>
              <a:t>Designing effective partitioning strategies to distribute data across multiple nodes while minimizing data skew and hotspots is a complex endeavor. </a:t>
            </a:r>
          </a:p>
        </p:txBody>
      </p:sp>
      <p:sp>
        <p:nvSpPr>
          <p:cNvPr id="6" name="Rectangle 5">
            <a:extLst>
              <a:ext uri="{FF2B5EF4-FFF2-40B4-BE49-F238E27FC236}">
                <a16:creationId xmlns:a16="http://schemas.microsoft.com/office/drawing/2014/main" id="{92C81DE6-64E3-2E83-8D3C-32C11D7D9EE8}"/>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Rectangle 6">
            <a:extLst>
              <a:ext uri="{FF2B5EF4-FFF2-40B4-BE49-F238E27FC236}">
                <a16:creationId xmlns:a16="http://schemas.microsoft.com/office/drawing/2014/main" id="{7F40A810-645B-92D5-3D40-69E4B4F5F132}"/>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47908AFF-B9ED-36DA-39FC-A317DED8305F}"/>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14744545-7D24-4005-E682-F8AB79A89445}"/>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Enabling concurrent access to shared data in a distributed environment introduces challenges related to concurrency control and transaction management</a:t>
            </a:r>
          </a:p>
        </p:txBody>
      </p:sp>
      <p:sp>
        <p:nvSpPr>
          <p:cNvPr id="10" name="Rectangle 9">
            <a:extLst>
              <a:ext uri="{FF2B5EF4-FFF2-40B4-BE49-F238E27FC236}">
                <a16:creationId xmlns:a16="http://schemas.microsoft.com/office/drawing/2014/main" id="{DE77AC3E-B3B8-6465-F375-7EF7A8A62258}"/>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1" name="Rectangle 10">
            <a:extLst>
              <a:ext uri="{FF2B5EF4-FFF2-40B4-BE49-F238E27FC236}">
                <a16:creationId xmlns:a16="http://schemas.microsoft.com/office/drawing/2014/main" id="{879D66F5-BE4A-BF7B-0099-61FF18F08776}"/>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Serializability, ensuring a single execution order for concurrent transactions across geographically dispersed nodes, is difficult to achieve. </a:t>
            </a:r>
          </a:p>
        </p:txBody>
      </p:sp>
      <p:sp>
        <p:nvSpPr>
          <p:cNvPr id="12" name="Rectangle 11">
            <a:extLst>
              <a:ext uri="{FF2B5EF4-FFF2-40B4-BE49-F238E27FC236}">
                <a16:creationId xmlns:a16="http://schemas.microsoft.com/office/drawing/2014/main" id="{2A846BC5-73B9-812C-70A5-0A1A483F6406}"/>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5157422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C2C24CB1-459D-41A6-9D66-FD4F77C4C4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FA838ED-C12F-4A42-8E88-98BAC73D214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110917</TotalTime>
  <Words>1600</Words>
  <Application>Microsoft Office PowerPoint</Application>
  <PresentationFormat>Custom</PresentationFormat>
  <Paragraphs>109</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Breeze</vt:lpstr>
      <vt:lpstr>Module 7: Lesson 1 Using Databases for Big Data Storage</vt:lpstr>
      <vt:lpstr>Big Data Storage Technology Limitations</vt:lpstr>
      <vt:lpstr>What About Traditional Relational Databases? Benefits</vt:lpstr>
      <vt:lpstr>What About Traditional Relational Databases? Drawbacks</vt:lpstr>
      <vt:lpstr>From Relational Databases to Big Data Alternatives</vt:lpstr>
      <vt:lpstr>Distributed Database Systems</vt:lpstr>
      <vt:lpstr>NewSQL Database Systems</vt:lpstr>
      <vt:lpstr>NewSQL Database Systems</vt:lpstr>
      <vt:lpstr>NewSQL Database Systems Challenges</vt:lpstr>
      <vt:lpstr>NoSQL Database Systems</vt:lpstr>
      <vt:lpstr>NoSQL Database Systems</vt:lpstr>
      <vt:lpstr>NoSQL Database Uses – General</vt:lpstr>
      <vt:lpstr>NoSQL Database Uses Amazon Prime Day</vt:lpstr>
      <vt:lpstr>NoSQL Database Uses Amazon Ads</vt:lpstr>
      <vt:lpstr>NoSQL Database Uses Lambda Architecture Support</vt:lpstr>
      <vt:lpstr>NoSQL Database Systems Challenges</vt:lpstr>
      <vt:lpstr>NoSQL Database Systems Challenges</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414</cp:revision>
  <cp:lastPrinted>2024-03-15T21:28:47Z</cp:lastPrinted>
  <dcterms:created xsi:type="dcterms:W3CDTF">2019-02-13T16:04:21Z</dcterms:created>
  <dcterms:modified xsi:type="dcterms:W3CDTF">2024-07-12T18:02:35Z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AD519BD3-1AA4-4B0C-A43C-59A3F1015BF7</vt:lpwstr>
  </property>
  <property fmtid="{D5CDD505-2E9C-101B-9397-08002B2CF9AE}" pid="4" name="ArticulatePath">
    <vt:lpwstr>Module 7 03202024</vt:lpwstr>
  </property>
  <property fmtid="{D5CDD505-2E9C-101B-9397-08002B2CF9AE}" pid="5" name="MediaServiceImageTags">
    <vt:lpwstr/>
  </property>
</Properties>
</file>