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7"/>
  </p:notesMasterIdLst>
  <p:sldIdLst>
    <p:sldId id="1177" r:id="rId5"/>
    <p:sldId id="1204" r:id="rId6"/>
    <p:sldId id="1205" r:id="rId7"/>
    <p:sldId id="1206" r:id="rId8"/>
    <p:sldId id="1182" r:id="rId9"/>
    <p:sldId id="1184" r:id="rId10"/>
    <p:sldId id="1183" r:id="rId11"/>
    <p:sldId id="1175" r:id="rId12"/>
    <p:sldId id="1152" r:id="rId13"/>
    <p:sldId id="1153" r:id="rId14"/>
    <p:sldId id="1155" r:id="rId15"/>
    <p:sldId id="1154" r:id="rId16"/>
  </p:sldIdLst>
  <p:sldSz cx="18288000" cy="10287000"/>
  <p:notesSz cx="9144000" cy="6858000"/>
  <p:custDataLst>
    <p:tags r:id="rId18"/>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8586"/>
    <a:srgbClr val="FFFFFF"/>
    <a:srgbClr val="E1F8FF"/>
    <a:srgbClr val="D4DBE7"/>
    <a:srgbClr val="E0F8FF"/>
    <a:srgbClr val="3BA1F0"/>
    <a:srgbClr val="EAEAEA"/>
    <a:srgbClr val="BABABA"/>
    <a:srgbClr val="959595"/>
    <a:srgbClr val="F94B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F3BBCE-276C-D7B4-433B-887769AA8B2E}" v="92" dt="2024-07-12T18:15:32.048"/>
    <p1510:client id="{BDC401D0-7C25-D11A-E875-D656B5ACB17B}" v="181" dt="2024-07-12T18:09:23.3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42"/>
    <p:restoredTop sz="95726" autoAdjust="0"/>
  </p:normalViewPr>
  <p:slideViewPr>
    <p:cSldViewPr snapToGrid="0" snapToObjects="1">
      <p:cViewPr varScale="1">
        <p:scale>
          <a:sx n="71" d="100"/>
          <a:sy n="71" d="100"/>
        </p:scale>
        <p:origin x="366" y="7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01F3BBCE-276C-D7B4-433B-887769AA8B2E}"/>
    <pc:docChg chg="modSld">
      <pc:chgData name="Allison Mulshine" userId="S::allison.mulshine@collegiseducation.com::5f656d52-c555-4e5e-9a5b-18226766ffe3" providerId="AD" clId="Web-{01F3BBCE-276C-D7B4-433B-887769AA8B2E}" dt="2024-07-12T18:15:32.048" v="85"/>
      <pc:docMkLst>
        <pc:docMk/>
      </pc:docMkLst>
      <pc:sldChg chg="addSp delSp modSp">
        <pc:chgData name="Allison Mulshine" userId="S::allison.mulshine@collegiseducation.com::5f656d52-c555-4e5e-9a5b-18226766ffe3" providerId="AD" clId="Web-{01F3BBCE-276C-D7B4-433B-887769AA8B2E}" dt="2024-07-12T18:12:10.323" v="46" actId="1076"/>
        <pc:sldMkLst>
          <pc:docMk/>
          <pc:sldMk cId="80216860" sldId="1152"/>
        </pc:sldMkLst>
        <pc:spChg chg="del mod">
          <ac:chgData name="Allison Mulshine" userId="S::allison.mulshine@collegiseducation.com::5f656d52-c555-4e5e-9a5b-18226766ffe3" providerId="AD" clId="Web-{01F3BBCE-276C-D7B4-433B-887769AA8B2E}" dt="2024-07-12T18:11:23.838" v="36"/>
          <ac:spMkLst>
            <pc:docMk/>
            <pc:sldMk cId="80216860" sldId="1152"/>
            <ac:spMk id="3" creationId="{2442F1BD-42CB-0B62-F5C6-7692551D88AE}"/>
          </ac:spMkLst>
        </pc:spChg>
        <pc:spChg chg="del mod">
          <ac:chgData name="Allison Mulshine" userId="S::allison.mulshine@collegiseducation.com::5f656d52-c555-4e5e-9a5b-18226766ffe3" providerId="AD" clId="Web-{01F3BBCE-276C-D7B4-433B-887769AA8B2E}" dt="2024-07-12T18:11:23.838" v="35"/>
          <ac:spMkLst>
            <pc:docMk/>
            <pc:sldMk cId="80216860" sldId="1152"/>
            <ac:spMk id="4" creationId="{68E89ED8-C581-CAE9-D5FB-83EA33C4F6A6}"/>
          </ac:spMkLst>
        </pc:spChg>
        <pc:spChg chg="del mod">
          <ac:chgData name="Allison Mulshine" userId="S::allison.mulshine@collegiseducation.com::5f656d52-c555-4e5e-9a5b-18226766ffe3" providerId="AD" clId="Web-{01F3BBCE-276C-D7B4-433B-887769AA8B2E}" dt="2024-07-12T18:11:23.838" v="34"/>
          <ac:spMkLst>
            <pc:docMk/>
            <pc:sldMk cId="80216860" sldId="1152"/>
            <ac:spMk id="5" creationId="{8D673349-AB99-98EC-DB6E-13484B4A207E}"/>
          </ac:spMkLst>
        </pc:spChg>
        <pc:spChg chg="del mod">
          <ac:chgData name="Allison Mulshine" userId="S::allison.mulshine@collegiseducation.com::5f656d52-c555-4e5e-9a5b-18226766ffe3" providerId="AD" clId="Web-{01F3BBCE-276C-D7B4-433B-887769AA8B2E}" dt="2024-07-12T18:11:23.838" v="33"/>
          <ac:spMkLst>
            <pc:docMk/>
            <pc:sldMk cId="80216860" sldId="1152"/>
            <ac:spMk id="6" creationId="{1A304D25-61CA-6FBF-ADE4-129B2A4CC8C2}"/>
          </ac:spMkLst>
        </pc:spChg>
        <pc:spChg chg="del mod">
          <ac:chgData name="Allison Mulshine" userId="S::allison.mulshine@collegiseducation.com::5f656d52-c555-4e5e-9a5b-18226766ffe3" providerId="AD" clId="Web-{01F3BBCE-276C-D7B4-433B-887769AA8B2E}" dt="2024-07-12T18:11:23.838" v="32"/>
          <ac:spMkLst>
            <pc:docMk/>
            <pc:sldMk cId="80216860" sldId="1152"/>
            <ac:spMk id="7" creationId="{F1AAE5BA-FD95-0EAC-9308-516213DD5F41}"/>
          </ac:spMkLst>
        </pc:spChg>
        <pc:spChg chg="del mod">
          <ac:chgData name="Allison Mulshine" userId="S::allison.mulshine@collegiseducation.com::5f656d52-c555-4e5e-9a5b-18226766ffe3" providerId="AD" clId="Web-{01F3BBCE-276C-D7B4-433B-887769AA8B2E}" dt="2024-07-12T18:11:23.838" v="27"/>
          <ac:spMkLst>
            <pc:docMk/>
            <pc:sldMk cId="80216860" sldId="1152"/>
            <ac:spMk id="18" creationId="{FB5C6126-3B0F-CDE2-B39F-68CAFFEFB282}"/>
          </ac:spMkLst>
        </pc:spChg>
        <pc:spChg chg="del mod">
          <ac:chgData name="Allison Mulshine" userId="S::allison.mulshine@collegiseducation.com::5f656d52-c555-4e5e-9a5b-18226766ffe3" providerId="AD" clId="Web-{01F3BBCE-276C-D7B4-433B-887769AA8B2E}" dt="2024-07-12T18:11:23.838" v="26"/>
          <ac:spMkLst>
            <pc:docMk/>
            <pc:sldMk cId="80216860" sldId="1152"/>
            <ac:spMk id="19" creationId="{0C87FFF6-355C-F5DB-AFB7-75828860A04A}"/>
          </ac:spMkLst>
        </pc:spChg>
        <pc:spChg chg="del mod">
          <ac:chgData name="Allison Mulshine" userId="S::allison.mulshine@collegiseducation.com::5f656d52-c555-4e5e-9a5b-18226766ffe3" providerId="AD" clId="Web-{01F3BBCE-276C-D7B4-433B-887769AA8B2E}" dt="2024-07-12T18:11:23.838" v="25"/>
          <ac:spMkLst>
            <pc:docMk/>
            <pc:sldMk cId="80216860" sldId="1152"/>
            <ac:spMk id="20" creationId="{EF99B873-69D3-EEAE-F8D2-187826961075}"/>
          </ac:spMkLst>
        </pc:spChg>
        <pc:spChg chg="del mod">
          <ac:chgData name="Allison Mulshine" userId="S::allison.mulshine@collegiseducation.com::5f656d52-c555-4e5e-9a5b-18226766ffe3" providerId="AD" clId="Web-{01F3BBCE-276C-D7B4-433B-887769AA8B2E}" dt="2024-07-12T18:11:23.838" v="24"/>
          <ac:spMkLst>
            <pc:docMk/>
            <pc:sldMk cId="80216860" sldId="1152"/>
            <ac:spMk id="21" creationId="{CCCA349F-76EE-A327-54CB-65F8FCC6020B}"/>
          </ac:spMkLst>
        </pc:spChg>
        <pc:spChg chg="del mod">
          <ac:chgData name="Allison Mulshine" userId="S::allison.mulshine@collegiseducation.com::5f656d52-c555-4e5e-9a5b-18226766ffe3" providerId="AD" clId="Web-{01F3BBCE-276C-D7B4-433B-887769AA8B2E}" dt="2024-07-12T18:11:23.838" v="23"/>
          <ac:spMkLst>
            <pc:docMk/>
            <pc:sldMk cId="80216860" sldId="1152"/>
            <ac:spMk id="22" creationId="{970CFE6E-6E9F-B256-6EBB-BDBD5D486565}"/>
          </ac:spMkLst>
        </pc:spChg>
        <pc:spChg chg="del mod">
          <ac:chgData name="Allison Mulshine" userId="S::allison.mulshine@collegiseducation.com::5f656d52-c555-4e5e-9a5b-18226766ffe3" providerId="AD" clId="Web-{01F3BBCE-276C-D7B4-433B-887769AA8B2E}" dt="2024-07-12T18:11:23.838" v="22"/>
          <ac:spMkLst>
            <pc:docMk/>
            <pc:sldMk cId="80216860" sldId="1152"/>
            <ac:spMk id="23" creationId="{B907E4FD-33A2-453A-207D-9638F6959DE1}"/>
          </ac:spMkLst>
        </pc:spChg>
        <pc:picChg chg="add mod modCrop">
          <ac:chgData name="Allison Mulshine" userId="S::allison.mulshine@collegiseducation.com::5f656d52-c555-4e5e-9a5b-18226766ffe3" providerId="AD" clId="Web-{01F3BBCE-276C-D7B4-433B-887769AA8B2E}" dt="2024-07-12T18:12:10.323" v="46" actId="1076"/>
          <ac:picMkLst>
            <pc:docMk/>
            <pc:sldMk cId="80216860" sldId="1152"/>
            <ac:picMk id="8" creationId="{2A401EAF-07A0-C3D5-9D28-0F31171EF794}"/>
          </ac:picMkLst>
        </pc:picChg>
        <pc:cxnChg chg="del mod">
          <ac:chgData name="Allison Mulshine" userId="S::allison.mulshine@collegiseducation.com::5f656d52-c555-4e5e-9a5b-18226766ffe3" providerId="AD" clId="Web-{01F3BBCE-276C-D7B4-433B-887769AA8B2E}" dt="2024-07-12T18:11:23.838" v="31"/>
          <ac:cxnSpMkLst>
            <pc:docMk/>
            <pc:sldMk cId="80216860" sldId="1152"/>
            <ac:cxnSpMk id="9" creationId="{0591FE53-538F-C041-610C-9146595FA5D3}"/>
          </ac:cxnSpMkLst>
        </pc:cxnChg>
        <pc:cxnChg chg="del mod">
          <ac:chgData name="Allison Mulshine" userId="S::allison.mulshine@collegiseducation.com::5f656d52-c555-4e5e-9a5b-18226766ffe3" providerId="AD" clId="Web-{01F3BBCE-276C-D7B4-433B-887769AA8B2E}" dt="2024-07-12T18:11:23.838" v="30"/>
          <ac:cxnSpMkLst>
            <pc:docMk/>
            <pc:sldMk cId="80216860" sldId="1152"/>
            <ac:cxnSpMk id="10" creationId="{1559FE4D-790E-F313-732B-7DB5F5D60642}"/>
          </ac:cxnSpMkLst>
        </pc:cxnChg>
        <pc:cxnChg chg="del mod">
          <ac:chgData name="Allison Mulshine" userId="S::allison.mulshine@collegiseducation.com::5f656d52-c555-4e5e-9a5b-18226766ffe3" providerId="AD" clId="Web-{01F3BBCE-276C-D7B4-433B-887769AA8B2E}" dt="2024-07-12T18:11:23.838" v="29"/>
          <ac:cxnSpMkLst>
            <pc:docMk/>
            <pc:sldMk cId="80216860" sldId="1152"/>
            <ac:cxnSpMk id="13" creationId="{624E2D1F-E156-8C52-84B6-AD911EA8D991}"/>
          </ac:cxnSpMkLst>
        </pc:cxnChg>
        <pc:cxnChg chg="del mod">
          <ac:chgData name="Allison Mulshine" userId="S::allison.mulshine@collegiseducation.com::5f656d52-c555-4e5e-9a5b-18226766ffe3" providerId="AD" clId="Web-{01F3BBCE-276C-D7B4-433B-887769AA8B2E}" dt="2024-07-12T18:11:23.838" v="28"/>
          <ac:cxnSpMkLst>
            <pc:docMk/>
            <pc:sldMk cId="80216860" sldId="1152"/>
            <ac:cxnSpMk id="17" creationId="{5CDCD66E-F664-E8A4-C44A-382B2F9C5E7E}"/>
          </ac:cxnSpMkLst>
        </pc:cxnChg>
      </pc:sldChg>
      <pc:sldChg chg="addSp delSp modSp">
        <pc:chgData name="Allison Mulshine" userId="S::allison.mulshine@collegiseducation.com::5f656d52-c555-4e5e-9a5b-18226766ffe3" providerId="AD" clId="Web-{01F3BBCE-276C-D7B4-433B-887769AA8B2E}" dt="2024-07-12T18:15:32.048" v="85"/>
        <pc:sldMkLst>
          <pc:docMk/>
          <pc:sldMk cId="3480647444" sldId="1154"/>
        </pc:sldMkLst>
        <pc:spChg chg="del mod">
          <ac:chgData name="Allison Mulshine" userId="S::allison.mulshine@collegiseducation.com::5f656d52-c555-4e5e-9a5b-18226766ffe3" providerId="AD" clId="Web-{01F3BBCE-276C-D7B4-433B-887769AA8B2E}" dt="2024-07-12T18:15:12.547" v="82"/>
          <ac:spMkLst>
            <pc:docMk/>
            <pc:sldMk cId="3480647444" sldId="1154"/>
            <ac:spMk id="4" creationId="{5B71624B-B4BC-E108-25C2-EA564F765C1C}"/>
          </ac:spMkLst>
        </pc:spChg>
        <pc:spChg chg="del">
          <ac:chgData name="Allison Mulshine" userId="S::allison.mulshine@collegiseducation.com::5f656d52-c555-4e5e-9a5b-18226766ffe3" providerId="AD" clId="Web-{01F3BBCE-276C-D7B4-433B-887769AA8B2E}" dt="2024-07-12T18:15:02.500" v="77"/>
          <ac:spMkLst>
            <pc:docMk/>
            <pc:sldMk cId="3480647444" sldId="1154"/>
            <ac:spMk id="9" creationId="{DD3F7AD7-21E2-7FD3-2F41-10869986DC74}"/>
          </ac:spMkLst>
        </pc:spChg>
        <pc:spChg chg="del">
          <ac:chgData name="Allison Mulshine" userId="S::allison.mulshine@collegiseducation.com::5f656d52-c555-4e5e-9a5b-18226766ffe3" providerId="AD" clId="Web-{01F3BBCE-276C-D7B4-433B-887769AA8B2E}" dt="2024-07-12T18:15:02.500" v="76"/>
          <ac:spMkLst>
            <pc:docMk/>
            <pc:sldMk cId="3480647444" sldId="1154"/>
            <ac:spMk id="10" creationId="{CE11A611-0001-7D39-0C90-85D7832F9D07}"/>
          </ac:spMkLst>
        </pc:spChg>
        <pc:spChg chg="del">
          <ac:chgData name="Allison Mulshine" userId="S::allison.mulshine@collegiseducation.com::5f656d52-c555-4e5e-9a5b-18226766ffe3" providerId="AD" clId="Web-{01F3BBCE-276C-D7B4-433B-887769AA8B2E}" dt="2024-07-12T18:15:02.500" v="75"/>
          <ac:spMkLst>
            <pc:docMk/>
            <pc:sldMk cId="3480647444" sldId="1154"/>
            <ac:spMk id="13" creationId="{F3756060-E2A1-E391-3EE0-F76E380CE48D}"/>
          </ac:spMkLst>
        </pc:spChg>
        <pc:spChg chg="del">
          <ac:chgData name="Allison Mulshine" userId="S::allison.mulshine@collegiseducation.com::5f656d52-c555-4e5e-9a5b-18226766ffe3" providerId="AD" clId="Web-{01F3BBCE-276C-D7B4-433B-887769AA8B2E}" dt="2024-07-12T18:15:02.500" v="71"/>
          <ac:spMkLst>
            <pc:docMk/>
            <pc:sldMk cId="3480647444" sldId="1154"/>
            <ac:spMk id="27" creationId="{5974E97B-1CA2-EF4A-9018-19FE9D4A60AF}"/>
          </ac:spMkLst>
        </pc:spChg>
        <pc:spChg chg="del">
          <ac:chgData name="Allison Mulshine" userId="S::allison.mulshine@collegiseducation.com::5f656d52-c555-4e5e-9a5b-18226766ffe3" providerId="AD" clId="Web-{01F3BBCE-276C-D7B4-433B-887769AA8B2E}" dt="2024-07-12T18:15:02.500" v="69"/>
          <ac:spMkLst>
            <pc:docMk/>
            <pc:sldMk cId="3480647444" sldId="1154"/>
            <ac:spMk id="29" creationId="{63C2B2FF-A11F-9019-F664-7FECE99930E0}"/>
          </ac:spMkLst>
        </pc:spChg>
        <pc:spChg chg="del">
          <ac:chgData name="Allison Mulshine" userId="S::allison.mulshine@collegiseducation.com::5f656d52-c555-4e5e-9a5b-18226766ffe3" providerId="AD" clId="Web-{01F3BBCE-276C-D7B4-433B-887769AA8B2E}" dt="2024-07-12T18:15:02.500" v="68"/>
          <ac:spMkLst>
            <pc:docMk/>
            <pc:sldMk cId="3480647444" sldId="1154"/>
            <ac:spMk id="30" creationId="{26986705-4E2B-B736-6D0A-519C06046570}"/>
          </ac:spMkLst>
        </pc:spChg>
        <pc:spChg chg="del">
          <ac:chgData name="Allison Mulshine" userId="S::allison.mulshine@collegiseducation.com::5f656d52-c555-4e5e-9a5b-18226766ffe3" providerId="AD" clId="Web-{01F3BBCE-276C-D7B4-433B-887769AA8B2E}" dt="2024-07-12T18:15:02.500" v="67"/>
          <ac:spMkLst>
            <pc:docMk/>
            <pc:sldMk cId="3480647444" sldId="1154"/>
            <ac:spMk id="31" creationId="{12207C55-EB25-72F9-1646-B8C428DD4AFE}"/>
          </ac:spMkLst>
        </pc:spChg>
        <pc:graphicFrameChg chg="del">
          <ac:chgData name="Allison Mulshine" userId="S::allison.mulshine@collegiseducation.com::5f656d52-c555-4e5e-9a5b-18226766ffe3" providerId="AD" clId="Web-{01F3BBCE-276C-D7B4-433B-887769AA8B2E}" dt="2024-07-12T18:15:02.500" v="78"/>
          <ac:graphicFrameMkLst>
            <pc:docMk/>
            <pc:sldMk cId="3480647444" sldId="1154"/>
            <ac:graphicFrameMk id="3" creationId="{CC15ED60-2DF6-929F-E2CF-E18572BE5840}"/>
          </ac:graphicFrameMkLst>
        </pc:graphicFrameChg>
        <pc:picChg chg="add mod">
          <ac:chgData name="Allison Mulshine" userId="S::allison.mulshine@collegiseducation.com::5f656d52-c555-4e5e-9a5b-18226766ffe3" providerId="AD" clId="Web-{01F3BBCE-276C-D7B4-433B-887769AA8B2E}" dt="2024-07-12T18:15:32.048" v="85"/>
          <ac:picMkLst>
            <pc:docMk/>
            <pc:sldMk cId="3480647444" sldId="1154"/>
            <ac:picMk id="5" creationId="{AC399AA3-BA95-C7F0-E98E-5451C9E1005E}"/>
          </ac:picMkLst>
        </pc:picChg>
        <pc:picChg chg="del">
          <ac:chgData name="Allison Mulshine" userId="S::allison.mulshine@collegiseducation.com::5f656d52-c555-4e5e-9a5b-18226766ffe3" providerId="AD" clId="Web-{01F3BBCE-276C-D7B4-433B-887769AA8B2E}" dt="2024-07-12T18:15:02.500" v="72"/>
          <ac:picMkLst>
            <pc:docMk/>
            <pc:sldMk cId="3480647444" sldId="1154"/>
            <ac:picMk id="26" creationId="{9B21817E-A4A4-730B-4CA3-6177F96E959E}"/>
          </ac:picMkLst>
        </pc:picChg>
        <pc:picChg chg="del">
          <ac:chgData name="Allison Mulshine" userId="S::allison.mulshine@collegiseducation.com::5f656d52-c555-4e5e-9a5b-18226766ffe3" providerId="AD" clId="Web-{01F3BBCE-276C-D7B4-433B-887769AA8B2E}" dt="2024-07-12T18:15:02.500" v="70"/>
          <ac:picMkLst>
            <pc:docMk/>
            <pc:sldMk cId="3480647444" sldId="1154"/>
            <ac:picMk id="28" creationId="{C2B3852B-E088-C6E0-1DC3-0771B2E9C4E6}"/>
          </ac:picMkLst>
        </pc:picChg>
        <pc:cxnChg chg="del">
          <ac:chgData name="Allison Mulshine" userId="S::allison.mulshine@collegiseducation.com::5f656d52-c555-4e5e-9a5b-18226766ffe3" providerId="AD" clId="Web-{01F3BBCE-276C-D7B4-433B-887769AA8B2E}" dt="2024-07-12T18:15:02.500" v="74"/>
          <ac:cxnSpMkLst>
            <pc:docMk/>
            <pc:sldMk cId="3480647444" sldId="1154"/>
            <ac:cxnSpMk id="14" creationId="{0FCF872A-7FB3-8E7A-8AC3-21CEA8A076B7}"/>
          </ac:cxnSpMkLst>
        </pc:cxnChg>
        <pc:cxnChg chg="del">
          <ac:chgData name="Allison Mulshine" userId="S::allison.mulshine@collegiseducation.com::5f656d52-c555-4e5e-9a5b-18226766ffe3" providerId="AD" clId="Web-{01F3BBCE-276C-D7B4-433B-887769AA8B2E}" dt="2024-07-12T18:15:02.500" v="73"/>
          <ac:cxnSpMkLst>
            <pc:docMk/>
            <pc:sldMk cId="3480647444" sldId="1154"/>
            <ac:cxnSpMk id="19" creationId="{6DCEF492-CB71-69FD-20AF-81F3FD77F01B}"/>
          </ac:cxnSpMkLst>
        </pc:cxnChg>
      </pc:sldChg>
      <pc:sldChg chg="addSp delSp modSp">
        <pc:chgData name="Allison Mulshine" userId="S::allison.mulshine@collegiseducation.com::5f656d52-c555-4e5e-9a5b-18226766ffe3" providerId="AD" clId="Web-{01F3BBCE-276C-D7B4-433B-887769AA8B2E}" dt="2024-07-12T18:14:28.780" v="66"/>
        <pc:sldMkLst>
          <pc:docMk/>
          <pc:sldMk cId="2817589696" sldId="1155"/>
        </pc:sldMkLst>
        <pc:spChg chg="del">
          <ac:chgData name="Allison Mulshine" userId="S::allison.mulshine@collegiseducation.com::5f656d52-c555-4e5e-9a5b-18226766ffe3" providerId="AD" clId="Web-{01F3BBCE-276C-D7B4-433B-887769AA8B2E}" dt="2024-07-12T18:13:55.436" v="56"/>
          <ac:spMkLst>
            <pc:docMk/>
            <pc:sldMk cId="2817589696" sldId="1155"/>
            <ac:spMk id="20" creationId="{906923EF-0774-A1A1-41D8-5EDB3B21CA64}"/>
          </ac:spMkLst>
        </pc:spChg>
        <pc:spChg chg="del">
          <ac:chgData name="Allison Mulshine" userId="S::allison.mulshine@collegiseducation.com::5f656d52-c555-4e5e-9a5b-18226766ffe3" providerId="AD" clId="Web-{01F3BBCE-276C-D7B4-433B-887769AA8B2E}" dt="2024-07-12T18:13:55.436" v="54"/>
          <ac:spMkLst>
            <pc:docMk/>
            <pc:sldMk cId="2817589696" sldId="1155"/>
            <ac:spMk id="22" creationId="{A53F3322-A2AD-629A-9C86-C4ECAE0F4089}"/>
          </ac:spMkLst>
        </pc:spChg>
        <pc:spChg chg="del">
          <ac:chgData name="Allison Mulshine" userId="S::allison.mulshine@collegiseducation.com::5f656d52-c555-4e5e-9a5b-18226766ffe3" providerId="AD" clId="Web-{01F3BBCE-276C-D7B4-433B-887769AA8B2E}" dt="2024-07-12T18:13:55.436" v="52"/>
          <ac:spMkLst>
            <pc:docMk/>
            <pc:sldMk cId="2817589696" sldId="1155"/>
            <ac:spMk id="24" creationId="{2DFE563E-C15F-B47E-1316-91D7E6A3731C}"/>
          </ac:spMkLst>
        </pc:spChg>
        <pc:spChg chg="del">
          <ac:chgData name="Allison Mulshine" userId="S::allison.mulshine@collegiseducation.com::5f656d52-c555-4e5e-9a5b-18226766ffe3" providerId="AD" clId="Web-{01F3BBCE-276C-D7B4-433B-887769AA8B2E}" dt="2024-07-12T18:13:55.436" v="51"/>
          <ac:spMkLst>
            <pc:docMk/>
            <pc:sldMk cId="2817589696" sldId="1155"/>
            <ac:spMk id="25" creationId="{524FCF41-46F9-12CB-09A3-43AEA008AB4C}"/>
          </ac:spMkLst>
        </pc:spChg>
        <pc:spChg chg="del">
          <ac:chgData name="Allison Mulshine" userId="S::allison.mulshine@collegiseducation.com::5f656d52-c555-4e5e-9a5b-18226766ffe3" providerId="AD" clId="Web-{01F3BBCE-276C-D7B4-433B-887769AA8B2E}" dt="2024-07-12T18:13:55.436" v="50"/>
          <ac:spMkLst>
            <pc:docMk/>
            <pc:sldMk cId="2817589696" sldId="1155"/>
            <ac:spMk id="26" creationId="{6BA6FA72-E133-FE86-8391-4D53567B32F9}"/>
          </ac:spMkLst>
        </pc:spChg>
        <pc:spChg chg="del">
          <ac:chgData name="Allison Mulshine" userId="S::allison.mulshine@collegiseducation.com::5f656d52-c555-4e5e-9a5b-18226766ffe3" providerId="AD" clId="Web-{01F3BBCE-276C-D7B4-433B-887769AA8B2E}" dt="2024-07-12T18:13:55.436" v="49"/>
          <ac:spMkLst>
            <pc:docMk/>
            <pc:sldMk cId="2817589696" sldId="1155"/>
            <ac:spMk id="27" creationId="{2AE246F0-77FC-E981-B2EC-6BA362316811}"/>
          </ac:spMkLst>
        </pc:spChg>
        <pc:picChg chg="add mod modCrop">
          <ac:chgData name="Allison Mulshine" userId="S::allison.mulshine@collegiseducation.com::5f656d52-c555-4e5e-9a5b-18226766ffe3" providerId="AD" clId="Web-{01F3BBCE-276C-D7B4-433B-887769AA8B2E}" dt="2024-07-12T18:14:28.780" v="66"/>
          <ac:picMkLst>
            <pc:docMk/>
            <pc:sldMk cId="2817589696" sldId="1155"/>
            <ac:picMk id="3" creationId="{5AC9F305-89F6-450A-0E10-C29CC8124700}"/>
          </ac:picMkLst>
        </pc:picChg>
        <pc:picChg chg="del">
          <ac:chgData name="Allison Mulshine" userId="S::allison.mulshine@collegiseducation.com::5f656d52-c555-4e5e-9a5b-18226766ffe3" providerId="AD" clId="Web-{01F3BBCE-276C-D7B4-433B-887769AA8B2E}" dt="2024-07-12T18:13:55.436" v="58"/>
          <ac:picMkLst>
            <pc:docMk/>
            <pc:sldMk cId="2817589696" sldId="1155"/>
            <ac:picMk id="9" creationId="{068C335D-641C-4ACA-1B71-7CEED5B78C4A}"/>
          </ac:picMkLst>
        </pc:picChg>
        <pc:picChg chg="del">
          <ac:chgData name="Allison Mulshine" userId="S::allison.mulshine@collegiseducation.com::5f656d52-c555-4e5e-9a5b-18226766ffe3" providerId="AD" clId="Web-{01F3BBCE-276C-D7B4-433B-887769AA8B2E}" dt="2024-07-12T18:13:55.436" v="57"/>
          <ac:picMkLst>
            <pc:docMk/>
            <pc:sldMk cId="2817589696" sldId="1155"/>
            <ac:picMk id="19" creationId="{2136F4B0-90C0-9B85-D3AC-970A932A70A8}"/>
          </ac:picMkLst>
        </pc:picChg>
        <pc:picChg chg="del">
          <ac:chgData name="Allison Mulshine" userId="S::allison.mulshine@collegiseducation.com::5f656d52-c555-4e5e-9a5b-18226766ffe3" providerId="AD" clId="Web-{01F3BBCE-276C-D7B4-433B-887769AA8B2E}" dt="2024-07-12T18:13:55.436" v="55"/>
          <ac:picMkLst>
            <pc:docMk/>
            <pc:sldMk cId="2817589696" sldId="1155"/>
            <ac:picMk id="21" creationId="{4D2544FA-2DB9-37CA-BE5C-C987269667CD}"/>
          </ac:picMkLst>
        </pc:picChg>
        <pc:picChg chg="del">
          <ac:chgData name="Allison Mulshine" userId="S::allison.mulshine@collegiseducation.com::5f656d52-c555-4e5e-9a5b-18226766ffe3" providerId="AD" clId="Web-{01F3BBCE-276C-D7B4-433B-887769AA8B2E}" dt="2024-07-12T18:13:55.436" v="53"/>
          <ac:picMkLst>
            <pc:docMk/>
            <pc:sldMk cId="2817589696" sldId="1155"/>
            <ac:picMk id="23" creationId="{B92C8404-5042-EBEA-C26A-FD728BF4090E}"/>
          </ac:picMkLst>
        </pc:picChg>
      </pc:sldChg>
      <pc:sldChg chg="addSp modSp">
        <pc:chgData name="Allison Mulshine" userId="S::allison.mulshine@collegiseducation.com::5f656d52-c555-4e5e-9a5b-18226766ffe3" providerId="AD" clId="Web-{01F3BBCE-276C-D7B4-433B-887769AA8B2E}" dt="2024-07-12T18:10:46.227" v="6"/>
        <pc:sldMkLst>
          <pc:docMk/>
          <pc:sldMk cId="2322947980" sldId="1183"/>
        </pc:sldMkLst>
        <pc:picChg chg="add mod modCrop">
          <ac:chgData name="Allison Mulshine" userId="S::allison.mulshine@collegiseducation.com::5f656d52-c555-4e5e-9a5b-18226766ffe3" providerId="AD" clId="Web-{01F3BBCE-276C-D7B4-433B-887769AA8B2E}" dt="2024-07-12T18:10:46.227" v="6"/>
          <ac:picMkLst>
            <pc:docMk/>
            <pc:sldMk cId="2322947980" sldId="1183"/>
            <ac:picMk id="4" creationId="{E42EA3D0-A0EA-E465-A1B4-881BE7157213}"/>
          </ac:picMkLst>
        </pc:picChg>
      </pc:sldChg>
    </pc:docChg>
  </pc:docChgLst>
  <pc:docChgLst>
    <pc:chgData name="Allison Mulshine" userId="S::allison.mulshine@collegiseducation.com::5f656d52-c555-4e5e-9a5b-18226766ffe3" providerId="AD" clId="Web-{BDC401D0-7C25-D11A-E875-D656B5ACB17B}"/>
    <pc:docChg chg="modSld">
      <pc:chgData name="Allison Mulshine" userId="S::allison.mulshine@collegiseducation.com::5f656d52-c555-4e5e-9a5b-18226766ffe3" providerId="AD" clId="Web-{BDC401D0-7C25-D11A-E875-D656B5ACB17B}" dt="2024-07-12T18:09:23.349" v="176"/>
      <pc:docMkLst>
        <pc:docMk/>
      </pc:docMkLst>
      <pc:sldChg chg="addSp delSp modSp">
        <pc:chgData name="Allison Mulshine" userId="S::allison.mulshine@collegiseducation.com::5f656d52-c555-4e5e-9a5b-18226766ffe3" providerId="AD" clId="Web-{BDC401D0-7C25-D11A-E875-D656B5ACB17B}" dt="2024-07-12T18:07:13.298" v="85"/>
        <pc:sldMkLst>
          <pc:docMk/>
          <pc:sldMk cId="385157096" sldId="1182"/>
        </pc:sldMkLst>
        <pc:picChg chg="add del mod">
          <ac:chgData name="Allison Mulshine" userId="S::allison.mulshine@collegiseducation.com::5f656d52-c555-4e5e-9a5b-18226766ffe3" providerId="AD" clId="Web-{BDC401D0-7C25-D11A-E875-D656B5ACB17B}" dt="2024-07-12T18:07:13.298" v="85"/>
          <ac:picMkLst>
            <pc:docMk/>
            <pc:sldMk cId="385157096" sldId="1182"/>
            <ac:picMk id="9222" creationId="{DB52358E-711A-5D30-2FB7-B4F2B13B9478}"/>
          </ac:picMkLst>
        </pc:picChg>
      </pc:sldChg>
      <pc:sldChg chg="delSp modSp">
        <pc:chgData name="Allison Mulshine" userId="S::allison.mulshine@collegiseducation.com::5f656d52-c555-4e5e-9a5b-18226766ffe3" providerId="AD" clId="Web-{BDC401D0-7C25-D11A-E875-D656B5ACB17B}" dt="2024-07-12T18:09:23.349" v="176"/>
        <pc:sldMkLst>
          <pc:docMk/>
          <pc:sldMk cId="2322947980" sldId="1183"/>
        </pc:sldMkLst>
        <pc:spChg chg="del">
          <ac:chgData name="Allison Mulshine" userId="S::allison.mulshine@collegiseducation.com::5f656d52-c555-4e5e-9a5b-18226766ffe3" providerId="AD" clId="Web-{BDC401D0-7C25-D11A-E875-D656B5ACB17B}" dt="2024-07-12T18:09:23.349" v="176"/>
          <ac:spMkLst>
            <pc:docMk/>
            <pc:sldMk cId="2322947980" sldId="1183"/>
            <ac:spMk id="3" creationId="{9B30B46D-DA81-1034-29AA-5BB9790A3FDD}"/>
          </ac:spMkLst>
        </pc:spChg>
        <pc:spChg chg="del">
          <ac:chgData name="Allison Mulshine" userId="S::allison.mulshine@collegiseducation.com::5f656d52-c555-4e5e-9a5b-18226766ffe3" providerId="AD" clId="Web-{BDC401D0-7C25-D11A-E875-D656B5ACB17B}" dt="2024-07-12T18:09:23.349" v="175"/>
          <ac:spMkLst>
            <pc:docMk/>
            <pc:sldMk cId="2322947980" sldId="1183"/>
            <ac:spMk id="6" creationId="{D4B2EA5C-C00A-0066-CED1-54FE70B12005}"/>
          </ac:spMkLst>
        </pc:spChg>
        <pc:spChg chg="del">
          <ac:chgData name="Allison Mulshine" userId="S::allison.mulshine@collegiseducation.com::5f656d52-c555-4e5e-9a5b-18226766ffe3" providerId="AD" clId="Web-{BDC401D0-7C25-D11A-E875-D656B5ACB17B}" dt="2024-07-12T18:09:23.349" v="174"/>
          <ac:spMkLst>
            <pc:docMk/>
            <pc:sldMk cId="2322947980" sldId="1183"/>
            <ac:spMk id="13" creationId="{5AE0EE7D-3C89-8449-4A44-FB7CE2E90E1D}"/>
          </ac:spMkLst>
        </pc:spChg>
        <pc:spChg chg="del">
          <ac:chgData name="Allison Mulshine" userId="S::allison.mulshine@collegiseducation.com::5f656d52-c555-4e5e-9a5b-18226766ffe3" providerId="AD" clId="Web-{BDC401D0-7C25-D11A-E875-D656B5ACB17B}" dt="2024-07-12T18:09:23.349" v="173"/>
          <ac:spMkLst>
            <pc:docMk/>
            <pc:sldMk cId="2322947980" sldId="1183"/>
            <ac:spMk id="14" creationId="{E418A4D2-3F86-D2A4-B592-4EA97EBFB048}"/>
          </ac:spMkLst>
        </pc:spChg>
        <pc:spChg chg="del">
          <ac:chgData name="Allison Mulshine" userId="S::allison.mulshine@collegiseducation.com::5f656d52-c555-4e5e-9a5b-18226766ffe3" providerId="AD" clId="Web-{BDC401D0-7C25-D11A-E875-D656B5ACB17B}" dt="2024-07-12T18:09:23.349" v="172"/>
          <ac:spMkLst>
            <pc:docMk/>
            <pc:sldMk cId="2322947980" sldId="1183"/>
            <ac:spMk id="15" creationId="{FAE7A68B-2030-1FF7-D0FF-F44BA3716747}"/>
          </ac:spMkLst>
        </pc:spChg>
        <pc:spChg chg="del">
          <ac:chgData name="Allison Mulshine" userId="S::allison.mulshine@collegiseducation.com::5f656d52-c555-4e5e-9a5b-18226766ffe3" providerId="AD" clId="Web-{BDC401D0-7C25-D11A-E875-D656B5ACB17B}" dt="2024-07-12T18:09:23.349" v="171"/>
          <ac:spMkLst>
            <pc:docMk/>
            <pc:sldMk cId="2322947980" sldId="1183"/>
            <ac:spMk id="16" creationId="{71A6840B-51C2-83CB-F9A7-DFD4FA902107}"/>
          </ac:spMkLst>
        </pc:spChg>
        <pc:spChg chg="del">
          <ac:chgData name="Allison Mulshine" userId="S::allison.mulshine@collegiseducation.com::5f656d52-c555-4e5e-9a5b-18226766ffe3" providerId="AD" clId="Web-{BDC401D0-7C25-D11A-E875-D656B5ACB17B}" dt="2024-07-12T18:09:23.349" v="170"/>
          <ac:spMkLst>
            <pc:docMk/>
            <pc:sldMk cId="2322947980" sldId="1183"/>
            <ac:spMk id="17" creationId="{EB2C7D37-1E2A-2901-9B8C-A3B3DC2AA33B}"/>
          </ac:spMkLst>
        </pc:spChg>
        <pc:spChg chg="del">
          <ac:chgData name="Allison Mulshine" userId="S::allison.mulshine@collegiseducation.com::5f656d52-c555-4e5e-9a5b-18226766ffe3" providerId="AD" clId="Web-{BDC401D0-7C25-D11A-E875-D656B5ACB17B}" dt="2024-07-12T18:09:23.349" v="169"/>
          <ac:spMkLst>
            <pc:docMk/>
            <pc:sldMk cId="2322947980" sldId="1183"/>
            <ac:spMk id="18" creationId="{600C16E3-28CE-8F4E-3B2C-D163C512491A}"/>
          </ac:spMkLst>
        </pc:spChg>
        <pc:spChg chg="del">
          <ac:chgData name="Allison Mulshine" userId="S::allison.mulshine@collegiseducation.com::5f656d52-c555-4e5e-9a5b-18226766ffe3" providerId="AD" clId="Web-{BDC401D0-7C25-D11A-E875-D656B5ACB17B}" dt="2024-07-12T18:09:23.349" v="167"/>
          <ac:spMkLst>
            <pc:docMk/>
            <pc:sldMk cId="2322947980" sldId="1183"/>
            <ac:spMk id="9255" creationId="{DA49F2A2-0EB9-E3F2-3B8B-7BB19D2357E5}"/>
          </ac:spMkLst>
        </pc:spChg>
        <pc:spChg chg="del">
          <ac:chgData name="Allison Mulshine" userId="S::allison.mulshine@collegiseducation.com::5f656d52-c555-4e5e-9a5b-18226766ffe3" providerId="AD" clId="Web-{BDC401D0-7C25-D11A-E875-D656B5ACB17B}" dt="2024-07-12T18:09:23.349" v="166"/>
          <ac:spMkLst>
            <pc:docMk/>
            <pc:sldMk cId="2322947980" sldId="1183"/>
            <ac:spMk id="9257" creationId="{0284AC21-CF7A-5732-7D78-2D529562FFDE}"/>
          </ac:spMkLst>
        </pc:spChg>
        <pc:spChg chg="del">
          <ac:chgData name="Allison Mulshine" userId="S::allison.mulshine@collegiseducation.com::5f656d52-c555-4e5e-9a5b-18226766ffe3" providerId="AD" clId="Web-{BDC401D0-7C25-D11A-E875-D656B5ACB17B}" dt="2024-07-12T18:09:23.349" v="165"/>
          <ac:spMkLst>
            <pc:docMk/>
            <pc:sldMk cId="2322947980" sldId="1183"/>
            <ac:spMk id="9258" creationId="{89A32591-384E-DB65-DACB-333C68CD1445}"/>
          </ac:spMkLst>
        </pc:spChg>
        <pc:spChg chg="del">
          <ac:chgData name="Allison Mulshine" userId="S::allison.mulshine@collegiseducation.com::5f656d52-c555-4e5e-9a5b-18226766ffe3" providerId="AD" clId="Web-{BDC401D0-7C25-D11A-E875-D656B5ACB17B}" dt="2024-07-12T18:09:23.349" v="164"/>
          <ac:spMkLst>
            <pc:docMk/>
            <pc:sldMk cId="2322947980" sldId="1183"/>
            <ac:spMk id="9259" creationId="{92B681D0-0E8E-913F-45B4-0309650E33B1}"/>
          </ac:spMkLst>
        </pc:spChg>
        <pc:spChg chg="del">
          <ac:chgData name="Allison Mulshine" userId="S::allison.mulshine@collegiseducation.com::5f656d52-c555-4e5e-9a5b-18226766ffe3" providerId="AD" clId="Web-{BDC401D0-7C25-D11A-E875-D656B5ACB17B}" dt="2024-07-12T18:09:23.349" v="163"/>
          <ac:spMkLst>
            <pc:docMk/>
            <pc:sldMk cId="2322947980" sldId="1183"/>
            <ac:spMk id="9260" creationId="{5EE679FB-429F-29C0-67F1-4C7FC6364FF9}"/>
          </ac:spMkLst>
        </pc:spChg>
        <pc:spChg chg="del">
          <ac:chgData name="Allison Mulshine" userId="S::allison.mulshine@collegiseducation.com::5f656d52-c555-4e5e-9a5b-18226766ffe3" providerId="AD" clId="Web-{BDC401D0-7C25-D11A-E875-D656B5ACB17B}" dt="2024-07-12T18:09:23.349" v="162"/>
          <ac:spMkLst>
            <pc:docMk/>
            <pc:sldMk cId="2322947980" sldId="1183"/>
            <ac:spMk id="9261" creationId="{0DD9EDDE-B987-444D-1688-9DCF3DF18D63}"/>
          </ac:spMkLst>
        </pc:spChg>
        <pc:spChg chg="del">
          <ac:chgData name="Allison Mulshine" userId="S::allison.mulshine@collegiseducation.com::5f656d52-c555-4e5e-9a5b-18226766ffe3" providerId="AD" clId="Web-{BDC401D0-7C25-D11A-E875-D656B5ACB17B}" dt="2024-07-12T18:09:23.349" v="161"/>
          <ac:spMkLst>
            <pc:docMk/>
            <pc:sldMk cId="2322947980" sldId="1183"/>
            <ac:spMk id="9262" creationId="{23EB3D51-0DCB-5C92-EB17-E96D98A0C973}"/>
          </ac:spMkLst>
        </pc:spChg>
        <pc:spChg chg="del">
          <ac:chgData name="Allison Mulshine" userId="S::allison.mulshine@collegiseducation.com::5f656d52-c555-4e5e-9a5b-18226766ffe3" providerId="AD" clId="Web-{BDC401D0-7C25-D11A-E875-D656B5ACB17B}" dt="2024-07-12T18:09:23.349" v="159"/>
          <ac:spMkLst>
            <pc:docMk/>
            <pc:sldMk cId="2322947980" sldId="1183"/>
            <ac:spMk id="9267" creationId="{230B8655-49D0-DE47-4840-5A1993AA0ADB}"/>
          </ac:spMkLst>
        </pc:spChg>
        <pc:spChg chg="del">
          <ac:chgData name="Allison Mulshine" userId="S::allison.mulshine@collegiseducation.com::5f656d52-c555-4e5e-9a5b-18226766ffe3" providerId="AD" clId="Web-{BDC401D0-7C25-D11A-E875-D656B5ACB17B}" dt="2024-07-12T18:09:23.349" v="158"/>
          <ac:spMkLst>
            <pc:docMk/>
            <pc:sldMk cId="2322947980" sldId="1183"/>
            <ac:spMk id="9270" creationId="{8FFBDF00-8307-08C9-2382-9719094F4039}"/>
          </ac:spMkLst>
        </pc:spChg>
        <pc:spChg chg="del">
          <ac:chgData name="Allison Mulshine" userId="S::allison.mulshine@collegiseducation.com::5f656d52-c555-4e5e-9a5b-18226766ffe3" providerId="AD" clId="Web-{BDC401D0-7C25-D11A-E875-D656B5ACB17B}" dt="2024-07-12T18:09:23.349" v="157"/>
          <ac:spMkLst>
            <pc:docMk/>
            <pc:sldMk cId="2322947980" sldId="1183"/>
            <ac:spMk id="9271" creationId="{92CAFB18-BB5B-460B-95FF-87E1EC87F910}"/>
          </ac:spMkLst>
        </pc:spChg>
        <pc:spChg chg="del">
          <ac:chgData name="Allison Mulshine" userId="S::allison.mulshine@collegiseducation.com::5f656d52-c555-4e5e-9a5b-18226766ffe3" providerId="AD" clId="Web-{BDC401D0-7C25-D11A-E875-D656B5ACB17B}" dt="2024-07-12T18:09:23.349" v="155"/>
          <ac:spMkLst>
            <pc:docMk/>
            <pc:sldMk cId="2322947980" sldId="1183"/>
            <ac:spMk id="9276" creationId="{6823A26E-8627-7AB9-74B0-A65811D9F912}"/>
          </ac:spMkLst>
        </pc:spChg>
        <pc:spChg chg="del">
          <ac:chgData name="Allison Mulshine" userId="S::allison.mulshine@collegiseducation.com::5f656d52-c555-4e5e-9a5b-18226766ffe3" providerId="AD" clId="Web-{BDC401D0-7C25-D11A-E875-D656B5ACB17B}" dt="2024-07-12T18:09:23.349" v="154"/>
          <ac:spMkLst>
            <pc:docMk/>
            <pc:sldMk cId="2322947980" sldId="1183"/>
            <ac:spMk id="9277" creationId="{C37FE88F-8FB4-5B6F-3D2D-8576C5E36A64}"/>
          </ac:spMkLst>
        </pc:spChg>
        <pc:spChg chg="del">
          <ac:chgData name="Allison Mulshine" userId="S::allison.mulshine@collegiseducation.com::5f656d52-c555-4e5e-9a5b-18226766ffe3" providerId="AD" clId="Web-{BDC401D0-7C25-D11A-E875-D656B5ACB17B}" dt="2024-07-12T18:09:23.349" v="153"/>
          <ac:spMkLst>
            <pc:docMk/>
            <pc:sldMk cId="2322947980" sldId="1183"/>
            <ac:spMk id="9278" creationId="{E3E16553-8079-01F8-B966-6FEA158BD48F}"/>
          </ac:spMkLst>
        </pc:spChg>
        <pc:spChg chg="del">
          <ac:chgData name="Allison Mulshine" userId="S::allison.mulshine@collegiseducation.com::5f656d52-c555-4e5e-9a5b-18226766ffe3" providerId="AD" clId="Web-{BDC401D0-7C25-D11A-E875-D656B5ACB17B}" dt="2024-07-12T18:09:23.349" v="150"/>
          <ac:spMkLst>
            <pc:docMk/>
            <pc:sldMk cId="2322947980" sldId="1183"/>
            <ac:spMk id="9298" creationId="{D1C95C4C-50EF-45F3-C282-66A85977036F}"/>
          </ac:spMkLst>
        </pc:spChg>
        <pc:spChg chg="del">
          <ac:chgData name="Allison Mulshine" userId="S::allison.mulshine@collegiseducation.com::5f656d52-c555-4e5e-9a5b-18226766ffe3" providerId="AD" clId="Web-{BDC401D0-7C25-D11A-E875-D656B5ACB17B}" dt="2024-07-12T18:09:23.349" v="149"/>
          <ac:spMkLst>
            <pc:docMk/>
            <pc:sldMk cId="2322947980" sldId="1183"/>
            <ac:spMk id="9299" creationId="{F64C66A3-0E86-83B4-C285-3403CEB58A10}"/>
          </ac:spMkLst>
        </pc:spChg>
        <pc:spChg chg="del">
          <ac:chgData name="Allison Mulshine" userId="S::allison.mulshine@collegiseducation.com::5f656d52-c555-4e5e-9a5b-18226766ffe3" providerId="AD" clId="Web-{BDC401D0-7C25-D11A-E875-D656B5ACB17B}" dt="2024-07-12T18:09:23.349" v="148"/>
          <ac:spMkLst>
            <pc:docMk/>
            <pc:sldMk cId="2322947980" sldId="1183"/>
            <ac:spMk id="9300" creationId="{6E62C3DD-3A04-C101-320D-054395EE3EFC}"/>
          </ac:spMkLst>
        </pc:spChg>
        <pc:spChg chg="del">
          <ac:chgData name="Allison Mulshine" userId="S::allison.mulshine@collegiseducation.com::5f656d52-c555-4e5e-9a5b-18226766ffe3" providerId="AD" clId="Web-{BDC401D0-7C25-D11A-E875-D656B5ACB17B}" dt="2024-07-12T18:09:23.349" v="147"/>
          <ac:spMkLst>
            <pc:docMk/>
            <pc:sldMk cId="2322947980" sldId="1183"/>
            <ac:spMk id="9301" creationId="{F49B589D-1F66-B34E-7EE5-B0E5927AA1EE}"/>
          </ac:spMkLst>
        </pc:spChg>
        <pc:spChg chg="del">
          <ac:chgData name="Allison Mulshine" userId="S::allison.mulshine@collegiseducation.com::5f656d52-c555-4e5e-9a5b-18226766ffe3" providerId="AD" clId="Web-{BDC401D0-7C25-D11A-E875-D656B5ACB17B}" dt="2024-07-12T18:09:23.349" v="146"/>
          <ac:spMkLst>
            <pc:docMk/>
            <pc:sldMk cId="2322947980" sldId="1183"/>
            <ac:spMk id="9302" creationId="{1393D3BC-F298-F1E9-F6EF-6FB552EFF36B}"/>
          </ac:spMkLst>
        </pc:spChg>
        <pc:spChg chg="del">
          <ac:chgData name="Allison Mulshine" userId="S::allison.mulshine@collegiseducation.com::5f656d52-c555-4e5e-9a5b-18226766ffe3" providerId="AD" clId="Web-{BDC401D0-7C25-D11A-E875-D656B5ACB17B}" dt="2024-07-12T18:09:23.349" v="144"/>
          <ac:spMkLst>
            <pc:docMk/>
            <pc:sldMk cId="2322947980" sldId="1183"/>
            <ac:spMk id="9304" creationId="{7470C99D-1DDF-35A4-3147-3A9626928E44}"/>
          </ac:spMkLst>
        </pc:spChg>
        <pc:spChg chg="del">
          <ac:chgData name="Allison Mulshine" userId="S::allison.mulshine@collegiseducation.com::5f656d52-c555-4e5e-9a5b-18226766ffe3" providerId="AD" clId="Web-{BDC401D0-7C25-D11A-E875-D656B5ACB17B}" dt="2024-07-12T18:09:23.349" v="143"/>
          <ac:spMkLst>
            <pc:docMk/>
            <pc:sldMk cId="2322947980" sldId="1183"/>
            <ac:spMk id="9305" creationId="{5A2C2F15-491B-4B77-018A-43E37A57DCE7}"/>
          </ac:spMkLst>
        </pc:spChg>
        <pc:spChg chg="del">
          <ac:chgData name="Allison Mulshine" userId="S::allison.mulshine@collegiseducation.com::5f656d52-c555-4e5e-9a5b-18226766ffe3" providerId="AD" clId="Web-{BDC401D0-7C25-D11A-E875-D656B5ACB17B}" dt="2024-07-12T18:09:23.349" v="139"/>
          <ac:spMkLst>
            <pc:docMk/>
            <pc:sldMk cId="2322947980" sldId="1183"/>
            <ac:spMk id="9312" creationId="{AE8B7E2C-626D-2214-329A-2770FF32815B}"/>
          </ac:spMkLst>
        </pc:spChg>
        <pc:spChg chg="del">
          <ac:chgData name="Allison Mulshine" userId="S::allison.mulshine@collegiseducation.com::5f656d52-c555-4e5e-9a5b-18226766ffe3" providerId="AD" clId="Web-{BDC401D0-7C25-D11A-E875-D656B5ACB17B}" dt="2024-07-12T18:09:23.334" v="138"/>
          <ac:spMkLst>
            <pc:docMk/>
            <pc:sldMk cId="2322947980" sldId="1183"/>
            <ac:spMk id="9313" creationId="{566CCD75-C0A3-5DA7-EBC0-56EF187D8E66}"/>
          </ac:spMkLst>
        </pc:spChg>
        <pc:spChg chg="del">
          <ac:chgData name="Allison Mulshine" userId="S::allison.mulshine@collegiseducation.com::5f656d52-c555-4e5e-9a5b-18226766ffe3" providerId="AD" clId="Web-{BDC401D0-7C25-D11A-E875-D656B5ACB17B}" dt="2024-07-12T18:09:23.334" v="137"/>
          <ac:spMkLst>
            <pc:docMk/>
            <pc:sldMk cId="2322947980" sldId="1183"/>
            <ac:spMk id="9314" creationId="{64E74232-2EED-E65C-3921-3DD9966300A7}"/>
          </ac:spMkLst>
        </pc:spChg>
        <pc:picChg chg="del">
          <ac:chgData name="Allison Mulshine" userId="S::allison.mulshine@collegiseducation.com::5f656d52-c555-4e5e-9a5b-18226766ffe3" providerId="AD" clId="Web-{BDC401D0-7C25-D11A-E875-D656B5ACB17B}" dt="2024-07-12T18:09:23.349" v="168"/>
          <ac:picMkLst>
            <pc:docMk/>
            <pc:sldMk cId="2322947980" sldId="1183"/>
            <ac:picMk id="9254" creationId="{027B86BE-C2A2-D335-FC56-2E5357723BEC}"/>
          </ac:picMkLst>
        </pc:picChg>
        <pc:picChg chg="del">
          <ac:chgData name="Allison Mulshine" userId="S::allison.mulshine@collegiseducation.com::5f656d52-c555-4e5e-9a5b-18226766ffe3" providerId="AD" clId="Web-{BDC401D0-7C25-D11A-E875-D656B5ACB17B}" dt="2024-07-12T18:09:23.349" v="160"/>
          <ac:picMkLst>
            <pc:docMk/>
            <pc:sldMk cId="2322947980" sldId="1183"/>
            <ac:picMk id="9266" creationId="{F3FC9615-858D-A657-A0F9-EEE12DB78D16}"/>
          </ac:picMkLst>
        </pc:picChg>
        <pc:picChg chg="del">
          <ac:chgData name="Allison Mulshine" userId="S::allison.mulshine@collegiseducation.com::5f656d52-c555-4e5e-9a5b-18226766ffe3" providerId="AD" clId="Web-{BDC401D0-7C25-D11A-E875-D656B5ACB17B}" dt="2024-07-12T18:09:23.349" v="156"/>
          <ac:picMkLst>
            <pc:docMk/>
            <pc:sldMk cId="2322947980" sldId="1183"/>
            <ac:picMk id="9275" creationId="{424B1A48-94AB-B132-A5DA-80D4C49084B9}"/>
          </ac:picMkLst>
        </pc:picChg>
        <pc:cxnChg chg="del mod">
          <ac:chgData name="Allison Mulshine" userId="S::allison.mulshine@collegiseducation.com::5f656d52-c555-4e5e-9a5b-18226766ffe3" providerId="AD" clId="Web-{BDC401D0-7C25-D11A-E875-D656B5ACB17B}" dt="2024-07-12T18:09:23.349" v="152"/>
          <ac:cxnSpMkLst>
            <pc:docMk/>
            <pc:sldMk cId="2322947980" sldId="1183"/>
            <ac:cxnSpMk id="9280" creationId="{D7B03AEC-D50B-CB7E-8982-535B349970AC}"/>
          </ac:cxnSpMkLst>
        </pc:cxnChg>
        <pc:cxnChg chg="del mod">
          <ac:chgData name="Allison Mulshine" userId="S::allison.mulshine@collegiseducation.com::5f656d52-c555-4e5e-9a5b-18226766ffe3" providerId="AD" clId="Web-{BDC401D0-7C25-D11A-E875-D656B5ACB17B}" dt="2024-07-12T18:09:23.349" v="151"/>
          <ac:cxnSpMkLst>
            <pc:docMk/>
            <pc:sldMk cId="2322947980" sldId="1183"/>
            <ac:cxnSpMk id="9281" creationId="{F006E03E-F4D3-613A-8A28-3453DF442569}"/>
          </ac:cxnSpMkLst>
        </pc:cxnChg>
        <pc:cxnChg chg="del">
          <ac:chgData name="Allison Mulshine" userId="S::allison.mulshine@collegiseducation.com::5f656d52-c555-4e5e-9a5b-18226766ffe3" providerId="AD" clId="Web-{BDC401D0-7C25-D11A-E875-D656B5ACB17B}" dt="2024-07-12T18:09:23.349" v="145"/>
          <ac:cxnSpMkLst>
            <pc:docMk/>
            <pc:sldMk cId="2322947980" sldId="1183"/>
            <ac:cxnSpMk id="9303" creationId="{14D2B2B3-EE42-217E-AE13-DAB5E1684676}"/>
          </ac:cxnSpMkLst>
        </pc:cxnChg>
        <pc:cxnChg chg="del mod">
          <ac:chgData name="Allison Mulshine" userId="S::allison.mulshine@collegiseducation.com::5f656d52-c555-4e5e-9a5b-18226766ffe3" providerId="AD" clId="Web-{BDC401D0-7C25-D11A-E875-D656B5ACB17B}" dt="2024-07-12T18:09:23.349" v="142"/>
          <ac:cxnSpMkLst>
            <pc:docMk/>
            <pc:sldMk cId="2322947980" sldId="1183"/>
            <ac:cxnSpMk id="9306" creationId="{B7DD078C-3ED7-53A2-A864-D1F9C42F8AD2}"/>
          </ac:cxnSpMkLst>
        </pc:cxnChg>
        <pc:cxnChg chg="del mod">
          <ac:chgData name="Allison Mulshine" userId="S::allison.mulshine@collegiseducation.com::5f656d52-c555-4e5e-9a5b-18226766ffe3" providerId="AD" clId="Web-{BDC401D0-7C25-D11A-E875-D656B5ACB17B}" dt="2024-07-12T18:09:23.349" v="141"/>
          <ac:cxnSpMkLst>
            <pc:docMk/>
            <pc:sldMk cId="2322947980" sldId="1183"/>
            <ac:cxnSpMk id="9307" creationId="{D15C39D9-8F0D-D37E-7C6E-3DBE9BD52F09}"/>
          </ac:cxnSpMkLst>
        </pc:cxnChg>
        <pc:cxnChg chg="del mod">
          <ac:chgData name="Allison Mulshine" userId="S::allison.mulshine@collegiseducation.com::5f656d52-c555-4e5e-9a5b-18226766ffe3" providerId="AD" clId="Web-{BDC401D0-7C25-D11A-E875-D656B5ACB17B}" dt="2024-07-12T18:09:23.349" v="140"/>
          <ac:cxnSpMkLst>
            <pc:docMk/>
            <pc:sldMk cId="2322947980" sldId="1183"/>
            <ac:cxnSpMk id="9308" creationId="{9238877B-58B8-F403-C793-A6109B4E23DD}"/>
          </ac:cxnSpMkLst>
        </pc:cxnChg>
      </pc:sldChg>
      <pc:sldChg chg="addSp delSp modSp">
        <pc:chgData name="Allison Mulshine" userId="S::allison.mulshine@collegiseducation.com::5f656d52-c555-4e5e-9a5b-18226766ffe3" providerId="AD" clId="Web-{BDC401D0-7C25-D11A-E875-D656B5ACB17B}" dt="2024-07-12T18:08:02.034" v="136"/>
        <pc:sldMkLst>
          <pc:docMk/>
          <pc:sldMk cId="2482822998" sldId="1184"/>
        </pc:sldMkLst>
        <pc:spChg chg="del">
          <ac:chgData name="Allison Mulshine" userId="S::allison.mulshine@collegiseducation.com::5f656d52-c555-4e5e-9a5b-18226766ffe3" providerId="AD" clId="Web-{BDC401D0-7C25-D11A-E875-D656B5ACB17B}" dt="2024-07-12T18:07:41.596" v="127"/>
          <ac:spMkLst>
            <pc:docMk/>
            <pc:sldMk cId="2482822998" sldId="1184"/>
            <ac:spMk id="3" creationId="{9B30B46D-DA81-1034-29AA-5BB9790A3FDD}"/>
          </ac:spMkLst>
        </pc:spChg>
        <pc:spChg chg="del">
          <ac:chgData name="Allison Mulshine" userId="S::allison.mulshine@collegiseducation.com::5f656d52-c555-4e5e-9a5b-18226766ffe3" providerId="AD" clId="Web-{BDC401D0-7C25-D11A-E875-D656B5ACB17B}" dt="2024-07-12T18:07:41.549" v="86"/>
          <ac:spMkLst>
            <pc:docMk/>
            <pc:sldMk cId="2482822998" sldId="1184"/>
            <ac:spMk id="4" creationId="{5084D57B-5203-54B8-7305-7D63354E6BC8}"/>
          </ac:spMkLst>
        </pc:spChg>
        <pc:spChg chg="del">
          <ac:chgData name="Allison Mulshine" userId="S::allison.mulshine@collegiseducation.com::5f656d52-c555-4e5e-9a5b-18226766ffe3" providerId="AD" clId="Web-{BDC401D0-7C25-D11A-E875-D656B5ACB17B}" dt="2024-07-12T18:07:41.596" v="126"/>
          <ac:spMkLst>
            <pc:docMk/>
            <pc:sldMk cId="2482822998" sldId="1184"/>
            <ac:spMk id="6" creationId="{D4B2EA5C-C00A-0066-CED1-54FE70B12005}"/>
          </ac:spMkLst>
        </pc:spChg>
        <pc:spChg chg="del">
          <ac:chgData name="Allison Mulshine" userId="S::allison.mulshine@collegiseducation.com::5f656d52-c555-4e5e-9a5b-18226766ffe3" providerId="AD" clId="Web-{BDC401D0-7C25-D11A-E875-D656B5ACB17B}" dt="2024-07-12T18:07:41.596" v="125"/>
          <ac:spMkLst>
            <pc:docMk/>
            <pc:sldMk cId="2482822998" sldId="1184"/>
            <ac:spMk id="7" creationId="{0E1F60E2-C001-CA14-A9A5-0BC3B1F20698}"/>
          </ac:spMkLst>
        </pc:spChg>
        <pc:spChg chg="del">
          <ac:chgData name="Allison Mulshine" userId="S::allison.mulshine@collegiseducation.com::5f656d52-c555-4e5e-9a5b-18226766ffe3" providerId="AD" clId="Web-{BDC401D0-7C25-D11A-E875-D656B5ACB17B}" dt="2024-07-12T18:07:41.596" v="124"/>
          <ac:spMkLst>
            <pc:docMk/>
            <pc:sldMk cId="2482822998" sldId="1184"/>
            <ac:spMk id="8" creationId="{05EDB699-ACB3-C684-26DB-0984C4DF44DB}"/>
          </ac:spMkLst>
        </pc:spChg>
        <pc:spChg chg="del">
          <ac:chgData name="Allison Mulshine" userId="S::allison.mulshine@collegiseducation.com::5f656d52-c555-4e5e-9a5b-18226766ffe3" providerId="AD" clId="Web-{BDC401D0-7C25-D11A-E875-D656B5ACB17B}" dt="2024-07-12T18:07:41.596" v="123"/>
          <ac:spMkLst>
            <pc:docMk/>
            <pc:sldMk cId="2482822998" sldId="1184"/>
            <ac:spMk id="9" creationId="{559B3FF2-4080-30E7-296A-E360AA11BBDD}"/>
          </ac:spMkLst>
        </pc:spChg>
        <pc:spChg chg="del">
          <ac:chgData name="Allison Mulshine" userId="S::allison.mulshine@collegiseducation.com::5f656d52-c555-4e5e-9a5b-18226766ffe3" providerId="AD" clId="Web-{BDC401D0-7C25-D11A-E875-D656B5ACB17B}" dt="2024-07-12T18:07:41.596" v="122"/>
          <ac:spMkLst>
            <pc:docMk/>
            <pc:sldMk cId="2482822998" sldId="1184"/>
            <ac:spMk id="10" creationId="{AEBBFC65-2404-7E83-0151-E87498DBEC1D}"/>
          </ac:spMkLst>
        </pc:spChg>
        <pc:spChg chg="del">
          <ac:chgData name="Allison Mulshine" userId="S::allison.mulshine@collegiseducation.com::5f656d52-c555-4e5e-9a5b-18226766ffe3" providerId="AD" clId="Web-{BDC401D0-7C25-D11A-E875-D656B5ACB17B}" dt="2024-07-12T18:07:41.596" v="128"/>
          <ac:spMkLst>
            <pc:docMk/>
            <pc:sldMk cId="2482822998" sldId="1184"/>
            <ac:spMk id="12" creationId="{04915803-6DE3-08B5-0AF8-876A5E1EF50C}"/>
          </ac:spMkLst>
        </pc:spChg>
        <pc:spChg chg="del">
          <ac:chgData name="Allison Mulshine" userId="S::allison.mulshine@collegiseducation.com::5f656d52-c555-4e5e-9a5b-18226766ffe3" providerId="AD" clId="Web-{BDC401D0-7C25-D11A-E875-D656B5ACB17B}" dt="2024-07-12T18:07:41.596" v="121"/>
          <ac:spMkLst>
            <pc:docMk/>
            <pc:sldMk cId="2482822998" sldId="1184"/>
            <ac:spMk id="13" creationId="{5AE0EE7D-3C89-8449-4A44-FB7CE2E90E1D}"/>
          </ac:spMkLst>
        </pc:spChg>
        <pc:spChg chg="del">
          <ac:chgData name="Allison Mulshine" userId="S::allison.mulshine@collegiseducation.com::5f656d52-c555-4e5e-9a5b-18226766ffe3" providerId="AD" clId="Web-{BDC401D0-7C25-D11A-E875-D656B5ACB17B}" dt="2024-07-12T18:07:41.596" v="120"/>
          <ac:spMkLst>
            <pc:docMk/>
            <pc:sldMk cId="2482822998" sldId="1184"/>
            <ac:spMk id="14" creationId="{E418A4D2-3F86-D2A4-B592-4EA97EBFB048}"/>
          </ac:spMkLst>
        </pc:spChg>
        <pc:spChg chg="del">
          <ac:chgData name="Allison Mulshine" userId="S::allison.mulshine@collegiseducation.com::5f656d52-c555-4e5e-9a5b-18226766ffe3" providerId="AD" clId="Web-{BDC401D0-7C25-D11A-E875-D656B5ACB17B}" dt="2024-07-12T18:07:41.596" v="119"/>
          <ac:spMkLst>
            <pc:docMk/>
            <pc:sldMk cId="2482822998" sldId="1184"/>
            <ac:spMk id="15" creationId="{FAE7A68B-2030-1FF7-D0FF-F44BA3716747}"/>
          </ac:spMkLst>
        </pc:spChg>
        <pc:spChg chg="del">
          <ac:chgData name="Allison Mulshine" userId="S::allison.mulshine@collegiseducation.com::5f656d52-c555-4e5e-9a5b-18226766ffe3" providerId="AD" clId="Web-{BDC401D0-7C25-D11A-E875-D656B5ACB17B}" dt="2024-07-12T18:07:41.596" v="118"/>
          <ac:spMkLst>
            <pc:docMk/>
            <pc:sldMk cId="2482822998" sldId="1184"/>
            <ac:spMk id="16" creationId="{71A6840B-51C2-83CB-F9A7-DFD4FA902107}"/>
          </ac:spMkLst>
        </pc:spChg>
        <pc:spChg chg="del">
          <ac:chgData name="Allison Mulshine" userId="S::allison.mulshine@collegiseducation.com::5f656d52-c555-4e5e-9a5b-18226766ffe3" providerId="AD" clId="Web-{BDC401D0-7C25-D11A-E875-D656B5ACB17B}" dt="2024-07-12T18:07:41.596" v="117"/>
          <ac:spMkLst>
            <pc:docMk/>
            <pc:sldMk cId="2482822998" sldId="1184"/>
            <ac:spMk id="17" creationId="{EB2C7D37-1E2A-2901-9B8C-A3B3DC2AA33B}"/>
          </ac:spMkLst>
        </pc:spChg>
        <pc:spChg chg="del">
          <ac:chgData name="Allison Mulshine" userId="S::allison.mulshine@collegiseducation.com::5f656d52-c555-4e5e-9a5b-18226766ffe3" providerId="AD" clId="Web-{BDC401D0-7C25-D11A-E875-D656B5ACB17B}" dt="2024-07-12T18:07:41.596" v="116"/>
          <ac:spMkLst>
            <pc:docMk/>
            <pc:sldMk cId="2482822998" sldId="1184"/>
            <ac:spMk id="18" creationId="{600C16E3-28CE-8F4E-3B2C-D163C512491A}"/>
          </ac:spMkLst>
        </pc:spChg>
        <pc:spChg chg="del">
          <ac:chgData name="Allison Mulshine" userId="S::allison.mulshine@collegiseducation.com::5f656d52-c555-4e5e-9a5b-18226766ffe3" providerId="AD" clId="Web-{BDC401D0-7C25-D11A-E875-D656B5ACB17B}" dt="2024-07-12T18:07:41.596" v="115"/>
          <ac:spMkLst>
            <pc:docMk/>
            <pc:sldMk cId="2482822998" sldId="1184"/>
            <ac:spMk id="19" creationId="{39023D42-16BB-1990-1CC2-AF7950844D7F}"/>
          </ac:spMkLst>
        </pc:spChg>
        <pc:spChg chg="del">
          <ac:chgData name="Allison Mulshine" userId="S::allison.mulshine@collegiseducation.com::5f656d52-c555-4e5e-9a5b-18226766ffe3" providerId="AD" clId="Web-{BDC401D0-7C25-D11A-E875-D656B5ACB17B}" dt="2024-07-12T18:07:41.596" v="114"/>
          <ac:spMkLst>
            <pc:docMk/>
            <pc:sldMk cId="2482822998" sldId="1184"/>
            <ac:spMk id="20" creationId="{F9BEBF5B-7113-BEE7-0E09-3EFBA7EAB71A}"/>
          </ac:spMkLst>
        </pc:spChg>
        <pc:spChg chg="del">
          <ac:chgData name="Allison Mulshine" userId="S::allison.mulshine@collegiseducation.com::5f656d52-c555-4e5e-9a5b-18226766ffe3" providerId="AD" clId="Web-{BDC401D0-7C25-D11A-E875-D656B5ACB17B}" dt="2024-07-12T18:07:41.596" v="113"/>
          <ac:spMkLst>
            <pc:docMk/>
            <pc:sldMk cId="2482822998" sldId="1184"/>
            <ac:spMk id="21" creationId="{2BBBEA1C-0CFA-E93F-7C41-A224DD4EADAF}"/>
          </ac:spMkLst>
        </pc:spChg>
        <pc:spChg chg="del">
          <ac:chgData name="Allison Mulshine" userId="S::allison.mulshine@collegiseducation.com::5f656d52-c555-4e5e-9a5b-18226766ffe3" providerId="AD" clId="Web-{BDC401D0-7C25-D11A-E875-D656B5ACB17B}" dt="2024-07-12T18:07:41.596" v="112"/>
          <ac:spMkLst>
            <pc:docMk/>
            <pc:sldMk cId="2482822998" sldId="1184"/>
            <ac:spMk id="22" creationId="{52601144-1192-78D8-163B-40FCA491CEFF}"/>
          </ac:spMkLst>
        </pc:spChg>
        <pc:spChg chg="del">
          <ac:chgData name="Allison Mulshine" userId="S::allison.mulshine@collegiseducation.com::5f656d52-c555-4e5e-9a5b-18226766ffe3" providerId="AD" clId="Web-{BDC401D0-7C25-D11A-E875-D656B5ACB17B}" dt="2024-07-12T18:07:41.596" v="111"/>
          <ac:spMkLst>
            <pc:docMk/>
            <pc:sldMk cId="2482822998" sldId="1184"/>
            <ac:spMk id="23" creationId="{A63A4846-19D5-9236-48CB-C6795974BFF5}"/>
          </ac:spMkLst>
        </pc:spChg>
        <pc:spChg chg="del">
          <ac:chgData name="Allison Mulshine" userId="S::allison.mulshine@collegiseducation.com::5f656d52-c555-4e5e-9a5b-18226766ffe3" providerId="AD" clId="Web-{BDC401D0-7C25-D11A-E875-D656B5ACB17B}" dt="2024-07-12T18:07:41.596" v="110"/>
          <ac:spMkLst>
            <pc:docMk/>
            <pc:sldMk cId="2482822998" sldId="1184"/>
            <ac:spMk id="24" creationId="{5B7D3E29-120D-8B03-C4FD-143B8DF7FCF4}"/>
          </ac:spMkLst>
        </pc:spChg>
        <pc:spChg chg="del">
          <ac:chgData name="Allison Mulshine" userId="S::allison.mulshine@collegiseducation.com::5f656d52-c555-4e5e-9a5b-18226766ffe3" providerId="AD" clId="Web-{BDC401D0-7C25-D11A-E875-D656B5ACB17B}" dt="2024-07-12T18:07:41.596" v="109"/>
          <ac:spMkLst>
            <pc:docMk/>
            <pc:sldMk cId="2482822998" sldId="1184"/>
            <ac:spMk id="28" creationId="{606E65EF-1828-D4BF-1508-57163E4E45B6}"/>
          </ac:spMkLst>
        </pc:spChg>
        <pc:spChg chg="del">
          <ac:chgData name="Allison Mulshine" userId="S::allison.mulshine@collegiseducation.com::5f656d52-c555-4e5e-9a5b-18226766ffe3" providerId="AD" clId="Web-{BDC401D0-7C25-D11A-E875-D656B5ACB17B}" dt="2024-07-12T18:07:41.596" v="108"/>
          <ac:spMkLst>
            <pc:docMk/>
            <pc:sldMk cId="2482822998" sldId="1184"/>
            <ac:spMk id="29" creationId="{DD3438C5-207C-87C9-F273-AE4E0309ACAE}"/>
          </ac:spMkLst>
        </pc:spChg>
        <pc:spChg chg="del">
          <ac:chgData name="Allison Mulshine" userId="S::allison.mulshine@collegiseducation.com::5f656d52-c555-4e5e-9a5b-18226766ffe3" providerId="AD" clId="Web-{BDC401D0-7C25-D11A-E875-D656B5ACB17B}" dt="2024-07-12T18:07:41.580" v="105"/>
          <ac:spMkLst>
            <pc:docMk/>
            <pc:sldMk cId="2482822998" sldId="1184"/>
            <ac:spMk id="48" creationId="{B80B19E1-320E-DB56-C293-EFD8C232F6F0}"/>
          </ac:spMkLst>
        </pc:spChg>
        <pc:spChg chg="del">
          <ac:chgData name="Allison Mulshine" userId="S::allison.mulshine@collegiseducation.com::5f656d52-c555-4e5e-9a5b-18226766ffe3" providerId="AD" clId="Web-{BDC401D0-7C25-D11A-E875-D656B5ACB17B}" dt="2024-07-12T18:07:41.580" v="104"/>
          <ac:spMkLst>
            <pc:docMk/>
            <pc:sldMk cId="2482822998" sldId="1184"/>
            <ac:spMk id="49" creationId="{08F37048-25E1-73BD-4375-06CFDC895319}"/>
          </ac:spMkLst>
        </pc:spChg>
        <pc:spChg chg="del">
          <ac:chgData name="Allison Mulshine" userId="S::allison.mulshine@collegiseducation.com::5f656d52-c555-4e5e-9a5b-18226766ffe3" providerId="AD" clId="Web-{BDC401D0-7C25-D11A-E875-D656B5ACB17B}" dt="2024-07-12T18:07:41.580" v="101"/>
          <ac:spMkLst>
            <pc:docMk/>
            <pc:sldMk cId="2482822998" sldId="1184"/>
            <ac:spMk id="9223" creationId="{7682B4FF-F421-DA87-0AF3-C9AE038901DD}"/>
          </ac:spMkLst>
        </pc:spChg>
        <pc:spChg chg="del">
          <ac:chgData name="Allison Mulshine" userId="S::allison.mulshine@collegiseducation.com::5f656d52-c555-4e5e-9a5b-18226766ffe3" providerId="AD" clId="Web-{BDC401D0-7C25-D11A-E875-D656B5ACB17B}" dt="2024-07-12T18:07:41.580" v="100"/>
          <ac:spMkLst>
            <pc:docMk/>
            <pc:sldMk cId="2482822998" sldId="1184"/>
            <ac:spMk id="9224" creationId="{F8D75EDC-E407-C428-3A0A-C60D3D61E6D9}"/>
          </ac:spMkLst>
        </pc:spChg>
        <pc:spChg chg="del">
          <ac:chgData name="Allison Mulshine" userId="S::allison.mulshine@collegiseducation.com::5f656d52-c555-4e5e-9a5b-18226766ffe3" providerId="AD" clId="Web-{BDC401D0-7C25-D11A-E875-D656B5ACB17B}" dt="2024-07-12T18:07:41.580" v="99"/>
          <ac:spMkLst>
            <pc:docMk/>
            <pc:sldMk cId="2482822998" sldId="1184"/>
            <ac:spMk id="9225" creationId="{67F2814E-359C-C37C-8CFF-FDD80846A8E8}"/>
          </ac:spMkLst>
        </pc:spChg>
        <pc:spChg chg="del">
          <ac:chgData name="Allison Mulshine" userId="S::allison.mulshine@collegiseducation.com::5f656d52-c555-4e5e-9a5b-18226766ffe3" providerId="AD" clId="Web-{BDC401D0-7C25-D11A-E875-D656B5ACB17B}" dt="2024-07-12T18:07:41.580" v="97"/>
          <ac:spMkLst>
            <pc:docMk/>
            <pc:sldMk cId="2482822998" sldId="1184"/>
            <ac:spMk id="9227" creationId="{A1B00FC6-8384-B8E1-2B39-C9DCFB3ED9EB}"/>
          </ac:spMkLst>
        </pc:spChg>
        <pc:spChg chg="del">
          <ac:chgData name="Allison Mulshine" userId="S::allison.mulshine@collegiseducation.com::5f656d52-c555-4e5e-9a5b-18226766ffe3" providerId="AD" clId="Web-{BDC401D0-7C25-D11A-E875-D656B5ACB17B}" dt="2024-07-12T18:07:41.580" v="96"/>
          <ac:spMkLst>
            <pc:docMk/>
            <pc:sldMk cId="2482822998" sldId="1184"/>
            <ac:spMk id="9228" creationId="{98ACB5DF-99B0-D327-756E-7D86323947B0}"/>
          </ac:spMkLst>
        </pc:spChg>
        <pc:spChg chg="del">
          <ac:chgData name="Allison Mulshine" userId="S::allison.mulshine@collegiseducation.com::5f656d52-c555-4e5e-9a5b-18226766ffe3" providerId="AD" clId="Web-{BDC401D0-7C25-D11A-E875-D656B5ACB17B}" dt="2024-07-12T18:07:41.580" v="95"/>
          <ac:spMkLst>
            <pc:docMk/>
            <pc:sldMk cId="2482822998" sldId="1184"/>
            <ac:spMk id="9229" creationId="{9EBA91CA-F904-4152-9035-6DC4A7E35F36}"/>
          </ac:spMkLst>
        </pc:spChg>
        <pc:spChg chg="del">
          <ac:chgData name="Allison Mulshine" userId="S::allison.mulshine@collegiseducation.com::5f656d52-c555-4e5e-9a5b-18226766ffe3" providerId="AD" clId="Web-{BDC401D0-7C25-D11A-E875-D656B5ACB17B}" dt="2024-07-12T18:07:41.565" v="94"/>
          <ac:spMkLst>
            <pc:docMk/>
            <pc:sldMk cId="2482822998" sldId="1184"/>
            <ac:spMk id="9234" creationId="{AB45AAF8-3295-4135-79E1-E507D33817ED}"/>
          </ac:spMkLst>
        </pc:spChg>
        <pc:spChg chg="del">
          <ac:chgData name="Allison Mulshine" userId="S::allison.mulshine@collegiseducation.com::5f656d52-c555-4e5e-9a5b-18226766ffe3" providerId="AD" clId="Web-{BDC401D0-7C25-D11A-E875-D656B5ACB17B}" dt="2024-07-12T18:07:41.565" v="93"/>
          <ac:spMkLst>
            <pc:docMk/>
            <pc:sldMk cId="2482822998" sldId="1184"/>
            <ac:spMk id="9235" creationId="{6DBC79F3-F88B-EB43-3666-4D86AE867327}"/>
          </ac:spMkLst>
        </pc:spChg>
        <pc:spChg chg="del">
          <ac:chgData name="Allison Mulshine" userId="S::allison.mulshine@collegiseducation.com::5f656d52-c555-4e5e-9a5b-18226766ffe3" providerId="AD" clId="Web-{BDC401D0-7C25-D11A-E875-D656B5ACB17B}" dt="2024-07-12T18:07:41.565" v="92"/>
          <ac:spMkLst>
            <pc:docMk/>
            <pc:sldMk cId="2482822998" sldId="1184"/>
            <ac:spMk id="9236" creationId="{CB25F1BD-6129-A745-8E5C-18F4EE309CDA}"/>
          </ac:spMkLst>
        </pc:spChg>
        <pc:spChg chg="del">
          <ac:chgData name="Allison Mulshine" userId="S::allison.mulshine@collegiseducation.com::5f656d52-c555-4e5e-9a5b-18226766ffe3" providerId="AD" clId="Web-{BDC401D0-7C25-D11A-E875-D656B5ACB17B}" dt="2024-07-12T18:07:41.565" v="89"/>
          <ac:spMkLst>
            <pc:docMk/>
            <pc:sldMk cId="2482822998" sldId="1184"/>
            <ac:spMk id="9248" creationId="{048B0A1A-BAFB-9B3D-732B-6ED7A78CD209}"/>
          </ac:spMkLst>
        </pc:spChg>
        <pc:spChg chg="del">
          <ac:chgData name="Allison Mulshine" userId="S::allison.mulshine@collegiseducation.com::5f656d52-c555-4e5e-9a5b-18226766ffe3" providerId="AD" clId="Web-{BDC401D0-7C25-D11A-E875-D656B5ACB17B}" dt="2024-07-12T18:07:41.549" v="88"/>
          <ac:spMkLst>
            <pc:docMk/>
            <pc:sldMk cId="2482822998" sldId="1184"/>
            <ac:spMk id="9249" creationId="{EB218840-C2AC-4B8D-07DA-A53C5A322CD5}"/>
          </ac:spMkLst>
        </pc:spChg>
        <pc:spChg chg="del">
          <ac:chgData name="Allison Mulshine" userId="S::allison.mulshine@collegiseducation.com::5f656d52-c555-4e5e-9a5b-18226766ffe3" providerId="AD" clId="Web-{BDC401D0-7C25-D11A-E875-D656B5ACB17B}" dt="2024-07-12T18:07:41.549" v="87"/>
          <ac:spMkLst>
            <pc:docMk/>
            <pc:sldMk cId="2482822998" sldId="1184"/>
            <ac:spMk id="9250" creationId="{8DD5E274-CFA8-2C7C-04B9-20EE3C9677FB}"/>
          </ac:spMkLst>
        </pc:spChg>
        <pc:picChg chg="add mod">
          <ac:chgData name="Allison Mulshine" userId="S::allison.mulshine@collegiseducation.com::5f656d52-c555-4e5e-9a5b-18226766ffe3" providerId="AD" clId="Web-{BDC401D0-7C25-D11A-E875-D656B5ACB17B}" dt="2024-07-12T18:08:02.034" v="136"/>
          <ac:picMkLst>
            <pc:docMk/>
            <pc:sldMk cId="2482822998" sldId="1184"/>
            <ac:picMk id="5" creationId="{32A3328A-09F0-2013-E79B-BF03E6D5F4D9}"/>
          </ac:picMkLst>
        </pc:picChg>
        <pc:cxnChg chg="del mod">
          <ac:chgData name="Allison Mulshine" userId="S::allison.mulshine@collegiseducation.com::5f656d52-c555-4e5e-9a5b-18226766ffe3" providerId="AD" clId="Web-{BDC401D0-7C25-D11A-E875-D656B5ACB17B}" dt="2024-07-12T18:07:41.596" v="107"/>
          <ac:cxnSpMkLst>
            <pc:docMk/>
            <pc:sldMk cId="2482822998" sldId="1184"/>
            <ac:cxnSpMk id="31" creationId="{BC9281E8-4484-14B5-C42A-B96EC0D3E506}"/>
          </ac:cxnSpMkLst>
        </pc:cxnChg>
        <pc:cxnChg chg="del">
          <ac:chgData name="Allison Mulshine" userId="S::allison.mulshine@collegiseducation.com::5f656d52-c555-4e5e-9a5b-18226766ffe3" providerId="AD" clId="Web-{BDC401D0-7C25-D11A-E875-D656B5ACB17B}" dt="2024-07-12T18:07:41.596" v="106"/>
          <ac:cxnSpMkLst>
            <pc:docMk/>
            <pc:sldMk cId="2482822998" sldId="1184"/>
            <ac:cxnSpMk id="45" creationId="{2F65E9F0-9EF0-07F6-A6FF-4A761B9704A4}"/>
          </ac:cxnSpMkLst>
        </pc:cxnChg>
        <pc:cxnChg chg="del mod">
          <ac:chgData name="Allison Mulshine" userId="S::allison.mulshine@collegiseducation.com::5f656d52-c555-4e5e-9a5b-18226766ffe3" providerId="AD" clId="Web-{BDC401D0-7C25-D11A-E875-D656B5ACB17B}" dt="2024-07-12T18:07:41.580" v="103"/>
          <ac:cxnSpMkLst>
            <pc:docMk/>
            <pc:sldMk cId="2482822998" sldId="1184"/>
            <ac:cxnSpMk id="52" creationId="{D6887660-C9AE-953B-4A52-593CC58324E7}"/>
          </ac:cxnSpMkLst>
        </pc:cxnChg>
        <pc:cxnChg chg="del mod">
          <ac:chgData name="Allison Mulshine" userId="S::allison.mulshine@collegiseducation.com::5f656d52-c555-4e5e-9a5b-18226766ffe3" providerId="AD" clId="Web-{BDC401D0-7C25-D11A-E875-D656B5ACB17B}" dt="2024-07-12T18:07:41.580" v="102"/>
          <ac:cxnSpMkLst>
            <pc:docMk/>
            <pc:sldMk cId="2482822998" sldId="1184"/>
            <ac:cxnSpMk id="58" creationId="{4FCCD8CA-9272-ECFF-FFF9-82965F42E108}"/>
          </ac:cxnSpMkLst>
        </pc:cxnChg>
        <pc:cxnChg chg="del">
          <ac:chgData name="Allison Mulshine" userId="S::allison.mulshine@collegiseducation.com::5f656d52-c555-4e5e-9a5b-18226766ffe3" providerId="AD" clId="Web-{BDC401D0-7C25-D11A-E875-D656B5ACB17B}" dt="2024-07-12T18:07:41.580" v="98"/>
          <ac:cxnSpMkLst>
            <pc:docMk/>
            <pc:sldMk cId="2482822998" sldId="1184"/>
            <ac:cxnSpMk id="9226" creationId="{4F2744C9-DD31-9D34-65A6-0506DEC85B80}"/>
          </ac:cxnSpMkLst>
        </pc:cxnChg>
        <pc:cxnChg chg="del mod">
          <ac:chgData name="Allison Mulshine" userId="S::allison.mulshine@collegiseducation.com::5f656d52-c555-4e5e-9a5b-18226766ffe3" providerId="AD" clId="Web-{BDC401D0-7C25-D11A-E875-D656B5ACB17B}" dt="2024-07-12T18:07:41.565" v="91"/>
          <ac:cxnSpMkLst>
            <pc:docMk/>
            <pc:sldMk cId="2482822998" sldId="1184"/>
            <ac:cxnSpMk id="9237" creationId="{FC01F5E2-E8F4-ECDE-AC53-EAD6C7899505}"/>
          </ac:cxnSpMkLst>
        </pc:cxnChg>
        <pc:cxnChg chg="del mod">
          <ac:chgData name="Allison Mulshine" userId="S::allison.mulshine@collegiseducation.com::5f656d52-c555-4e5e-9a5b-18226766ffe3" providerId="AD" clId="Web-{BDC401D0-7C25-D11A-E875-D656B5ACB17B}" dt="2024-07-12T18:07:41.565" v="90"/>
          <ac:cxnSpMkLst>
            <pc:docMk/>
            <pc:sldMk cId="2482822998" sldId="1184"/>
            <ac:cxnSpMk id="9247" creationId="{29B89E19-4796-31BC-423E-9C53204A5AFB}"/>
          </ac:cxnSpMkLst>
        </pc:cxnChg>
      </pc:sldChg>
      <pc:sldChg chg="addSp delSp modSp">
        <pc:chgData name="Allison Mulshine" userId="S::allison.mulshine@collegiseducation.com::5f656d52-c555-4e5e-9a5b-18226766ffe3" providerId="AD" clId="Web-{BDC401D0-7C25-D11A-E875-D656B5ACB17B}" dt="2024-07-12T18:04:42.418" v="55"/>
        <pc:sldMkLst>
          <pc:docMk/>
          <pc:sldMk cId="2229975920" sldId="1204"/>
        </pc:sldMkLst>
        <pc:spChg chg="del">
          <ac:chgData name="Allison Mulshine" userId="S::allison.mulshine@collegiseducation.com::5f656d52-c555-4e5e-9a5b-18226766ffe3" providerId="AD" clId="Web-{BDC401D0-7C25-D11A-E875-D656B5ACB17B}" dt="2024-07-12T18:04:16.480" v="50"/>
          <ac:spMkLst>
            <pc:docMk/>
            <pc:sldMk cId="2229975920" sldId="1204"/>
            <ac:spMk id="3" creationId="{34A203E9-D006-1E5F-0BDF-73D50CAFE10D}"/>
          </ac:spMkLst>
        </pc:spChg>
        <pc:spChg chg="del">
          <ac:chgData name="Allison Mulshine" userId="S::allison.mulshine@collegiseducation.com::5f656d52-c555-4e5e-9a5b-18226766ffe3" providerId="AD" clId="Web-{BDC401D0-7C25-D11A-E875-D656B5ACB17B}" dt="2024-07-12T18:04:16.480" v="49"/>
          <ac:spMkLst>
            <pc:docMk/>
            <pc:sldMk cId="2229975920" sldId="1204"/>
            <ac:spMk id="4" creationId="{DBF42205-FBB9-7541-5E7B-DD77614175E4}"/>
          </ac:spMkLst>
        </pc:spChg>
        <pc:spChg chg="del">
          <ac:chgData name="Allison Mulshine" userId="S::allison.mulshine@collegiseducation.com::5f656d52-c555-4e5e-9a5b-18226766ffe3" providerId="AD" clId="Web-{BDC401D0-7C25-D11A-E875-D656B5ACB17B}" dt="2024-07-12T18:04:16.480" v="48"/>
          <ac:spMkLst>
            <pc:docMk/>
            <pc:sldMk cId="2229975920" sldId="1204"/>
            <ac:spMk id="5" creationId="{28406FED-D527-3A4C-BC3B-A6999DFE158D}"/>
          </ac:spMkLst>
        </pc:spChg>
        <pc:spChg chg="del">
          <ac:chgData name="Allison Mulshine" userId="S::allison.mulshine@collegiseducation.com::5f656d52-c555-4e5e-9a5b-18226766ffe3" providerId="AD" clId="Web-{BDC401D0-7C25-D11A-E875-D656B5ACB17B}" dt="2024-07-12T18:04:16.480" v="47"/>
          <ac:spMkLst>
            <pc:docMk/>
            <pc:sldMk cId="2229975920" sldId="1204"/>
            <ac:spMk id="6" creationId="{A3F1F5E3-E499-31DE-D640-1755501E5FA2}"/>
          </ac:spMkLst>
        </pc:spChg>
        <pc:spChg chg="del">
          <ac:chgData name="Allison Mulshine" userId="S::allison.mulshine@collegiseducation.com::5f656d52-c555-4e5e-9a5b-18226766ffe3" providerId="AD" clId="Web-{BDC401D0-7C25-D11A-E875-D656B5ACB17B}" dt="2024-07-12T18:04:16.480" v="46"/>
          <ac:spMkLst>
            <pc:docMk/>
            <pc:sldMk cId="2229975920" sldId="1204"/>
            <ac:spMk id="7" creationId="{8FB90951-9376-8B2F-2B10-372C4BB6BF85}"/>
          </ac:spMkLst>
        </pc:spChg>
        <pc:spChg chg="del">
          <ac:chgData name="Allison Mulshine" userId="S::allison.mulshine@collegiseducation.com::5f656d52-c555-4e5e-9a5b-18226766ffe3" providerId="AD" clId="Web-{BDC401D0-7C25-D11A-E875-D656B5ACB17B}" dt="2024-07-12T18:04:16.480" v="45"/>
          <ac:spMkLst>
            <pc:docMk/>
            <pc:sldMk cId="2229975920" sldId="1204"/>
            <ac:spMk id="8" creationId="{12DBFDC4-5683-D51D-B712-26A0A7BFD2D2}"/>
          </ac:spMkLst>
        </pc:spChg>
        <pc:spChg chg="del">
          <ac:chgData name="Allison Mulshine" userId="S::allison.mulshine@collegiseducation.com::5f656d52-c555-4e5e-9a5b-18226766ffe3" providerId="AD" clId="Web-{BDC401D0-7C25-D11A-E875-D656B5ACB17B}" dt="2024-07-12T18:04:16.480" v="44"/>
          <ac:spMkLst>
            <pc:docMk/>
            <pc:sldMk cId="2229975920" sldId="1204"/>
            <ac:spMk id="9" creationId="{A5794DFE-879D-D3CA-572C-61114BFF19BD}"/>
          </ac:spMkLst>
        </pc:spChg>
        <pc:spChg chg="del">
          <ac:chgData name="Allison Mulshine" userId="S::allison.mulshine@collegiseducation.com::5f656d52-c555-4e5e-9a5b-18226766ffe3" providerId="AD" clId="Web-{BDC401D0-7C25-D11A-E875-D656B5ACB17B}" dt="2024-07-12T18:04:16.480" v="43"/>
          <ac:spMkLst>
            <pc:docMk/>
            <pc:sldMk cId="2229975920" sldId="1204"/>
            <ac:spMk id="10" creationId="{F57A529A-D202-312F-6CB7-FF246B55988C}"/>
          </ac:spMkLst>
        </pc:spChg>
        <pc:spChg chg="del">
          <ac:chgData name="Allison Mulshine" userId="S::allison.mulshine@collegiseducation.com::5f656d52-c555-4e5e-9a5b-18226766ffe3" providerId="AD" clId="Web-{BDC401D0-7C25-D11A-E875-D656B5ACB17B}" dt="2024-07-12T18:04:16.480" v="42"/>
          <ac:spMkLst>
            <pc:docMk/>
            <pc:sldMk cId="2229975920" sldId="1204"/>
            <ac:spMk id="11" creationId="{F85E8D71-0A54-FDA2-1458-0032CA00BDE1}"/>
          </ac:spMkLst>
        </pc:spChg>
        <pc:spChg chg="del">
          <ac:chgData name="Allison Mulshine" userId="S::allison.mulshine@collegiseducation.com::5f656d52-c555-4e5e-9a5b-18226766ffe3" providerId="AD" clId="Web-{BDC401D0-7C25-D11A-E875-D656B5ACB17B}" dt="2024-07-12T18:04:16.480" v="41"/>
          <ac:spMkLst>
            <pc:docMk/>
            <pc:sldMk cId="2229975920" sldId="1204"/>
            <ac:spMk id="12" creationId="{95117A72-4B9C-8E5E-A099-413971D16793}"/>
          </ac:spMkLst>
        </pc:spChg>
        <pc:spChg chg="del">
          <ac:chgData name="Allison Mulshine" userId="S::allison.mulshine@collegiseducation.com::5f656d52-c555-4e5e-9a5b-18226766ffe3" providerId="AD" clId="Web-{BDC401D0-7C25-D11A-E875-D656B5ACB17B}" dt="2024-07-12T18:04:16.480" v="40"/>
          <ac:spMkLst>
            <pc:docMk/>
            <pc:sldMk cId="2229975920" sldId="1204"/>
            <ac:spMk id="13" creationId="{33CAE32B-530A-2ED5-EEF5-A2897DAF14C8}"/>
          </ac:spMkLst>
        </pc:spChg>
        <pc:spChg chg="del">
          <ac:chgData name="Allison Mulshine" userId="S::allison.mulshine@collegiseducation.com::5f656d52-c555-4e5e-9a5b-18226766ffe3" providerId="AD" clId="Web-{BDC401D0-7C25-D11A-E875-D656B5ACB17B}" dt="2024-07-12T18:04:16.480" v="39"/>
          <ac:spMkLst>
            <pc:docMk/>
            <pc:sldMk cId="2229975920" sldId="1204"/>
            <ac:spMk id="14" creationId="{88BFD114-1B51-5D92-6D7A-4270CBC3B6A8}"/>
          </ac:spMkLst>
        </pc:spChg>
        <pc:spChg chg="del">
          <ac:chgData name="Allison Mulshine" userId="S::allison.mulshine@collegiseducation.com::5f656d52-c555-4e5e-9a5b-18226766ffe3" providerId="AD" clId="Web-{BDC401D0-7C25-D11A-E875-D656B5ACB17B}" dt="2024-07-12T18:04:16.480" v="38"/>
          <ac:spMkLst>
            <pc:docMk/>
            <pc:sldMk cId="2229975920" sldId="1204"/>
            <ac:spMk id="15" creationId="{1458AC86-55BB-3A4F-2977-21C56D4E92F3}"/>
          </ac:spMkLst>
        </pc:spChg>
        <pc:spChg chg="del">
          <ac:chgData name="Allison Mulshine" userId="S::allison.mulshine@collegiseducation.com::5f656d52-c555-4e5e-9a5b-18226766ffe3" providerId="AD" clId="Web-{BDC401D0-7C25-D11A-E875-D656B5ACB17B}" dt="2024-07-12T18:04:16.480" v="37"/>
          <ac:spMkLst>
            <pc:docMk/>
            <pc:sldMk cId="2229975920" sldId="1204"/>
            <ac:spMk id="16" creationId="{2C3B6667-AC1E-4CD7-A200-FDB60C412994}"/>
          </ac:spMkLst>
        </pc:spChg>
        <pc:spChg chg="del">
          <ac:chgData name="Allison Mulshine" userId="S::allison.mulshine@collegiseducation.com::5f656d52-c555-4e5e-9a5b-18226766ffe3" providerId="AD" clId="Web-{BDC401D0-7C25-D11A-E875-D656B5ACB17B}" dt="2024-07-12T18:04:16.480" v="36"/>
          <ac:spMkLst>
            <pc:docMk/>
            <pc:sldMk cId="2229975920" sldId="1204"/>
            <ac:spMk id="17" creationId="{E3915ACD-31B1-9501-8996-99F0536D7779}"/>
          </ac:spMkLst>
        </pc:spChg>
        <pc:spChg chg="del">
          <ac:chgData name="Allison Mulshine" userId="S::allison.mulshine@collegiseducation.com::5f656d52-c555-4e5e-9a5b-18226766ffe3" providerId="AD" clId="Web-{BDC401D0-7C25-D11A-E875-D656B5ACB17B}" dt="2024-07-12T18:04:16.480" v="35"/>
          <ac:spMkLst>
            <pc:docMk/>
            <pc:sldMk cId="2229975920" sldId="1204"/>
            <ac:spMk id="18" creationId="{71869259-DADE-D67A-9EE0-B93013F0FD17}"/>
          </ac:spMkLst>
        </pc:spChg>
        <pc:spChg chg="del">
          <ac:chgData name="Allison Mulshine" userId="S::allison.mulshine@collegiseducation.com::5f656d52-c555-4e5e-9a5b-18226766ffe3" providerId="AD" clId="Web-{BDC401D0-7C25-D11A-E875-D656B5ACB17B}" dt="2024-07-12T18:04:16.480" v="34"/>
          <ac:spMkLst>
            <pc:docMk/>
            <pc:sldMk cId="2229975920" sldId="1204"/>
            <ac:spMk id="19" creationId="{AAC88E3A-67C8-E638-34D7-52903B634E8D}"/>
          </ac:spMkLst>
        </pc:spChg>
        <pc:spChg chg="del">
          <ac:chgData name="Allison Mulshine" userId="S::allison.mulshine@collegiseducation.com::5f656d52-c555-4e5e-9a5b-18226766ffe3" providerId="AD" clId="Web-{BDC401D0-7C25-D11A-E875-D656B5ACB17B}" dt="2024-07-12T18:04:16.480" v="33"/>
          <ac:spMkLst>
            <pc:docMk/>
            <pc:sldMk cId="2229975920" sldId="1204"/>
            <ac:spMk id="20" creationId="{E474A7DF-62C3-60DC-86E1-C41DD9011A50}"/>
          </ac:spMkLst>
        </pc:spChg>
        <pc:spChg chg="del">
          <ac:chgData name="Allison Mulshine" userId="S::allison.mulshine@collegiseducation.com::5f656d52-c555-4e5e-9a5b-18226766ffe3" providerId="AD" clId="Web-{BDC401D0-7C25-D11A-E875-D656B5ACB17B}" dt="2024-07-12T18:04:16.480" v="32"/>
          <ac:spMkLst>
            <pc:docMk/>
            <pc:sldMk cId="2229975920" sldId="1204"/>
            <ac:spMk id="21" creationId="{80A9A34A-5DFC-B2CE-9731-3AB6C4F238B0}"/>
          </ac:spMkLst>
        </pc:spChg>
        <pc:spChg chg="del">
          <ac:chgData name="Allison Mulshine" userId="S::allison.mulshine@collegiseducation.com::5f656d52-c555-4e5e-9a5b-18226766ffe3" providerId="AD" clId="Web-{BDC401D0-7C25-D11A-E875-D656B5ACB17B}" dt="2024-07-12T18:04:16.480" v="31"/>
          <ac:spMkLst>
            <pc:docMk/>
            <pc:sldMk cId="2229975920" sldId="1204"/>
            <ac:spMk id="22" creationId="{27C20438-3ADC-2863-F901-BA599F6CCC3B}"/>
          </ac:spMkLst>
        </pc:spChg>
        <pc:spChg chg="del">
          <ac:chgData name="Allison Mulshine" userId="S::allison.mulshine@collegiseducation.com::5f656d52-c555-4e5e-9a5b-18226766ffe3" providerId="AD" clId="Web-{BDC401D0-7C25-D11A-E875-D656B5ACB17B}" dt="2024-07-12T18:04:16.480" v="30"/>
          <ac:spMkLst>
            <pc:docMk/>
            <pc:sldMk cId="2229975920" sldId="1204"/>
            <ac:spMk id="23" creationId="{CF35937D-416E-5203-ECBE-404604EFD16F}"/>
          </ac:spMkLst>
        </pc:spChg>
        <pc:spChg chg="del">
          <ac:chgData name="Allison Mulshine" userId="S::allison.mulshine@collegiseducation.com::5f656d52-c555-4e5e-9a5b-18226766ffe3" providerId="AD" clId="Web-{BDC401D0-7C25-D11A-E875-D656B5ACB17B}" dt="2024-07-12T18:04:16.480" v="29"/>
          <ac:spMkLst>
            <pc:docMk/>
            <pc:sldMk cId="2229975920" sldId="1204"/>
            <ac:spMk id="24" creationId="{3239C308-9E3C-1DB1-ADDF-25CC763DE64D}"/>
          </ac:spMkLst>
        </pc:spChg>
        <pc:spChg chg="del">
          <ac:chgData name="Allison Mulshine" userId="S::allison.mulshine@collegiseducation.com::5f656d52-c555-4e5e-9a5b-18226766ffe3" providerId="AD" clId="Web-{BDC401D0-7C25-D11A-E875-D656B5ACB17B}" dt="2024-07-12T18:04:16.480" v="28"/>
          <ac:spMkLst>
            <pc:docMk/>
            <pc:sldMk cId="2229975920" sldId="1204"/>
            <ac:spMk id="25" creationId="{71B1D546-133D-A7C3-0097-4F1FD19228AE}"/>
          </ac:spMkLst>
        </pc:spChg>
        <pc:spChg chg="del">
          <ac:chgData name="Allison Mulshine" userId="S::allison.mulshine@collegiseducation.com::5f656d52-c555-4e5e-9a5b-18226766ffe3" providerId="AD" clId="Web-{BDC401D0-7C25-D11A-E875-D656B5ACB17B}" dt="2024-07-12T18:04:16.480" v="27"/>
          <ac:spMkLst>
            <pc:docMk/>
            <pc:sldMk cId="2229975920" sldId="1204"/>
            <ac:spMk id="26" creationId="{E6065BE0-06CB-3691-5564-A87FCD7AE727}"/>
          </ac:spMkLst>
        </pc:spChg>
        <pc:spChg chg="del">
          <ac:chgData name="Allison Mulshine" userId="S::allison.mulshine@collegiseducation.com::5f656d52-c555-4e5e-9a5b-18226766ffe3" providerId="AD" clId="Web-{BDC401D0-7C25-D11A-E875-D656B5ACB17B}" dt="2024-07-12T18:04:16.480" v="26"/>
          <ac:spMkLst>
            <pc:docMk/>
            <pc:sldMk cId="2229975920" sldId="1204"/>
            <ac:spMk id="27" creationId="{86ECFC02-3CD1-A6EE-0F47-F89DAD297F30}"/>
          </ac:spMkLst>
        </pc:spChg>
        <pc:spChg chg="del">
          <ac:chgData name="Allison Mulshine" userId="S::allison.mulshine@collegiseducation.com::5f656d52-c555-4e5e-9a5b-18226766ffe3" providerId="AD" clId="Web-{BDC401D0-7C25-D11A-E875-D656B5ACB17B}" dt="2024-07-12T18:04:16.480" v="25"/>
          <ac:spMkLst>
            <pc:docMk/>
            <pc:sldMk cId="2229975920" sldId="1204"/>
            <ac:spMk id="28" creationId="{3E6F55D5-2DB1-979E-67CF-B4BD02B67706}"/>
          </ac:spMkLst>
        </pc:spChg>
        <pc:spChg chg="del">
          <ac:chgData name="Allison Mulshine" userId="S::allison.mulshine@collegiseducation.com::5f656d52-c555-4e5e-9a5b-18226766ffe3" providerId="AD" clId="Web-{BDC401D0-7C25-D11A-E875-D656B5ACB17B}" dt="2024-07-12T18:04:16.480" v="24"/>
          <ac:spMkLst>
            <pc:docMk/>
            <pc:sldMk cId="2229975920" sldId="1204"/>
            <ac:spMk id="29" creationId="{45A18031-0C0B-84D3-08AF-D016F425A760}"/>
          </ac:spMkLst>
        </pc:spChg>
        <pc:spChg chg="del">
          <ac:chgData name="Allison Mulshine" userId="S::allison.mulshine@collegiseducation.com::5f656d52-c555-4e5e-9a5b-18226766ffe3" providerId="AD" clId="Web-{BDC401D0-7C25-D11A-E875-D656B5ACB17B}" dt="2024-07-12T18:04:16.480" v="23"/>
          <ac:spMkLst>
            <pc:docMk/>
            <pc:sldMk cId="2229975920" sldId="1204"/>
            <ac:spMk id="30" creationId="{87F5A2E6-1B8C-0AC3-C15E-223230C95A27}"/>
          </ac:spMkLst>
        </pc:spChg>
        <pc:spChg chg="del">
          <ac:chgData name="Allison Mulshine" userId="S::allison.mulshine@collegiseducation.com::5f656d52-c555-4e5e-9a5b-18226766ffe3" providerId="AD" clId="Web-{BDC401D0-7C25-D11A-E875-D656B5ACB17B}" dt="2024-07-12T18:04:16.480" v="22"/>
          <ac:spMkLst>
            <pc:docMk/>
            <pc:sldMk cId="2229975920" sldId="1204"/>
            <ac:spMk id="31" creationId="{4431FD02-FD7A-EB7D-2115-79E4B11E5276}"/>
          </ac:spMkLst>
        </pc:spChg>
        <pc:spChg chg="del">
          <ac:chgData name="Allison Mulshine" userId="S::allison.mulshine@collegiseducation.com::5f656d52-c555-4e5e-9a5b-18226766ffe3" providerId="AD" clId="Web-{BDC401D0-7C25-D11A-E875-D656B5ACB17B}" dt="2024-07-12T18:04:16.480" v="21"/>
          <ac:spMkLst>
            <pc:docMk/>
            <pc:sldMk cId="2229975920" sldId="1204"/>
            <ac:spMk id="32" creationId="{D03C3200-B23A-E12F-546C-3E88B9DCC788}"/>
          </ac:spMkLst>
        </pc:spChg>
        <pc:spChg chg="del">
          <ac:chgData name="Allison Mulshine" userId="S::allison.mulshine@collegiseducation.com::5f656d52-c555-4e5e-9a5b-18226766ffe3" providerId="AD" clId="Web-{BDC401D0-7C25-D11A-E875-D656B5ACB17B}" dt="2024-07-12T18:04:16.480" v="20"/>
          <ac:spMkLst>
            <pc:docMk/>
            <pc:sldMk cId="2229975920" sldId="1204"/>
            <ac:spMk id="33" creationId="{D2509CF2-C678-4CD5-52D1-B800C1A03C78}"/>
          </ac:spMkLst>
        </pc:spChg>
        <pc:spChg chg="del">
          <ac:chgData name="Allison Mulshine" userId="S::allison.mulshine@collegiseducation.com::5f656d52-c555-4e5e-9a5b-18226766ffe3" providerId="AD" clId="Web-{BDC401D0-7C25-D11A-E875-D656B5ACB17B}" dt="2024-07-12T18:04:16.480" v="19"/>
          <ac:spMkLst>
            <pc:docMk/>
            <pc:sldMk cId="2229975920" sldId="1204"/>
            <ac:spMk id="34" creationId="{6920E560-F09F-E9BF-1A08-D5A1313AA6DB}"/>
          </ac:spMkLst>
        </pc:spChg>
        <pc:spChg chg="del">
          <ac:chgData name="Allison Mulshine" userId="S::allison.mulshine@collegiseducation.com::5f656d52-c555-4e5e-9a5b-18226766ffe3" providerId="AD" clId="Web-{BDC401D0-7C25-D11A-E875-D656B5ACB17B}" dt="2024-07-12T18:04:16.464" v="10"/>
          <ac:spMkLst>
            <pc:docMk/>
            <pc:sldMk cId="2229975920" sldId="1204"/>
            <ac:spMk id="43" creationId="{951212D8-B0BE-72DA-6DA2-67D140216BE2}"/>
          </ac:spMkLst>
        </pc:spChg>
        <pc:spChg chg="del">
          <ac:chgData name="Allison Mulshine" userId="S::allison.mulshine@collegiseducation.com::5f656d52-c555-4e5e-9a5b-18226766ffe3" providerId="AD" clId="Web-{BDC401D0-7C25-D11A-E875-D656B5ACB17B}" dt="2024-07-12T18:04:16.464" v="4"/>
          <ac:spMkLst>
            <pc:docMk/>
            <pc:sldMk cId="2229975920" sldId="1204"/>
            <ac:spMk id="54" creationId="{583914A5-5284-3B98-377F-A81FB8F9824F}"/>
          </ac:spMkLst>
        </pc:spChg>
        <pc:spChg chg="del">
          <ac:chgData name="Allison Mulshine" userId="S::allison.mulshine@collegiseducation.com::5f656d52-c555-4e5e-9a5b-18226766ffe3" providerId="AD" clId="Web-{BDC401D0-7C25-D11A-E875-D656B5ACB17B}" dt="2024-07-12T18:04:16.449" v="3"/>
          <ac:spMkLst>
            <pc:docMk/>
            <pc:sldMk cId="2229975920" sldId="1204"/>
            <ac:spMk id="55" creationId="{F8D413ED-C0C8-0950-F76D-36AB5C270815}"/>
          </ac:spMkLst>
        </pc:spChg>
        <pc:spChg chg="del">
          <ac:chgData name="Allison Mulshine" userId="S::allison.mulshine@collegiseducation.com::5f656d52-c555-4e5e-9a5b-18226766ffe3" providerId="AD" clId="Web-{BDC401D0-7C25-D11A-E875-D656B5ACB17B}" dt="2024-07-12T18:04:16.449" v="2"/>
          <ac:spMkLst>
            <pc:docMk/>
            <pc:sldMk cId="2229975920" sldId="1204"/>
            <ac:spMk id="56" creationId="{F1017841-C002-0AFD-FD34-ADD64034AB8E}"/>
          </ac:spMkLst>
        </pc:spChg>
        <pc:spChg chg="del">
          <ac:chgData name="Allison Mulshine" userId="S::allison.mulshine@collegiseducation.com::5f656d52-c555-4e5e-9a5b-18226766ffe3" providerId="AD" clId="Web-{BDC401D0-7C25-D11A-E875-D656B5ACB17B}" dt="2024-07-12T18:04:16.449" v="1"/>
          <ac:spMkLst>
            <pc:docMk/>
            <pc:sldMk cId="2229975920" sldId="1204"/>
            <ac:spMk id="57" creationId="{C75A30C6-778E-1E6F-DCB5-4B0D17D823ED}"/>
          </ac:spMkLst>
        </pc:spChg>
        <pc:spChg chg="del">
          <ac:chgData name="Allison Mulshine" userId="S::allison.mulshine@collegiseducation.com::5f656d52-c555-4e5e-9a5b-18226766ffe3" providerId="AD" clId="Web-{BDC401D0-7C25-D11A-E875-D656B5ACB17B}" dt="2024-07-12T18:04:16.449" v="0"/>
          <ac:spMkLst>
            <pc:docMk/>
            <pc:sldMk cId="2229975920" sldId="1204"/>
            <ac:spMk id="58" creationId="{A73D10AE-C376-7E27-B0DC-D2780A45C5D0}"/>
          </ac:spMkLst>
        </pc:spChg>
        <pc:grpChg chg="del">
          <ac:chgData name="Allison Mulshine" userId="S::allison.mulshine@collegiseducation.com::5f656d52-c555-4e5e-9a5b-18226766ffe3" providerId="AD" clId="Web-{BDC401D0-7C25-D11A-E875-D656B5ACB17B}" dt="2024-07-12T18:04:16.464" v="7"/>
          <ac:grpSpMkLst>
            <pc:docMk/>
            <pc:sldMk cId="2229975920" sldId="1204"/>
            <ac:grpSpMk id="46" creationId="{BAC629AA-B09A-4637-B5BE-56CCD2A18420}"/>
          </ac:grpSpMkLst>
        </pc:grpChg>
        <pc:picChg chg="add mod">
          <ac:chgData name="Allison Mulshine" userId="S::allison.mulshine@collegiseducation.com::5f656d52-c555-4e5e-9a5b-18226766ffe3" providerId="AD" clId="Web-{BDC401D0-7C25-D11A-E875-D656B5ACB17B}" dt="2024-07-12T18:04:42.418" v="55"/>
          <ac:picMkLst>
            <pc:docMk/>
            <pc:sldMk cId="2229975920" sldId="1204"/>
            <ac:picMk id="67" creationId="{A60D53C2-2AAC-8945-3F6D-F5B01C17A825}"/>
          </ac:picMkLst>
        </pc:picChg>
        <pc:cxnChg chg="del mod">
          <ac:chgData name="Allison Mulshine" userId="S::allison.mulshine@collegiseducation.com::5f656d52-c555-4e5e-9a5b-18226766ffe3" providerId="AD" clId="Web-{BDC401D0-7C25-D11A-E875-D656B5ACB17B}" dt="2024-07-12T18:04:16.480" v="18"/>
          <ac:cxnSpMkLst>
            <pc:docMk/>
            <pc:sldMk cId="2229975920" sldId="1204"/>
            <ac:cxnSpMk id="35" creationId="{52AE1EBC-2502-717E-0BA0-821165C4474E}"/>
          </ac:cxnSpMkLst>
        </pc:cxnChg>
        <pc:cxnChg chg="del mod">
          <ac:chgData name="Allison Mulshine" userId="S::allison.mulshine@collegiseducation.com::5f656d52-c555-4e5e-9a5b-18226766ffe3" providerId="AD" clId="Web-{BDC401D0-7C25-D11A-E875-D656B5ACB17B}" dt="2024-07-12T18:04:16.480" v="17"/>
          <ac:cxnSpMkLst>
            <pc:docMk/>
            <pc:sldMk cId="2229975920" sldId="1204"/>
            <ac:cxnSpMk id="36" creationId="{A4A073C3-FA56-4475-CB70-69B296B716FF}"/>
          </ac:cxnSpMkLst>
        </pc:cxnChg>
        <pc:cxnChg chg="del mod">
          <ac:chgData name="Allison Mulshine" userId="S::allison.mulshine@collegiseducation.com::5f656d52-c555-4e5e-9a5b-18226766ffe3" providerId="AD" clId="Web-{BDC401D0-7C25-D11A-E875-D656B5ACB17B}" dt="2024-07-12T18:04:16.480" v="16"/>
          <ac:cxnSpMkLst>
            <pc:docMk/>
            <pc:sldMk cId="2229975920" sldId="1204"/>
            <ac:cxnSpMk id="37" creationId="{C873238B-9E11-9A52-FE7C-D9BDA2886867}"/>
          </ac:cxnSpMkLst>
        </pc:cxnChg>
        <pc:cxnChg chg="del mod">
          <ac:chgData name="Allison Mulshine" userId="S::allison.mulshine@collegiseducation.com::5f656d52-c555-4e5e-9a5b-18226766ffe3" providerId="AD" clId="Web-{BDC401D0-7C25-D11A-E875-D656B5ACB17B}" dt="2024-07-12T18:04:16.464" v="15"/>
          <ac:cxnSpMkLst>
            <pc:docMk/>
            <pc:sldMk cId="2229975920" sldId="1204"/>
            <ac:cxnSpMk id="38" creationId="{E9B0B685-1017-A9CE-06FD-543F433C4670}"/>
          </ac:cxnSpMkLst>
        </pc:cxnChg>
        <pc:cxnChg chg="del mod">
          <ac:chgData name="Allison Mulshine" userId="S::allison.mulshine@collegiseducation.com::5f656d52-c555-4e5e-9a5b-18226766ffe3" providerId="AD" clId="Web-{BDC401D0-7C25-D11A-E875-D656B5ACB17B}" dt="2024-07-12T18:04:16.464" v="14"/>
          <ac:cxnSpMkLst>
            <pc:docMk/>
            <pc:sldMk cId="2229975920" sldId="1204"/>
            <ac:cxnSpMk id="39" creationId="{AF285BB5-DE0B-C7A0-68FF-E86F8E7A0AA0}"/>
          </ac:cxnSpMkLst>
        </pc:cxnChg>
        <pc:cxnChg chg="del mod">
          <ac:chgData name="Allison Mulshine" userId="S::allison.mulshine@collegiseducation.com::5f656d52-c555-4e5e-9a5b-18226766ffe3" providerId="AD" clId="Web-{BDC401D0-7C25-D11A-E875-D656B5ACB17B}" dt="2024-07-12T18:04:16.464" v="13"/>
          <ac:cxnSpMkLst>
            <pc:docMk/>
            <pc:sldMk cId="2229975920" sldId="1204"/>
            <ac:cxnSpMk id="40" creationId="{358ECC2B-B43C-D06D-850E-279273FB4A34}"/>
          </ac:cxnSpMkLst>
        </pc:cxnChg>
        <pc:cxnChg chg="del mod">
          <ac:chgData name="Allison Mulshine" userId="S::allison.mulshine@collegiseducation.com::5f656d52-c555-4e5e-9a5b-18226766ffe3" providerId="AD" clId="Web-{BDC401D0-7C25-D11A-E875-D656B5ACB17B}" dt="2024-07-12T18:04:16.464" v="12"/>
          <ac:cxnSpMkLst>
            <pc:docMk/>
            <pc:sldMk cId="2229975920" sldId="1204"/>
            <ac:cxnSpMk id="41" creationId="{D771D15C-CD5B-1874-D279-C33EB000FD16}"/>
          </ac:cxnSpMkLst>
        </pc:cxnChg>
        <pc:cxnChg chg="del mod">
          <ac:chgData name="Allison Mulshine" userId="S::allison.mulshine@collegiseducation.com::5f656d52-c555-4e5e-9a5b-18226766ffe3" providerId="AD" clId="Web-{BDC401D0-7C25-D11A-E875-D656B5ACB17B}" dt="2024-07-12T18:04:16.464" v="11"/>
          <ac:cxnSpMkLst>
            <pc:docMk/>
            <pc:sldMk cId="2229975920" sldId="1204"/>
            <ac:cxnSpMk id="42" creationId="{BE5CB572-CF30-D684-7E32-689CCAE951B1}"/>
          </ac:cxnSpMkLst>
        </pc:cxnChg>
        <pc:cxnChg chg="del mod">
          <ac:chgData name="Allison Mulshine" userId="S::allison.mulshine@collegiseducation.com::5f656d52-c555-4e5e-9a5b-18226766ffe3" providerId="AD" clId="Web-{BDC401D0-7C25-D11A-E875-D656B5ACB17B}" dt="2024-07-12T18:04:16.464" v="9"/>
          <ac:cxnSpMkLst>
            <pc:docMk/>
            <pc:sldMk cId="2229975920" sldId="1204"/>
            <ac:cxnSpMk id="44" creationId="{DA009E67-DAED-9BDF-ED65-C00BD766D691}"/>
          </ac:cxnSpMkLst>
        </pc:cxnChg>
        <pc:cxnChg chg="del mod">
          <ac:chgData name="Allison Mulshine" userId="S::allison.mulshine@collegiseducation.com::5f656d52-c555-4e5e-9a5b-18226766ffe3" providerId="AD" clId="Web-{BDC401D0-7C25-D11A-E875-D656B5ACB17B}" dt="2024-07-12T18:04:16.464" v="8"/>
          <ac:cxnSpMkLst>
            <pc:docMk/>
            <pc:sldMk cId="2229975920" sldId="1204"/>
            <ac:cxnSpMk id="45" creationId="{2694ACAB-4FBD-3AA8-84BB-FE55B0EE54B5}"/>
          </ac:cxnSpMkLst>
        </pc:cxnChg>
        <pc:cxnChg chg="del mod">
          <ac:chgData name="Allison Mulshine" userId="S::allison.mulshine@collegiseducation.com::5f656d52-c555-4e5e-9a5b-18226766ffe3" providerId="AD" clId="Web-{BDC401D0-7C25-D11A-E875-D656B5ACB17B}" dt="2024-07-12T18:04:16.464" v="6"/>
          <ac:cxnSpMkLst>
            <pc:docMk/>
            <pc:sldMk cId="2229975920" sldId="1204"/>
            <ac:cxnSpMk id="52" creationId="{C575E830-BD4D-4A10-65A4-156F5A46F6A1}"/>
          </ac:cxnSpMkLst>
        </pc:cxnChg>
        <pc:cxnChg chg="del mod">
          <ac:chgData name="Allison Mulshine" userId="S::allison.mulshine@collegiseducation.com::5f656d52-c555-4e5e-9a5b-18226766ffe3" providerId="AD" clId="Web-{BDC401D0-7C25-D11A-E875-D656B5ACB17B}" dt="2024-07-12T18:04:16.464" v="5"/>
          <ac:cxnSpMkLst>
            <pc:docMk/>
            <pc:sldMk cId="2229975920" sldId="1204"/>
            <ac:cxnSpMk id="53" creationId="{9BE29567-F0CE-9E53-A4D5-D766928635E1}"/>
          </ac:cxnSpMkLst>
        </pc:cxnChg>
      </pc:sldChg>
      <pc:sldChg chg="addSp delSp modSp">
        <pc:chgData name="Allison Mulshine" userId="S::allison.mulshine@collegiseducation.com::5f656d52-c555-4e5e-9a5b-18226766ffe3" providerId="AD" clId="Web-{BDC401D0-7C25-D11A-E875-D656B5ACB17B}" dt="2024-07-12T18:05:33.357" v="61"/>
        <pc:sldMkLst>
          <pc:docMk/>
          <pc:sldMk cId="1684568894" sldId="1205"/>
        </pc:sldMkLst>
        <pc:picChg chg="add mod">
          <ac:chgData name="Allison Mulshine" userId="S::allison.mulshine@collegiseducation.com::5f656d52-c555-4e5e-9a5b-18226766ffe3" providerId="AD" clId="Web-{BDC401D0-7C25-D11A-E875-D656B5ACB17B}" dt="2024-07-12T18:05:33.357" v="61"/>
          <ac:picMkLst>
            <pc:docMk/>
            <pc:sldMk cId="1684568894" sldId="1205"/>
            <ac:picMk id="3" creationId="{405BE501-BB7B-6FA5-5762-076FC607441E}"/>
          </ac:picMkLst>
        </pc:picChg>
        <pc:picChg chg="del">
          <ac:chgData name="Allison Mulshine" userId="S::allison.mulshine@collegiseducation.com::5f656d52-c555-4e5e-9a5b-18226766ffe3" providerId="AD" clId="Web-{BDC401D0-7C25-D11A-E875-D656B5ACB17B}" dt="2024-07-12T18:05:02.091" v="56"/>
          <ac:picMkLst>
            <pc:docMk/>
            <pc:sldMk cId="1684568894" sldId="1205"/>
            <ac:picMk id="13" creationId="{0DD4FB41-151A-F0D7-79FF-C518A0F03525}"/>
          </ac:picMkLst>
        </pc:picChg>
      </pc:sldChg>
      <pc:sldChg chg="addSp delSp modSp">
        <pc:chgData name="Allison Mulshine" userId="S::allison.mulshine@collegiseducation.com::5f656d52-c555-4e5e-9a5b-18226766ffe3" providerId="AD" clId="Web-{BDC401D0-7C25-D11A-E875-D656B5ACB17B}" dt="2024-07-12T18:06:34.500" v="82" actId="14100"/>
        <pc:sldMkLst>
          <pc:docMk/>
          <pc:sldMk cId="3563577640" sldId="1206"/>
        </pc:sldMkLst>
        <pc:spChg chg="del">
          <ac:chgData name="Allison Mulshine" userId="S::allison.mulshine@collegiseducation.com::5f656d52-c555-4e5e-9a5b-18226766ffe3" providerId="AD" clId="Web-{BDC401D0-7C25-D11A-E875-D656B5ACB17B}" dt="2024-07-12T18:06:00.577" v="73"/>
          <ac:spMkLst>
            <pc:docMk/>
            <pc:sldMk cId="3563577640" sldId="1206"/>
            <ac:spMk id="3" creationId="{E34AF68D-4384-A78D-7EFB-6753B276A7C4}"/>
          </ac:spMkLst>
        </pc:spChg>
        <pc:spChg chg="del">
          <ac:chgData name="Allison Mulshine" userId="S::allison.mulshine@collegiseducation.com::5f656d52-c555-4e5e-9a5b-18226766ffe3" providerId="AD" clId="Web-{BDC401D0-7C25-D11A-E875-D656B5ACB17B}" dt="2024-07-12T18:06:00.577" v="72"/>
          <ac:spMkLst>
            <pc:docMk/>
            <pc:sldMk cId="3563577640" sldId="1206"/>
            <ac:spMk id="4" creationId="{E36E5910-E5A0-B73F-082E-8CE587BF57D9}"/>
          </ac:spMkLst>
        </pc:spChg>
        <pc:spChg chg="del">
          <ac:chgData name="Allison Mulshine" userId="S::allison.mulshine@collegiseducation.com::5f656d52-c555-4e5e-9a5b-18226766ffe3" providerId="AD" clId="Web-{BDC401D0-7C25-D11A-E875-D656B5ACB17B}" dt="2024-07-12T18:06:00.577" v="71"/>
          <ac:spMkLst>
            <pc:docMk/>
            <pc:sldMk cId="3563577640" sldId="1206"/>
            <ac:spMk id="5" creationId="{A6601054-0A1B-3CC3-CFC5-DFEFE0DECFC5}"/>
          </ac:spMkLst>
        </pc:spChg>
        <pc:spChg chg="del">
          <ac:chgData name="Allison Mulshine" userId="S::allison.mulshine@collegiseducation.com::5f656d52-c555-4e5e-9a5b-18226766ffe3" providerId="AD" clId="Web-{BDC401D0-7C25-D11A-E875-D656B5ACB17B}" dt="2024-07-12T18:06:00.577" v="69"/>
          <ac:spMkLst>
            <pc:docMk/>
            <pc:sldMk cId="3563577640" sldId="1206"/>
            <ac:spMk id="8" creationId="{8F39690A-6072-8EA0-E091-84DB746A640C}"/>
          </ac:spMkLst>
        </pc:spChg>
        <pc:spChg chg="del">
          <ac:chgData name="Allison Mulshine" userId="S::allison.mulshine@collegiseducation.com::5f656d52-c555-4e5e-9a5b-18226766ffe3" providerId="AD" clId="Web-{BDC401D0-7C25-D11A-E875-D656B5ACB17B}" dt="2024-07-12T18:06:00.577" v="67"/>
          <ac:spMkLst>
            <pc:docMk/>
            <pc:sldMk cId="3563577640" sldId="1206"/>
            <ac:spMk id="10" creationId="{55EBF48A-4A6D-0A0B-B67D-F90F89316DBF}"/>
          </ac:spMkLst>
        </pc:spChg>
        <pc:spChg chg="del">
          <ac:chgData name="Allison Mulshine" userId="S::allison.mulshine@collegiseducation.com::5f656d52-c555-4e5e-9a5b-18226766ffe3" providerId="AD" clId="Web-{BDC401D0-7C25-D11A-E875-D656B5ACB17B}" dt="2024-07-12T18:06:00.577" v="66"/>
          <ac:spMkLst>
            <pc:docMk/>
            <pc:sldMk cId="3563577640" sldId="1206"/>
            <ac:spMk id="11" creationId="{B5586A4E-B8ED-4264-605F-F4EB909E8F93}"/>
          </ac:spMkLst>
        </pc:spChg>
        <pc:spChg chg="del">
          <ac:chgData name="Allison Mulshine" userId="S::allison.mulshine@collegiseducation.com::5f656d52-c555-4e5e-9a5b-18226766ffe3" providerId="AD" clId="Web-{BDC401D0-7C25-D11A-E875-D656B5ACB17B}" dt="2024-07-12T18:06:00.577" v="65"/>
          <ac:spMkLst>
            <pc:docMk/>
            <pc:sldMk cId="3563577640" sldId="1206"/>
            <ac:spMk id="12" creationId="{94759930-04E6-875C-2E1A-81F9E025E7CE}"/>
          </ac:spMkLst>
        </pc:spChg>
        <pc:spChg chg="del">
          <ac:chgData name="Allison Mulshine" userId="S::allison.mulshine@collegiseducation.com::5f656d52-c555-4e5e-9a5b-18226766ffe3" providerId="AD" clId="Web-{BDC401D0-7C25-D11A-E875-D656B5ACB17B}" dt="2024-07-12T18:06:00.577" v="64"/>
          <ac:spMkLst>
            <pc:docMk/>
            <pc:sldMk cId="3563577640" sldId="1206"/>
            <ac:spMk id="13" creationId="{322FA7D6-34B5-61A9-77FD-D50B5740DF6F}"/>
          </ac:spMkLst>
        </pc:spChg>
        <pc:spChg chg="del">
          <ac:chgData name="Allison Mulshine" userId="S::allison.mulshine@collegiseducation.com::5f656d52-c555-4e5e-9a5b-18226766ffe3" providerId="AD" clId="Web-{BDC401D0-7C25-D11A-E875-D656B5ACB17B}" dt="2024-07-12T18:06:00.577" v="63"/>
          <ac:spMkLst>
            <pc:docMk/>
            <pc:sldMk cId="3563577640" sldId="1206"/>
            <ac:spMk id="14" creationId="{94544F13-D2C0-74CD-409B-DBFDF64B1446}"/>
          </ac:spMkLst>
        </pc:spChg>
        <pc:spChg chg="del">
          <ac:chgData name="Allison Mulshine" userId="S::allison.mulshine@collegiseducation.com::5f656d52-c555-4e5e-9a5b-18226766ffe3" providerId="AD" clId="Web-{BDC401D0-7C25-D11A-E875-D656B5ACB17B}" dt="2024-07-12T18:06:00.577" v="62"/>
          <ac:spMkLst>
            <pc:docMk/>
            <pc:sldMk cId="3563577640" sldId="1206"/>
            <ac:spMk id="15" creationId="{187A3888-2070-8D1C-EE37-89EB604BBA16}"/>
          </ac:spMkLst>
        </pc:spChg>
        <pc:picChg chg="add mod">
          <ac:chgData name="Allison Mulshine" userId="S::allison.mulshine@collegiseducation.com::5f656d52-c555-4e5e-9a5b-18226766ffe3" providerId="AD" clId="Web-{BDC401D0-7C25-D11A-E875-D656B5ACB17B}" dt="2024-07-12T18:06:34.500" v="82" actId="14100"/>
          <ac:picMkLst>
            <pc:docMk/>
            <pc:sldMk cId="3563577640" sldId="1206"/>
            <ac:picMk id="6" creationId="{DE9DC488-020B-99F1-7B27-CFF0CC79DF9C}"/>
          </ac:picMkLst>
        </pc:picChg>
        <pc:cxnChg chg="del">
          <ac:chgData name="Allison Mulshine" userId="S::allison.mulshine@collegiseducation.com::5f656d52-c555-4e5e-9a5b-18226766ffe3" providerId="AD" clId="Web-{BDC401D0-7C25-D11A-E875-D656B5ACB17B}" dt="2024-07-12T18:06:00.577" v="70"/>
          <ac:cxnSpMkLst>
            <pc:docMk/>
            <pc:sldMk cId="3563577640" sldId="1206"/>
            <ac:cxnSpMk id="7" creationId="{E87F8A53-BAA9-7E1F-107B-098F634A8266}"/>
          </ac:cxnSpMkLst>
        </pc:cxnChg>
        <pc:cxnChg chg="del">
          <ac:chgData name="Allison Mulshine" userId="S::allison.mulshine@collegiseducation.com::5f656d52-c555-4e5e-9a5b-18226766ffe3" providerId="AD" clId="Web-{BDC401D0-7C25-D11A-E875-D656B5ACB17B}" dt="2024-07-12T18:06:00.577" v="68"/>
          <ac:cxnSpMkLst>
            <pc:docMk/>
            <pc:sldMk cId="3563577640" sldId="1206"/>
            <ac:cxnSpMk id="9" creationId="{C5FA6EA1-3626-FCA2-D87E-14CFE3ACBE4A}"/>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9D919ED-7EBC-0349-92FD-49744747E976}" type="datetimeFigureOut">
              <a:rPr lang="en-US" smtClean="0"/>
              <a:t>7/12/2024</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A1B2D-91A0-C5A0-A577-CB1060733B0D}"/>
              </a:ext>
            </a:extLst>
          </p:cNvPr>
          <p:cNvSpPr>
            <a:spLocks noGrp="1"/>
          </p:cNvSpPr>
          <p:nvPr>
            <p:ph type="dt" sz="half" idx="10"/>
          </p:nvPr>
        </p:nvSpPr>
        <p:spPr/>
        <p:txBody>
          <a:bodyPr/>
          <a:lstStyle/>
          <a:p>
            <a:fld id="{E251FD5A-47F3-7A42-9DEC-F1C89DC0E539}" type="datetimeFigureOut">
              <a:rPr lang="en-US" smtClean="0"/>
              <a:t>7/12/2024</a:t>
            </a:fld>
            <a:endParaRPr lang="en-US" dirty="0"/>
          </a:p>
        </p:txBody>
      </p:sp>
      <p:sp>
        <p:nvSpPr>
          <p:cNvPr id="3" name="Footer Placeholder 2">
            <a:extLst>
              <a:ext uri="{FF2B5EF4-FFF2-40B4-BE49-F238E27FC236}">
                <a16:creationId xmlns:a16="http://schemas.microsoft.com/office/drawing/2014/main" id="{125DCA34-8EAF-2F4C-A973-971DE3FA740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64203A-6871-B7A0-6812-ECB7856C866B}"/>
              </a:ext>
            </a:extLst>
          </p:cNvPr>
          <p:cNvSpPr>
            <a:spLocks noGrp="1"/>
          </p:cNvSpPr>
          <p:nvPr>
            <p:ph type="sldNum" sz="quarter" idx="12"/>
          </p:nvPr>
        </p:nvSpPr>
        <p:spPr/>
        <p:txBody>
          <a:bodyPr/>
          <a:lstStyle/>
          <a:p>
            <a:fld id="{4443CBA9-CC61-CC46-91C3-2044A25EBE9F}" type="slidenum">
              <a:rPr lang="en-US" smtClean="0"/>
              <a:t>‹#›</a:t>
            </a:fld>
            <a:endParaRPr lang="en-US" dirty="0"/>
          </a:p>
        </p:txBody>
      </p:sp>
    </p:spTree>
    <p:extLst>
      <p:ext uri="{BB962C8B-B14F-4D97-AF65-F5344CB8AC3E}">
        <p14:creationId xmlns:p14="http://schemas.microsoft.com/office/powerpoint/2010/main" val="1723670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71500"/>
            <a:ext cx="16459200" cy="1485900"/>
          </a:xfrm>
        </p:spPr>
        <p:txBody>
          <a:bodyPr>
            <a:normAutofit/>
          </a:bodyPr>
          <a:lstStyle>
            <a:lvl1pPr>
              <a:defRPr sz="5400"/>
            </a:lvl1pPr>
          </a:lstStyle>
          <a:p>
            <a:r>
              <a:rPr lang="en-US" dirty="0"/>
              <a:t>Click to edit Master title style</a:t>
            </a:r>
          </a:p>
        </p:txBody>
      </p:sp>
      <p:sp>
        <p:nvSpPr>
          <p:cNvPr id="3" name="Date Placeholder 2"/>
          <p:cNvSpPr>
            <a:spLocks noGrp="1"/>
          </p:cNvSpPr>
          <p:nvPr>
            <p:ph type="dt" sz="half" idx="10"/>
          </p:nvPr>
        </p:nvSpPr>
        <p:spPr/>
        <p:txBody>
          <a:bodyPr/>
          <a:lstStyle/>
          <a:p>
            <a:fld id="{4D875EC7-9AFA-49AB-8FDF-A0609DDEEC05}" type="datetimeFigureOut">
              <a:rPr lang="en-US" smtClean="0"/>
              <a:t>7/12/2024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8D503BC-FD28-4C71-9C87-2981572925EE}" type="slidenum">
              <a:rPr lang="en-US" smtClean="0"/>
              <a:t>‹#›</a:t>
            </a:fld>
            <a:endParaRPr lang="en-US" dirty="0"/>
          </a:p>
        </p:txBody>
      </p:sp>
    </p:spTree>
    <p:extLst>
      <p:ext uri="{BB962C8B-B14F-4D97-AF65-F5344CB8AC3E}">
        <p14:creationId xmlns:p14="http://schemas.microsoft.com/office/powerpoint/2010/main" val="58743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 id="2147483690" r:id="rId5"/>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5.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a:xfrm>
            <a:off x="2645842" y="2855623"/>
            <a:ext cx="12996316" cy="2587300"/>
          </a:xfrm>
        </p:spPr>
        <p:txBody>
          <a:bodyPr/>
          <a:lstStyle/>
          <a:p>
            <a:r>
              <a:rPr lang="en-US" dirty="0"/>
              <a:t>Module 7: Lesson 2</a:t>
            </a:r>
            <a:br>
              <a:rPr lang="en-US" dirty="0"/>
            </a:br>
            <a:r>
              <a:rPr lang="en-US" sz="5400" dirty="0"/>
              <a:t>NoSQL Database Concepts (Part 1)</a:t>
            </a:r>
            <a:endParaRPr lang="en-US" dirty="0"/>
          </a:p>
        </p:txBody>
      </p:sp>
    </p:spTree>
    <p:custDataLst>
      <p:tags r:id="rId1"/>
    </p:custDataLst>
    <p:extLst>
      <p:ext uri="{BB962C8B-B14F-4D97-AF65-F5344CB8AC3E}">
        <p14:creationId xmlns:p14="http://schemas.microsoft.com/office/powerpoint/2010/main" val="522497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B04B5-3361-A7A1-3F6C-A4296C169B07}"/>
              </a:ext>
            </a:extLst>
          </p:cNvPr>
          <p:cNvSpPr>
            <a:spLocks noGrp="1"/>
          </p:cNvSpPr>
          <p:nvPr>
            <p:ph type="title"/>
          </p:nvPr>
        </p:nvSpPr>
        <p:spPr/>
        <p:txBody>
          <a:bodyPr>
            <a:normAutofit fontScale="90000"/>
          </a:bodyPr>
          <a:lstStyle/>
          <a:p>
            <a:r>
              <a:rPr lang="en-US" dirty="0"/>
              <a:t>Distributed Storage</a:t>
            </a:r>
            <a:br>
              <a:rPr lang="en-US" dirty="0"/>
            </a:br>
            <a:r>
              <a:rPr lang="en-US" sz="4900" dirty="0"/>
              <a:t>Partitions</a:t>
            </a:r>
            <a:endParaRPr lang="en-US" dirty="0"/>
          </a:p>
        </p:txBody>
      </p:sp>
      <p:sp>
        <p:nvSpPr>
          <p:cNvPr id="59" name="Rectangle 58">
            <a:extLst>
              <a:ext uri="{FF2B5EF4-FFF2-40B4-BE49-F238E27FC236}">
                <a16:creationId xmlns:a16="http://schemas.microsoft.com/office/drawing/2014/main" id="{4274F0A5-A4C0-1B0A-16F7-2276FD9C1972}"/>
              </a:ext>
            </a:extLst>
          </p:cNvPr>
          <p:cNvSpPr/>
          <p:nvPr/>
        </p:nvSpPr>
        <p:spPr>
          <a:xfrm>
            <a:off x="1232453" y="2324100"/>
            <a:ext cx="7385137"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000" i="0" dirty="0">
                <a:solidFill>
                  <a:schemeClr val="bg2"/>
                </a:solidFill>
                <a:effectLst/>
              </a:rPr>
              <a:t>Let’s recall how we handled the storage of massive volumes of data – in particular the use of the Hadoop Distributed File System (HDFS)</a:t>
            </a:r>
          </a:p>
        </p:txBody>
      </p:sp>
      <p:sp>
        <p:nvSpPr>
          <p:cNvPr id="60" name="Rectangle 59">
            <a:extLst>
              <a:ext uri="{FF2B5EF4-FFF2-40B4-BE49-F238E27FC236}">
                <a16:creationId xmlns:a16="http://schemas.microsoft.com/office/drawing/2014/main" id="{ECBC3DD0-FDB4-6226-D9DA-BAADB1BB155D}"/>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61" name="Rectangle 60">
            <a:extLst>
              <a:ext uri="{FF2B5EF4-FFF2-40B4-BE49-F238E27FC236}">
                <a16:creationId xmlns:a16="http://schemas.microsoft.com/office/drawing/2014/main" id="{D83D28F1-B1E2-ED7E-5B4F-E4BDCEEDE94D}"/>
              </a:ext>
            </a:extLst>
          </p:cNvPr>
          <p:cNvSpPr/>
          <p:nvPr/>
        </p:nvSpPr>
        <p:spPr>
          <a:xfrm>
            <a:off x="1232454" y="3895725"/>
            <a:ext cx="7385136"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000" dirty="0">
                <a:solidFill>
                  <a:schemeClr val="tx1"/>
                </a:solidFill>
              </a:rPr>
              <a:t>If the size of a file exceeded the capacity of any single storage system (data node), our solution was to separate that file into fixed size blocks and distribute them across multiple storage systems (data nodes)</a:t>
            </a:r>
          </a:p>
        </p:txBody>
      </p:sp>
      <p:sp>
        <p:nvSpPr>
          <p:cNvPr id="62" name="Rectangle 61">
            <a:extLst>
              <a:ext uri="{FF2B5EF4-FFF2-40B4-BE49-F238E27FC236}">
                <a16:creationId xmlns:a16="http://schemas.microsoft.com/office/drawing/2014/main" id="{BBE050A0-1D91-AEC9-6022-6FDA226EAC57}"/>
              </a:ext>
            </a:extLst>
          </p:cNvPr>
          <p:cNvSpPr/>
          <p:nvPr/>
        </p:nvSpPr>
        <p:spPr>
          <a:xfrm>
            <a:off x="1232453" y="5467350"/>
            <a:ext cx="7385137"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000" dirty="0">
                <a:solidFill>
                  <a:schemeClr val="tx1"/>
                </a:solidFill>
              </a:rPr>
              <a:t>Further, to ensure fault tolerance, we created multiple replicas of each file block on multiple storage systems (data nodes</a:t>
            </a:r>
          </a:p>
        </p:txBody>
      </p:sp>
      <p:sp>
        <p:nvSpPr>
          <p:cNvPr id="63" name="Rectangle 62">
            <a:extLst>
              <a:ext uri="{FF2B5EF4-FFF2-40B4-BE49-F238E27FC236}">
                <a16:creationId xmlns:a16="http://schemas.microsoft.com/office/drawing/2014/main" id="{DDA01EF5-76CE-6CD9-AA54-75814FBBCC6A}"/>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64" name="Rectangle 63">
            <a:extLst>
              <a:ext uri="{FF2B5EF4-FFF2-40B4-BE49-F238E27FC236}">
                <a16:creationId xmlns:a16="http://schemas.microsoft.com/office/drawing/2014/main" id="{2EE75AD5-433D-53CE-94D8-69370B12E1BA}"/>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65" name="Rectangle 64">
            <a:extLst>
              <a:ext uri="{FF2B5EF4-FFF2-40B4-BE49-F238E27FC236}">
                <a16:creationId xmlns:a16="http://schemas.microsoft.com/office/drawing/2014/main" id="{03D922F2-F6F8-E9F5-E34D-0CB2344BBD94}"/>
              </a:ext>
            </a:extLst>
          </p:cNvPr>
          <p:cNvSpPr/>
          <p:nvPr/>
        </p:nvSpPr>
        <p:spPr>
          <a:xfrm>
            <a:off x="1232453" y="7038975"/>
            <a:ext cx="7385137"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At the same time, we collected metadata, on name nodes, about each file, including its name, and the placement and order of its blocks (including replicas)</a:t>
            </a:r>
          </a:p>
        </p:txBody>
      </p:sp>
      <p:sp>
        <p:nvSpPr>
          <p:cNvPr id="66" name="Rectangle 65">
            <a:extLst>
              <a:ext uri="{FF2B5EF4-FFF2-40B4-BE49-F238E27FC236}">
                <a16:creationId xmlns:a16="http://schemas.microsoft.com/office/drawing/2014/main" id="{816D6044-7283-32EE-F28F-9861294288D6}"/>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pic>
        <p:nvPicPr>
          <p:cNvPr id="67" name="Picture 66" descr="A diagram illustrating the interaction between an HDFS client and a Hadoop cluster, detailing how data is read and written in the Hadoop Distributed File System (HDFS):&#10;&#10;1. **App and HDFS Client:**&#10;   - At the top left, a box labeled &quot;App&quot; connects to an &quot;HDFS Client&quot;.&#10;   - The HDFS Client obtains metadata and reads/writes blocks.&#10;&#10;2. **Hadoop Cluster (HDFS View):**&#10;   - On the right, a large box labeled &quot;Hadoop Cluster (HDFS View)&quot; contains the components of the Hadoop cluster.&#10;   - Within this cluster, a &quot;NameNode&quot; is responsible for managing metadata.&#10;   - The NameNode handles operations like obtaining metadata and managing heartbeats, block reports, and block management.&#10;&#10;3. **DataNodes:**&#10;   - Below the NameNode are three &quot;DataNode&quot; boxes, each responsible for storing data blocks.&#10;   - The DataNodes interact with the NameNode for metadata management and perform block replication among themselves to ensure data redundancy and reliability.&#10;&#10;4. **Connections and Operations:**&#10;   - Arrows indicate the flow of operations:&#10;     - The App communicates with the HDFS Client to obtain metadata and read/write blocks.&#10;     - The HDFS Client interacts with the NameNode for metadata operations.&#10;     - The NameNode manages metadata and coordinates with DataNodes for block management.&#10;     - DataNodes send heartbeats and block reports to the NameNode and handle block replication among themselves.&#10;&#10;This diagram shows the high-level architecture of HDFS, highlighting the roles of the NameNode and DataNodes in managing and storing data, and the interactions between the HDFS client and the Hadoop cluster components.">
            <a:extLst>
              <a:ext uri="{FF2B5EF4-FFF2-40B4-BE49-F238E27FC236}">
                <a16:creationId xmlns:a16="http://schemas.microsoft.com/office/drawing/2014/main" id="{A60D53C2-2AAC-8945-3F6D-F5B01C17A825}"/>
              </a:ext>
            </a:extLst>
          </p:cNvPr>
          <p:cNvPicPr>
            <a:picLocks noChangeAspect="1"/>
          </p:cNvPicPr>
          <p:nvPr/>
        </p:nvPicPr>
        <p:blipFill>
          <a:blip r:embed="rId2"/>
          <a:stretch>
            <a:fillRect/>
          </a:stretch>
        </p:blipFill>
        <p:spPr>
          <a:xfrm>
            <a:off x="9141583" y="2322891"/>
            <a:ext cx="8841758" cy="6391843"/>
          </a:xfrm>
          <a:prstGeom prst="rect">
            <a:avLst/>
          </a:prstGeom>
        </p:spPr>
      </p:pic>
    </p:spTree>
    <p:extLst>
      <p:ext uri="{BB962C8B-B14F-4D97-AF65-F5344CB8AC3E}">
        <p14:creationId xmlns:p14="http://schemas.microsoft.com/office/powerpoint/2010/main" val="2229975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ADE8-D5DA-DF3A-1FC6-251492A953B5}"/>
              </a:ext>
            </a:extLst>
          </p:cNvPr>
          <p:cNvSpPr>
            <a:spLocks noGrp="1"/>
          </p:cNvSpPr>
          <p:nvPr>
            <p:ph type="title"/>
          </p:nvPr>
        </p:nvSpPr>
        <p:spPr/>
        <p:txBody>
          <a:bodyPr>
            <a:normAutofit fontScale="90000"/>
          </a:bodyPr>
          <a:lstStyle/>
          <a:p>
            <a:r>
              <a:rPr lang="en-US" dirty="0"/>
              <a:t>Managing Distributed Storage</a:t>
            </a:r>
            <a:br>
              <a:rPr lang="en-US" dirty="0"/>
            </a:br>
            <a:r>
              <a:rPr lang="en-US" dirty="0"/>
              <a:t>Partitions</a:t>
            </a:r>
          </a:p>
        </p:txBody>
      </p:sp>
      <p:sp>
        <p:nvSpPr>
          <p:cNvPr id="33" name="Rectangle 32">
            <a:extLst>
              <a:ext uri="{FF2B5EF4-FFF2-40B4-BE49-F238E27FC236}">
                <a16:creationId xmlns:a16="http://schemas.microsoft.com/office/drawing/2014/main" id="{26F1839A-0662-8D99-52BE-13C81CDF605A}"/>
              </a:ext>
            </a:extLst>
          </p:cNvPr>
          <p:cNvSpPr/>
          <p:nvPr/>
        </p:nvSpPr>
        <p:spPr>
          <a:xfrm>
            <a:off x="1232453" y="2446020"/>
            <a:ext cx="774843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000" dirty="0">
                <a:solidFill>
                  <a:schemeClr val="bg2"/>
                </a:solidFill>
                <a:effectLst/>
                <a:ea typeface="Calibri" panose="020F0502020204030204" pitchFamily="34" charset="0"/>
                <a:cs typeface="Times New Roman" panose="02020603050405020304" pitchFamily="18" charset="0"/>
              </a:rPr>
              <a:t>NoSQL databases often employ a similar technique call partitioning to distribute tables or collections of massive size across a cluster</a:t>
            </a:r>
          </a:p>
        </p:txBody>
      </p:sp>
      <p:sp>
        <p:nvSpPr>
          <p:cNvPr id="34" name="Rectangle 33">
            <a:extLst>
              <a:ext uri="{FF2B5EF4-FFF2-40B4-BE49-F238E27FC236}">
                <a16:creationId xmlns:a16="http://schemas.microsoft.com/office/drawing/2014/main" id="{CBD0FD36-D5F9-9BD5-625C-C0B073B4C657}"/>
              </a:ext>
            </a:extLst>
          </p:cNvPr>
          <p:cNvSpPr/>
          <p:nvPr/>
        </p:nvSpPr>
        <p:spPr>
          <a:xfrm>
            <a:off x="1232453" y="3743325"/>
            <a:ext cx="774843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000" dirty="0">
                <a:solidFill>
                  <a:schemeClr val="tx1"/>
                </a:solidFill>
              </a:rPr>
              <a:t>A massive database table or collection too large to be stored on a single cluster node, is divided into smaller groupings of rows called partitions which are then distributed across multiple nodes</a:t>
            </a:r>
          </a:p>
        </p:txBody>
      </p:sp>
      <p:sp>
        <p:nvSpPr>
          <p:cNvPr id="35" name="Rectangle 34">
            <a:extLst>
              <a:ext uri="{FF2B5EF4-FFF2-40B4-BE49-F238E27FC236}">
                <a16:creationId xmlns:a16="http://schemas.microsoft.com/office/drawing/2014/main" id="{BA922A4D-454C-A078-59BD-CC40BBAA34B4}"/>
              </a:ext>
            </a:extLst>
          </p:cNvPr>
          <p:cNvSpPr/>
          <p:nvPr/>
        </p:nvSpPr>
        <p:spPr>
          <a:xfrm>
            <a:off x="1232453" y="5010150"/>
            <a:ext cx="7748434"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000" dirty="0">
                <a:solidFill>
                  <a:schemeClr val="tx1"/>
                </a:solidFill>
              </a:rPr>
              <a:t>Note, each node can store partitions from one or more tables or collections</a:t>
            </a:r>
          </a:p>
        </p:txBody>
      </p:sp>
      <p:sp>
        <p:nvSpPr>
          <p:cNvPr id="36" name="Rectangle 35">
            <a:extLst>
              <a:ext uri="{FF2B5EF4-FFF2-40B4-BE49-F238E27FC236}">
                <a16:creationId xmlns:a16="http://schemas.microsoft.com/office/drawing/2014/main" id="{96F26F8C-639F-4E7D-E982-3660AD35933E}"/>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37" name="Rectangle 36">
            <a:extLst>
              <a:ext uri="{FF2B5EF4-FFF2-40B4-BE49-F238E27FC236}">
                <a16:creationId xmlns:a16="http://schemas.microsoft.com/office/drawing/2014/main" id="{4DD6EFAF-3FAB-7DFA-F78E-0F5B072CA138}"/>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8" name="Rectangle 37">
            <a:extLst>
              <a:ext uri="{FF2B5EF4-FFF2-40B4-BE49-F238E27FC236}">
                <a16:creationId xmlns:a16="http://schemas.microsoft.com/office/drawing/2014/main" id="{EF0A3CA5-0FE3-28C5-F0AA-382B6D5DB91B}"/>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39" name="Rectangle 38">
            <a:extLst>
              <a:ext uri="{FF2B5EF4-FFF2-40B4-BE49-F238E27FC236}">
                <a16:creationId xmlns:a16="http://schemas.microsoft.com/office/drawing/2014/main" id="{61484909-2CF1-535D-26E0-F6F01C10C7D9}"/>
              </a:ext>
            </a:extLst>
          </p:cNvPr>
          <p:cNvSpPr/>
          <p:nvPr/>
        </p:nvSpPr>
        <p:spPr>
          <a:xfrm>
            <a:off x="1232453" y="6249640"/>
            <a:ext cx="7748434"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bg2"/>
                </a:solidFill>
              </a:rPr>
              <a:t>This allows for the storage of massive tables, parallel processing of queries and improves scalability as additional nodes can be easily added to handle growing data volumes.</a:t>
            </a:r>
          </a:p>
        </p:txBody>
      </p:sp>
      <p:sp>
        <p:nvSpPr>
          <p:cNvPr id="40" name="Rectangle 39">
            <a:extLst>
              <a:ext uri="{FF2B5EF4-FFF2-40B4-BE49-F238E27FC236}">
                <a16:creationId xmlns:a16="http://schemas.microsoft.com/office/drawing/2014/main" id="{12057502-CA40-02BA-7B6C-A8AB14D3E404}"/>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41" name="Rectangle 40">
            <a:extLst>
              <a:ext uri="{FF2B5EF4-FFF2-40B4-BE49-F238E27FC236}">
                <a16:creationId xmlns:a16="http://schemas.microsoft.com/office/drawing/2014/main" id="{48E593CA-4667-C141-B6B3-C7305E7F7F08}"/>
              </a:ext>
            </a:extLst>
          </p:cNvPr>
          <p:cNvSpPr/>
          <p:nvPr/>
        </p:nvSpPr>
        <p:spPr>
          <a:xfrm>
            <a:off x="1262933" y="7526655"/>
            <a:ext cx="7748434"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Replicas of a partition can be stored on different nodes, allowing the system to continue operating even if some nodes fail.</a:t>
            </a:r>
          </a:p>
        </p:txBody>
      </p:sp>
      <p:sp>
        <p:nvSpPr>
          <p:cNvPr id="42" name="Rectangle 41">
            <a:extLst>
              <a:ext uri="{FF2B5EF4-FFF2-40B4-BE49-F238E27FC236}">
                <a16:creationId xmlns:a16="http://schemas.microsoft.com/office/drawing/2014/main" id="{7914E3EC-E889-CAC1-3427-A1C35AC86059}"/>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67" name="TextBox 66">
            <a:extLst>
              <a:ext uri="{FF2B5EF4-FFF2-40B4-BE49-F238E27FC236}">
                <a16:creationId xmlns:a16="http://schemas.microsoft.com/office/drawing/2014/main" id="{69D57390-43DE-28C6-15C4-FCA0AE5F9840}"/>
              </a:ext>
              <a:ext uri="{C183D7F6-B498-43B3-948B-1728B52AA6E4}">
                <adec:decorative xmlns:adec="http://schemas.microsoft.com/office/drawing/2017/decorative" val="1"/>
              </a:ext>
            </a:extLst>
          </p:cNvPr>
          <p:cNvSpPr txBox="1"/>
          <p:nvPr/>
        </p:nvSpPr>
        <p:spPr>
          <a:xfrm>
            <a:off x="2903621" y="2057400"/>
            <a:ext cx="229692" cy="369332"/>
          </a:xfrm>
          <a:prstGeom prst="rect">
            <a:avLst/>
          </a:prstGeom>
          <a:noFill/>
        </p:spPr>
        <p:txBody>
          <a:bodyPr wrap="square" rtlCol="0">
            <a:spAutoFit/>
          </a:bodyPr>
          <a:lstStyle/>
          <a:p>
            <a:endParaRPr lang="en-US" dirty="0"/>
          </a:p>
        </p:txBody>
      </p:sp>
      <p:pic>
        <p:nvPicPr>
          <p:cNvPr id="3" name="Picture 2" descr="A diagram illustrating the architecture of a distributed database and the replication of large or frequently queried tables across multiple nodes:&#10;&#10;1. **Central Table:**&#10;   - At the top, a table that is &quot;too large or queried too frequently to be managed by one node&quot; is depicted.&#10;&#10;2. **Nodes:**&#10;   - The table is divided and distributed across four nodes:&#10;     - Node 1&#10;     - Node 2&#10;     - Node 3&#10;     - Node 4&#10;&#10;3. **Replication:**&#10;   - The diagram shows arrows indicating the replication of the table data:&#10;     - Data from Node 1 is replicated to Node 3.&#10;     - Data from Node 2 is replicated to Node 4.&#10;&#10;4. **Distributed Database:**&#10;   - The four nodes are contained within a box labeled &quot;Distributed Database,&quot; emphasizing that the database is distributed across multiple nodes for scalability and reliability.&#10;&#10;This diagram highlights how a distributed database manages large or frequently queried tables by distributing the data across multiple nodes and ensuring data redundancy through replication.">
            <a:extLst>
              <a:ext uri="{FF2B5EF4-FFF2-40B4-BE49-F238E27FC236}">
                <a16:creationId xmlns:a16="http://schemas.microsoft.com/office/drawing/2014/main" id="{405BE501-BB7B-6FA5-5762-076FC607441E}"/>
              </a:ext>
            </a:extLst>
          </p:cNvPr>
          <p:cNvPicPr>
            <a:picLocks noChangeAspect="1"/>
          </p:cNvPicPr>
          <p:nvPr/>
        </p:nvPicPr>
        <p:blipFill>
          <a:blip r:embed="rId2"/>
          <a:stretch>
            <a:fillRect/>
          </a:stretch>
        </p:blipFill>
        <p:spPr>
          <a:xfrm>
            <a:off x="9481705" y="2354407"/>
            <a:ext cx="8427027" cy="6326331"/>
          </a:xfrm>
          <a:prstGeom prst="rect">
            <a:avLst/>
          </a:prstGeom>
        </p:spPr>
      </p:pic>
    </p:spTree>
    <p:extLst>
      <p:ext uri="{BB962C8B-B14F-4D97-AF65-F5344CB8AC3E}">
        <p14:creationId xmlns:p14="http://schemas.microsoft.com/office/powerpoint/2010/main" val="1684568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ADE8-D5DA-DF3A-1FC6-251492A953B5}"/>
              </a:ext>
            </a:extLst>
          </p:cNvPr>
          <p:cNvSpPr>
            <a:spLocks noGrp="1"/>
          </p:cNvSpPr>
          <p:nvPr>
            <p:ph type="title"/>
          </p:nvPr>
        </p:nvSpPr>
        <p:spPr/>
        <p:txBody>
          <a:bodyPr>
            <a:normAutofit fontScale="90000"/>
          </a:bodyPr>
          <a:lstStyle/>
          <a:p>
            <a:r>
              <a:rPr lang="en-US" dirty="0"/>
              <a:t>Realizing Partitions</a:t>
            </a:r>
            <a:br>
              <a:rPr lang="en-US" dirty="0"/>
            </a:br>
            <a:r>
              <a:rPr lang="en-US" sz="4900" dirty="0"/>
              <a:t>Hash Function</a:t>
            </a:r>
            <a:endParaRPr lang="en-US" dirty="0"/>
          </a:p>
        </p:txBody>
      </p:sp>
      <p:sp>
        <p:nvSpPr>
          <p:cNvPr id="33" name="Rectangle 32">
            <a:extLst>
              <a:ext uri="{FF2B5EF4-FFF2-40B4-BE49-F238E27FC236}">
                <a16:creationId xmlns:a16="http://schemas.microsoft.com/office/drawing/2014/main" id="{26F1839A-0662-8D99-52BE-13C81CDF605A}"/>
              </a:ext>
            </a:extLst>
          </p:cNvPr>
          <p:cNvSpPr/>
          <p:nvPr/>
        </p:nvSpPr>
        <p:spPr>
          <a:xfrm>
            <a:off x="1232453" y="2446020"/>
            <a:ext cx="6275252"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000" dirty="0">
                <a:solidFill>
                  <a:schemeClr val="bg2"/>
                </a:solidFill>
                <a:effectLst/>
                <a:ea typeface="Calibri" panose="020F0502020204030204" pitchFamily="34" charset="0"/>
                <a:cs typeface="Times New Roman" panose="02020603050405020304" pitchFamily="18" charset="0"/>
              </a:rPr>
              <a:t>A hash function, denoted as h(x) takes an arbitrary input (x) and maps it to a fixed-size output (hash value) in a consistent and deterministic way</a:t>
            </a:r>
          </a:p>
        </p:txBody>
      </p:sp>
      <p:sp>
        <p:nvSpPr>
          <p:cNvPr id="34" name="Rectangle 33">
            <a:extLst>
              <a:ext uri="{FF2B5EF4-FFF2-40B4-BE49-F238E27FC236}">
                <a16:creationId xmlns:a16="http://schemas.microsoft.com/office/drawing/2014/main" id="{CBD0FD36-D5F9-9BD5-625C-C0B073B4C657}"/>
              </a:ext>
            </a:extLst>
          </p:cNvPr>
          <p:cNvSpPr/>
          <p:nvPr/>
        </p:nvSpPr>
        <p:spPr>
          <a:xfrm>
            <a:off x="1232453" y="3743325"/>
            <a:ext cx="6275252"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000" dirty="0">
                <a:solidFill>
                  <a:schemeClr val="tx1"/>
                </a:solidFill>
              </a:rPr>
              <a:t>Consistency: For any given input x, the hash function h consistently produces the same hash value h(x) every time it is executed. </a:t>
            </a:r>
          </a:p>
        </p:txBody>
      </p:sp>
      <p:sp>
        <p:nvSpPr>
          <p:cNvPr id="35" name="Rectangle 34">
            <a:extLst>
              <a:ext uri="{FF2B5EF4-FFF2-40B4-BE49-F238E27FC236}">
                <a16:creationId xmlns:a16="http://schemas.microsoft.com/office/drawing/2014/main" id="{BA922A4D-454C-A078-59BD-CC40BBAA34B4}"/>
              </a:ext>
            </a:extLst>
          </p:cNvPr>
          <p:cNvSpPr/>
          <p:nvPr/>
        </p:nvSpPr>
        <p:spPr>
          <a:xfrm>
            <a:off x="1232453" y="5010150"/>
            <a:ext cx="6275252"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000" dirty="0">
                <a:solidFill>
                  <a:schemeClr val="tx1"/>
                </a:solidFill>
              </a:rPr>
              <a:t>Deterministic: Different input elements x and y (except for potential collisions) will always map to distinct hash values h(x) and h(y), respectively. </a:t>
            </a:r>
          </a:p>
        </p:txBody>
      </p:sp>
      <p:sp>
        <p:nvSpPr>
          <p:cNvPr id="36" name="Rectangle 35">
            <a:extLst>
              <a:ext uri="{FF2B5EF4-FFF2-40B4-BE49-F238E27FC236}">
                <a16:creationId xmlns:a16="http://schemas.microsoft.com/office/drawing/2014/main" id="{96F26F8C-639F-4E7D-E982-3660AD35933E}"/>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37" name="Rectangle 36">
            <a:extLst>
              <a:ext uri="{FF2B5EF4-FFF2-40B4-BE49-F238E27FC236}">
                <a16:creationId xmlns:a16="http://schemas.microsoft.com/office/drawing/2014/main" id="{4DD6EFAF-3FAB-7DFA-F78E-0F5B072CA138}"/>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8" name="Rectangle 37">
            <a:extLst>
              <a:ext uri="{FF2B5EF4-FFF2-40B4-BE49-F238E27FC236}">
                <a16:creationId xmlns:a16="http://schemas.microsoft.com/office/drawing/2014/main" id="{EF0A3CA5-0FE3-28C5-F0AA-382B6D5DB91B}"/>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39" name="Rectangle 38">
            <a:extLst>
              <a:ext uri="{FF2B5EF4-FFF2-40B4-BE49-F238E27FC236}">
                <a16:creationId xmlns:a16="http://schemas.microsoft.com/office/drawing/2014/main" id="{61484909-2CF1-535D-26E0-F6F01C10C7D9}"/>
              </a:ext>
            </a:extLst>
          </p:cNvPr>
          <p:cNvSpPr/>
          <p:nvPr/>
        </p:nvSpPr>
        <p:spPr>
          <a:xfrm>
            <a:off x="1232453" y="6249640"/>
            <a:ext cx="6275252"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bg2"/>
                </a:solidFill>
              </a:rPr>
              <a:t>A hash function collision occurs when two different inputs end up with the same output (hash value) after being processed by the hash function</a:t>
            </a:r>
          </a:p>
        </p:txBody>
      </p:sp>
      <p:sp>
        <p:nvSpPr>
          <p:cNvPr id="40" name="Rectangle 39">
            <a:extLst>
              <a:ext uri="{FF2B5EF4-FFF2-40B4-BE49-F238E27FC236}">
                <a16:creationId xmlns:a16="http://schemas.microsoft.com/office/drawing/2014/main" id="{12057502-CA40-02BA-7B6C-A8AB14D3E404}"/>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41" name="Rectangle 40">
            <a:extLst>
              <a:ext uri="{FF2B5EF4-FFF2-40B4-BE49-F238E27FC236}">
                <a16:creationId xmlns:a16="http://schemas.microsoft.com/office/drawing/2014/main" id="{48E593CA-4667-C141-B6B3-C7305E7F7F08}"/>
              </a:ext>
            </a:extLst>
          </p:cNvPr>
          <p:cNvSpPr/>
          <p:nvPr/>
        </p:nvSpPr>
        <p:spPr>
          <a:xfrm>
            <a:off x="1262933" y="7526655"/>
            <a:ext cx="6275252"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Collisions can be made rare when using good hash functions, and can be addressed with some additional bookkeeping</a:t>
            </a:r>
          </a:p>
        </p:txBody>
      </p:sp>
      <p:sp>
        <p:nvSpPr>
          <p:cNvPr id="42" name="Rectangle 41">
            <a:extLst>
              <a:ext uri="{FF2B5EF4-FFF2-40B4-BE49-F238E27FC236}">
                <a16:creationId xmlns:a16="http://schemas.microsoft.com/office/drawing/2014/main" id="{7914E3EC-E889-CAC1-3427-A1C35AC86059}"/>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pic>
        <p:nvPicPr>
          <p:cNvPr id="6" name="Picture 5" descr="A diagram illustrating the process of a hash function converting an input of arbitrary length into a fixed-length output:&#10;&#10;1. **Input (Arbitrary length):**&#10;   - At the top, a rectangular box labeled &quot;Input (Arbitrary length)&quot; with the variable `x` representing the input data, which has a length of `m` bits.&#10;&#10;2. **Hash Function (h):**&#10;   - Below the input box, an inverted trapezoid labeled &quot;h (hash function)&quot; represents the hash function that processes the input data.&#10;&#10;3. **Output (Fixed length):**&#10;   - At the bottom, a rectangular box labeled &quot;Output (fixed length)&quot; with `h(x)` representing the hash value, which has a fixed length of `n` bits.&#10;&#10;Arrows indicate the flow from the input to the hash function and then to the output, demonstrating how the hash function converts an input of arbitrary length into a fixed-length output.&#10;&#10;This diagram visually represents the core concept of a hash function, showing how it processes data of any length and produces a fixed-length output.">
            <a:extLst>
              <a:ext uri="{FF2B5EF4-FFF2-40B4-BE49-F238E27FC236}">
                <a16:creationId xmlns:a16="http://schemas.microsoft.com/office/drawing/2014/main" id="{DE9DC488-020B-99F1-7B27-CFF0CC79DF9C}"/>
              </a:ext>
            </a:extLst>
          </p:cNvPr>
          <p:cNvPicPr>
            <a:picLocks noChangeAspect="1"/>
          </p:cNvPicPr>
          <p:nvPr/>
        </p:nvPicPr>
        <p:blipFill>
          <a:blip r:embed="rId2"/>
          <a:stretch>
            <a:fillRect/>
          </a:stretch>
        </p:blipFill>
        <p:spPr>
          <a:xfrm>
            <a:off x="8766464" y="2419783"/>
            <a:ext cx="7363690" cy="6528089"/>
          </a:xfrm>
          <a:prstGeom prst="rect">
            <a:avLst/>
          </a:prstGeom>
        </p:spPr>
      </p:pic>
    </p:spTree>
    <p:extLst>
      <p:ext uri="{BB962C8B-B14F-4D97-AF65-F5344CB8AC3E}">
        <p14:creationId xmlns:p14="http://schemas.microsoft.com/office/powerpoint/2010/main" val="3563577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ADE8-D5DA-DF3A-1FC6-251492A953B5}"/>
              </a:ext>
            </a:extLst>
          </p:cNvPr>
          <p:cNvSpPr>
            <a:spLocks noGrp="1"/>
          </p:cNvSpPr>
          <p:nvPr>
            <p:ph type="title"/>
          </p:nvPr>
        </p:nvSpPr>
        <p:spPr/>
        <p:txBody>
          <a:bodyPr>
            <a:normAutofit fontScale="90000"/>
          </a:bodyPr>
          <a:lstStyle/>
          <a:p>
            <a:r>
              <a:rPr lang="en-US" dirty="0"/>
              <a:t>Realizing Partitions</a:t>
            </a:r>
            <a:br>
              <a:rPr lang="en-US" dirty="0"/>
            </a:br>
            <a:r>
              <a:rPr lang="en-US" sz="4900" dirty="0"/>
              <a:t>Key-Value Pairs</a:t>
            </a:r>
            <a:endParaRPr lang="en-US" dirty="0"/>
          </a:p>
        </p:txBody>
      </p:sp>
      <p:sp>
        <p:nvSpPr>
          <p:cNvPr id="33" name="Rectangle 32">
            <a:extLst>
              <a:ext uri="{FF2B5EF4-FFF2-40B4-BE49-F238E27FC236}">
                <a16:creationId xmlns:a16="http://schemas.microsoft.com/office/drawing/2014/main" id="{26F1839A-0662-8D99-52BE-13C81CDF605A}"/>
              </a:ext>
            </a:extLst>
          </p:cNvPr>
          <p:cNvSpPr/>
          <p:nvPr/>
        </p:nvSpPr>
        <p:spPr>
          <a:xfrm>
            <a:off x="1232453" y="2446020"/>
            <a:ext cx="6275252"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000" dirty="0">
                <a:solidFill>
                  <a:schemeClr val="bg2"/>
                </a:solidFill>
                <a:effectLst/>
                <a:ea typeface="Calibri" panose="020F0502020204030204" pitchFamily="34" charset="0"/>
                <a:cs typeface="Times New Roman" panose="02020603050405020304" pitchFamily="18" charset="0"/>
              </a:rPr>
              <a:t>This is a fundamental data structure where data is stored as a combination of a unique identifier (key) and its associated value</a:t>
            </a:r>
          </a:p>
        </p:txBody>
      </p:sp>
      <p:sp>
        <p:nvSpPr>
          <p:cNvPr id="34" name="Rectangle 33">
            <a:extLst>
              <a:ext uri="{FF2B5EF4-FFF2-40B4-BE49-F238E27FC236}">
                <a16:creationId xmlns:a16="http://schemas.microsoft.com/office/drawing/2014/main" id="{CBD0FD36-D5F9-9BD5-625C-C0B073B4C657}"/>
              </a:ext>
            </a:extLst>
          </p:cNvPr>
          <p:cNvSpPr/>
          <p:nvPr/>
        </p:nvSpPr>
        <p:spPr>
          <a:xfrm>
            <a:off x="1232453" y="3743325"/>
            <a:ext cx="6275252"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effectLst/>
                <a:ea typeface="Calibri" panose="020F0502020204030204" pitchFamily="34" charset="0"/>
                <a:cs typeface="Times New Roman" panose="02020603050405020304" pitchFamily="18" charset="0"/>
              </a:rPr>
              <a:t>Key-value pairs serve as a fundamental record representation for several NoSQL database types</a:t>
            </a:r>
            <a:endParaRPr lang="en-US" altLang="en-US" sz="2000" dirty="0">
              <a:solidFill>
                <a:schemeClr val="tx1"/>
              </a:solidFill>
            </a:endParaRPr>
          </a:p>
        </p:txBody>
      </p:sp>
      <p:sp>
        <p:nvSpPr>
          <p:cNvPr id="35" name="Rectangle 34">
            <a:extLst>
              <a:ext uri="{FF2B5EF4-FFF2-40B4-BE49-F238E27FC236}">
                <a16:creationId xmlns:a16="http://schemas.microsoft.com/office/drawing/2014/main" id="{BA922A4D-454C-A078-59BD-CC40BBAA34B4}"/>
              </a:ext>
            </a:extLst>
          </p:cNvPr>
          <p:cNvSpPr/>
          <p:nvPr/>
        </p:nvSpPr>
        <p:spPr>
          <a:xfrm>
            <a:off x="1232453" y="5010150"/>
            <a:ext cx="6275252"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sz="2000" dirty="0">
                <a:solidFill>
                  <a:schemeClr val="tx1"/>
                </a:solidFill>
                <a:effectLst/>
                <a:ea typeface="Calibri" panose="020F0502020204030204" pitchFamily="34" charset="0"/>
                <a:cs typeface="Times New Roman" panose="02020603050405020304" pitchFamily="18" charset="0"/>
              </a:rPr>
              <a:t>Imagine a database record where the "key" is a word and the "value" is its definition</a:t>
            </a:r>
            <a:endParaRPr lang="en-US" altLang="en-US" sz="2000" dirty="0">
              <a:solidFill>
                <a:schemeClr val="tx1"/>
              </a:solidFill>
            </a:endParaRPr>
          </a:p>
        </p:txBody>
      </p:sp>
      <p:sp>
        <p:nvSpPr>
          <p:cNvPr id="36" name="Rectangle 35">
            <a:extLst>
              <a:ext uri="{FF2B5EF4-FFF2-40B4-BE49-F238E27FC236}">
                <a16:creationId xmlns:a16="http://schemas.microsoft.com/office/drawing/2014/main" id="{96F26F8C-639F-4E7D-E982-3660AD35933E}"/>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37" name="Rectangle 36">
            <a:extLst>
              <a:ext uri="{FF2B5EF4-FFF2-40B4-BE49-F238E27FC236}">
                <a16:creationId xmlns:a16="http://schemas.microsoft.com/office/drawing/2014/main" id="{4DD6EFAF-3FAB-7DFA-F78E-0F5B072CA138}"/>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8" name="Rectangle 37">
            <a:extLst>
              <a:ext uri="{FF2B5EF4-FFF2-40B4-BE49-F238E27FC236}">
                <a16:creationId xmlns:a16="http://schemas.microsoft.com/office/drawing/2014/main" id="{EF0A3CA5-0FE3-28C5-F0AA-382B6D5DB91B}"/>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39" name="Rectangle 38">
            <a:extLst>
              <a:ext uri="{FF2B5EF4-FFF2-40B4-BE49-F238E27FC236}">
                <a16:creationId xmlns:a16="http://schemas.microsoft.com/office/drawing/2014/main" id="{61484909-2CF1-535D-26E0-F6F01C10C7D9}"/>
              </a:ext>
            </a:extLst>
          </p:cNvPr>
          <p:cNvSpPr/>
          <p:nvPr/>
        </p:nvSpPr>
        <p:spPr>
          <a:xfrm>
            <a:off x="1232453" y="6249640"/>
            <a:ext cx="6275252"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bg2"/>
                </a:solidFill>
              </a:rPr>
              <a:t>As a database record, the key acts as a unique identifier (primary key), within the scope of a table or collection,  for the associated value</a:t>
            </a:r>
          </a:p>
        </p:txBody>
      </p:sp>
      <p:sp>
        <p:nvSpPr>
          <p:cNvPr id="40" name="Rectangle 39">
            <a:extLst>
              <a:ext uri="{FF2B5EF4-FFF2-40B4-BE49-F238E27FC236}">
                <a16:creationId xmlns:a16="http://schemas.microsoft.com/office/drawing/2014/main" id="{12057502-CA40-02BA-7B6C-A8AB14D3E404}"/>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41" name="Rectangle 40">
            <a:extLst>
              <a:ext uri="{FF2B5EF4-FFF2-40B4-BE49-F238E27FC236}">
                <a16:creationId xmlns:a16="http://schemas.microsoft.com/office/drawing/2014/main" id="{48E593CA-4667-C141-B6B3-C7305E7F7F08}"/>
              </a:ext>
            </a:extLst>
          </p:cNvPr>
          <p:cNvSpPr/>
          <p:nvPr/>
        </p:nvSpPr>
        <p:spPr>
          <a:xfrm>
            <a:off x="1262933" y="7526655"/>
            <a:ext cx="6275252"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This structure offers efficient retrieval based on searching or querying a record based on its unique key.</a:t>
            </a:r>
          </a:p>
        </p:txBody>
      </p:sp>
      <p:sp>
        <p:nvSpPr>
          <p:cNvPr id="42" name="Rectangle 41">
            <a:extLst>
              <a:ext uri="{FF2B5EF4-FFF2-40B4-BE49-F238E27FC236}">
                <a16:creationId xmlns:a16="http://schemas.microsoft.com/office/drawing/2014/main" id="{7914E3EC-E889-CAC1-3427-A1C35AC86059}"/>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pic>
        <p:nvPicPr>
          <p:cNvPr id="9222" name="Picture 6" descr="A diagram illustrating a key-value pair data structure:&#10;&#10;- **Keys:**&#10;  - On the left, a vertical list of blue boxes labeled 'name', 'age', 'job', 'city', and 'email'.&#10;- **Values:**&#10;  - On the right, corresponding green boxes connected by dashed lines to the keys:&#10;    - 'name' → 'Bob'&#10;    - 'age' → 25&#10;    - 'job' → 'Dev'&#10;    - 'city' → 'New York'&#10;    - 'email' → 'bob@web.com'&#10;&#10;This diagram shows how keys are associated with their respective values in a key-value data structure, commonly used in databases and programming.">
            <a:extLst>
              <a:ext uri="{FF2B5EF4-FFF2-40B4-BE49-F238E27FC236}">
                <a16:creationId xmlns:a16="http://schemas.microsoft.com/office/drawing/2014/main" id="{DB52358E-711A-5D30-2FB7-B4F2B13B94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0639" y="2849813"/>
            <a:ext cx="7040144" cy="5560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57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ADE8-D5DA-DF3A-1FC6-251492A953B5}"/>
              </a:ext>
            </a:extLst>
          </p:cNvPr>
          <p:cNvSpPr>
            <a:spLocks noGrp="1"/>
          </p:cNvSpPr>
          <p:nvPr>
            <p:ph type="title"/>
          </p:nvPr>
        </p:nvSpPr>
        <p:spPr/>
        <p:txBody>
          <a:bodyPr>
            <a:normAutofit fontScale="90000"/>
          </a:bodyPr>
          <a:lstStyle/>
          <a:p>
            <a:r>
              <a:rPr lang="en-US" dirty="0"/>
              <a:t>Realizing Partitions</a:t>
            </a:r>
            <a:br>
              <a:rPr lang="en-US" dirty="0"/>
            </a:br>
            <a:r>
              <a:rPr lang="en-US" sz="4900" dirty="0"/>
              <a:t>Hash Table</a:t>
            </a:r>
            <a:endParaRPr lang="en-US" dirty="0"/>
          </a:p>
        </p:txBody>
      </p:sp>
      <p:sp>
        <p:nvSpPr>
          <p:cNvPr id="33" name="Rectangle 32">
            <a:extLst>
              <a:ext uri="{FF2B5EF4-FFF2-40B4-BE49-F238E27FC236}">
                <a16:creationId xmlns:a16="http://schemas.microsoft.com/office/drawing/2014/main" id="{26F1839A-0662-8D99-52BE-13C81CDF605A}"/>
              </a:ext>
            </a:extLst>
          </p:cNvPr>
          <p:cNvSpPr/>
          <p:nvPr/>
        </p:nvSpPr>
        <p:spPr>
          <a:xfrm>
            <a:off x="1232453" y="2446020"/>
            <a:ext cx="6275252"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000" dirty="0">
                <a:solidFill>
                  <a:schemeClr val="bg2"/>
                </a:solidFill>
                <a:effectLst/>
                <a:ea typeface="Calibri" panose="020F0502020204030204" pitchFamily="34" charset="0"/>
                <a:cs typeface="Times New Roman" panose="02020603050405020304" pitchFamily="18" charset="0"/>
              </a:rPr>
              <a:t>A hash table is a data structure designed for storage and retrieval of key-value pairs based on a key. </a:t>
            </a:r>
          </a:p>
        </p:txBody>
      </p:sp>
      <p:sp>
        <p:nvSpPr>
          <p:cNvPr id="34" name="Rectangle 33">
            <a:extLst>
              <a:ext uri="{FF2B5EF4-FFF2-40B4-BE49-F238E27FC236}">
                <a16:creationId xmlns:a16="http://schemas.microsoft.com/office/drawing/2014/main" id="{CBD0FD36-D5F9-9BD5-625C-C0B073B4C657}"/>
              </a:ext>
            </a:extLst>
          </p:cNvPr>
          <p:cNvSpPr/>
          <p:nvPr/>
        </p:nvSpPr>
        <p:spPr>
          <a:xfrm>
            <a:off x="1232453" y="3743325"/>
            <a:ext cx="6275252"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effectLst/>
                <a:ea typeface="Calibri" panose="020F0502020204030204" pitchFamily="34" charset="0"/>
                <a:cs typeface="Times New Roman" panose="02020603050405020304" pitchFamily="18" charset="0"/>
              </a:rPr>
              <a:t>It utilizes an array of container to store key-value pairs and a hash function to map keys to specific container indices within the array.</a:t>
            </a:r>
            <a:endParaRPr lang="en-US" altLang="en-US" sz="2000" dirty="0">
              <a:solidFill>
                <a:schemeClr val="tx1"/>
              </a:solidFill>
            </a:endParaRPr>
          </a:p>
        </p:txBody>
      </p:sp>
      <p:sp>
        <p:nvSpPr>
          <p:cNvPr id="35" name="Rectangle 34">
            <a:extLst>
              <a:ext uri="{FF2B5EF4-FFF2-40B4-BE49-F238E27FC236}">
                <a16:creationId xmlns:a16="http://schemas.microsoft.com/office/drawing/2014/main" id="{BA922A4D-454C-A078-59BD-CC40BBAA34B4}"/>
              </a:ext>
            </a:extLst>
          </p:cNvPr>
          <p:cNvSpPr/>
          <p:nvPr/>
        </p:nvSpPr>
        <p:spPr>
          <a:xfrm>
            <a:off x="1232453" y="5010150"/>
            <a:ext cx="6275252"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sz="2000" dirty="0">
                <a:solidFill>
                  <a:schemeClr val="tx1"/>
                </a:solidFill>
                <a:effectLst/>
                <a:ea typeface="Calibri" panose="020F0502020204030204" pitchFamily="34" charset="0"/>
                <a:cs typeface="Times New Roman" panose="02020603050405020304" pitchFamily="18" charset="0"/>
              </a:rPr>
              <a:t>This hash function takes a key as input and generates a hash value (array index).</a:t>
            </a:r>
            <a:endParaRPr lang="en-US" altLang="en-US" sz="2000" dirty="0">
              <a:solidFill>
                <a:schemeClr val="tx1"/>
              </a:solidFill>
            </a:endParaRPr>
          </a:p>
        </p:txBody>
      </p:sp>
      <p:sp>
        <p:nvSpPr>
          <p:cNvPr id="36" name="Rectangle 35">
            <a:extLst>
              <a:ext uri="{FF2B5EF4-FFF2-40B4-BE49-F238E27FC236}">
                <a16:creationId xmlns:a16="http://schemas.microsoft.com/office/drawing/2014/main" id="{96F26F8C-639F-4E7D-E982-3660AD35933E}"/>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37" name="Rectangle 36">
            <a:extLst>
              <a:ext uri="{FF2B5EF4-FFF2-40B4-BE49-F238E27FC236}">
                <a16:creationId xmlns:a16="http://schemas.microsoft.com/office/drawing/2014/main" id="{4DD6EFAF-3FAB-7DFA-F78E-0F5B072CA138}"/>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8" name="Rectangle 37">
            <a:extLst>
              <a:ext uri="{FF2B5EF4-FFF2-40B4-BE49-F238E27FC236}">
                <a16:creationId xmlns:a16="http://schemas.microsoft.com/office/drawing/2014/main" id="{EF0A3CA5-0FE3-28C5-F0AA-382B6D5DB91B}"/>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39" name="Rectangle 38">
            <a:extLst>
              <a:ext uri="{FF2B5EF4-FFF2-40B4-BE49-F238E27FC236}">
                <a16:creationId xmlns:a16="http://schemas.microsoft.com/office/drawing/2014/main" id="{61484909-2CF1-535D-26E0-F6F01C10C7D9}"/>
              </a:ext>
            </a:extLst>
          </p:cNvPr>
          <p:cNvSpPr/>
          <p:nvPr/>
        </p:nvSpPr>
        <p:spPr>
          <a:xfrm>
            <a:off x="1232453" y="6249640"/>
            <a:ext cx="6275252"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bg2"/>
                </a:solidFill>
              </a:rPr>
              <a:t>To write a key-value pair to the table, you apply a hash function to the key to determine into which array container the key-value pair should be stored</a:t>
            </a:r>
          </a:p>
        </p:txBody>
      </p:sp>
      <p:sp>
        <p:nvSpPr>
          <p:cNvPr id="40" name="Rectangle 39">
            <a:extLst>
              <a:ext uri="{FF2B5EF4-FFF2-40B4-BE49-F238E27FC236}">
                <a16:creationId xmlns:a16="http://schemas.microsoft.com/office/drawing/2014/main" id="{12057502-CA40-02BA-7B6C-A8AB14D3E404}"/>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41" name="Rectangle 40">
            <a:extLst>
              <a:ext uri="{FF2B5EF4-FFF2-40B4-BE49-F238E27FC236}">
                <a16:creationId xmlns:a16="http://schemas.microsoft.com/office/drawing/2014/main" id="{48E593CA-4667-C141-B6B3-C7305E7F7F08}"/>
              </a:ext>
            </a:extLst>
          </p:cNvPr>
          <p:cNvSpPr/>
          <p:nvPr/>
        </p:nvSpPr>
        <p:spPr>
          <a:xfrm>
            <a:off x="1262933" y="7526655"/>
            <a:ext cx="6275252"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To read a key-value pair given its key, you use the hash function to determine in which container the record is stored and then retrieve it</a:t>
            </a:r>
          </a:p>
        </p:txBody>
      </p:sp>
      <p:sp>
        <p:nvSpPr>
          <p:cNvPr id="42" name="Rectangle 41">
            <a:extLst>
              <a:ext uri="{FF2B5EF4-FFF2-40B4-BE49-F238E27FC236}">
                <a16:creationId xmlns:a16="http://schemas.microsoft.com/office/drawing/2014/main" id="{7914E3EC-E889-CAC1-3427-A1C35AC86059}"/>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pic>
        <p:nvPicPr>
          <p:cNvPr id="5" name="Picture 4" descr="A diagram illustrating how a hash table works to store and retrieve key-value pairs:&#10;&#10;1. **Key-Value Pair Storage:**&#10;   - At the top left, a key-value pair (`Kb`, `Vb`) is shown.&#10;   - The hash function `h(Kb) = 0` calculates the index for this key-value pair.&#10;   - An arrow points to the right, indicating that the key-value pair (`Kb`, `Vb`) is stored in the hash table at index 0.&#10;&#10;2. **Key-Value Pair Retrieval:**&#10;   - The key-value pair (`Kb`, `Vb`) is read from the hash table at index 0.&#10;   - The same index (0) also contains another key-value pair (`Ka`, `Va`), demonstrating collision handling within the same index.&#10;&#10;3. **New Key-Value Pair Storage:**&#10;   - At the bottom left, a new key-value pair (`Kx`, `Vy`) is shown.&#10;   - The hash function `h(Kx) = 2` calculates the index for this key-value pair.&#10;   - An arrow points to the right, indicating that the key-value pair (`Kx`, `Vy`) is stored in the hash table at index 2.&#10;&#10;4. **Hash Table Structure:**&#10;   - The hash table is shown on the right with three indexed slots (0, 1, 2).&#10;   - Index 0 contains key-value pairs (`Ka`, `Va`) and (`Kb`, `Vb`).&#10;   - Index 1 contains the key-value pair (`Kc`, `Vc`).&#10;   - Index 2 contains the new key-value pair (`Kx`, `Vy`).&#10;&#10;This diagram demonstrates the process of using a hash function to determine the index for storing and retrieving key-value pairs in a hash table, including handling collisions by storing multiple pairs in the same index.">
            <a:extLst>
              <a:ext uri="{FF2B5EF4-FFF2-40B4-BE49-F238E27FC236}">
                <a16:creationId xmlns:a16="http://schemas.microsoft.com/office/drawing/2014/main" id="{32A3328A-09F0-2013-E79B-BF03E6D5F4D9}"/>
              </a:ext>
            </a:extLst>
          </p:cNvPr>
          <p:cNvPicPr>
            <a:picLocks noChangeAspect="1"/>
          </p:cNvPicPr>
          <p:nvPr/>
        </p:nvPicPr>
        <p:blipFill>
          <a:blip r:embed="rId2"/>
          <a:stretch>
            <a:fillRect/>
          </a:stretch>
        </p:blipFill>
        <p:spPr>
          <a:xfrm>
            <a:off x="8652596" y="2449224"/>
            <a:ext cx="8713643" cy="6593898"/>
          </a:xfrm>
          <a:prstGeom prst="rect">
            <a:avLst/>
          </a:prstGeom>
        </p:spPr>
      </p:pic>
    </p:spTree>
    <p:extLst>
      <p:ext uri="{BB962C8B-B14F-4D97-AF65-F5344CB8AC3E}">
        <p14:creationId xmlns:p14="http://schemas.microsoft.com/office/powerpoint/2010/main" val="248282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ADE8-D5DA-DF3A-1FC6-251492A953B5}"/>
              </a:ext>
            </a:extLst>
          </p:cNvPr>
          <p:cNvSpPr>
            <a:spLocks noGrp="1"/>
          </p:cNvSpPr>
          <p:nvPr>
            <p:ph type="title"/>
          </p:nvPr>
        </p:nvSpPr>
        <p:spPr/>
        <p:txBody>
          <a:bodyPr>
            <a:normAutofit fontScale="90000"/>
          </a:bodyPr>
          <a:lstStyle/>
          <a:p>
            <a:r>
              <a:rPr lang="en-US" dirty="0"/>
              <a:t>Realizing Partitions</a:t>
            </a:r>
            <a:br>
              <a:rPr lang="en-US" dirty="0"/>
            </a:br>
            <a:r>
              <a:rPr lang="en-US" sz="4900" dirty="0"/>
              <a:t>Distributed Hash Table</a:t>
            </a:r>
            <a:endParaRPr lang="en-US" dirty="0"/>
          </a:p>
        </p:txBody>
      </p:sp>
      <p:sp>
        <p:nvSpPr>
          <p:cNvPr id="33" name="Rectangle 32">
            <a:extLst>
              <a:ext uri="{FF2B5EF4-FFF2-40B4-BE49-F238E27FC236}">
                <a16:creationId xmlns:a16="http://schemas.microsoft.com/office/drawing/2014/main" id="{26F1839A-0662-8D99-52BE-13C81CDF605A}"/>
              </a:ext>
            </a:extLst>
          </p:cNvPr>
          <p:cNvSpPr/>
          <p:nvPr/>
        </p:nvSpPr>
        <p:spPr>
          <a:xfrm>
            <a:off x="1232452" y="2446020"/>
            <a:ext cx="6755607"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000" dirty="0">
                <a:solidFill>
                  <a:schemeClr val="bg2"/>
                </a:solidFill>
                <a:effectLst/>
                <a:ea typeface="Calibri" panose="020F0502020204030204" pitchFamily="34" charset="0"/>
                <a:cs typeface="Times New Roman" panose="02020603050405020304" pitchFamily="18" charset="0"/>
              </a:rPr>
              <a:t>A Distributed Hash Table (DHT) is a data structure specifically designed for distributed storage and retrieval of key-value pairs across a cluster of nodes</a:t>
            </a:r>
          </a:p>
        </p:txBody>
      </p:sp>
      <p:sp>
        <p:nvSpPr>
          <p:cNvPr id="34" name="Rectangle 33">
            <a:extLst>
              <a:ext uri="{FF2B5EF4-FFF2-40B4-BE49-F238E27FC236}">
                <a16:creationId xmlns:a16="http://schemas.microsoft.com/office/drawing/2014/main" id="{CBD0FD36-D5F9-9BD5-625C-C0B073B4C657}"/>
              </a:ext>
            </a:extLst>
          </p:cNvPr>
          <p:cNvSpPr/>
          <p:nvPr/>
        </p:nvSpPr>
        <p:spPr>
          <a:xfrm>
            <a:off x="1232452" y="3743325"/>
            <a:ext cx="6755607"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effectLst/>
                <a:ea typeface="Calibri" panose="020F0502020204030204" pitchFamily="34" charset="0"/>
                <a:cs typeface="Times New Roman" panose="02020603050405020304" pitchFamily="18" charset="0"/>
              </a:rPr>
              <a:t>DHTs employ sharding</a:t>
            </a:r>
            <a:r>
              <a:rPr lang="en-US" sz="2000" dirty="0">
                <a:solidFill>
                  <a:schemeClr val="tx1"/>
                </a:solidFill>
                <a:ea typeface="Calibri" panose="020F0502020204030204" pitchFamily="34" charset="0"/>
                <a:cs typeface="Times New Roman" panose="02020603050405020304" pitchFamily="18" charset="0"/>
              </a:rPr>
              <a:t> </a:t>
            </a:r>
            <a:r>
              <a:rPr lang="en-US" sz="2000" dirty="0">
                <a:solidFill>
                  <a:schemeClr val="tx1"/>
                </a:solidFill>
                <a:effectLst/>
                <a:ea typeface="Calibri" panose="020F0502020204030204" pitchFamily="34" charset="0"/>
                <a:cs typeface="Times New Roman" panose="02020603050405020304" pitchFamily="18" charset="0"/>
              </a:rPr>
              <a:t>to partition key-value pairs based on a chosen criteria (e.g., hash function on a key). This distributes data across the nodes in the cluster.</a:t>
            </a:r>
            <a:endParaRPr lang="en-US" altLang="en-US" sz="2000" dirty="0">
              <a:solidFill>
                <a:schemeClr val="tx1"/>
              </a:solidFill>
            </a:endParaRPr>
          </a:p>
        </p:txBody>
      </p:sp>
      <p:sp>
        <p:nvSpPr>
          <p:cNvPr id="35" name="Rectangle 34">
            <a:extLst>
              <a:ext uri="{FF2B5EF4-FFF2-40B4-BE49-F238E27FC236}">
                <a16:creationId xmlns:a16="http://schemas.microsoft.com/office/drawing/2014/main" id="{BA922A4D-454C-A078-59BD-CC40BBAA34B4}"/>
              </a:ext>
            </a:extLst>
          </p:cNvPr>
          <p:cNvSpPr/>
          <p:nvPr/>
        </p:nvSpPr>
        <p:spPr>
          <a:xfrm>
            <a:off x="1232452" y="5010150"/>
            <a:ext cx="6755607"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sz="2000" dirty="0">
                <a:solidFill>
                  <a:schemeClr val="tx1"/>
                </a:solidFill>
                <a:ea typeface="Calibri" panose="020F0502020204030204" pitchFamily="34" charset="0"/>
                <a:cs typeface="Times New Roman" panose="02020603050405020304" pitchFamily="18" charset="0"/>
              </a:rPr>
              <a:t>T</a:t>
            </a:r>
            <a:r>
              <a:rPr lang="en-US" sz="2000" dirty="0">
                <a:solidFill>
                  <a:schemeClr val="tx1"/>
                </a:solidFill>
                <a:effectLst/>
                <a:ea typeface="Calibri" panose="020F0502020204030204" pitchFamily="34" charset="0"/>
                <a:cs typeface="Times New Roman" panose="02020603050405020304" pitchFamily="18" charset="0"/>
              </a:rPr>
              <a:t>he DHT uses a hash function to map the key to a specific node responsible for storing the corresponding value</a:t>
            </a:r>
            <a:endParaRPr lang="en-US" altLang="en-US" sz="2000" dirty="0">
              <a:solidFill>
                <a:schemeClr val="tx1"/>
              </a:solidFill>
            </a:endParaRPr>
          </a:p>
        </p:txBody>
      </p:sp>
      <p:sp>
        <p:nvSpPr>
          <p:cNvPr id="36" name="Rectangle 35">
            <a:extLst>
              <a:ext uri="{FF2B5EF4-FFF2-40B4-BE49-F238E27FC236}">
                <a16:creationId xmlns:a16="http://schemas.microsoft.com/office/drawing/2014/main" id="{96F26F8C-639F-4E7D-E982-3660AD35933E}"/>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37" name="Rectangle 36">
            <a:extLst>
              <a:ext uri="{FF2B5EF4-FFF2-40B4-BE49-F238E27FC236}">
                <a16:creationId xmlns:a16="http://schemas.microsoft.com/office/drawing/2014/main" id="{4DD6EFAF-3FAB-7DFA-F78E-0F5B072CA138}"/>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8" name="Rectangle 37">
            <a:extLst>
              <a:ext uri="{FF2B5EF4-FFF2-40B4-BE49-F238E27FC236}">
                <a16:creationId xmlns:a16="http://schemas.microsoft.com/office/drawing/2014/main" id="{EF0A3CA5-0FE3-28C5-F0AA-382B6D5DB91B}"/>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39" name="Rectangle 38">
            <a:extLst>
              <a:ext uri="{FF2B5EF4-FFF2-40B4-BE49-F238E27FC236}">
                <a16:creationId xmlns:a16="http://schemas.microsoft.com/office/drawing/2014/main" id="{61484909-2CF1-535D-26E0-F6F01C10C7D9}"/>
              </a:ext>
            </a:extLst>
          </p:cNvPr>
          <p:cNvSpPr/>
          <p:nvPr/>
        </p:nvSpPr>
        <p:spPr>
          <a:xfrm>
            <a:off x="1232452" y="6249640"/>
            <a:ext cx="6755607"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bg2"/>
                </a:solidFill>
              </a:rPr>
              <a:t>Retrieving data involves determining the node responsible for the specific key by applying the same hash function to the query key</a:t>
            </a:r>
          </a:p>
        </p:txBody>
      </p:sp>
      <p:sp>
        <p:nvSpPr>
          <p:cNvPr id="40" name="Rectangle 39">
            <a:extLst>
              <a:ext uri="{FF2B5EF4-FFF2-40B4-BE49-F238E27FC236}">
                <a16:creationId xmlns:a16="http://schemas.microsoft.com/office/drawing/2014/main" id="{12057502-CA40-02BA-7B6C-A8AB14D3E404}"/>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41" name="Rectangle 40">
            <a:extLst>
              <a:ext uri="{FF2B5EF4-FFF2-40B4-BE49-F238E27FC236}">
                <a16:creationId xmlns:a16="http://schemas.microsoft.com/office/drawing/2014/main" id="{48E593CA-4667-C141-B6B3-C7305E7F7F08}"/>
              </a:ext>
            </a:extLst>
          </p:cNvPr>
          <p:cNvSpPr/>
          <p:nvPr/>
        </p:nvSpPr>
        <p:spPr>
          <a:xfrm>
            <a:off x="1262932" y="7526655"/>
            <a:ext cx="6755607"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Some DHTs uses a dedicated server that maintain information about cluster data distribution and directs queries to the appropriate nodes</a:t>
            </a:r>
          </a:p>
        </p:txBody>
      </p:sp>
      <p:sp>
        <p:nvSpPr>
          <p:cNvPr id="42" name="Rectangle 41">
            <a:extLst>
              <a:ext uri="{FF2B5EF4-FFF2-40B4-BE49-F238E27FC236}">
                <a16:creationId xmlns:a16="http://schemas.microsoft.com/office/drawing/2014/main" id="{7914E3EC-E889-CAC1-3427-A1C35AC86059}"/>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pic>
        <p:nvPicPr>
          <p:cNvPr id="4" name="Picture 3" descr="A diagram illustrating the distributed hash table concept and how key-value pairs are stored and retrieved across multiple nodes:&#10;&#10;1. **Key-Value Pair Storage:**&#10;   - At the bottom left, a key-value pair (`Kx`, `Vy`) is shown.&#10;   - The hash function `h(Kx) = 2` calculates the node index for this key-value pair.&#10;   - An arrow points to the right, indicating that the key-value pair (`Kx`, `Vy`) is stored in Node 2.&#10;&#10;2. **Distributed Nodes:**&#10;   - The diagram shows three nodes, each with its own hash table:&#10;     - **Node 0** contains key-value pairs (`Ka`, `Va`) and (`Kb`, `Vc`).&#10;     - **Node 1** contains the key-value pair (`Kc`, `Vc`).&#10;     - **Node 2** is where the new key-value pair (`Kx`, `Vy`) is stored.&#10;&#10;3. **Hash Function and Storage Process:**&#10;   - The hash function calculates which node to store the key-value pair.&#10;   - Arrows indicate the flow from the hash function calculation to storing the key-value pair in the appropriate node.&#10;&#10;This diagram demonstrates the concept of a distributed hash table, showing how key-value pairs are distributed across multiple nodes using a hash function to determine the appropriate node for storage and retrieval.">
            <a:extLst>
              <a:ext uri="{FF2B5EF4-FFF2-40B4-BE49-F238E27FC236}">
                <a16:creationId xmlns:a16="http://schemas.microsoft.com/office/drawing/2014/main" id="{E42EA3D0-A0EA-E465-A1B4-881BE7157213}"/>
              </a:ext>
            </a:extLst>
          </p:cNvPr>
          <p:cNvPicPr>
            <a:picLocks noChangeAspect="1"/>
          </p:cNvPicPr>
          <p:nvPr/>
        </p:nvPicPr>
        <p:blipFill rotWithShape="1">
          <a:blip r:embed="rId2"/>
          <a:srcRect t="3029" r="-273" b="254"/>
          <a:stretch/>
        </p:blipFill>
        <p:spPr>
          <a:xfrm>
            <a:off x="8291513" y="2419778"/>
            <a:ext cx="8682438" cy="6542424"/>
          </a:xfrm>
          <a:prstGeom prst="rect">
            <a:avLst/>
          </a:prstGeom>
        </p:spPr>
      </p:pic>
    </p:spTree>
    <p:extLst>
      <p:ext uri="{BB962C8B-B14F-4D97-AF65-F5344CB8AC3E}">
        <p14:creationId xmlns:p14="http://schemas.microsoft.com/office/powerpoint/2010/main" val="232294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lstStyle/>
          <a:p>
            <a:r>
              <a:rPr lang="en-US" dirty="0"/>
              <a:t>Denormalization</a:t>
            </a:r>
          </a:p>
        </p:txBody>
      </p:sp>
      <p:sp>
        <p:nvSpPr>
          <p:cNvPr id="3" name="Rectangle 2">
            <a:extLst>
              <a:ext uri="{FF2B5EF4-FFF2-40B4-BE49-F238E27FC236}">
                <a16:creationId xmlns:a16="http://schemas.microsoft.com/office/drawing/2014/main" id="{FF7FAC7D-8A53-953E-15A9-D5F1483B1E28}"/>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400" dirty="0">
                <a:solidFill>
                  <a:schemeClr val="bg2"/>
                </a:solidFill>
                <a:ea typeface="Calibri" panose="020F0502020204030204" pitchFamily="34" charset="0"/>
                <a:cs typeface="Times New Roman" panose="02020603050405020304" pitchFamily="18" charset="0"/>
              </a:rPr>
              <a:t>Most NoSQL databases do not support joins across multiple related tables (entities) due to the performance overhead of moving large volumes of data across a network to perform the join</a:t>
            </a:r>
            <a:endParaRPr lang="en-US" sz="2400" dirty="0">
              <a:solidFill>
                <a:schemeClr val="bg2"/>
              </a:solidFill>
              <a:effectLst/>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BFAF54D-0BFC-88AB-FAD5-BFA97F6339D6}"/>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Instead denormalization involves combining data about multiple related entities together a single table. This creates pre-joined data, allowing for retrieval of combined information.</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dirty="0">
                <a:solidFill>
                  <a:schemeClr val="tx1"/>
                </a:solidFill>
              </a:rPr>
              <a:t>Denormalization can eliminate joins but it can introduce duplication, which can lead to more expensive updates and inserts, and increased storage requirements</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By bypassing distributed joins, denormalization significantly accelerates read operations.</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1" name="Rectangle 10">
            <a:extLst>
              <a:ext uri="{FF2B5EF4-FFF2-40B4-BE49-F238E27FC236}">
                <a16:creationId xmlns:a16="http://schemas.microsoft.com/office/drawing/2014/main" id="{879D66F5-BE4A-BF7B-0099-61FF18F08776}"/>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Maintaining data consistency becomes more challenging as updates need to be reflected in all relevant table records where data is duplicated.</a:t>
            </a:r>
          </a:p>
        </p:txBody>
      </p:sp>
      <p:sp>
        <p:nvSpPr>
          <p:cNvPr id="12" name="Rectangle 11">
            <a:extLst>
              <a:ext uri="{FF2B5EF4-FFF2-40B4-BE49-F238E27FC236}">
                <a16:creationId xmlns:a16="http://schemas.microsoft.com/office/drawing/2014/main" id="{2A846BC5-73B9-812C-70A5-0A1A483F6406}"/>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1626044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ECC42-D8C4-E8C2-C658-5B86E801EC89}"/>
              </a:ext>
            </a:extLst>
          </p:cNvPr>
          <p:cNvSpPr>
            <a:spLocks noGrp="1"/>
          </p:cNvSpPr>
          <p:nvPr>
            <p:ph type="title"/>
          </p:nvPr>
        </p:nvSpPr>
        <p:spPr/>
        <p:txBody>
          <a:bodyPr/>
          <a:lstStyle/>
          <a:p>
            <a:r>
              <a:rPr lang="en-US" dirty="0"/>
              <a:t>Denormalization Example – ER Diagram</a:t>
            </a:r>
          </a:p>
        </p:txBody>
      </p:sp>
      <p:pic>
        <p:nvPicPr>
          <p:cNvPr id="8" name="Picture 7" descr="A diagram illustrating the relationships between different entities in a database schema:&#10;&#10;1. **Entities:**&#10;   - **Item**: Represented by a red box with attributes connected by gray circles:&#10;     - Name&#10;     - Description&#10;     - Price&#10;   - **Brand**: Represented by a red box with an attribute connected by a gray circle:&#10;     - Name&#10;   - **Tax Info**: Represented by a red box with attributes connected by gray circles:&#10;     - State Tax&#10;     - Federal Tax&#10;&#10;2. **Relationships:**&#10;   - The &quot;Item&quot; entity has a relationship labeled &quot;has&quot; with the &quot;Brand&quot; entity.&#10;   - The &quot;Item&quot; entity has another relationship labeled &quot;has&quot; with the &quot;Tax Info&quot; entity.&#10;&#10;3. **Connections:**&#10;   - Lines connect the &quot;Item&quot; entity to the &quot;Brand&quot; entity and the &quot;Tax Info&quot; entity through the diamond-shaped &quot;has&quot; relationships.&#10;&#10;This diagram visually represents a simplified entity-relationship model, showing how items are related to brands and tax information in a database schema.">
            <a:extLst>
              <a:ext uri="{FF2B5EF4-FFF2-40B4-BE49-F238E27FC236}">
                <a16:creationId xmlns:a16="http://schemas.microsoft.com/office/drawing/2014/main" id="{2A401EAF-07A0-C3D5-9D28-0F31171EF794}"/>
              </a:ext>
            </a:extLst>
          </p:cNvPr>
          <p:cNvPicPr>
            <a:picLocks noChangeAspect="1"/>
          </p:cNvPicPr>
          <p:nvPr/>
        </p:nvPicPr>
        <p:blipFill rotWithShape="1">
          <a:blip r:embed="rId2"/>
          <a:srcRect r="348" b="-304"/>
          <a:stretch/>
        </p:blipFill>
        <p:spPr>
          <a:xfrm>
            <a:off x="1497467" y="2305050"/>
            <a:ext cx="12370237" cy="7121842"/>
          </a:xfrm>
          <a:prstGeom prst="rect">
            <a:avLst/>
          </a:prstGeom>
        </p:spPr>
      </p:pic>
    </p:spTree>
    <p:extLst>
      <p:ext uri="{BB962C8B-B14F-4D97-AF65-F5344CB8AC3E}">
        <p14:creationId xmlns:p14="http://schemas.microsoft.com/office/powerpoint/2010/main" val="80216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F4514-405A-D5B3-79A0-D0C1C7F37CDB}"/>
              </a:ext>
            </a:extLst>
          </p:cNvPr>
          <p:cNvSpPr>
            <a:spLocks noGrp="1"/>
          </p:cNvSpPr>
          <p:nvPr>
            <p:ph type="title"/>
          </p:nvPr>
        </p:nvSpPr>
        <p:spPr/>
        <p:txBody>
          <a:bodyPr/>
          <a:lstStyle/>
          <a:p>
            <a:r>
              <a:rPr lang="en-US" dirty="0"/>
              <a:t>Denormalization Example – Normal Form</a:t>
            </a:r>
          </a:p>
        </p:txBody>
      </p:sp>
      <p:graphicFrame>
        <p:nvGraphicFramePr>
          <p:cNvPr id="3" name="Table 3">
            <a:extLst>
              <a:ext uri="{FF2B5EF4-FFF2-40B4-BE49-F238E27FC236}">
                <a16:creationId xmlns:a16="http://schemas.microsoft.com/office/drawing/2014/main" id="{CC15ED60-2DF6-929F-E2CF-E18572BE5840}"/>
              </a:ext>
            </a:extLst>
          </p:cNvPr>
          <p:cNvGraphicFramePr>
            <a:graphicFrameLocks noGrp="1"/>
          </p:cNvGraphicFramePr>
          <p:nvPr>
            <p:extLst>
              <p:ext uri="{D42A27DB-BD31-4B8C-83A1-F6EECF244321}">
                <p14:modId xmlns:p14="http://schemas.microsoft.com/office/powerpoint/2010/main" val="3633369808"/>
              </p:ext>
            </p:extLst>
          </p:nvPr>
        </p:nvGraphicFramePr>
        <p:xfrm>
          <a:off x="1413163" y="2991428"/>
          <a:ext cx="15129162" cy="1554480"/>
        </p:xfrm>
        <a:graphic>
          <a:graphicData uri="http://schemas.openxmlformats.org/drawingml/2006/table">
            <a:tbl>
              <a:tblPr firstRow="1" bandRow="1">
                <a:tableStyleId>{5C22544A-7EE6-4342-B048-85BDC9FD1C3A}</a:tableStyleId>
              </a:tblPr>
              <a:tblGrid>
                <a:gridCol w="2521527">
                  <a:extLst>
                    <a:ext uri="{9D8B030D-6E8A-4147-A177-3AD203B41FA5}">
                      <a16:colId xmlns:a16="http://schemas.microsoft.com/office/drawing/2014/main" val="106060688"/>
                    </a:ext>
                  </a:extLst>
                </a:gridCol>
                <a:gridCol w="2521527">
                  <a:extLst>
                    <a:ext uri="{9D8B030D-6E8A-4147-A177-3AD203B41FA5}">
                      <a16:colId xmlns:a16="http://schemas.microsoft.com/office/drawing/2014/main" val="125018360"/>
                    </a:ext>
                  </a:extLst>
                </a:gridCol>
                <a:gridCol w="2521527">
                  <a:extLst>
                    <a:ext uri="{9D8B030D-6E8A-4147-A177-3AD203B41FA5}">
                      <a16:colId xmlns:a16="http://schemas.microsoft.com/office/drawing/2014/main" val="4027463707"/>
                    </a:ext>
                  </a:extLst>
                </a:gridCol>
                <a:gridCol w="2521527">
                  <a:extLst>
                    <a:ext uri="{9D8B030D-6E8A-4147-A177-3AD203B41FA5}">
                      <a16:colId xmlns:a16="http://schemas.microsoft.com/office/drawing/2014/main" val="2584631158"/>
                    </a:ext>
                  </a:extLst>
                </a:gridCol>
                <a:gridCol w="2521527">
                  <a:extLst>
                    <a:ext uri="{9D8B030D-6E8A-4147-A177-3AD203B41FA5}">
                      <a16:colId xmlns:a16="http://schemas.microsoft.com/office/drawing/2014/main" val="1475027004"/>
                    </a:ext>
                  </a:extLst>
                </a:gridCol>
                <a:gridCol w="2521527">
                  <a:extLst>
                    <a:ext uri="{9D8B030D-6E8A-4147-A177-3AD203B41FA5}">
                      <a16:colId xmlns:a16="http://schemas.microsoft.com/office/drawing/2014/main" val="367313143"/>
                    </a:ext>
                  </a:extLst>
                </a:gridCol>
              </a:tblGrid>
              <a:tr h="370840">
                <a:tc>
                  <a:txBody>
                    <a:bodyPr/>
                    <a:lstStyle/>
                    <a:p>
                      <a:pPr algn="ctr"/>
                      <a:r>
                        <a:rPr lang="en-US" sz="2800" dirty="0">
                          <a:solidFill>
                            <a:schemeClr val="bg2"/>
                          </a:solidFill>
                        </a:rPr>
                        <a:t>Item ID</a:t>
                      </a:r>
                    </a:p>
                  </a:txBody>
                  <a:tcPr anchor="ctr"/>
                </a:tc>
                <a:tc>
                  <a:txBody>
                    <a:bodyPr/>
                    <a:lstStyle/>
                    <a:p>
                      <a:pPr algn="ctr"/>
                      <a:r>
                        <a:rPr lang="en-US" sz="2800" dirty="0">
                          <a:solidFill>
                            <a:schemeClr val="bg2"/>
                          </a:solidFill>
                        </a:rPr>
                        <a:t>Brand ID</a:t>
                      </a:r>
                    </a:p>
                  </a:txBody>
                  <a:tcPr anchor="ctr"/>
                </a:tc>
                <a:tc>
                  <a:txBody>
                    <a:bodyPr/>
                    <a:lstStyle/>
                    <a:p>
                      <a:pPr algn="ctr"/>
                      <a:r>
                        <a:rPr lang="en-US" sz="2800" dirty="0">
                          <a:solidFill>
                            <a:schemeClr val="bg2"/>
                          </a:solidFill>
                        </a:rPr>
                        <a:t>Tax Info ID</a:t>
                      </a:r>
                    </a:p>
                  </a:txBody>
                  <a:tcPr anchor="ctr"/>
                </a:tc>
                <a:tc>
                  <a:txBody>
                    <a:bodyPr/>
                    <a:lstStyle/>
                    <a:p>
                      <a:pPr algn="ctr"/>
                      <a:r>
                        <a:rPr lang="en-US" sz="2800" dirty="0">
                          <a:solidFill>
                            <a:schemeClr val="bg2"/>
                          </a:solidFill>
                        </a:rPr>
                        <a:t>Name</a:t>
                      </a:r>
                    </a:p>
                  </a:txBody>
                  <a:tcPr anchor="ctr"/>
                </a:tc>
                <a:tc>
                  <a:txBody>
                    <a:bodyPr/>
                    <a:lstStyle/>
                    <a:p>
                      <a:pPr algn="ctr"/>
                      <a:r>
                        <a:rPr lang="en-US" sz="2800" dirty="0">
                          <a:solidFill>
                            <a:schemeClr val="bg2"/>
                          </a:solidFill>
                        </a:rPr>
                        <a:t>Price</a:t>
                      </a:r>
                    </a:p>
                  </a:txBody>
                  <a:tcPr anchor="ctr"/>
                </a:tc>
                <a:tc>
                  <a:txBody>
                    <a:bodyPr/>
                    <a:lstStyle/>
                    <a:p>
                      <a:pPr algn="ctr"/>
                      <a:r>
                        <a:rPr lang="en-US" sz="2800" dirty="0">
                          <a:solidFill>
                            <a:schemeClr val="bg2"/>
                          </a:solidFill>
                        </a:rPr>
                        <a:t>Description</a:t>
                      </a:r>
                    </a:p>
                  </a:txBody>
                  <a:tcPr anchor="ctr"/>
                </a:tc>
                <a:extLst>
                  <a:ext uri="{0D108BD9-81ED-4DB2-BD59-A6C34878D82A}">
                    <a16:rowId xmlns:a16="http://schemas.microsoft.com/office/drawing/2014/main" val="2328374616"/>
                  </a:ext>
                </a:extLst>
              </a:tr>
              <a:tr h="370840">
                <a:tc>
                  <a:txBody>
                    <a:bodyPr/>
                    <a:lstStyle/>
                    <a:p>
                      <a:pPr algn="ctr"/>
                      <a:r>
                        <a:rPr lang="en-US" sz="2800" dirty="0">
                          <a:solidFill>
                            <a:schemeClr val="tx1"/>
                          </a:solidFill>
                        </a:rPr>
                        <a:t>123</a:t>
                      </a:r>
                    </a:p>
                  </a:txBody>
                  <a:tcPr anchor="ctr"/>
                </a:tc>
                <a:tc>
                  <a:txBody>
                    <a:bodyPr/>
                    <a:lstStyle/>
                    <a:p>
                      <a:pPr algn="ctr"/>
                      <a:r>
                        <a:rPr lang="en-US" sz="2800" dirty="0">
                          <a:solidFill>
                            <a:schemeClr val="tx1"/>
                          </a:solidFill>
                        </a:rPr>
                        <a:t>400</a:t>
                      </a:r>
                    </a:p>
                  </a:txBody>
                  <a:tcPr anchor="ctr"/>
                </a:tc>
                <a:tc>
                  <a:txBody>
                    <a:bodyPr/>
                    <a:lstStyle/>
                    <a:p>
                      <a:pPr algn="ctr"/>
                      <a:r>
                        <a:rPr lang="en-US" sz="2800" dirty="0">
                          <a:solidFill>
                            <a:schemeClr val="tx1"/>
                          </a:solidFill>
                        </a:rPr>
                        <a:t>777</a:t>
                      </a:r>
                    </a:p>
                  </a:txBody>
                  <a:tcPr anchor="ctr"/>
                </a:tc>
                <a:tc>
                  <a:txBody>
                    <a:bodyPr/>
                    <a:lstStyle/>
                    <a:p>
                      <a:pPr algn="ctr"/>
                      <a:r>
                        <a:rPr lang="en-US" sz="2800" dirty="0">
                          <a:solidFill>
                            <a:schemeClr val="tx1"/>
                          </a:solidFill>
                        </a:rPr>
                        <a:t>Broom</a:t>
                      </a:r>
                    </a:p>
                  </a:txBody>
                  <a:tcPr anchor="ctr"/>
                </a:tc>
                <a:tc>
                  <a:txBody>
                    <a:bodyPr/>
                    <a:lstStyle/>
                    <a:p>
                      <a:pPr algn="ctr"/>
                      <a:r>
                        <a:rPr lang="en-US" sz="2800" dirty="0">
                          <a:solidFill>
                            <a:schemeClr val="tx1"/>
                          </a:solidFill>
                        </a:rPr>
                        <a:t>$19.99</a:t>
                      </a:r>
                    </a:p>
                  </a:txBody>
                  <a:tcPr anchor="ctr"/>
                </a:tc>
                <a:tc>
                  <a:txBody>
                    <a:bodyPr/>
                    <a:lstStyle/>
                    <a:p>
                      <a:pPr algn="ctr"/>
                      <a:r>
                        <a:rPr lang="en-US" sz="2800" dirty="0">
                          <a:solidFill>
                            <a:schemeClr val="tx1"/>
                          </a:solidFill>
                        </a:rPr>
                        <a:t>Straw Bristles</a:t>
                      </a:r>
                    </a:p>
                  </a:txBody>
                  <a:tcPr anchor="ctr"/>
                </a:tc>
                <a:extLst>
                  <a:ext uri="{0D108BD9-81ED-4DB2-BD59-A6C34878D82A}">
                    <a16:rowId xmlns:a16="http://schemas.microsoft.com/office/drawing/2014/main" val="917435898"/>
                  </a:ext>
                </a:extLst>
              </a:tr>
              <a:tr h="370840">
                <a:tc>
                  <a:txBody>
                    <a:bodyPr/>
                    <a:lstStyle/>
                    <a:p>
                      <a:pPr algn="ctr"/>
                      <a:r>
                        <a:rPr lang="en-US" sz="2800" dirty="0">
                          <a:solidFill>
                            <a:schemeClr val="tx1"/>
                          </a:solidFill>
                        </a:rPr>
                        <a:t>456</a:t>
                      </a:r>
                    </a:p>
                  </a:txBody>
                  <a:tcPr anchor="ctr"/>
                </a:tc>
                <a:tc>
                  <a:txBody>
                    <a:bodyPr/>
                    <a:lstStyle/>
                    <a:p>
                      <a:pPr algn="ctr"/>
                      <a:r>
                        <a:rPr lang="en-US" sz="2800" dirty="0">
                          <a:solidFill>
                            <a:schemeClr val="tx1"/>
                          </a:solidFill>
                        </a:rPr>
                        <a:t>400</a:t>
                      </a:r>
                    </a:p>
                  </a:txBody>
                  <a:tcPr anchor="ctr"/>
                </a:tc>
                <a:tc>
                  <a:txBody>
                    <a:bodyPr/>
                    <a:lstStyle/>
                    <a:p>
                      <a:pPr algn="ctr"/>
                      <a:r>
                        <a:rPr lang="en-US" sz="2800" dirty="0">
                          <a:solidFill>
                            <a:schemeClr val="tx1"/>
                          </a:solidFill>
                        </a:rPr>
                        <a:t>777</a:t>
                      </a:r>
                    </a:p>
                  </a:txBody>
                  <a:tcPr anchor="ctr"/>
                </a:tc>
                <a:tc>
                  <a:txBody>
                    <a:bodyPr/>
                    <a:lstStyle/>
                    <a:p>
                      <a:pPr algn="ctr"/>
                      <a:r>
                        <a:rPr lang="en-US" sz="2800" dirty="0">
                          <a:solidFill>
                            <a:schemeClr val="tx1"/>
                          </a:solidFill>
                        </a:rPr>
                        <a:t>Broom</a:t>
                      </a:r>
                    </a:p>
                  </a:txBody>
                  <a:tcPr anchor="ctr"/>
                </a:tc>
                <a:tc>
                  <a:txBody>
                    <a:bodyPr/>
                    <a:lstStyle/>
                    <a:p>
                      <a:pPr algn="ctr"/>
                      <a:r>
                        <a:rPr lang="en-US" sz="2800" dirty="0">
                          <a:solidFill>
                            <a:schemeClr val="tx1"/>
                          </a:solidFill>
                        </a:rPr>
                        <a:t>$23.49</a:t>
                      </a:r>
                    </a:p>
                  </a:txBody>
                  <a:tcPr anchor="ctr"/>
                </a:tc>
                <a:tc>
                  <a:txBody>
                    <a:bodyPr/>
                    <a:lstStyle/>
                    <a:p>
                      <a:pPr algn="ctr"/>
                      <a:r>
                        <a:rPr lang="en-US" sz="2800" dirty="0">
                          <a:solidFill>
                            <a:schemeClr val="tx1"/>
                          </a:solidFill>
                        </a:rPr>
                        <a:t>Plastic Bristles</a:t>
                      </a:r>
                    </a:p>
                  </a:txBody>
                  <a:tcPr anchor="ctr"/>
                </a:tc>
                <a:extLst>
                  <a:ext uri="{0D108BD9-81ED-4DB2-BD59-A6C34878D82A}">
                    <a16:rowId xmlns:a16="http://schemas.microsoft.com/office/drawing/2014/main" val="2600195047"/>
                  </a:ext>
                </a:extLst>
              </a:tr>
            </a:tbl>
          </a:graphicData>
        </a:graphic>
      </p:graphicFrame>
      <p:sp>
        <p:nvSpPr>
          <p:cNvPr id="4" name="TextBox 3">
            <a:extLst>
              <a:ext uri="{FF2B5EF4-FFF2-40B4-BE49-F238E27FC236}">
                <a16:creationId xmlns:a16="http://schemas.microsoft.com/office/drawing/2014/main" id="{5B71624B-B4BC-E108-25C2-EA564F765C1C}"/>
              </a:ext>
            </a:extLst>
          </p:cNvPr>
          <p:cNvSpPr txBox="1"/>
          <p:nvPr/>
        </p:nvSpPr>
        <p:spPr>
          <a:xfrm>
            <a:off x="7550725" y="2242812"/>
            <a:ext cx="2854037" cy="646331"/>
          </a:xfrm>
          <a:prstGeom prst="rect">
            <a:avLst/>
          </a:prstGeom>
          <a:noFill/>
        </p:spPr>
        <p:txBody>
          <a:bodyPr wrap="square" rtlCol="0">
            <a:spAutoFit/>
          </a:bodyPr>
          <a:lstStyle/>
          <a:p>
            <a:pPr algn="ctr"/>
            <a:r>
              <a:rPr lang="en-US" sz="3600" b="1" dirty="0"/>
              <a:t>Items</a:t>
            </a:r>
          </a:p>
        </p:txBody>
      </p:sp>
      <p:graphicFrame>
        <p:nvGraphicFramePr>
          <p:cNvPr id="5" name="Table 3">
            <a:extLst>
              <a:ext uri="{FF2B5EF4-FFF2-40B4-BE49-F238E27FC236}">
                <a16:creationId xmlns:a16="http://schemas.microsoft.com/office/drawing/2014/main" id="{04DB2D21-A65F-B4EF-537F-1A1DCBB22F19}"/>
              </a:ext>
            </a:extLst>
          </p:cNvPr>
          <p:cNvGraphicFramePr>
            <a:graphicFrameLocks noGrp="1"/>
          </p:cNvGraphicFramePr>
          <p:nvPr>
            <p:extLst>
              <p:ext uri="{D42A27DB-BD31-4B8C-83A1-F6EECF244321}">
                <p14:modId xmlns:p14="http://schemas.microsoft.com/office/powerpoint/2010/main" val="294089624"/>
              </p:ext>
            </p:extLst>
          </p:nvPr>
        </p:nvGraphicFramePr>
        <p:xfrm>
          <a:off x="1413162" y="7149641"/>
          <a:ext cx="5043054" cy="1554480"/>
        </p:xfrm>
        <a:graphic>
          <a:graphicData uri="http://schemas.openxmlformats.org/drawingml/2006/table">
            <a:tbl>
              <a:tblPr firstRow="1" bandRow="1">
                <a:tableStyleId>{5C22544A-7EE6-4342-B048-85BDC9FD1C3A}</a:tableStyleId>
              </a:tblPr>
              <a:tblGrid>
                <a:gridCol w="2521527">
                  <a:extLst>
                    <a:ext uri="{9D8B030D-6E8A-4147-A177-3AD203B41FA5}">
                      <a16:colId xmlns:a16="http://schemas.microsoft.com/office/drawing/2014/main" val="106060688"/>
                    </a:ext>
                  </a:extLst>
                </a:gridCol>
                <a:gridCol w="2521527">
                  <a:extLst>
                    <a:ext uri="{9D8B030D-6E8A-4147-A177-3AD203B41FA5}">
                      <a16:colId xmlns:a16="http://schemas.microsoft.com/office/drawing/2014/main" val="125018360"/>
                    </a:ext>
                  </a:extLst>
                </a:gridCol>
              </a:tblGrid>
              <a:tr h="370840">
                <a:tc>
                  <a:txBody>
                    <a:bodyPr/>
                    <a:lstStyle/>
                    <a:p>
                      <a:pPr algn="ctr"/>
                      <a:r>
                        <a:rPr lang="en-US" sz="2800" dirty="0">
                          <a:solidFill>
                            <a:schemeClr val="bg2"/>
                          </a:solidFill>
                        </a:rPr>
                        <a:t>Brand ID</a:t>
                      </a:r>
                    </a:p>
                  </a:txBody>
                  <a:tcPr anchor="ctr"/>
                </a:tc>
                <a:tc>
                  <a:txBody>
                    <a:bodyPr/>
                    <a:lstStyle/>
                    <a:p>
                      <a:pPr algn="ctr"/>
                      <a:r>
                        <a:rPr lang="en-US" sz="2800" dirty="0">
                          <a:solidFill>
                            <a:schemeClr val="bg2"/>
                          </a:solidFill>
                        </a:rPr>
                        <a:t>Name</a:t>
                      </a:r>
                    </a:p>
                  </a:txBody>
                  <a:tcPr anchor="ctr"/>
                </a:tc>
                <a:extLst>
                  <a:ext uri="{0D108BD9-81ED-4DB2-BD59-A6C34878D82A}">
                    <a16:rowId xmlns:a16="http://schemas.microsoft.com/office/drawing/2014/main" val="2328374616"/>
                  </a:ext>
                </a:extLst>
              </a:tr>
              <a:tr h="370840">
                <a:tc>
                  <a:txBody>
                    <a:bodyPr/>
                    <a:lstStyle/>
                    <a:p>
                      <a:pPr algn="ctr"/>
                      <a:r>
                        <a:rPr lang="en-US" sz="2800" dirty="0">
                          <a:solidFill>
                            <a:schemeClr val="tx1"/>
                          </a:solidFill>
                        </a:rPr>
                        <a:t>400</a:t>
                      </a:r>
                    </a:p>
                  </a:txBody>
                  <a:tcPr anchor="ctr"/>
                </a:tc>
                <a:tc>
                  <a:txBody>
                    <a:bodyPr/>
                    <a:lstStyle/>
                    <a:p>
                      <a:pPr algn="ctr"/>
                      <a:r>
                        <a:rPr lang="en-US" sz="2800" dirty="0">
                          <a:solidFill>
                            <a:schemeClr val="tx1"/>
                          </a:solidFill>
                        </a:rPr>
                        <a:t>ACME</a:t>
                      </a:r>
                    </a:p>
                  </a:txBody>
                  <a:tcPr anchor="ctr"/>
                </a:tc>
                <a:extLst>
                  <a:ext uri="{0D108BD9-81ED-4DB2-BD59-A6C34878D82A}">
                    <a16:rowId xmlns:a16="http://schemas.microsoft.com/office/drawing/2014/main" val="917435898"/>
                  </a:ext>
                </a:extLst>
              </a:tr>
              <a:tr h="370840">
                <a:tc>
                  <a:txBody>
                    <a:bodyPr/>
                    <a:lstStyle/>
                    <a:p>
                      <a:pPr algn="ctr"/>
                      <a:r>
                        <a:rPr lang="en-US" sz="2800" dirty="0">
                          <a:solidFill>
                            <a:schemeClr val="tx1"/>
                          </a:solidFill>
                        </a:rPr>
                        <a:t>500</a:t>
                      </a:r>
                    </a:p>
                  </a:txBody>
                  <a:tcPr anchor="ctr"/>
                </a:tc>
                <a:tc>
                  <a:txBody>
                    <a:bodyPr/>
                    <a:lstStyle/>
                    <a:p>
                      <a:pPr algn="ctr"/>
                      <a:r>
                        <a:rPr lang="en-US" sz="2800" dirty="0">
                          <a:solidFill>
                            <a:schemeClr val="tx1"/>
                          </a:solidFill>
                        </a:rPr>
                        <a:t>Fuller</a:t>
                      </a:r>
                    </a:p>
                  </a:txBody>
                  <a:tcPr anchor="ctr"/>
                </a:tc>
                <a:extLst>
                  <a:ext uri="{0D108BD9-81ED-4DB2-BD59-A6C34878D82A}">
                    <a16:rowId xmlns:a16="http://schemas.microsoft.com/office/drawing/2014/main" val="2600195047"/>
                  </a:ext>
                </a:extLst>
              </a:tr>
            </a:tbl>
          </a:graphicData>
        </a:graphic>
      </p:graphicFrame>
      <p:graphicFrame>
        <p:nvGraphicFramePr>
          <p:cNvPr id="6" name="Table 3">
            <a:extLst>
              <a:ext uri="{FF2B5EF4-FFF2-40B4-BE49-F238E27FC236}">
                <a16:creationId xmlns:a16="http://schemas.microsoft.com/office/drawing/2014/main" id="{1B61B212-9C1F-13B9-FCB4-B52C3FAB6634}"/>
              </a:ext>
            </a:extLst>
          </p:cNvPr>
          <p:cNvGraphicFramePr>
            <a:graphicFrameLocks noGrp="1"/>
          </p:cNvGraphicFramePr>
          <p:nvPr>
            <p:extLst>
              <p:ext uri="{D42A27DB-BD31-4B8C-83A1-F6EECF244321}">
                <p14:modId xmlns:p14="http://schemas.microsoft.com/office/powerpoint/2010/main" val="1886822661"/>
              </p:ext>
            </p:extLst>
          </p:nvPr>
        </p:nvGraphicFramePr>
        <p:xfrm>
          <a:off x="8977744" y="7151256"/>
          <a:ext cx="7564581" cy="1554480"/>
        </p:xfrm>
        <a:graphic>
          <a:graphicData uri="http://schemas.openxmlformats.org/drawingml/2006/table">
            <a:tbl>
              <a:tblPr firstRow="1" bandRow="1">
                <a:tableStyleId>{5C22544A-7EE6-4342-B048-85BDC9FD1C3A}</a:tableStyleId>
              </a:tblPr>
              <a:tblGrid>
                <a:gridCol w="2521527">
                  <a:extLst>
                    <a:ext uri="{9D8B030D-6E8A-4147-A177-3AD203B41FA5}">
                      <a16:colId xmlns:a16="http://schemas.microsoft.com/office/drawing/2014/main" val="106060688"/>
                    </a:ext>
                  </a:extLst>
                </a:gridCol>
                <a:gridCol w="2521527">
                  <a:extLst>
                    <a:ext uri="{9D8B030D-6E8A-4147-A177-3AD203B41FA5}">
                      <a16:colId xmlns:a16="http://schemas.microsoft.com/office/drawing/2014/main" val="125018360"/>
                    </a:ext>
                  </a:extLst>
                </a:gridCol>
                <a:gridCol w="2521527">
                  <a:extLst>
                    <a:ext uri="{9D8B030D-6E8A-4147-A177-3AD203B41FA5}">
                      <a16:colId xmlns:a16="http://schemas.microsoft.com/office/drawing/2014/main" val="4027463707"/>
                    </a:ext>
                  </a:extLst>
                </a:gridCol>
              </a:tblGrid>
              <a:tr h="370840">
                <a:tc>
                  <a:txBody>
                    <a:bodyPr/>
                    <a:lstStyle/>
                    <a:p>
                      <a:pPr algn="ctr"/>
                      <a:r>
                        <a:rPr lang="en-US" sz="2800" dirty="0">
                          <a:solidFill>
                            <a:schemeClr val="bg2"/>
                          </a:solidFill>
                        </a:rPr>
                        <a:t>Tax ID</a:t>
                      </a:r>
                    </a:p>
                  </a:txBody>
                  <a:tcPr anchor="ctr"/>
                </a:tc>
                <a:tc>
                  <a:txBody>
                    <a:bodyPr/>
                    <a:lstStyle/>
                    <a:p>
                      <a:pPr algn="ctr"/>
                      <a:r>
                        <a:rPr lang="en-US" sz="2800" dirty="0">
                          <a:solidFill>
                            <a:schemeClr val="bg2"/>
                          </a:solidFill>
                        </a:rPr>
                        <a:t>State Tax</a:t>
                      </a:r>
                    </a:p>
                  </a:txBody>
                  <a:tcPr anchor="ctr"/>
                </a:tc>
                <a:tc>
                  <a:txBody>
                    <a:bodyPr/>
                    <a:lstStyle/>
                    <a:p>
                      <a:pPr algn="ctr"/>
                      <a:r>
                        <a:rPr lang="en-US" sz="2800" dirty="0">
                          <a:solidFill>
                            <a:schemeClr val="bg2"/>
                          </a:solidFill>
                        </a:rPr>
                        <a:t>Federal Tax</a:t>
                      </a:r>
                    </a:p>
                  </a:txBody>
                  <a:tcPr anchor="ctr"/>
                </a:tc>
                <a:extLst>
                  <a:ext uri="{0D108BD9-81ED-4DB2-BD59-A6C34878D82A}">
                    <a16:rowId xmlns:a16="http://schemas.microsoft.com/office/drawing/2014/main" val="2328374616"/>
                  </a:ext>
                </a:extLst>
              </a:tr>
              <a:tr h="370840">
                <a:tc>
                  <a:txBody>
                    <a:bodyPr/>
                    <a:lstStyle/>
                    <a:p>
                      <a:pPr algn="ctr"/>
                      <a:r>
                        <a:rPr lang="en-US" sz="2800" dirty="0">
                          <a:solidFill>
                            <a:schemeClr val="tx1"/>
                          </a:solidFill>
                        </a:rPr>
                        <a:t>777</a:t>
                      </a:r>
                    </a:p>
                  </a:txBody>
                  <a:tcPr anchor="ctr"/>
                </a:tc>
                <a:tc>
                  <a:txBody>
                    <a:bodyPr/>
                    <a:lstStyle/>
                    <a:p>
                      <a:pPr algn="ctr"/>
                      <a:r>
                        <a:rPr lang="en-US" sz="2800" dirty="0">
                          <a:solidFill>
                            <a:schemeClr val="tx1"/>
                          </a:solidFill>
                        </a:rPr>
                        <a:t>0.05</a:t>
                      </a:r>
                    </a:p>
                  </a:txBody>
                  <a:tcPr anchor="ctr"/>
                </a:tc>
                <a:tc>
                  <a:txBody>
                    <a:bodyPr/>
                    <a:lstStyle/>
                    <a:p>
                      <a:pPr algn="ctr"/>
                      <a:r>
                        <a:rPr lang="en-US" sz="2800" dirty="0">
                          <a:solidFill>
                            <a:schemeClr val="tx1"/>
                          </a:solidFill>
                        </a:rPr>
                        <a:t>0.16</a:t>
                      </a:r>
                    </a:p>
                  </a:txBody>
                  <a:tcPr anchor="ctr"/>
                </a:tc>
                <a:extLst>
                  <a:ext uri="{0D108BD9-81ED-4DB2-BD59-A6C34878D82A}">
                    <a16:rowId xmlns:a16="http://schemas.microsoft.com/office/drawing/2014/main" val="917435898"/>
                  </a:ext>
                </a:extLst>
              </a:tr>
              <a:tr h="370840">
                <a:tc>
                  <a:txBody>
                    <a:bodyPr/>
                    <a:lstStyle/>
                    <a:p>
                      <a:pPr algn="ctr"/>
                      <a:r>
                        <a:rPr lang="en-US" sz="2800" dirty="0">
                          <a:solidFill>
                            <a:schemeClr val="tx1"/>
                          </a:solidFill>
                        </a:rPr>
                        <a:t>789</a:t>
                      </a:r>
                    </a:p>
                  </a:txBody>
                  <a:tcPr anchor="ctr"/>
                </a:tc>
                <a:tc>
                  <a:txBody>
                    <a:bodyPr/>
                    <a:lstStyle/>
                    <a:p>
                      <a:pPr algn="ctr"/>
                      <a:r>
                        <a:rPr lang="en-US" sz="2800" dirty="0">
                          <a:solidFill>
                            <a:schemeClr val="tx1"/>
                          </a:solidFill>
                        </a:rPr>
                        <a:t>0.07</a:t>
                      </a:r>
                    </a:p>
                  </a:txBody>
                  <a:tcPr anchor="ctr"/>
                </a:tc>
                <a:tc>
                  <a:txBody>
                    <a:bodyPr/>
                    <a:lstStyle/>
                    <a:p>
                      <a:pPr algn="ctr"/>
                      <a:r>
                        <a:rPr lang="en-US" sz="2800" dirty="0">
                          <a:solidFill>
                            <a:schemeClr val="tx1"/>
                          </a:solidFill>
                        </a:rPr>
                        <a:t>0.07</a:t>
                      </a:r>
                    </a:p>
                  </a:txBody>
                  <a:tcPr anchor="ctr"/>
                </a:tc>
                <a:extLst>
                  <a:ext uri="{0D108BD9-81ED-4DB2-BD59-A6C34878D82A}">
                    <a16:rowId xmlns:a16="http://schemas.microsoft.com/office/drawing/2014/main" val="2600195047"/>
                  </a:ext>
                </a:extLst>
              </a:tr>
            </a:tbl>
          </a:graphicData>
        </a:graphic>
      </p:graphicFrame>
      <p:sp>
        <p:nvSpPr>
          <p:cNvPr id="7" name="TextBox 6">
            <a:extLst>
              <a:ext uri="{FF2B5EF4-FFF2-40B4-BE49-F238E27FC236}">
                <a16:creationId xmlns:a16="http://schemas.microsoft.com/office/drawing/2014/main" id="{AFE13FFA-1C7A-AEE9-94E4-1C8CC102E8B6}"/>
              </a:ext>
            </a:extLst>
          </p:cNvPr>
          <p:cNvSpPr txBox="1"/>
          <p:nvPr/>
        </p:nvSpPr>
        <p:spPr>
          <a:xfrm>
            <a:off x="11346876" y="6465650"/>
            <a:ext cx="2854037" cy="646331"/>
          </a:xfrm>
          <a:prstGeom prst="rect">
            <a:avLst/>
          </a:prstGeom>
          <a:noFill/>
        </p:spPr>
        <p:txBody>
          <a:bodyPr wrap="square" rtlCol="0">
            <a:spAutoFit/>
          </a:bodyPr>
          <a:lstStyle/>
          <a:p>
            <a:pPr algn="ctr"/>
            <a:r>
              <a:rPr lang="en-US" sz="3600" b="1" dirty="0"/>
              <a:t>Tax Info</a:t>
            </a:r>
          </a:p>
        </p:txBody>
      </p:sp>
      <p:sp>
        <p:nvSpPr>
          <p:cNvPr id="8" name="TextBox 7">
            <a:extLst>
              <a:ext uri="{FF2B5EF4-FFF2-40B4-BE49-F238E27FC236}">
                <a16:creationId xmlns:a16="http://schemas.microsoft.com/office/drawing/2014/main" id="{E6F083D7-868C-5724-D985-7193C2DA0F05}"/>
              </a:ext>
            </a:extLst>
          </p:cNvPr>
          <p:cNvSpPr txBox="1"/>
          <p:nvPr/>
        </p:nvSpPr>
        <p:spPr>
          <a:xfrm>
            <a:off x="2660070" y="6515540"/>
            <a:ext cx="2854037" cy="646331"/>
          </a:xfrm>
          <a:prstGeom prst="rect">
            <a:avLst/>
          </a:prstGeom>
          <a:noFill/>
        </p:spPr>
        <p:txBody>
          <a:bodyPr wrap="square" rtlCol="0">
            <a:spAutoFit/>
          </a:bodyPr>
          <a:lstStyle/>
          <a:p>
            <a:pPr algn="ctr"/>
            <a:r>
              <a:rPr lang="en-US" sz="3600" b="1" dirty="0"/>
              <a:t>Brands</a:t>
            </a:r>
          </a:p>
        </p:txBody>
      </p:sp>
      <p:cxnSp>
        <p:nvCxnSpPr>
          <p:cNvPr id="11" name="Straight Arrow Connector 10">
            <a:extLst>
              <a:ext uri="{FF2B5EF4-FFF2-40B4-BE49-F238E27FC236}">
                <a16:creationId xmlns:a16="http://schemas.microsoft.com/office/drawing/2014/main" id="{19295EB7-D98C-5EC4-60DD-32B46E0B884E}"/>
              </a:ext>
            </a:extLst>
          </p:cNvPr>
          <p:cNvCxnSpPr/>
          <p:nvPr/>
        </p:nvCxnSpPr>
        <p:spPr>
          <a:xfrm flipH="1">
            <a:off x="4087088" y="4662748"/>
            <a:ext cx="1427019" cy="1852792"/>
          </a:xfrm>
          <a:prstGeom prst="straightConnector1">
            <a:avLst/>
          </a:prstGeom>
          <a:ln w="38100">
            <a:solidFill>
              <a:srgbClr val="00B0F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0A7F524-9091-B917-A0FC-9DB377FF1C2F}"/>
              </a:ext>
            </a:extLst>
          </p:cNvPr>
          <p:cNvCxnSpPr>
            <a:cxnSpLocks/>
          </p:cNvCxnSpPr>
          <p:nvPr/>
        </p:nvCxnSpPr>
        <p:spPr>
          <a:xfrm>
            <a:off x="7689271" y="4662748"/>
            <a:ext cx="5070763" cy="1802902"/>
          </a:xfrm>
          <a:prstGeom prst="straightConnector1">
            <a:avLst/>
          </a:prstGeom>
          <a:ln w="38100">
            <a:solidFill>
              <a:srgbClr val="00B0F0"/>
            </a:solidFill>
            <a:tailEnd type="triangle" w="lg" len="lg"/>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D179A86-8A44-11D2-60E1-6BFCC2C175B4}"/>
              </a:ext>
            </a:extLst>
          </p:cNvPr>
          <p:cNvSpPr txBox="1"/>
          <p:nvPr/>
        </p:nvSpPr>
        <p:spPr>
          <a:xfrm>
            <a:off x="1336960" y="4937947"/>
            <a:ext cx="4177147" cy="954107"/>
          </a:xfrm>
          <a:prstGeom prst="rect">
            <a:avLst/>
          </a:prstGeom>
          <a:noFill/>
        </p:spPr>
        <p:txBody>
          <a:bodyPr wrap="square" rtlCol="0">
            <a:spAutoFit/>
          </a:bodyPr>
          <a:lstStyle/>
          <a:p>
            <a:pPr algn="ctr"/>
            <a:r>
              <a:rPr lang="en-US" sz="2800" dirty="0"/>
              <a:t>Foreign Key</a:t>
            </a:r>
          </a:p>
          <a:p>
            <a:pPr algn="ctr"/>
            <a:r>
              <a:rPr lang="en-US" sz="2800" dirty="0"/>
              <a:t>Relationship</a:t>
            </a:r>
          </a:p>
        </p:txBody>
      </p:sp>
      <p:sp>
        <p:nvSpPr>
          <p:cNvPr id="16" name="TextBox 15">
            <a:extLst>
              <a:ext uri="{FF2B5EF4-FFF2-40B4-BE49-F238E27FC236}">
                <a16:creationId xmlns:a16="http://schemas.microsoft.com/office/drawing/2014/main" id="{3304446E-3C9D-6F28-C8DA-5184CBAB684A}"/>
              </a:ext>
            </a:extLst>
          </p:cNvPr>
          <p:cNvSpPr txBox="1"/>
          <p:nvPr/>
        </p:nvSpPr>
        <p:spPr>
          <a:xfrm>
            <a:off x="10023765" y="4837905"/>
            <a:ext cx="4177147" cy="954107"/>
          </a:xfrm>
          <a:prstGeom prst="rect">
            <a:avLst/>
          </a:prstGeom>
          <a:noFill/>
        </p:spPr>
        <p:txBody>
          <a:bodyPr wrap="square" rtlCol="0">
            <a:spAutoFit/>
          </a:bodyPr>
          <a:lstStyle/>
          <a:p>
            <a:pPr algn="ctr"/>
            <a:r>
              <a:rPr lang="en-US" sz="2800" dirty="0"/>
              <a:t>Foreign Key</a:t>
            </a:r>
          </a:p>
          <a:p>
            <a:pPr algn="ctr"/>
            <a:r>
              <a:rPr lang="en-US" sz="2800" dirty="0"/>
              <a:t>Relationship</a:t>
            </a:r>
          </a:p>
        </p:txBody>
      </p:sp>
    </p:spTree>
    <p:extLst>
      <p:ext uri="{BB962C8B-B14F-4D97-AF65-F5344CB8AC3E}">
        <p14:creationId xmlns:p14="http://schemas.microsoft.com/office/powerpoint/2010/main" val="1326659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F4514-405A-D5B3-79A0-D0C1C7F37CDB}"/>
              </a:ext>
            </a:extLst>
          </p:cNvPr>
          <p:cNvSpPr>
            <a:spLocks noGrp="1"/>
          </p:cNvSpPr>
          <p:nvPr>
            <p:ph type="title"/>
          </p:nvPr>
        </p:nvSpPr>
        <p:spPr/>
        <p:txBody>
          <a:bodyPr/>
          <a:lstStyle/>
          <a:p>
            <a:r>
              <a:rPr lang="en-US" dirty="0"/>
              <a:t>Denormalization Example – Using Joins</a:t>
            </a:r>
          </a:p>
        </p:txBody>
      </p:sp>
      <p:sp>
        <p:nvSpPr>
          <p:cNvPr id="17" name="TextBox 16">
            <a:extLst>
              <a:ext uri="{FF2B5EF4-FFF2-40B4-BE49-F238E27FC236}">
                <a16:creationId xmlns:a16="http://schemas.microsoft.com/office/drawing/2014/main" id="{A2324D26-8C3E-3660-1A46-8601253C200F}"/>
              </a:ext>
            </a:extLst>
          </p:cNvPr>
          <p:cNvSpPr txBox="1"/>
          <p:nvPr/>
        </p:nvSpPr>
        <p:spPr>
          <a:xfrm>
            <a:off x="656792" y="6862774"/>
            <a:ext cx="7668058" cy="1938992"/>
          </a:xfrm>
          <a:prstGeom prst="rect">
            <a:avLst/>
          </a:prstGeom>
          <a:noFill/>
        </p:spPr>
        <p:txBody>
          <a:bodyPr wrap="square">
            <a:spAutoFit/>
          </a:bodyPr>
          <a:lstStyle/>
          <a:p>
            <a:r>
              <a:rPr lang="en-US" sz="2400" b="0" i="0" dirty="0">
                <a:solidFill>
                  <a:srgbClr val="0000CD"/>
                </a:solidFill>
                <a:effectLst/>
                <a:latin typeface="+mn-lt"/>
              </a:rPr>
              <a:t>SELECT</a:t>
            </a:r>
            <a:r>
              <a:rPr lang="en-US" sz="2400" b="0" i="0" dirty="0">
                <a:solidFill>
                  <a:srgbClr val="000000"/>
                </a:solidFill>
                <a:effectLst/>
                <a:latin typeface="+mn-lt"/>
              </a:rPr>
              <a:t> Items.ItemID, Items.Name, TaxInfo.StateTax</a:t>
            </a:r>
            <a:br>
              <a:rPr lang="en-US" sz="2400" dirty="0">
                <a:latin typeface="+mn-lt"/>
              </a:rPr>
            </a:br>
            <a:r>
              <a:rPr lang="en-US" sz="2400" b="0" i="0" dirty="0">
                <a:solidFill>
                  <a:srgbClr val="0000CD"/>
                </a:solidFill>
                <a:effectLst/>
                <a:latin typeface="+mn-lt"/>
              </a:rPr>
              <a:t>FROM</a:t>
            </a:r>
            <a:r>
              <a:rPr lang="en-US" sz="2400" b="0" i="0" dirty="0">
                <a:solidFill>
                  <a:srgbClr val="000000"/>
                </a:solidFill>
                <a:effectLst/>
                <a:latin typeface="+mn-lt"/>
              </a:rPr>
              <a:t> </a:t>
            </a:r>
            <a:r>
              <a:rPr lang="en-US" sz="2400" dirty="0">
                <a:solidFill>
                  <a:srgbClr val="000000"/>
                </a:solidFill>
                <a:latin typeface="+mn-lt"/>
              </a:rPr>
              <a:t>Items</a:t>
            </a:r>
            <a:br>
              <a:rPr lang="en-US" sz="2400" dirty="0">
                <a:latin typeface="+mn-lt"/>
              </a:rPr>
            </a:br>
            <a:r>
              <a:rPr lang="en-US" sz="2400" b="0" i="0" dirty="0">
                <a:solidFill>
                  <a:srgbClr val="0000CD"/>
                </a:solidFill>
                <a:effectLst/>
                <a:latin typeface="+mn-lt"/>
              </a:rPr>
              <a:t>INNER</a:t>
            </a:r>
            <a:r>
              <a:rPr lang="en-US" sz="2400" b="0" i="0" dirty="0">
                <a:solidFill>
                  <a:srgbClr val="000000"/>
                </a:solidFill>
                <a:effectLst/>
                <a:latin typeface="+mn-lt"/>
              </a:rPr>
              <a:t> </a:t>
            </a:r>
            <a:r>
              <a:rPr lang="en-US" sz="2400" b="0" i="0" dirty="0">
                <a:solidFill>
                  <a:srgbClr val="0000CD"/>
                </a:solidFill>
                <a:effectLst/>
                <a:latin typeface="+mn-lt"/>
              </a:rPr>
              <a:t>JOIN</a:t>
            </a:r>
            <a:r>
              <a:rPr lang="en-US" sz="2400" b="0" i="0" dirty="0">
                <a:solidFill>
                  <a:srgbClr val="000000"/>
                </a:solidFill>
                <a:effectLst/>
                <a:latin typeface="+mn-lt"/>
              </a:rPr>
              <a:t> </a:t>
            </a:r>
            <a:r>
              <a:rPr lang="en-US" sz="2400" dirty="0">
                <a:solidFill>
                  <a:srgbClr val="000000"/>
                </a:solidFill>
                <a:latin typeface="+mn-lt"/>
              </a:rPr>
              <a:t>TaxInfo</a:t>
            </a:r>
            <a:endParaRPr lang="en-US" sz="2400" b="0" i="0" dirty="0">
              <a:solidFill>
                <a:srgbClr val="000000"/>
              </a:solidFill>
              <a:effectLst/>
              <a:latin typeface="+mn-lt"/>
            </a:endParaRPr>
          </a:p>
          <a:p>
            <a:r>
              <a:rPr lang="en-US" sz="2400" b="0" i="0" dirty="0">
                <a:solidFill>
                  <a:srgbClr val="0000CD"/>
                </a:solidFill>
                <a:effectLst/>
                <a:latin typeface="+mn-lt"/>
              </a:rPr>
              <a:t>ON</a:t>
            </a:r>
            <a:r>
              <a:rPr lang="en-US" sz="2400" b="0" i="0" dirty="0">
                <a:solidFill>
                  <a:srgbClr val="000000"/>
                </a:solidFill>
                <a:effectLst/>
                <a:latin typeface="+mn-lt"/>
              </a:rPr>
              <a:t> Items.TaxInfoID = </a:t>
            </a:r>
            <a:r>
              <a:rPr lang="en-US" sz="2400" dirty="0">
                <a:solidFill>
                  <a:srgbClr val="000000"/>
                </a:solidFill>
                <a:latin typeface="+mn-lt"/>
              </a:rPr>
              <a:t>TaxInfo.TaxID</a:t>
            </a:r>
          </a:p>
          <a:p>
            <a:r>
              <a:rPr lang="en-US" sz="2400" dirty="0">
                <a:solidFill>
                  <a:srgbClr val="0000CD"/>
                </a:solidFill>
                <a:latin typeface="+mn-lt"/>
              </a:rPr>
              <a:t>WHERE</a:t>
            </a:r>
            <a:r>
              <a:rPr lang="en-US" sz="2400" b="0" i="0" dirty="0">
                <a:solidFill>
                  <a:srgbClr val="000000"/>
                </a:solidFill>
                <a:effectLst/>
                <a:latin typeface="+mn-lt"/>
              </a:rPr>
              <a:t> </a:t>
            </a:r>
            <a:r>
              <a:rPr lang="en-US" sz="2400" dirty="0">
                <a:solidFill>
                  <a:srgbClr val="000000"/>
                </a:solidFill>
                <a:latin typeface="+mn-lt"/>
              </a:rPr>
              <a:t>Items.ItemID = 123</a:t>
            </a:r>
          </a:p>
        </p:txBody>
      </p:sp>
      <p:sp>
        <p:nvSpPr>
          <p:cNvPr id="31" name="Rectangular Callout 30">
            <a:extLst>
              <a:ext uri="{FF2B5EF4-FFF2-40B4-BE49-F238E27FC236}">
                <a16:creationId xmlns:a16="http://schemas.microsoft.com/office/drawing/2014/main" id="{92AC458F-F763-F05A-CC1F-9FCE7C1206EB}"/>
              </a:ext>
            </a:extLst>
          </p:cNvPr>
          <p:cNvSpPr/>
          <p:nvPr/>
        </p:nvSpPr>
        <p:spPr>
          <a:xfrm>
            <a:off x="11601450" y="7086600"/>
            <a:ext cx="4191000" cy="1345834"/>
          </a:xfrm>
          <a:prstGeom prst="wedgeRectCallout">
            <a:avLst>
              <a:gd name="adj1" fmla="val -126731"/>
              <a:gd name="adj2" fmla="val -6859"/>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2"/>
                </a:solidFill>
              </a:rPr>
              <a:t>Data must move across the network between Node 1 and Node 3</a:t>
            </a:r>
          </a:p>
        </p:txBody>
      </p:sp>
      <p:pic>
        <p:nvPicPr>
          <p:cNvPr id="3" name="Picture 2" descr="A diagram illustrating the relationships between different tables in a distributed database across multiple nodes:&#10;&#10;1. **Node 1 (Items Table):**&#10;   - The &quot;Items&quot; table contains columns for Item ID, Brand ID, Tax Info ID, Name, Price, and Description.&#10;   - Example rows:&#10;     - Item ID: 123, Brand ID: 400, Tax Info ID: 777, Name: Broom, Price: $19.99, Description: Straw Bristles&#10;     - Item ID: 456, Brand ID: 400, Tax Info ID: 777, Name: Broom, Price: $23.49, Description: Plastic Bristles&#10;&#10;2. **Node 2 (Brands Table):**&#10;   - The &quot;Brands&quot; table contains columns for Brand ID and Name.&#10;   - Example rows:&#10;     - Brand ID: 400, Name: ACME&#10;     - Brand ID: 500, Name: Fuller&#10;&#10;3. **Node 3 (Tax Info Table):**&#10;   - The &quot;Tax Info&quot; table contains columns for Tax ID, State Tax, and Federal Tax.&#10;   - Example rows:&#10;     - Tax ID: 777, State Tax: 0.05, Federal Tax: 0.16&#10;     - Tax ID: 789, State Tax: 0.07, Federal Tax: 0.07&#10;&#10;4. **Foreign Key Relationships:**&#10;   - Arrows labeled &quot;Foreign Key Relationship&quot; indicate connections between:&#10;     - The Brand ID in the &quot;Items&quot; table and the Brand ID in the &quot;Brands&quot; table.&#10;     - The Tax Info ID in the &quot;Items&quot; table and the Tax ID in the &quot;Tax Info&quot; table.&#10;&#10;This diagram shows how tables are distributed across different nodes and illustrates the foreign key relationships that link the &quot;Items&quot; table with the &quot;Brands&quot; and &quot;Tax Info&quot; tables in a distributed database system.">
            <a:extLst>
              <a:ext uri="{FF2B5EF4-FFF2-40B4-BE49-F238E27FC236}">
                <a16:creationId xmlns:a16="http://schemas.microsoft.com/office/drawing/2014/main" id="{5AC9F305-89F6-450A-0E10-C29CC8124700}"/>
              </a:ext>
            </a:extLst>
          </p:cNvPr>
          <p:cNvPicPr>
            <a:picLocks noChangeAspect="1"/>
          </p:cNvPicPr>
          <p:nvPr/>
        </p:nvPicPr>
        <p:blipFill rotWithShape="1">
          <a:blip r:embed="rId2"/>
          <a:srcRect t="3117" r="106" b="261"/>
          <a:stretch/>
        </p:blipFill>
        <p:spPr>
          <a:xfrm>
            <a:off x="2909002" y="1938610"/>
            <a:ext cx="12456730" cy="4907487"/>
          </a:xfrm>
          <a:prstGeom prst="rect">
            <a:avLst/>
          </a:prstGeom>
        </p:spPr>
      </p:pic>
    </p:spTree>
    <p:extLst>
      <p:ext uri="{BB962C8B-B14F-4D97-AF65-F5344CB8AC3E}">
        <p14:creationId xmlns:p14="http://schemas.microsoft.com/office/powerpoint/2010/main" val="2817589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F4514-405A-D5B3-79A0-D0C1C7F37CDB}"/>
              </a:ext>
            </a:extLst>
          </p:cNvPr>
          <p:cNvSpPr>
            <a:spLocks noGrp="1"/>
          </p:cNvSpPr>
          <p:nvPr>
            <p:ph type="title"/>
          </p:nvPr>
        </p:nvSpPr>
        <p:spPr/>
        <p:txBody>
          <a:bodyPr/>
          <a:lstStyle/>
          <a:p>
            <a:r>
              <a:rPr lang="en-US" dirty="0"/>
              <a:t>Denormalization Example – Denormalized Form</a:t>
            </a:r>
          </a:p>
        </p:txBody>
      </p:sp>
      <p:sp>
        <p:nvSpPr>
          <p:cNvPr id="22" name="TextBox 21">
            <a:extLst>
              <a:ext uri="{FF2B5EF4-FFF2-40B4-BE49-F238E27FC236}">
                <a16:creationId xmlns:a16="http://schemas.microsoft.com/office/drawing/2014/main" id="{AACD19AE-A612-D6C0-E8F7-8534A3F19115}"/>
              </a:ext>
            </a:extLst>
          </p:cNvPr>
          <p:cNvSpPr txBox="1"/>
          <p:nvPr/>
        </p:nvSpPr>
        <p:spPr>
          <a:xfrm>
            <a:off x="914400" y="7884087"/>
            <a:ext cx="8872104" cy="1077218"/>
          </a:xfrm>
          <a:prstGeom prst="rect">
            <a:avLst/>
          </a:prstGeom>
          <a:noFill/>
        </p:spPr>
        <p:txBody>
          <a:bodyPr wrap="square">
            <a:spAutoFit/>
          </a:bodyPr>
          <a:lstStyle/>
          <a:p>
            <a:r>
              <a:rPr lang="en-US" sz="3200" b="0" i="0" dirty="0">
                <a:solidFill>
                  <a:srgbClr val="0000CD"/>
                </a:solidFill>
                <a:effectLst/>
                <a:latin typeface="+mn-lt"/>
              </a:rPr>
              <a:t>SELECT</a:t>
            </a:r>
            <a:r>
              <a:rPr lang="en-US" sz="3200" b="0" i="0" dirty="0">
                <a:solidFill>
                  <a:srgbClr val="000000"/>
                </a:solidFill>
                <a:effectLst/>
                <a:latin typeface="+mn-lt"/>
              </a:rPr>
              <a:t> ItemID, Name, StateTax </a:t>
            </a:r>
            <a:r>
              <a:rPr lang="en-US" sz="3200" b="0" i="0" dirty="0">
                <a:solidFill>
                  <a:srgbClr val="0000CD"/>
                </a:solidFill>
                <a:effectLst/>
                <a:latin typeface="+mn-lt"/>
              </a:rPr>
              <a:t>FROM</a:t>
            </a:r>
            <a:r>
              <a:rPr lang="en-US" sz="3200" b="0" i="0" dirty="0">
                <a:solidFill>
                  <a:srgbClr val="000000"/>
                </a:solidFill>
                <a:effectLst/>
                <a:latin typeface="+mn-lt"/>
              </a:rPr>
              <a:t> </a:t>
            </a:r>
            <a:r>
              <a:rPr lang="en-US" sz="3200" dirty="0">
                <a:solidFill>
                  <a:srgbClr val="000000"/>
                </a:solidFill>
                <a:latin typeface="+mn-lt"/>
              </a:rPr>
              <a:t>Items </a:t>
            </a:r>
            <a:r>
              <a:rPr lang="en-US" sz="3200" dirty="0">
                <a:solidFill>
                  <a:srgbClr val="0000CD"/>
                </a:solidFill>
                <a:latin typeface="+mn-lt"/>
              </a:rPr>
              <a:t>WHERE</a:t>
            </a:r>
            <a:r>
              <a:rPr lang="en-US" sz="3200" b="0" i="0" dirty="0">
                <a:solidFill>
                  <a:srgbClr val="000000"/>
                </a:solidFill>
                <a:effectLst/>
                <a:latin typeface="+mn-lt"/>
              </a:rPr>
              <a:t> </a:t>
            </a:r>
            <a:r>
              <a:rPr lang="en-US" sz="3200" dirty="0">
                <a:solidFill>
                  <a:srgbClr val="000000"/>
                </a:solidFill>
                <a:latin typeface="+mn-lt"/>
              </a:rPr>
              <a:t>ItemID = 123</a:t>
            </a:r>
          </a:p>
        </p:txBody>
      </p:sp>
      <p:sp>
        <p:nvSpPr>
          <p:cNvPr id="32" name="Rectangular Callout 31">
            <a:extLst>
              <a:ext uri="{FF2B5EF4-FFF2-40B4-BE49-F238E27FC236}">
                <a16:creationId xmlns:a16="http://schemas.microsoft.com/office/drawing/2014/main" id="{77753E49-8C1A-D0AF-71D7-418AFFEBCEF9}"/>
              </a:ext>
            </a:extLst>
          </p:cNvPr>
          <p:cNvSpPr/>
          <p:nvPr/>
        </p:nvSpPr>
        <p:spPr>
          <a:xfrm>
            <a:off x="12979976" y="7361398"/>
            <a:ext cx="4191000" cy="1345834"/>
          </a:xfrm>
          <a:prstGeom prst="wedgeRectCallout">
            <a:avLst>
              <a:gd name="adj1" fmla="val -128095"/>
              <a:gd name="adj2" fmla="val 588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2"/>
                </a:solidFill>
              </a:rPr>
              <a:t>No data movement across nodes</a:t>
            </a:r>
          </a:p>
        </p:txBody>
      </p:sp>
      <p:pic>
        <p:nvPicPr>
          <p:cNvPr id="5" name="Picture 4" descr="A diagram illustrating data duplication in a distributed database system across multiple nodes, focusing on the &quot;Items&quot; table:&#10;&#10;1. **Items Table:**&#10;   - The table is divided across two nodes, labeled &quot;Node 1&quot; and &quot;Node 2&quot;.&#10;   - Columns include Item ID, Brand Name, State Tax, Federal Tax, Name, Price, and Description.&#10;   - Example rows:&#10;     - **Node 1:**&#10;       - Item ID: 123, Brand Name: ACME, State Tax: 0.05, Federal Tax: 0.16, Name: Broom, Price: $19.99, Description: Straw Bristles&#10;     - **Node 2:**&#10;       - Item ID: 456, Brand Name: ACME, State Tax: 0.05, Federal Tax: 0.16, Name: Broom, Price: $23.49, Description: Plastic Bristles&#10;&#10;2. **Data Duplication:**&#10;   - The diagram highlights the duplication of the &quot;Brand Name&quot; and tax columns (&quot;State Tax&quot; and &quot;Federal Tax&quot;) across the nodes.&#10;   - Arrows labeled &quot;Data Duplication&quot; indicate the redundancy of data in both nodes.&#10;&#10;This diagram demonstrates how data duplication occurs in a distributed database system, showing the same &quot;Brand Name&quot; and tax information being stored across multiple nodes, potentially leading to inefficiencies.">
            <a:extLst>
              <a:ext uri="{FF2B5EF4-FFF2-40B4-BE49-F238E27FC236}">
                <a16:creationId xmlns:a16="http://schemas.microsoft.com/office/drawing/2014/main" id="{AC399AA3-BA95-C7F0-E98E-5451C9E1005E}"/>
              </a:ext>
            </a:extLst>
          </p:cNvPr>
          <p:cNvPicPr>
            <a:picLocks noChangeAspect="1"/>
          </p:cNvPicPr>
          <p:nvPr/>
        </p:nvPicPr>
        <p:blipFill>
          <a:blip r:embed="rId3"/>
          <a:stretch>
            <a:fillRect/>
          </a:stretch>
        </p:blipFill>
        <p:spPr>
          <a:xfrm>
            <a:off x="1286118" y="2578692"/>
            <a:ext cx="15696393" cy="4780904"/>
          </a:xfrm>
          <a:prstGeom prst="rect">
            <a:avLst/>
          </a:prstGeom>
        </p:spPr>
      </p:pic>
    </p:spTree>
    <p:custDataLst>
      <p:tags r:id="rId1"/>
    </p:custDataLst>
    <p:extLst>
      <p:ext uri="{BB962C8B-B14F-4D97-AF65-F5344CB8AC3E}">
        <p14:creationId xmlns:p14="http://schemas.microsoft.com/office/powerpoint/2010/main" val="34806474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B3749A0A-21FE-4D7E-AF4C-75286A7AFE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
  <TotalTime>110914</TotalTime>
  <Words>1256</Words>
  <Application>Microsoft Office PowerPoint</Application>
  <PresentationFormat>Custom</PresentationFormat>
  <Paragraphs>215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Breeze</vt:lpstr>
      <vt:lpstr>Module 7: Lesson 2 NoSQL Database Concepts (Part 1)</vt:lpstr>
      <vt:lpstr>Distributed Storage Partitions</vt:lpstr>
      <vt:lpstr>Managing Distributed Storage Partitions</vt:lpstr>
      <vt:lpstr>Realizing Partitions Hash Function</vt:lpstr>
      <vt:lpstr>Realizing Partitions Key-Value Pairs</vt:lpstr>
      <vt:lpstr>Realizing Partitions Hash Table</vt:lpstr>
      <vt:lpstr>Realizing Partitions Distributed Hash Table</vt:lpstr>
      <vt:lpstr>Denormalization</vt:lpstr>
      <vt:lpstr>Denormalization Example – ER Diagram</vt:lpstr>
      <vt:lpstr>Denormalization Example – Normal Form</vt:lpstr>
      <vt:lpstr>Denormalization Example – Using Joins</vt:lpstr>
      <vt:lpstr>Denormalization Example – Denormalized Form</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455</cp:revision>
  <cp:lastPrinted>2024-03-15T21:28:47Z</cp:lastPrinted>
  <dcterms:created xsi:type="dcterms:W3CDTF">2019-02-13T16:04:21Z</dcterms:created>
  <dcterms:modified xsi:type="dcterms:W3CDTF">2024-07-12T18:15:32Z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1B80C483-2CB2-4EF1-8E09-FBCE7591739B</vt:lpwstr>
  </property>
  <property fmtid="{D5CDD505-2E9C-101B-9397-08002B2CF9AE}" pid="4" name="ArticulatePath">
    <vt:lpwstr>Module 7 03202024</vt:lpwstr>
  </property>
  <property fmtid="{D5CDD505-2E9C-101B-9397-08002B2CF9AE}" pid="5" name="MediaServiceImageTags">
    <vt:lpwstr/>
  </property>
</Properties>
</file>