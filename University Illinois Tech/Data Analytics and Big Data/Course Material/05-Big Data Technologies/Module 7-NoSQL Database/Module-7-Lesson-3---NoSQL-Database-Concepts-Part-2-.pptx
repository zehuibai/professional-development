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3"/>
  </p:notesMasterIdLst>
  <p:sldIdLst>
    <p:sldId id="1247" r:id="rId5"/>
    <p:sldId id="1186" r:id="rId6"/>
    <p:sldId id="1187" r:id="rId7"/>
    <p:sldId id="1188" r:id="rId8"/>
    <p:sldId id="1189" r:id="rId9"/>
    <p:sldId id="1190" r:id="rId10"/>
    <p:sldId id="1191" r:id="rId11"/>
    <p:sldId id="1192" r:id="rId12"/>
    <p:sldId id="1193" r:id="rId13"/>
    <p:sldId id="1194" r:id="rId14"/>
    <p:sldId id="1195" r:id="rId15"/>
    <p:sldId id="1196" r:id="rId16"/>
    <p:sldId id="1218" r:id="rId17"/>
    <p:sldId id="1219" r:id="rId18"/>
    <p:sldId id="1220" r:id="rId19"/>
    <p:sldId id="1222" r:id="rId20"/>
    <p:sldId id="1223" r:id="rId21"/>
    <p:sldId id="429" r:id="rId22"/>
  </p:sldIdLst>
  <p:sldSz cx="18288000" cy="10287000"/>
  <p:notesSz cx="9144000" cy="6858000"/>
  <p:custDataLst>
    <p:tags r:id="rId24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8586"/>
    <a:srgbClr val="FFFFFF"/>
    <a:srgbClr val="E1F8FF"/>
    <a:srgbClr val="D4DBE7"/>
    <a:srgbClr val="E0F8FF"/>
    <a:srgbClr val="3BA1F0"/>
    <a:srgbClr val="EAEAEA"/>
    <a:srgbClr val="BABABA"/>
    <a:srgbClr val="959595"/>
    <a:srgbClr val="F94B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3051A-E7A4-130F-380F-703C9B0DBFF4}" v="106" dt="2024-07-12T18:33:58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/>
    <p:restoredTop sz="95726" autoAdjust="0"/>
  </p:normalViewPr>
  <p:slideViewPr>
    <p:cSldViewPr snapToGrid="0" snapToObjects="1">
      <p:cViewPr varScale="1">
        <p:scale>
          <a:sx n="71" d="100"/>
          <a:sy n="71" d="100"/>
        </p:scale>
        <p:origin x="1152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3A63051A-E7A4-130F-380F-703C9B0DBFF4}"/>
    <pc:docChg chg="modSld">
      <pc:chgData name="Allison Mulshine" userId="S::allison.mulshine@collegiseducation.com::5f656d52-c555-4e5e-9a5b-18226766ffe3" providerId="AD" clId="Web-{3A63051A-E7A4-130F-380F-703C9B0DBFF4}" dt="2024-07-12T18:33:58.328" v="102"/>
      <pc:docMkLst>
        <pc:docMk/>
      </pc:docMkLst>
      <pc:sldChg chg="addSp delSp modSp">
        <pc:chgData name="Allison Mulshine" userId="S::allison.mulshine@collegiseducation.com::5f656d52-c555-4e5e-9a5b-18226766ffe3" providerId="AD" clId="Web-{3A63051A-E7A4-130F-380F-703C9B0DBFF4}" dt="2024-07-12T18:32:05.389" v="55"/>
        <pc:sldMkLst>
          <pc:docMk/>
          <pc:sldMk cId="2765274336" sldId="1190"/>
        </pc:sldMkLst>
        <pc:spChg chg="del mod">
          <ac:chgData name="Allison Mulshine" userId="S::allison.mulshine@collegiseducation.com::5f656d52-c555-4e5e-9a5b-18226766ffe3" providerId="AD" clId="Web-{3A63051A-E7A4-130F-380F-703C9B0DBFF4}" dt="2024-07-12T18:31:44.029" v="51"/>
          <ac:spMkLst>
            <pc:docMk/>
            <pc:sldMk cId="2765274336" sldId="1190"/>
            <ac:spMk id="3" creationId="{595C975E-B7BE-FD61-58D1-67B0DCED1FC4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29" v="50"/>
          <ac:spMkLst>
            <pc:docMk/>
            <pc:sldMk cId="2765274336" sldId="1190"/>
            <ac:spMk id="4" creationId="{164B986F-7C7D-203C-4C51-5D572A48FFB9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29" v="49"/>
          <ac:spMkLst>
            <pc:docMk/>
            <pc:sldMk cId="2765274336" sldId="1190"/>
            <ac:spMk id="5" creationId="{520D7954-911F-179A-62B4-5895671E5CD3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29" v="48"/>
          <ac:spMkLst>
            <pc:docMk/>
            <pc:sldMk cId="2765274336" sldId="1190"/>
            <ac:spMk id="6" creationId="{AE8D8416-1899-EFBA-D98F-128D437B93F2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29" v="47"/>
          <ac:spMkLst>
            <pc:docMk/>
            <pc:sldMk cId="2765274336" sldId="1190"/>
            <ac:spMk id="7" creationId="{A48D92DA-7DE4-8856-CD67-141BEAA0606E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29" v="46"/>
          <ac:spMkLst>
            <pc:docMk/>
            <pc:sldMk cId="2765274336" sldId="1190"/>
            <ac:spMk id="8" creationId="{E2DD0B11-3E74-51AB-C171-52149E3F2F81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29" v="45"/>
          <ac:spMkLst>
            <pc:docMk/>
            <pc:sldMk cId="2765274336" sldId="1190"/>
            <ac:spMk id="9" creationId="{5027C085-46A5-FFFE-5A76-3C9ADD425BD6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14" v="37"/>
          <ac:spMkLst>
            <pc:docMk/>
            <pc:sldMk cId="2765274336" sldId="1190"/>
            <ac:spMk id="17" creationId="{1888CB4F-9815-4220-ECA2-AE8496E9EA85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14" v="36"/>
          <ac:spMkLst>
            <pc:docMk/>
            <pc:sldMk cId="2765274336" sldId="1190"/>
            <ac:spMk id="18" creationId="{409DF4A8-040F-8033-8DAB-33319FBCBB8F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14" v="35"/>
          <ac:spMkLst>
            <pc:docMk/>
            <pc:sldMk cId="2765274336" sldId="1190"/>
            <ac:spMk id="19" creationId="{540ADC1C-533C-EA88-9D90-A568DF3BD9EF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14" v="30"/>
          <ac:spMkLst>
            <pc:docMk/>
            <pc:sldMk cId="2765274336" sldId="1190"/>
            <ac:spMk id="24" creationId="{BF92629A-A00B-0950-B8E5-237782757627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14" v="29"/>
          <ac:spMkLst>
            <pc:docMk/>
            <pc:sldMk cId="2765274336" sldId="1190"/>
            <ac:spMk id="25" creationId="{DDB0BB7D-1005-74D8-3487-03A55DD80F84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14" v="28"/>
          <ac:spMkLst>
            <pc:docMk/>
            <pc:sldMk cId="2765274336" sldId="1190"/>
            <ac:spMk id="26" creationId="{53D05242-0AB7-575E-759D-4027E3DDDB5B}"/>
          </ac:spMkLst>
        </pc:spChg>
        <pc:spChg chg="del mod">
          <ac:chgData name="Allison Mulshine" userId="S::allison.mulshine@collegiseducation.com::5f656d52-c555-4e5e-9a5b-18226766ffe3" providerId="AD" clId="Web-{3A63051A-E7A4-130F-380F-703C9B0DBFF4}" dt="2024-07-12T18:31:44.014" v="27"/>
          <ac:spMkLst>
            <pc:docMk/>
            <pc:sldMk cId="2765274336" sldId="1190"/>
            <ac:spMk id="27" creationId="{12EF7028-707A-2BE4-2EDE-459AFDEE746B}"/>
          </ac:spMkLst>
        </pc:spChg>
        <pc:graphicFrameChg chg="del mod">
          <ac:chgData name="Allison Mulshine" userId="S::allison.mulshine@collegiseducation.com::5f656d52-c555-4e5e-9a5b-18226766ffe3" providerId="AD" clId="Web-{3A63051A-E7A4-130F-380F-703C9B0DBFF4}" dt="2024-07-12T18:31:44.014" v="31"/>
          <ac:graphicFrameMkLst>
            <pc:docMk/>
            <pc:sldMk cId="2765274336" sldId="1190"/>
            <ac:graphicFrameMk id="23" creationId="{C1521A55-17AD-D05B-C1A9-14B0EFDA0A79}"/>
          </ac:graphicFrameMkLst>
        </pc:graphicFrameChg>
        <pc:picChg chg="del mod">
          <ac:chgData name="Allison Mulshine" userId="S::allison.mulshine@collegiseducation.com::5f656d52-c555-4e5e-9a5b-18226766ffe3" providerId="AD" clId="Web-{3A63051A-E7A4-130F-380F-703C9B0DBFF4}" dt="2024-07-12T18:31:44.029" v="41"/>
          <ac:picMkLst>
            <pc:docMk/>
            <pc:sldMk cId="2765274336" sldId="1190"/>
            <ac:picMk id="13" creationId="{19764827-D4B2-F959-0532-9C350D5A145A}"/>
          </ac:picMkLst>
        </pc:picChg>
        <pc:picChg chg="del mod">
          <ac:chgData name="Allison Mulshine" userId="S::allison.mulshine@collegiseducation.com::5f656d52-c555-4e5e-9a5b-18226766ffe3" providerId="AD" clId="Web-{3A63051A-E7A4-130F-380F-703C9B0DBFF4}" dt="2024-07-12T18:31:44.029" v="40"/>
          <ac:picMkLst>
            <pc:docMk/>
            <pc:sldMk cId="2765274336" sldId="1190"/>
            <ac:picMk id="14" creationId="{07ED6C59-4AFB-487D-DF93-B2DDB91B8410}"/>
          </ac:picMkLst>
        </pc:picChg>
        <pc:picChg chg="del mod">
          <ac:chgData name="Allison Mulshine" userId="S::allison.mulshine@collegiseducation.com::5f656d52-c555-4e5e-9a5b-18226766ffe3" providerId="AD" clId="Web-{3A63051A-E7A4-130F-380F-703C9B0DBFF4}" dt="2024-07-12T18:31:44.029" v="39"/>
          <ac:picMkLst>
            <pc:docMk/>
            <pc:sldMk cId="2765274336" sldId="1190"/>
            <ac:picMk id="15" creationId="{D8F34666-B504-24F7-1316-442AA56C163F}"/>
          </ac:picMkLst>
        </pc:picChg>
        <pc:picChg chg="del mod">
          <ac:chgData name="Allison Mulshine" userId="S::allison.mulshine@collegiseducation.com::5f656d52-c555-4e5e-9a5b-18226766ffe3" providerId="AD" clId="Web-{3A63051A-E7A4-130F-380F-703C9B0DBFF4}" dt="2024-07-12T18:31:44.014" v="38"/>
          <ac:picMkLst>
            <pc:docMk/>
            <pc:sldMk cId="2765274336" sldId="1190"/>
            <ac:picMk id="16" creationId="{016CF143-CEB9-2592-4B68-C05F55907279}"/>
          </ac:picMkLst>
        </pc:picChg>
        <pc:picChg chg="add mod">
          <ac:chgData name="Allison Mulshine" userId="S::allison.mulshine@collegiseducation.com::5f656d52-c555-4e5e-9a5b-18226766ffe3" providerId="AD" clId="Web-{3A63051A-E7A4-130F-380F-703C9B0DBFF4}" dt="2024-07-12T18:32:05.389" v="55"/>
          <ac:picMkLst>
            <pc:docMk/>
            <pc:sldMk cId="2765274336" sldId="1190"/>
            <ac:picMk id="28" creationId="{439535B4-17E9-CB5C-1CCC-12A7F57CC00C}"/>
          </ac:picMkLst>
        </pc:picChg>
        <pc:cxnChg chg="del mod">
          <ac:chgData name="Allison Mulshine" userId="S::allison.mulshine@collegiseducation.com::5f656d52-c555-4e5e-9a5b-18226766ffe3" providerId="AD" clId="Web-{3A63051A-E7A4-130F-380F-703C9B0DBFF4}" dt="2024-07-12T18:31:44.029" v="44"/>
          <ac:cxnSpMkLst>
            <pc:docMk/>
            <pc:sldMk cId="2765274336" sldId="1190"/>
            <ac:cxnSpMk id="10" creationId="{CA669C62-913E-8320-DB27-7574546BE42E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1:44.029" v="43"/>
          <ac:cxnSpMkLst>
            <pc:docMk/>
            <pc:sldMk cId="2765274336" sldId="1190"/>
            <ac:cxnSpMk id="11" creationId="{EBF7713E-5A31-A6B9-7849-66309B9D03BF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1:44.029" v="42"/>
          <ac:cxnSpMkLst>
            <pc:docMk/>
            <pc:sldMk cId="2765274336" sldId="1190"/>
            <ac:cxnSpMk id="12" creationId="{C5632871-946F-CE5C-9B87-88DE3738ECA9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1:44.014" v="34"/>
          <ac:cxnSpMkLst>
            <pc:docMk/>
            <pc:sldMk cId="2765274336" sldId="1190"/>
            <ac:cxnSpMk id="20" creationId="{101E3807-1982-0CDA-ED77-BDB042C93A23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1:44.014" v="33"/>
          <ac:cxnSpMkLst>
            <pc:docMk/>
            <pc:sldMk cId="2765274336" sldId="1190"/>
            <ac:cxnSpMk id="21" creationId="{306B37D8-56C4-75A7-7209-FDECD417A5AF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1:44.014" v="32"/>
          <ac:cxnSpMkLst>
            <pc:docMk/>
            <pc:sldMk cId="2765274336" sldId="1190"/>
            <ac:cxnSpMk id="22" creationId="{3F10BD96-F2FF-5705-0817-AFD0DF7F3350}"/>
          </ac:cxnSpMkLst>
        </pc:cxnChg>
      </pc:sldChg>
      <pc:sldChg chg="addSp delSp modSp">
        <pc:chgData name="Allison Mulshine" userId="S::allison.mulshine@collegiseducation.com::5f656d52-c555-4e5e-9a5b-18226766ffe3" providerId="AD" clId="Web-{3A63051A-E7A4-130F-380F-703C9B0DBFF4}" dt="2024-07-12T18:33:01.671" v="75"/>
        <pc:sldMkLst>
          <pc:docMk/>
          <pc:sldMk cId="1662904946" sldId="1218"/>
        </pc:sldMkLst>
        <pc:spChg chg="del">
          <ac:chgData name="Allison Mulshine" userId="S::allison.mulshine@collegiseducation.com::5f656d52-c555-4e5e-9a5b-18226766ffe3" providerId="AD" clId="Web-{3A63051A-E7A4-130F-380F-703C9B0DBFF4}" dt="2024-07-12T18:32:42.483" v="71"/>
          <ac:spMkLst>
            <pc:docMk/>
            <pc:sldMk cId="1662904946" sldId="1218"/>
            <ac:spMk id="3" creationId="{B4EBE05F-E192-A1EE-9A63-F2EE377F638C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2:42.483" v="68"/>
          <ac:spMkLst>
            <pc:docMk/>
            <pc:sldMk cId="1662904946" sldId="1218"/>
            <ac:spMk id="6" creationId="{ED884142-F9E8-AF20-9C2E-DDA8764310B4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2:42.483" v="67"/>
          <ac:spMkLst>
            <pc:docMk/>
            <pc:sldMk cId="1662904946" sldId="1218"/>
            <ac:spMk id="7" creationId="{677A8769-1E11-8191-3886-A333824A485F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2:42.483" v="64"/>
          <ac:spMkLst>
            <pc:docMk/>
            <pc:sldMk cId="1662904946" sldId="1218"/>
            <ac:spMk id="14" creationId="{71ACD606-09E3-70C6-DB27-99DCCA719A1C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2:42.483" v="63"/>
          <ac:spMkLst>
            <pc:docMk/>
            <pc:sldMk cId="1662904946" sldId="1218"/>
            <ac:spMk id="15" creationId="{3D664098-11E2-F789-068A-95392F63625A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2:42.483" v="61"/>
          <ac:spMkLst>
            <pc:docMk/>
            <pc:sldMk cId="1662904946" sldId="1218"/>
            <ac:spMk id="22" creationId="{A8155315-9BAE-6EAE-BCBF-D2FB1F9E7A1D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2:42.483" v="60"/>
          <ac:spMkLst>
            <pc:docMk/>
            <pc:sldMk cId="1662904946" sldId="1218"/>
            <ac:spMk id="24" creationId="{5984234E-91B8-17DC-FB3E-AE60323FB3DD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2:42.483" v="59"/>
          <ac:spMkLst>
            <pc:docMk/>
            <pc:sldMk cId="1662904946" sldId="1218"/>
            <ac:spMk id="25" creationId="{98746CE5-B1E1-7408-7B09-796F6DFF55B5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2:42.483" v="57"/>
          <ac:spMkLst>
            <pc:docMk/>
            <pc:sldMk cId="1662904946" sldId="1218"/>
            <ac:spMk id="50" creationId="{995BF064-A25B-F0BF-1FE5-4044778BF50D}"/>
          </ac:spMkLst>
        </pc:spChg>
        <pc:graphicFrameChg chg="del">
          <ac:chgData name="Allison Mulshine" userId="S::allison.mulshine@collegiseducation.com::5f656d52-c555-4e5e-9a5b-18226766ffe3" providerId="AD" clId="Web-{3A63051A-E7A4-130F-380F-703C9B0DBFF4}" dt="2024-07-12T18:32:42.483" v="70"/>
          <ac:graphicFrameMkLst>
            <pc:docMk/>
            <pc:sldMk cId="1662904946" sldId="1218"/>
            <ac:graphicFrameMk id="4" creationId="{E41DB534-9DF1-7343-2A24-D5F884D78D58}"/>
          </ac:graphicFrameMkLst>
        </pc:graphicFrameChg>
        <pc:graphicFrameChg chg="del">
          <ac:chgData name="Allison Mulshine" userId="S::allison.mulshine@collegiseducation.com::5f656d52-c555-4e5e-9a5b-18226766ffe3" providerId="AD" clId="Web-{3A63051A-E7A4-130F-380F-703C9B0DBFF4}" dt="2024-07-12T18:32:42.483" v="66"/>
          <ac:graphicFrameMkLst>
            <pc:docMk/>
            <pc:sldMk cId="1662904946" sldId="1218"/>
            <ac:graphicFrameMk id="12" creationId="{0AD9392F-3E39-F214-E0EB-34F69D304E56}"/>
          </ac:graphicFrameMkLst>
        </pc:graphicFrameChg>
        <pc:picChg chg="del">
          <ac:chgData name="Allison Mulshine" userId="S::allison.mulshine@collegiseducation.com::5f656d52-c555-4e5e-9a5b-18226766ffe3" providerId="AD" clId="Web-{3A63051A-E7A4-130F-380F-703C9B0DBFF4}" dt="2024-07-12T18:32:42.483" v="69"/>
          <ac:picMkLst>
            <pc:docMk/>
            <pc:sldMk cId="1662904946" sldId="1218"/>
            <ac:picMk id="5" creationId="{F37018A6-7A9B-4240-B6BE-1D0120E667CB}"/>
          </ac:picMkLst>
        </pc:picChg>
        <pc:picChg chg="add mod">
          <ac:chgData name="Allison Mulshine" userId="S::allison.mulshine@collegiseducation.com::5f656d52-c555-4e5e-9a5b-18226766ffe3" providerId="AD" clId="Web-{3A63051A-E7A4-130F-380F-703C9B0DBFF4}" dt="2024-07-12T18:33:01.671" v="75"/>
          <ac:picMkLst>
            <pc:docMk/>
            <pc:sldMk cId="1662904946" sldId="1218"/>
            <ac:picMk id="8" creationId="{223E168A-3605-E68B-E6A6-370346DF3B6F}"/>
          </ac:picMkLst>
        </pc:picChg>
        <pc:picChg chg="del">
          <ac:chgData name="Allison Mulshine" userId="S::allison.mulshine@collegiseducation.com::5f656d52-c555-4e5e-9a5b-18226766ffe3" providerId="AD" clId="Web-{3A63051A-E7A4-130F-380F-703C9B0DBFF4}" dt="2024-07-12T18:32:42.483" v="65"/>
          <ac:picMkLst>
            <pc:docMk/>
            <pc:sldMk cId="1662904946" sldId="1218"/>
            <ac:picMk id="13" creationId="{8239E979-0A6C-8847-7CE1-3E8CAFFB6B51}"/>
          </ac:picMkLst>
        </pc:picChg>
        <pc:picChg chg="del">
          <ac:chgData name="Allison Mulshine" userId="S::allison.mulshine@collegiseducation.com::5f656d52-c555-4e5e-9a5b-18226766ffe3" providerId="AD" clId="Web-{3A63051A-E7A4-130F-380F-703C9B0DBFF4}" dt="2024-07-12T18:32:42.483" v="56"/>
          <ac:picMkLst>
            <pc:docMk/>
            <pc:sldMk cId="1662904946" sldId="1218"/>
            <ac:picMk id="53" creationId="{D31E8AAC-79C5-B9CE-73E8-E8A0893DB5C1}"/>
          </ac:picMkLst>
        </pc:picChg>
        <pc:cxnChg chg="del mod">
          <ac:chgData name="Allison Mulshine" userId="S::allison.mulshine@collegiseducation.com::5f656d52-c555-4e5e-9a5b-18226766ffe3" providerId="AD" clId="Web-{3A63051A-E7A4-130F-380F-703C9B0DBFF4}" dt="2024-07-12T18:32:42.483" v="62"/>
          <ac:cxnSpMkLst>
            <pc:docMk/>
            <pc:sldMk cId="1662904946" sldId="1218"/>
            <ac:cxnSpMk id="20" creationId="{B6AFD158-B5B8-9664-5049-362DC290C4D7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2:42.483" v="58"/>
          <ac:cxnSpMkLst>
            <pc:docMk/>
            <pc:sldMk cId="1662904946" sldId="1218"/>
            <ac:cxnSpMk id="27" creationId="{1C0C0C32-E585-BC4A-8B60-59C48D3E9254}"/>
          </ac:cxnSpMkLst>
        </pc:cxnChg>
      </pc:sldChg>
      <pc:sldChg chg="addSp delSp modSp">
        <pc:chgData name="Allison Mulshine" userId="S::allison.mulshine@collegiseducation.com::5f656d52-c555-4e5e-9a5b-18226766ffe3" providerId="AD" clId="Web-{3A63051A-E7A4-130F-380F-703C9B0DBFF4}" dt="2024-07-12T18:33:58.328" v="102"/>
        <pc:sldMkLst>
          <pc:docMk/>
          <pc:sldMk cId="1895796960" sldId="1219"/>
        </pc:sldMkLst>
        <pc:spChg chg="del">
          <ac:chgData name="Allison Mulshine" userId="S::allison.mulshine@collegiseducation.com::5f656d52-c555-4e5e-9a5b-18226766ffe3" providerId="AD" clId="Web-{3A63051A-E7A4-130F-380F-703C9B0DBFF4}" dt="2024-07-12T18:33:37.828" v="97"/>
          <ac:spMkLst>
            <pc:docMk/>
            <pc:sldMk cId="1895796960" sldId="1219"/>
            <ac:spMk id="33" creationId="{83216124-8DE1-9A53-14FC-B7909D2C424A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95"/>
          <ac:spMkLst>
            <pc:docMk/>
            <pc:sldMk cId="1895796960" sldId="1219"/>
            <ac:spMk id="36" creationId="{7AF23AC7-0A3B-EE71-AC1D-DCF02E9ED2CB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94"/>
          <ac:spMkLst>
            <pc:docMk/>
            <pc:sldMk cId="1895796960" sldId="1219"/>
            <ac:spMk id="37" creationId="{853B870D-C55A-2518-DB52-BBDCFA3409C5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91"/>
          <ac:spMkLst>
            <pc:docMk/>
            <pc:sldMk cId="1895796960" sldId="1219"/>
            <ac:spMk id="40" creationId="{06BDA767-C2BF-5D26-B8A2-0DAA29A30279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90"/>
          <ac:spMkLst>
            <pc:docMk/>
            <pc:sldMk cId="1895796960" sldId="1219"/>
            <ac:spMk id="41" creationId="{C9B6880F-D734-F145-4F3E-8A27BDC3851C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88"/>
          <ac:spMkLst>
            <pc:docMk/>
            <pc:sldMk cId="1895796960" sldId="1219"/>
            <ac:spMk id="43" creationId="{6A4FBB91-DC6F-A949-9B40-73D3DA689CF4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87"/>
          <ac:spMkLst>
            <pc:docMk/>
            <pc:sldMk cId="1895796960" sldId="1219"/>
            <ac:spMk id="44" creationId="{6FD16F86-EF2F-1351-9B08-9F8E9E940A1A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86"/>
          <ac:spMkLst>
            <pc:docMk/>
            <pc:sldMk cId="1895796960" sldId="1219"/>
            <ac:spMk id="45" creationId="{897E9185-70D4-ECFD-91DA-DD0E6658BC2E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84"/>
          <ac:spMkLst>
            <pc:docMk/>
            <pc:sldMk cId="1895796960" sldId="1219"/>
            <ac:spMk id="47" creationId="{D339FEE0-C9C4-4764-2446-71FD6164B7DA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828" v="82"/>
          <ac:spMkLst>
            <pc:docMk/>
            <pc:sldMk cId="1895796960" sldId="1219"/>
            <ac:spMk id="78" creationId="{DFCBCA70-FDDA-0973-D972-A7A79CAE1D17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797" v="79"/>
          <ac:spMkLst>
            <pc:docMk/>
            <pc:sldMk cId="1895796960" sldId="1219"/>
            <ac:spMk id="92" creationId="{2E678EAE-294D-4CD1-82AA-40E09DEF4BC0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797" v="77"/>
          <ac:spMkLst>
            <pc:docMk/>
            <pc:sldMk cId="1895796960" sldId="1219"/>
            <ac:spMk id="94" creationId="{37936978-7F94-7230-714C-9CAF44F65768}"/>
          </ac:spMkLst>
        </pc:spChg>
        <pc:spChg chg="del">
          <ac:chgData name="Allison Mulshine" userId="S::allison.mulshine@collegiseducation.com::5f656d52-c555-4e5e-9a5b-18226766ffe3" providerId="AD" clId="Web-{3A63051A-E7A4-130F-380F-703C9B0DBFF4}" dt="2024-07-12T18:33:37.797" v="76"/>
          <ac:spMkLst>
            <pc:docMk/>
            <pc:sldMk cId="1895796960" sldId="1219"/>
            <ac:spMk id="95" creationId="{6B4CBF71-EB5B-A0BA-9E98-D23CBEC71083}"/>
          </ac:spMkLst>
        </pc:spChg>
        <pc:graphicFrameChg chg="del">
          <ac:chgData name="Allison Mulshine" userId="S::allison.mulshine@collegiseducation.com::5f656d52-c555-4e5e-9a5b-18226766ffe3" providerId="AD" clId="Web-{3A63051A-E7A4-130F-380F-703C9B0DBFF4}" dt="2024-07-12T18:33:37.828" v="81"/>
          <ac:graphicFrameMkLst>
            <pc:docMk/>
            <pc:sldMk cId="1895796960" sldId="1219"/>
            <ac:graphicFrameMk id="34" creationId="{289267C0-74DA-04D3-25EF-3872912A1439}"/>
          </ac:graphicFrameMkLst>
        </pc:graphicFrameChg>
        <pc:graphicFrameChg chg="del">
          <ac:chgData name="Allison Mulshine" userId="S::allison.mulshine@collegiseducation.com::5f656d52-c555-4e5e-9a5b-18226766ffe3" providerId="AD" clId="Web-{3A63051A-E7A4-130F-380F-703C9B0DBFF4}" dt="2024-07-12T18:33:37.828" v="93"/>
          <ac:graphicFrameMkLst>
            <pc:docMk/>
            <pc:sldMk cId="1895796960" sldId="1219"/>
            <ac:graphicFrameMk id="38" creationId="{62B0C93B-09D9-F529-43CA-914A0F1D1530}"/>
          </ac:graphicFrameMkLst>
        </pc:graphicFrameChg>
        <pc:picChg chg="add mod">
          <ac:chgData name="Allison Mulshine" userId="S::allison.mulshine@collegiseducation.com::5f656d52-c555-4e5e-9a5b-18226766ffe3" providerId="AD" clId="Web-{3A63051A-E7A4-130F-380F-703C9B0DBFF4}" dt="2024-07-12T18:33:58.328" v="102"/>
          <ac:picMkLst>
            <pc:docMk/>
            <pc:sldMk cId="1895796960" sldId="1219"/>
            <ac:picMk id="3" creationId="{0346FEEB-DA01-B882-1CB6-A36875808F5E}"/>
          </ac:picMkLst>
        </pc:picChg>
        <pc:picChg chg="del">
          <ac:chgData name="Allison Mulshine" userId="S::allison.mulshine@collegiseducation.com::5f656d52-c555-4e5e-9a5b-18226766ffe3" providerId="AD" clId="Web-{3A63051A-E7A4-130F-380F-703C9B0DBFF4}" dt="2024-07-12T18:33:37.828" v="96"/>
          <ac:picMkLst>
            <pc:docMk/>
            <pc:sldMk cId="1895796960" sldId="1219"/>
            <ac:picMk id="35" creationId="{4782FE92-9F30-ED4A-DF7F-041A6EB35DD4}"/>
          </ac:picMkLst>
        </pc:picChg>
        <pc:picChg chg="del">
          <ac:chgData name="Allison Mulshine" userId="S::allison.mulshine@collegiseducation.com::5f656d52-c555-4e5e-9a5b-18226766ffe3" providerId="AD" clId="Web-{3A63051A-E7A4-130F-380F-703C9B0DBFF4}" dt="2024-07-12T18:33:37.828" v="92"/>
          <ac:picMkLst>
            <pc:docMk/>
            <pc:sldMk cId="1895796960" sldId="1219"/>
            <ac:picMk id="39" creationId="{F902F8AB-554E-7BF8-5833-805D611BF165}"/>
          </ac:picMkLst>
        </pc:picChg>
        <pc:picChg chg="del">
          <ac:chgData name="Allison Mulshine" userId="S::allison.mulshine@collegiseducation.com::5f656d52-c555-4e5e-9a5b-18226766ffe3" providerId="AD" clId="Web-{3A63051A-E7A4-130F-380F-703C9B0DBFF4}" dt="2024-07-12T18:33:37.828" v="83"/>
          <ac:picMkLst>
            <pc:docMk/>
            <pc:sldMk cId="1895796960" sldId="1219"/>
            <ac:picMk id="48" creationId="{7B112CBF-D164-4FE8-51D6-8ED410ACF6FC}"/>
          </ac:picMkLst>
        </pc:picChg>
        <pc:cxnChg chg="del mod">
          <ac:chgData name="Allison Mulshine" userId="S::allison.mulshine@collegiseducation.com::5f656d52-c555-4e5e-9a5b-18226766ffe3" providerId="AD" clId="Web-{3A63051A-E7A4-130F-380F-703C9B0DBFF4}" dt="2024-07-12T18:33:37.828" v="89"/>
          <ac:cxnSpMkLst>
            <pc:docMk/>
            <pc:sldMk cId="1895796960" sldId="1219"/>
            <ac:cxnSpMk id="42" creationId="{8462ACA9-2A0A-8182-0842-F85CA3C77116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3:37.828" v="85"/>
          <ac:cxnSpMkLst>
            <pc:docMk/>
            <pc:sldMk cId="1895796960" sldId="1219"/>
            <ac:cxnSpMk id="46" creationId="{5D9B034F-A23E-EA85-D3CB-6C840B4606BF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3:37.812" v="80"/>
          <ac:cxnSpMkLst>
            <pc:docMk/>
            <pc:sldMk cId="1895796960" sldId="1219"/>
            <ac:cxnSpMk id="84" creationId="{544FE394-B40D-7996-F250-6C4D1BA52B89}"/>
          </ac:cxnSpMkLst>
        </pc:cxnChg>
        <pc:cxnChg chg="del mod">
          <ac:chgData name="Allison Mulshine" userId="S::allison.mulshine@collegiseducation.com::5f656d52-c555-4e5e-9a5b-18226766ffe3" providerId="AD" clId="Web-{3A63051A-E7A4-130F-380F-703C9B0DBFF4}" dt="2024-07-12T18:33:37.797" v="78"/>
          <ac:cxnSpMkLst>
            <pc:docMk/>
            <pc:sldMk cId="1895796960" sldId="1219"/>
            <ac:cxnSpMk id="93" creationId="{2E901E84-BBBD-E38E-7B28-2A9A8CA1430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96875" y="692150"/>
            <a:ext cx="6156325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ACFB50-42D6-B240-B801-3F9B7FDC646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606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71500"/>
            <a:ext cx="16459200" cy="1485900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75EC7-9AFA-49AB-8FDF-A0609DDEEC05}" type="datetimeFigureOut">
              <a:rPr lang="en-US" smtClean="0"/>
              <a:t>7/12/2024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503BC-FD28-4C71-9C87-2981572925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  <p:sldLayoutId id="2147483690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5842" y="2690730"/>
            <a:ext cx="12996316" cy="2587300"/>
          </a:xfrm>
        </p:spPr>
        <p:txBody>
          <a:bodyPr/>
          <a:lstStyle/>
          <a:p>
            <a:r>
              <a:rPr lang="en-US" dirty="0"/>
              <a:t>Module 7: Lesson 3</a:t>
            </a:r>
            <a:br>
              <a:rPr lang="en-US" dirty="0"/>
            </a:br>
            <a:r>
              <a:rPr lang="en-US" sz="5400" dirty="0"/>
              <a:t>NoSQL Database Concepts (Part 2)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1899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3BAB-C84E-6254-57C9-EEBC5BB5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BA21-E2A9-0374-37D3-B565332CB3BA}"/>
              </a:ext>
            </a:extLst>
          </p:cNvPr>
          <p:cNvSpPr txBox="1">
            <a:spLocks/>
          </p:cNvSpPr>
          <p:nvPr/>
        </p:nvSpPr>
        <p:spPr>
          <a:xfrm>
            <a:off x="914400" y="2400300"/>
            <a:ext cx="16459200" cy="731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Let’s image a database table with a single attribute primary key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That is each record has a unique value for some single attribute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example, let’s consider a product record where each product has a unique stock keeping unit (SKU) number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79B3884-9E3C-B1B7-F221-54B24F63C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444413"/>
              </p:ext>
            </p:extLst>
          </p:nvPr>
        </p:nvGraphicFramePr>
        <p:xfrm>
          <a:off x="914400" y="5257258"/>
          <a:ext cx="16459200" cy="3048000"/>
        </p:xfrm>
        <a:graphic>
          <a:graphicData uri="http://schemas.openxmlformats.org/drawingml/2006/table">
            <a:tbl>
              <a:tblPr firstRow="1" bandRow="1"/>
              <a:tblGrid>
                <a:gridCol w="5486400">
                  <a:extLst>
                    <a:ext uri="{9D8B030D-6E8A-4147-A177-3AD203B41FA5}">
                      <a16:colId xmlns:a16="http://schemas.microsoft.com/office/drawing/2014/main" val="212628625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65660656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063502698"/>
                    </a:ext>
                  </a:extLst>
                </a:gridCol>
              </a:tblGrid>
              <a:tr h="367596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>
                          <a:solidFill>
                            <a:schemeClr val="tx1"/>
                          </a:solidFill>
                        </a:rPr>
                        <a:t>SKU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/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>
                          <a:solidFill>
                            <a:schemeClr val="tx1"/>
                          </a:solidFill>
                        </a:rPr>
                        <a:t>ProductName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/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>
                          <a:solidFill>
                            <a:schemeClr val="tx1"/>
                          </a:solidFill>
                        </a:rPr>
                        <a:t>ProductInStock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524130"/>
                  </a:ext>
                </a:extLst>
              </a:tr>
              <a:tr h="20422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123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Broom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23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478501"/>
                  </a:ext>
                </a:extLst>
              </a:tr>
              <a:tr h="20422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456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Mop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54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404083"/>
                  </a:ext>
                </a:extLst>
              </a:tr>
              <a:tr h="20422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789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Bucket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4100" dirty="0"/>
                        <a:t>127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83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243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F0E1-5A03-5CA6-AF16-5FEDAD2C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BA2B1-6D05-DBA0-00C7-8F549F280B63}"/>
              </a:ext>
            </a:extLst>
          </p:cNvPr>
          <p:cNvSpPr txBox="1">
            <a:spLocks/>
          </p:cNvSpPr>
          <p:nvPr/>
        </p:nvSpPr>
        <p:spPr>
          <a:xfrm>
            <a:off x="914400" y="2400300"/>
            <a:ext cx="16459200" cy="1881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Now let’s imagine that we have a 4 node (server or VM) database cluster with each node associate with some storage media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75A87-DA59-EE34-E297-F30839447CFD}"/>
              </a:ext>
            </a:extLst>
          </p:cNvPr>
          <p:cNvSpPr/>
          <p:nvPr/>
        </p:nvSpPr>
        <p:spPr>
          <a:xfrm>
            <a:off x="3886200" y="5143500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B4598B-38FE-1B81-8339-476048980E02}"/>
              </a:ext>
            </a:extLst>
          </p:cNvPr>
          <p:cNvSpPr/>
          <p:nvPr/>
        </p:nvSpPr>
        <p:spPr>
          <a:xfrm>
            <a:off x="6477000" y="5143500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00C5C-93AE-2BF4-02F9-9A7F2ACDAE56}"/>
              </a:ext>
            </a:extLst>
          </p:cNvPr>
          <p:cNvSpPr/>
          <p:nvPr/>
        </p:nvSpPr>
        <p:spPr>
          <a:xfrm>
            <a:off x="9067800" y="5143500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273F7-551C-629E-58F5-4BA3EA2BEC9C}"/>
              </a:ext>
            </a:extLst>
          </p:cNvPr>
          <p:cNvSpPr/>
          <p:nvPr/>
        </p:nvSpPr>
        <p:spPr>
          <a:xfrm>
            <a:off x="11658600" y="512940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4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B08913C6-F87A-C818-1D5A-D3E1A5D8CAF9}"/>
              </a:ext>
            </a:extLst>
          </p:cNvPr>
          <p:cNvCxnSpPr>
            <a:stCxn id="4" idx="0"/>
            <a:endCxn id="5" idx="0"/>
          </p:cNvCxnSpPr>
          <p:nvPr/>
        </p:nvCxnSpPr>
        <p:spPr>
          <a:xfrm rot="5400000" flipH="1" flipV="1">
            <a:off x="6153150" y="3848100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F8277DB-FAB9-810C-E1F6-2B5537B451E4}"/>
              </a:ext>
            </a:extLst>
          </p:cNvPr>
          <p:cNvCxnSpPr>
            <a:cxnSpLocks/>
            <a:stCxn id="5" idx="0"/>
            <a:endCxn id="6" idx="0"/>
          </p:cNvCxnSpPr>
          <p:nvPr/>
        </p:nvCxnSpPr>
        <p:spPr>
          <a:xfrm rot="5400000" flipH="1" flipV="1">
            <a:off x="8743950" y="3848100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3EA318F0-7788-1446-6056-14AD034FC346}"/>
              </a:ext>
            </a:extLst>
          </p:cNvPr>
          <p:cNvCxnSpPr>
            <a:cxnSpLocks/>
            <a:stCxn id="6" idx="0"/>
            <a:endCxn id="7" idx="0"/>
          </p:cNvCxnSpPr>
          <p:nvPr/>
        </p:nvCxnSpPr>
        <p:spPr>
          <a:xfrm rot="5400000" flipH="1" flipV="1">
            <a:off x="11327705" y="3841055"/>
            <a:ext cx="14093" cy="2590800"/>
          </a:xfrm>
          <a:prstGeom prst="bentConnector3">
            <a:avLst>
              <a:gd name="adj1" fmla="val 2533209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pic>
        <p:nvPicPr>
          <p:cNvPr id="11" name="Graphic 10" descr="Database">
            <a:extLst>
              <a:ext uri="{FF2B5EF4-FFF2-40B4-BE49-F238E27FC236}">
                <a16:creationId xmlns:a16="http://schemas.microsoft.com/office/drawing/2014/main" id="{40037693-5140-C74D-82CF-3C19CF027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57800" y="5758058"/>
            <a:ext cx="1028700" cy="857249"/>
          </a:xfrm>
          <a:prstGeom prst="rect">
            <a:avLst/>
          </a:prstGeom>
        </p:spPr>
      </p:pic>
      <p:pic>
        <p:nvPicPr>
          <p:cNvPr id="12" name="Graphic 11" descr="Database">
            <a:extLst>
              <a:ext uri="{FF2B5EF4-FFF2-40B4-BE49-F238E27FC236}">
                <a16:creationId xmlns:a16="http://schemas.microsoft.com/office/drawing/2014/main" id="{F0590433-AD02-A08E-FC4F-6C98878E6D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3170" y="5758058"/>
            <a:ext cx="1028700" cy="857249"/>
          </a:xfrm>
          <a:prstGeom prst="rect">
            <a:avLst/>
          </a:prstGeom>
        </p:spPr>
      </p:pic>
      <p:pic>
        <p:nvPicPr>
          <p:cNvPr id="13" name="Graphic 12" descr="Database">
            <a:extLst>
              <a:ext uri="{FF2B5EF4-FFF2-40B4-BE49-F238E27FC236}">
                <a16:creationId xmlns:a16="http://schemas.microsoft.com/office/drawing/2014/main" id="{7DB4AC82-AA08-FEF1-EF1D-805CF0A4B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68539" y="5758058"/>
            <a:ext cx="1028700" cy="857249"/>
          </a:xfrm>
          <a:prstGeom prst="rect">
            <a:avLst/>
          </a:prstGeom>
        </p:spPr>
      </p:pic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A5070809-62A8-1F83-DFB7-592271583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73909" y="5758058"/>
            <a:ext cx="1028700" cy="8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6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3B91-D7EE-8340-E3E5-D5E4D6FB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F13BB-B7E4-26D6-EC0F-E0B9B41DA4F6}"/>
              </a:ext>
            </a:extLst>
          </p:cNvPr>
          <p:cNvSpPr txBox="1">
            <a:spLocks/>
          </p:cNvSpPr>
          <p:nvPr/>
        </p:nvSpPr>
        <p:spPr>
          <a:xfrm>
            <a:off x="914400" y="2400300"/>
            <a:ext cx="16459200" cy="4261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 the table of products grows very large we won’t be able to store it on one node, so we must distribute records across the cluster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But any strategy to distribute product records must have two characteristics</a:t>
            </a:r>
          </a:p>
          <a:p>
            <a:pPr marL="1097280" marR="0" lvl="1" indent="-68580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Record should be evenly distributed across the cluster so no node gets too many records</a:t>
            </a:r>
          </a:p>
          <a:p>
            <a:pPr marL="1097280" marR="0" lvl="1" indent="-68580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+mj-lt"/>
              <a:buAutoNum type="arabicPeriod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 specific record must be able to be easily and quickly found without scanning records across all the nodes</a:t>
            </a:r>
          </a:p>
        </p:txBody>
      </p:sp>
    </p:spTree>
    <p:extLst>
      <p:ext uri="{BB962C8B-B14F-4D97-AF65-F5344CB8AC3E}">
        <p14:creationId xmlns:p14="http://schemas.microsoft.com/office/powerpoint/2010/main" val="238059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309D-25D8-877C-8F43-5007B9D1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C598-A176-4DBB-1DC4-07B208EE778E}"/>
              </a:ext>
            </a:extLst>
          </p:cNvPr>
          <p:cNvSpPr txBox="1">
            <a:spLocks/>
          </p:cNvSpPr>
          <p:nvPr/>
        </p:nvSpPr>
        <p:spPr>
          <a:xfrm>
            <a:off x="914400" y="2400300"/>
            <a:ext cx="16459200" cy="468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One way to distribute the records is to use a simple hash function as follows: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h(SKU) = SKU mod 4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returns the remainder of dividing the SKU number by 4, and is in the range of 0 – 3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 let’s assign each of our 4 nodes a number from 0 – 3 and apply our hash function to distribute records across them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15219C-9AB2-DE57-4EA9-5801CCC8D17C}"/>
              </a:ext>
            </a:extLst>
          </p:cNvPr>
          <p:cNvSpPr/>
          <p:nvPr/>
        </p:nvSpPr>
        <p:spPr>
          <a:xfrm>
            <a:off x="4000500" y="6414893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1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(0)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16A83E-3449-517C-06E1-FDF72768B15F}"/>
              </a:ext>
            </a:extLst>
          </p:cNvPr>
          <p:cNvSpPr/>
          <p:nvPr/>
        </p:nvSpPr>
        <p:spPr>
          <a:xfrm>
            <a:off x="6591300" y="6414893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2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DB04F8-69AE-7121-CB61-C245E8A0BF66}"/>
              </a:ext>
            </a:extLst>
          </p:cNvPr>
          <p:cNvSpPr/>
          <p:nvPr/>
        </p:nvSpPr>
        <p:spPr>
          <a:xfrm>
            <a:off x="9182100" y="6414893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3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EDDD0B-1FE8-05DF-A17F-0B2EBDAF0C56}"/>
              </a:ext>
            </a:extLst>
          </p:cNvPr>
          <p:cNvSpPr/>
          <p:nvPr/>
        </p:nvSpPr>
        <p:spPr>
          <a:xfrm>
            <a:off x="11772900" y="6400801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4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(3)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7BAB83AD-EC14-A84F-FDB1-697176C258A2}"/>
              </a:ext>
            </a:extLst>
          </p:cNvPr>
          <p:cNvCxnSpPr>
            <a:stCxn id="4" idx="0"/>
            <a:endCxn id="5" idx="0"/>
          </p:cNvCxnSpPr>
          <p:nvPr/>
        </p:nvCxnSpPr>
        <p:spPr>
          <a:xfrm rot="5400000" flipH="1" flipV="1">
            <a:off x="6267450" y="5119493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77E5132-8484-35DC-62CA-82CBE9411F7C}"/>
              </a:ext>
            </a:extLst>
          </p:cNvPr>
          <p:cNvCxnSpPr>
            <a:cxnSpLocks/>
            <a:stCxn id="5" idx="0"/>
            <a:endCxn id="6" idx="0"/>
          </p:cNvCxnSpPr>
          <p:nvPr/>
        </p:nvCxnSpPr>
        <p:spPr>
          <a:xfrm rot="5400000" flipH="1" flipV="1">
            <a:off x="8858250" y="5119493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22610CF4-810B-BCBC-1487-93E2246382FD}"/>
              </a:ext>
            </a:extLst>
          </p:cNvPr>
          <p:cNvCxnSpPr>
            <a:cxnSpLocks/>
            <a:stCxn id="6" idx="0"/>
            <a:endCxn id="7" idx="0"/>
          </p:cNvCxnSpPr>
          <p:nvPr/>
        </p:nvCxnSpPr>
        <p:spPr>
          <a:xfrm rot="5400000" flipH="1" flipV="1">
            <a:off x="11442005" y="5112448"/>
            <a:ext cx="14093" cy="2590800"/>
          </a:xfrm>
          <a:prstGeom prst="bentConnector3">
            <a:avLst>
              <a:gd name="adj1" fmla="val 2533209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pic>
        <p:nvPicPr>
          <p:cNvPr id="11" name="Graphic 10" descr="Database">
            <a:extLst>
              <a:ext uri="{FF2B5EF4-FFF2-40B4-BE49-F238E27FC236}">
                <a16:creationId xmlns:a16="http://schemas.microsoft.com/office/drawing/2014/main" id="{53BDE06C-A230-4A71-80F6-0E6CD8CAC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2100" y="7029451"/>
            <a:ext cx="1028700" cy="857249"/>
          </a:xfrm>
          <a:prstGeom prst="rect">
            <a:avLst/>
          </a:prstGeom>
        </p:spPr>
      </p:pic>
      <p:pic>
        <p:nvPicPr>
          <p:cNvPr id="12" name="Graphic 11" descr="Database">
            <a:extLst>
              <a:ext uri="{FF2B5EF4-FFF2-40B4-BE49-F238E27FC236}">
                <a16:creationId xmlns:a16="http://schemas.microsoft.com/office/drawing/2014/main" id="{FEC2A003-977B-7A42-97CE-3DF42CB55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470" y="7029451"/>
            <a:ext cx="1028700" cy="857249"/>
          </a:xfrm>
          <a:prstGeom prst="rect">
            <a:avLst/>
          </a:prstGeom>
        </p:spPr>
      </p:pic>
      <p:pic>
        <p:nvPicPr>
          <p:cNvPr id="13" name="Graphic 12" descr="Database">
            <a:extLst>
              <a:ext uri="{FF2B5EF4-FFF2-40B4-BE49-F238E27FC236}">
                <a16:creationId xmlns:a16="http://schemas.microsoft.com/office/drawing/2014/main" id="{ACE0F7EC-9BD1-3C08-9E8D-4CC821D4D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2839" y="7029451"/>
            <a:ext cx="1028700" cy="857249"/>
          </a:xfrm>
          <a:prstGeom prst="rect">
            <a:avLst/>
          </a:prstGeom>
        </p:spPr>
      </p:pic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914D8263-2697-4831-D8CC-29565B386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88209" y="7029451"/>
            <a:ext cx="1028700" cy="8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0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E927-845B-A0D0-AE1A-B76C4E4E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pic>
        <p:nvPicPr>
          <p:cNvPr id="28" name="Picture 27" descr="A diagram illustrating the distribution of records across nodes in a distributed database using a modulo operation:&#10;&#10;1. **Table:**&#10;   - The table contains three columns: SKU, Product Name, and Product InStock.&#10;   - Example rows:&#10;     - SKU: 123, Product Name: Broom, Product InStock: 23&#10;     - SKU: 456, Product Name: Mop, Product InStock: 54&#10;     - SKU: 789, Product Name: Bucket, Product InStock: 127&#10;&#10;2. **Modulo Operation:**&#10;   - The diagram uses the modulo operation (mod 4) to distribute the records across four nodes.&#10;   - Calculations:&#10;     - 456 mod 4 = 0 → Node 1&#10;     - 789 mod 4 = 1 → Node 2&#10;     - 123 mod 4 = 3 → Node 4&#10;&#10;3. **Nodes:**&#10;   - Four nodes are represented:&#10;     - **Node 1 (0)**: Receives the record with SKU 456.&#10;     - **Node 2 (1)**: Receives the record with SKU 789.&#10;     - **Node 3 (2)**: No record assigned based on the examples.&#10;     - **Node 4 (3)**: Receives the record with SKU 123.&#10;&#10;4. **Distribution:**&#10;   - Arrows indicate the assignment of records to the corresponding nodes based on the modulo calculation.&#10;   - A note at the bottom states, &quot;Records are evenly (randomly) distributed across the cluster.&quot;&#10;&#10;This diagram shows how records are distributed across multiple nodes in a distributed database system using a hash function (modulo operation) to ensure even distribution.">
            <a:extLst>
              <a:ext uri="{FF2B5EF4-FFF2-40B4-BE49-F238E27FC236}">
                <a16:creationId xmlns:a16="http://schemas.microsoft.com/office/drawing/2014/main" id="{439535B4-17E9-CB5C-1CCC-12A7F57CC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444" y="2455746"/>
            <a:ext cx="12459607" cy="725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74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2E6A-D585-EE1E-9797-43541DAD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9F6076-412F-DC39-89E2-70752E4759D1}"/>
              </a:ext>
            </a:extLst>
          </p:cNvPr>
          <p:cNvSpPr/>
          <p:nvPr/>
        </p:nvSpPr>
        <p:spPr>
          <a:xfrm>
            <a:off x="13392152" y="6613076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CC3919-AE11-9BFB-905D-A35E664323C0}"/>
              </a:ext>
            </a:extLst>
          </p:cNvPr>
          <p:cNvSpPr/>
          <p:nvPr/>
        </p:nvSpPr>
        <p:spPr>
          <a:xfrm>
            <a:off x="7081838" y="6613076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79488F-10BB-9ED7-1790-FF8410F9A4E2}"/>
              </a:ext>
            </a:extLst>
          </p:cNvPr>
          <p:cNvSpPr/>
          <p:nvPr/>
        </p:nvSpPr>
        <p:spPr>
          <a:xfrm>
            <a:off x="4438649" y="6613076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45D351-A498-4307-42AB-33A309C12A7F}"/>
              </a:ext>
            </a:extLst>
          </p:cNvPr>
          <p:cNvSpPr txBox="1">
            <a:spLocks/>
          </p:cNvSpPr>
          <p:nvPr/>
        </p:nvSpPr>
        <p:spPr>
          <a:xfrm>
            <a:off x="914399" y="2400301"/>
            <a:ext cx="16459199" cy="2343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 look up a record we just need to know its primary key (SKU) and apply our hash function to determine on which node it is stored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example: Find the record with SKU == 789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045A5C-9F55-3E1F-8CF7-8F66E33F8B17}"/>
              </a:ext>
            </a:extLst>
          </p:cNvPr>
          <p:cNvSpPr/>
          <p:nvPr/>
        </p:nvSpPr>
        <p:spPr>
          <a:xfrm>
            <a:off x="4229100" y="661307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1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51A5A3-E0B5-F683-830B-9988CBCFC8F6}"/>
              </a:ext>
            </a:extLst>
          </p:cNvPr>
          <p:cNvSpPr/>
          <p:nvPr/>
        </p:nvSpPr>
        <p:spPr>
          <a:xfrm>
            <a:off x="6819900" y="661307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2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(1)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9B865A-0A65-E37F-7E36-D2C1E6740F69}"/>
              </a:ext>
            </a:extLst>
          </p:cNvPr>
          <p:cNvSpPr/>
          <p:nvPr/>
        </p:nvSpPr>
        <p:spPr>
          <a:xfrm>
            <a:off x="9410700" y="661307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3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A5BA5-9F16-66C9-9272-8B1E60B3ABA7}"/>
              </a:ext>
            </a:extLst>
          </p:cNvPr>
          <p:cNvSpPr/>
          <p:nvPr/>
        </p:nvSpPr>
        <p:spPr>
          <a:xfrm>
            <a:off x="12001500" y="661307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4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(3)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5561457A-A433-00E9-E0BA-902C1B9EE4BD}"/>
              </a:ext>
            </a:extLst>
          </p:cNvPr>
          <p:cNvCxnSpPr>
            <a:stCxn id="7" idx="0"/>
            <a:endCxn id="8" idx="0"/>
          </p:cNvCxnSpPr>
          <p:nvPr/>
        </p:nvCxnSpPr>
        <p:spPr>
          <a:xfrm rot="5400000" flipH="1" flipV="1">
            <a:off x="6496050" y="5317678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4E36CF30-3C4D-5019-D2DC-CFE4F5DE4EDB}"/>
              </a:ext>
            </a:extLst>
          </p:cNvPr>
          <p:cNvCxnSpPr>
            <a:cxnSpLocks/>
            <a:stCxn id="8" idx="0"/>
            <a:endCxn id="9" idx="0"/>
          </p:cNvCxnSpPr>
          <p:nvPr/>
        </p:nvCxnSpPr>
        <p:spPr>
          <a:xfrm rot="5400000" flipH="1" flipV="1">
            <a:off x="9086850" y="5317678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A31F1E08-87B9-BE8E-5123-C949C7183A45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5400000" flipH="1" flipV="1">
            <a:off x="11677650" y="5317678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10B36189-A3EE-7DB2-4F2A-4B0350FD7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0700" y="7241728"/>
            <a:ext cx="1028700" cy="857249"/>
          </a:xfrm>
          <a:prstGeom prst="rect">
            <a:avLst/>
          </a:prstGeom>
        </p:spPr>
      </p:pic>
      <p:pic>
        <p:nvPicPr>
          <p:cNvPr id="15" name="Graphic 14" descr="Database">
            <a:extLst>
              <a:ext uri="{FF2B5EF4-FFF2-40B4-BE49-F238E27FC236}">
                <a16:creationId xmlns:a16="http://schemas.microsoft.com/office/drawing/2014/main" id="{C6B59164-1965-92B4-3230-CBDC89A3C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6070" y="7241728"/>
            <a:ext cx="1028700" cy="857249"/>
          </a:xfrm>
          <a:prstGeom prst="rect">
            <a:avLst/>
          </a:prstGeom>
        </p:spPr>
      </p:pic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B635C154-417C-AA64-5DA7-BE048E525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1439" y="7241728"/>
            <a:ext cx="1028700" cy="857249"/>
          </a:xfrm>
          <a:prstGeom prst="rect">
            <a:avLst/>
          </a:prstGeom>
        </p:spPr>
      </p:pic>
      <p:pic>
        <p:nvPicPr>
          <p:cNvPr id="17" name="Graphic 16" descr="Database">
            <a:extLst>
              <a:ext uri="{FF2B5EF4-FFF2-40B4-BE49-F238E27FC236}">
                <a16:creationId xmlns:a16="http://schemas.microsoft.com/office/drawing/2014/main" id="{71E18082-3A12-21D6-965B-85A178AC8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6809" y="7241728"/>
            <a:ext cx="1028700" cy="857249"/>
          </a:xfrm>
          <a:prstGeom prst="rect">
            <a:avLst/>
          </a:prstGeom>
        </p:spPr>
      </p:pic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BA196B09-CFE6-986E-3E9A-CB7D42A9F2F2}"/>
              </a:ext>
            </a:extLst>
          </p:cNvPr>
          <p:cNvCxnSpPr>
            <a:cxnSpLocks/>
            <a:endCxn id="4" idx="0"/>
          </p:cNvCxnSpPr>
          <p:nvPr/>
        </p:nvCxnSpPr>
        <p:spPr>
          <a:xfrm rot="5400000">
            <a:off x="7159240" y="4895015"/>
            <a:ext cx="1869260" cy="1566863"/>
          </a:xfrm>
          <a:prstGeom prst="bentConnector3">
            <a:avLst>
              <a:gd name="adj1" fmla="val 50000"/>
            </a:avLst>
          </a:prstGeom>
          <a:noFill/>
          <a:ln w="38100" cap="flat" cmpd="sng" algn="ctr">
            <a:solidFill>
              <a:srgbClr val="00B0F0"/>
            </a:solidFill>
            <a:prstDash val="solid"/>
            <a:tailEnd type="triangle" w="lg" len="lg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D6DE9A5-9965-B2FC-12A9-915EABAF76B7}"/>
              </a:ext>
            </a:extLst>
          </p:cNvPr>
          <p:cNvSpPr txBox="1"/>
          <p:nvPr/>
        </p:nvSpPr>
        <p:spPr>
          <a:xfrm>
            <a:off x="3200401" y="8329044"/>
            <a:ext cx="1180323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371600" fontAlgn="auto">
              <a:spcBef>
                <a:spcPts val="0"/>
              </a:spcBef>
              <a:spcAft>
                <a:spcPts val="0"/>
              </a:spcAft>
            </a:pPr>
            <a:r>
              <a:rPr lang="en-US" sz="2700" dirty="0">
                <a:solidFill>
                  <a:srgbClr val="292934"/>
                </a:solidFill>
                <a:latin typeface="Arial"/>
              </a:rPr>
              <a:t>Records can be found by applying the hash function to determine their node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E230AF-DF7F-209B-0432-2737146BD13D}"/>
              </a:ext>
            </a:extLst>
          </p:cNvPr>
          <p:cNvSpPr txBox="1"/>
          <p:nvPr/>
        </p:nvSpPr>
        <p:spPr>
          <a:xfrm>
            <a:off x="8914367" y="4944645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371600" fontAlgn="auto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292934"/>
                </a:solidFill>
                <a:latin typeface="Arial"/>
              </a:rPr>
              <a:t>789 mod 4 = 1</a:t>
            </a:r>
          </a:p>
        </p:txBody>
      </p:sp>
    </p:spTree>
    <p:extLst>
      <p:ext uri="{BB962C8B-B14F-4D97-AF65-F5344CB8AC3E}">
        <p14:creationId xmlns:p14="http://schemas.microsoft.com/office/powerpoint/2010/main" val="94148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31FD-FFAD-C44A-974B-B1CCE82D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23C6F12-9BEB-35BE-6A29-CA1048F52F76}"/>
              </a:ext>
            </a:extLst>
          </p:cNvPr>
          <p:cNvSpPr txBox="1">
            <a:spLocks/>
          </p:cNvSpPr>
          <p:nvPr/>
        </p:nvSpPr>
        <p:spPr>
          <a:xfrm>
            <a:off x="914400" y="2400301"/>
            <a:ext cx="16459200" cy="4229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One limitation… to find a record we must always know its primary key (SKU)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not, we need to scan each node to find the record… very slow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example… find a record with ProductName of Broom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 did not use the ProductName attribute to calculate the hash… just the SKU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 we must scan multiple nodes to find the record having Broom as its ProductName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D6B949-2F1D-20E3-F686-4C7A6FE50175}"/>
              </a:ext>
            </a:extLst>
          </p:cNvPr>
          <p:cNvSpPr/>
          <p:nvPr/>
        </p:nvSpPr>
        <p:spPr>
          <a:xfrm>
            <a:off x="13392152" y="6939646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7298E3-CB16-5AC6-3628-DD92DD2EA03F}"/>
              </a:ext>
            </a:extLst>
          </p:cNvPr>
          <p:cNvSpPr/>
          <p:nvPr/>
        </p:nvSpPr>
        <p:spPr>
          <a:xfrm>
            <a:off x="7081838" y="6939646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83FCBE-840D-DBB6-21F7-76FDFDF22301}"/>
              </a:ext>
            </a:extLst>
          </p:cNvPr>
          <p:cNvSpPr/>
          <p:nvPr/>
        </p:nvSpPr>
        <p:spPr>
          <a:xfrm>
            <a:off x="4438649" y="6939646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4BB3B4-6CAD-428C-E6A9-F592779B73E0}"/>
              </a:ext>
            </a:extLst>
          </p:cNvPr>
          <p:cNvSpPr/>
          <p:nvPr/>
        </p:nvSpPr>
        <p:spPr>
          <a:xfrm>
            <a:off x="4229100" y="693964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1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(0)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FFEF94-A221-DE37-7424-BC15599A9DFF}"/>
              </a:ext>
            </a:extLst>
          </p:cNvPr>
          <p:cNvSpPr/>
          <p:nvPr/>
        </p:nvSpPr>
        <p:spPr>
          <a:xfrm>
            <a:off x="6819900" y="693964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2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(1)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C733DB5-1A39-B6C7-CEDD-387DB0A969DD}"/>
              </a:ext>
            </a:extLst>
          </p:cNvPr>
          <p:cNvSpPr/>
          <p:nvPr/>
        </p:nvSpPr>
        <p:spPr>
          <a:xfrm>
            <a:off x="9410700" y="693964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3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(2)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70DC413-4F3F-0AA7-91B0-4BD1EC0F2C32}"/>
              </a:ext>
            </a:extLst>
          </p:cNvPr>
          <p:cNvSpPr/>
          <p:nvPr/>
        </p:nvSpPr>
        <p:spPr>
          <a:xfrm>
            <a:off x="12001500" y="6939648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4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(3)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1B123F03-2CA4-EDBF-8033-DFB6A33023CA}"/>
              </a:ext>
            </a:extLst>
          </p:cNvPr>
          <p:cNvCxnSpPr>
            <a:stCxn id="50" idx="0"/>
            <a:endCxn id="51" idx="0"/>
          </p:cNvCxnSpPr>
          <p:nvPr/>
        </p:nvCxnSpPr>
        <p:spPr>
          <a:xfrm rot="5400000" flipH="1" flipV="1">
            <a:off x="6496050" y="5644248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89A33A7A-C60A-0BF5-91DD-DFE5B294E2C1}"/>
              </a:ext>
            </a:extLst>
          </p:cNvPr>
          <p:cNvCxnSpPr>
            <a:cxnSpLocks/>
            <a:stCxn id="51" idx="0"/>
            <a:endCxn id="52" idx="0"/>
          </p:cNvCxnSpPr>
          <p:nvPr/>
        </p:nvCxnSpPr>
        <p:spPr>
          <a:xfrm rot="5400000" flipH="1" flipV="1">
            <a:off x="9086850" y="5644248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AB266FD-6A43-EA2F-BCC0-ED78F0F2DCC0}"/>
              </a:ext>
            </a:extLst>
          </p:cNvPr>
          <p:cNvCxnSpPr>
            <a:cxnSpLocks/>
            <a:stCxn id="52" idx="0"/>
            <a:endCxn id="53" idx="0"/>
          </p:cNvCxnSpPr>
          <p:nvPr/>
        </p:nvCxnSpPr>
        <p:spPr>
          <a:xfrm rot="5400000" flipH="1" flipV="1">
            <a:off x="11677650" y="5644248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pic>
        <p:nvPicPr>
          <p:cNvPr id="57" name="Graphic 56" descr="Database">
            <a:extLst>
              <a:ext uri="{FF2B5EF4-FFF2-40B4-BE49-F238E27FC236}">
                <a16:creationId xmlns:a16="http://schemas.microsoft.com/office/drawing/2014/main" id="{F429D62E-16FE-9FD2-A259-A4072A22C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0700" y="7568298"/>
            <a:ext cx="1028700" cy="857249"/>
          </a:xfrm>
          <a:prstGeom prst="rect">
            <a:avLst/>
          </a:prstGeom>
        </p:spPr>
      </p:pic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92A9F7A5-409C-F2FD-94A9-D66EB1705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6070" y="7568298"/>
            <a:ext cx="1028700" cy="857249"/>
          </a:xfrm>
          <a:prstGeom prst="rect">
            <a:avLst/>
          </a:prstGeom>
        </p:spPr>
      </p:pic>
      <p:pic>
        <p:nvPicPr>
          <p:cNvPr id="59" name="Graphic 58" descr="Database">
            <a:extLst>
              <a:ext uri="{FF2B5EF4-FFF2-40B4-BE49-F238E27FC236}">
                <a16:creationId xmlns:a16="http://schemas.microsoft.com/office/drawing/2014/main" id="{A10E7AFE-F594-2363-0695-3BF0EA338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1439" y="7568298"/>
            <a:ext cx="1028700" cy="857249"/>
          </a:xfrm>
          <a:prstGeom prst="rect">
            <a:avLst/>
          </a:prstGeom>
        </p:spPr>
      </p:pic>
      <p:pic>
        <p:nvPicPr>
          <p:cNvPr id="60" name="Graphic 59" descr="Database">
            <a:extLst>
              <a:ext uri="{FF2B5EF4-FFF2-40B4-BE49-F238E27FC236}">
                <a16:creationId xmlns:a16="http://schemas.microsoft.com/office/drawing/2014/main" id="{1364CD7B-0097-635B-93E7-7D4D4DB0A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6809" y="7568298"/>
            <a:ext cx="1028700" cy="8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896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E5B6-6819-422F-E5BE-C467CDB14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6A1ADD-5020-0A4B-A150-16046B924C5D}"/>
              </a:ext>
            </a:extLst>
          </p:cNvPr>
          <p:cNvSpPr txBox="1">
            <a:spLocks/>
          </p:cNvSpPr>
          <p:nvPr/>
        </p:nvSpPr>
        <p:spPr>
          <a:xfrm>
            <a:off x="914400" y="2400300"/>
            <a:ext cx="16459200" cy="731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Another limitation… what if we add a node to our cluster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Now our hash function is SKU mod 5, but this leads to the following situation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hash value of 2 of the three records changes with the addition of another node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means with the addition of a node we may need to move many records to other nodes… time consuming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58E10C7-5688-6D67-0C4C-978CDEB60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470367"/>
              </p:ext>
            </p:extLst>
          </p:nvPr>
        </p:nvGraphicFramePr>
        <p:xfrm>
          <a:off x="3448050" y="3890010"/>
          <a:ext cx="11087100" cy="2225040"/>
        </p:xfrm>
        <a:graphic>
          <a:graphicData uri="http://schemas.openxmlformats.org/drawingml/2006/table">
            <a:tbl>
              <a:tblPr firstRow="1" bandRow="1"/>
              <a:tblGrid>
                <a:gridCol w="1485900">
                  <a:extLst>
                    <a:ext uri="{9D8B030D-6E8A-4147-A177-3AD203B41FA5}">
                      <a16:colId xmlns:a16="http://schemas.microsoft.com/office/drawing/2014/main" val="212628625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90892585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49756553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656606563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063502698"/>
                    </a:ext>
                  </a:extLst>
                </a:gridCol>
              </a:tblGrid>
              <a:tr h="55626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SKU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/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SKU mod 4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/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SKU mod 5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/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ProductName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/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ProductInStock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524130"/>
                  </a:ext>
                </a:extLst>
              </a:tr>
              <a:tr h="55626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123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3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3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Broom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23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478501"/>
                  </a:ext>
                </a:extLst>
              </a:tr>
              <a:tr h="55626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456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0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700" b="1" dirty="0"/>
                        <a:t>1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Mop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54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404083"/>
                  </a:ext>
                </a:extLst>
              </a:tr>
              <a:tr h="55626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789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1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700" b="1" dirty="0"/>
                        <a:t>4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Bucket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US" sz="2100" dirty="0"/>
                        <a:t>127</a:t>
                      </a:r>
                    </a:p>
                  </a:txBody>
                  <a:tcPr marL="137160" marR="137160" marT="68580" marB="6858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3A29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83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700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C2B3-1908-36E2-70DE-126225B8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5F3CFF-47DA-357D-6726-2CA0B4C8C298}"/>
              </a:ext>
            </a:extLst>
          </p:cNvPr>
          <p:cNvSpPr txBox="1">
            <a:spLocks/>
          </p:cNvSpPr>
          <p:nvPr/>
        </p:nvSpPr>
        <p:spPr>
          <a:xfrm>
            <a:off x="914400" y="2400300"/>
            <a:ext cx="16459200" cy="731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 avoid this problem we can use a special form of hashing called consistent hashing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Consistent hashing is a special kind of technique such that…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When a cluster is resized, only n/m keys need to be remapped on average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Where n is the number of keys and m is the number of nodes 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250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E52B-E019-F8D8-2A22-C22AF5CC6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BE98E-66B6-6FDC-6871-DA19B154CDC9}"/>
              </a:ext>
            </a:extLst>
          </p:cNvPr>
          <p:cNvSpPr txBox="1">
            <a:spLocks/>
          </p:cNvSpPr>
          <p:nvPr/>
        </p:nvSpPr>
        <p:spPr>
          <a:xfrm>
            <a:off x="914400" y="2400300"/>
            <a:ext cx="16459200" cy="7315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Consistent hashing is based on the following approach…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Instead of assigning each node an index as we did previously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11480" marR="0" lvl="1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 assign each node a range of indices, from the overall range: 0-1,000,000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 use a hash function which takes a primary key value and outputs an index from 0-1,000,000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 any record whose primary key hashes to one of these ranges is stored into the corresponding node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11480" marR="0" lvl="1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11480" marR="0" lvl="1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C40A2A-77B4-E8A6-00D5-CDF9CB8AFA9E}"/>
              </a:ext>
            </a:extLst>
          </p:cNvPr>
          <p:cNvSpPr/>
          <p:nvPr/>
        </p:nvSpPr>
        <p:spPr>
          <a:xfrm>
            <a:off x="13392152" y="388620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F7B6AE-21FC-105E-4CC0-236D3EBA8914}"/>
              </a:ext>
            </a:extLst>
          </p:cNvPr>
          <p:cNvSpPr/>
          <p:nvPr/>
        </p:nvSpPr>
        <p:spPr>
          <a:xfrm>
            <a:off x="7081838" y="388620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298687-7517-6F77-7D5A-C8AEE674AFFD}"/>
              </a:ext>
            </a:extLst>
          </p:cNvPr>
          <p:cNvSpPr/>
          <p:nvPr/>
        </p:nvSpPr>
        <p:spPr>
          <a:xfrm>
            <a:off x="4438649" y="388620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23922-7E0C-EFE7-1AB4-4D5264A5C00D}"/>
              </a:ext>
            </a:extLst>
          </p:cNvPr>
          <p:cNvSpPr/>
          <p:nvPr/>
        </p:nvSpPr>
        <p:spPr>
          <a:xfrm>
            <a:off x="4229100" y="388620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1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BA0542-42BB-024A-3DC8-DAEB3293ED26}"/>
              </a:ext>
            </a:extLst>
          </p:cNvPr>
          <p:cNvSpPr/>
          <p:nvPr/>
        </p:nvSpPr>
        <p:spPr>
          <a:xfrm>
            <a:off x="6819900" y="388620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2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(1)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5771AA-BA3F-EDE2-3B55-D8DCDBA96228}"/>
              </a:ext>
            </a:extLst>
          </p:cNvPr>
          <p:cNvSpPr/>
          <p:nvPr/>
        </p:nvSpPr>
        <p:spPr>
          <a:xfrm>
            <a:off x="9410700" y="388620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3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671C7-ACE1-FED9-27DC-961E00CA3864}"/>
              </a:ext>
            </a:extLst>
          </p:cNvPr>
          <p:cNvSpPr/>
          <p:nvPr/>
        </p:nvSpPr>
        <p:spPr>
          <a:xfrm>
            <a:off x="12001500" y="388620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4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(3)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08A42E8A-0D50-A79E-D093-9A8C0C6E80ED}"/>
              </a:ext>
            </a:extLst>
          </p:cNvPr>
          <p:cNvCxnSpPr>
            <a:stCxn id="7" idx="0"/>
            <a:endCxn id="8" idx="0"/>
          </p:cNvCxnSpPr>
          <p:nvPr/>
        </p:nvCxnSpPr>
        <p:spPr>
          <a:xfrm rot="5400000" flipH="1" flipV="1">
            <a:off x="6496050" y="259080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943ADA4D-1C87-3335-C1D6-9FFDADFC4239}"/>
              </a:ext>
            </a:extLst>
          </p:cNvPr>
          <p:cNvCxnSpPr>
            <a:cxnSpLocks/>
            <a:stCxn id="8" idx="0"/>
            <a:endCxn id="9" idx="0"/>
          </p:cNvCxnSpPr>
          <p:nvPr/>
        </p:nvCxnSpPr>
        <p:spPr>
          <a:xfrm rot="5400000" flipH="1" flipV="1">
            <a:off x="9086850" y="259080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56A1FCB-5CD2-7BAB-0715-1C67C9238174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5400000" flipH="1" flipV="1">
            <a:off x="11677650" y="259080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444B38F2-5C62-6070-E8AF-83D302285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0700" y="4514852"/>
            <a:ext cx="1028700" cy="857249"/>
          </a:xfrm>
          <a:prstGeom prst="rect">
            <a:avLst/>
          </a:prstGeom>
        </p:spPr>
      </p:pic>
      <p:pic>
        <p:nvPicPr>
          <p:cNvPr id="15" name="Graphic 14" descr="Database">
            <a:extLst>
              <a:ext uri="{FF2B5EF4-FFF2-40B4-BE49-F238E27FC236}">
                <a16:creationId xmlns:a16="http://schemas.microsoft.com/office/drawing/2014/main" id="{46101CC6-2A77-804C-B0C0-65859B5E4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6070" y="4514852"/>
            <a:ext cx="1028700" cy="857249"/>
          </a:xfrm>
          <a:prstGeom prst="rect">
            <a:avLst/>
          </a:prstGeom>
        </p:spPr>
      </p:pic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CD7D7D3E-FF40-4657-E920-F0BDCA723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1439" y="4514852"/>
            <a:ext cx="1028700" cy="857249"/>
          </a:xfrm>
          <a:prstGeom prst="rect">
            <a:avLst/>
          </a:prstGeom>
        </p:spPr>
      </p:pic>
      <p:pic>
        <p:nvPicPr>
          <p:cNvPr id="17" name="Graphic 16" descr="Database">
            <a:extLst>
              <a:ext uri="{FF2B5EF4-FFF2-40B4-BE49-F238E27FC236}">
                <a16:creationId xmlns:a16="http://schemas.microsoft.com/office/drawing/2014/main" id="{C23E17F1-742A-6550-8B3D-98CE91109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6809" y="4514852"/>
            <a:ext cx="1028700" cy="8572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3802B4D-69F9-3BF1-91FC-561EE68ACB21}"/>
              </a:ext>
            </a:extLst>
          </p:cNvPr>
          <p:cNvSpPr/>
          <p:nvPr/>
        </p:nvSpPr>
        <p:spPr>
          <a:xfrm>
            <a:off x="13277852" y="720090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0FDFBB-5B3C-39D7-4958-56FA309D3C6A}"/>
              </a:ext>
            </a:extLst>
          </p:cNvPr>
          <p:cNvSpPr/>
          <p:nvPr/>
        </p:nvSpPr>
        <p:spPr>
          <a:xfrm>
            <a:off x="6967538" y="720090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9DBEC6-FB8C-0D20-9F8C-8E83A1B726DB}"/>
              </a:ext>
            </a:extLst>
          </p:cNvPr>
          <p:cNvSpPr/>
          <p:nvPr/>
        </p:nvSpPr>
        <p:spPr>
          <a:xfrm>
            <a:off x="4324349" y="720090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7C016E-5CEE-BB90-15B3-F07206373CD6}"/>
              </a:ext>
            </a:extLst>
          </p:cNvPr>
          <p:cNvSpPr/>
          <p:nvPr/>
        </p:nvSpPr>
        <p:spPr>
          <a:xfrm>
            <a:off x="4114800" y="720090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1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(0 – 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250,000)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0FB129-AD7D-B545-F877-F66DD3788186}"/>
              </a:ext>
            </a:extLst>
          </p:cNvPr>
          <p:cNvSpPr/>
          <p:nvPr/>
        </p:nvSpPr>
        <p:spPr>
          <a:xfrm>
            <a:off x="6705600" y="720090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2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(250,001 – 500,000)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67044A-5EDF-6C7D-529D-E18A8D05D368}"/>
              </a:ext>
            </a:extLst>
          </p:cNvPr>
          <p:cNvSpPr/>
          <p:nvPr/>
        </p:nvSpPr>
        <p:spPr>
          <a:xfrm>
            <a:off x="9296400" y="720090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3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(500,001 – 750,000)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D60E02-B547-E19E-E4D9-390A8C65D979}"/>
              </a:ext>
            </a:extLst>
          </p:cNvPr>
          <p:cNvSpPr/>
          <p:nvPr/>
        </p:nvSpPr>
        <p:spPr>
          <a:xfrm>
            <a:off x="11887200" y="720090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4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(500,001-1,000,000)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29EA480-D62E-BFBB-5BC5-679EF90884E9}"/>
              </a:ext>
            </a:extLst>
          </p:cNvPr>
          <p:cNvCxnSpPr>
            <a:cxnSpLocks/>
            <a:stCxn id="21" idx="0"/>
            <a:endCxn id="22" idx="0"/>
          </p:cNvCxnSpPr>
          <p:nvPr/>
        </p:nvCxnSpPr>
        <p:spPr>
          <a:xfrm rot="5400000" flipH="1" flipV="1">
            <a:off x="6381750" y="590550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C08DB637-91E0-C661-A1D1-AD38752B8777}"/>
              </a:ext>
            </a:extLst>
          </p:cNvPr>
          <p:cNvCxnSpPr>
            <a:cxnSpLocks/>
            <a:stCxn id="22" idx="0"/>
            <a:endCxn id="23" idx="0"/>
          </p:cNvCxnSpPr>
          <p:nvPr/>
        </p:nvCxnSpPr>
        <p:spPr>
          <a:xfrm rot="5400000" flipH="1" flipV="1">
            <a:off x="8972550" y="590550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2FA56386-AFEB-E4E0-9B82-7B5ABD77A6C4}"/>
              </a:ext>
            </a:extLst>
          </p:cNvPr>
          <p:cNvCxnSpPr>
            <a:cxnSpLocks/>
            <a:stCxn id="23" idx="0"/>
            <a:endCxn id="24" idx="0"/>
          </p:cNvCxnSpPr>
          <p:nvPr/>
        </p:nvCxnSpPr>
        <p:spPr>
          <a:xfrm rot="5400000" flipH="1" flipV="1">
            <a:off x="11563350" y="590550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pic>
        <p:nvPicPr>
          <p:cNvPr id="28" name="Graphic 27" descr="Database">
            <a:extLst>
              <a:ext uri="{FF2B5EF4-FFF2-40B4-BE49-F238E27FC236}">
                <a16:creationId xmlns:a16="http://schemas.microsoft.com/office/drawing/2014/main" id="{792E3882-FEB1-5D86-6ACA-FF4FB6128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0" y="7829552"/>
            <a:ext cx="1028700" cy="857249"/>
          </a:xfrm>
          <a:prstGeom prst="rect">
            <a:avLst/>
          </a:prstGeom>
        </p:spPr>
      </p:pic>
      <p:pic>
        <p:nvPicPr>
          <p:cNvPr id="29" name="Graphic 28" descr="Database">
            <a:extLst>
              <a:ext uri="{FF2B5EF4-FFF2-40B4-BE49-F238E27FC236}">
                <a16:creationId xmlns:a16="http://schemas.microsoft.com/office/drawing/2014/main" id="{18DE75C9-B81C-BC4A-D170-E3923D23D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1770" y="7829552"/>
            <a:ext cx="1028700" cy="857249"/>
          </a:xfrm>
          <a:prstGeom prst="rect">
            <a:avLst/>
          </a:prstGeom>
        </p:spPr>
      </p:pic>
      <p:pic>
        <p:nvPicPr>
          <p:cNvPr id="30" name="Graphic 29" descr="Database">
            <a:extLst>
              <a:ext uri="{FF2B5EF4-FFF2-40B4-BE49-F238E27FC236}">
                <a16:creationId xmlns:a16="http://schemas.microsoft.com/office/drawing/2014/main" id="{5FF1AD40-466C-F278-226F-F34532CFD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7139" y="7829552"/>
            <a:ext cx="1028700" cy="857249"/>
          </a:xfrm>
          <a:prstGeom prst="rect">
            <a:avLst/>
          </a:prstGeom>
        </p:spPr>
      </p:pic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A76A323F-5AFA-0307-7B2C-EA60177EA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02509" y="7829552"/>
            <a:ext cx="1028700" cy="8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44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5BBD-6C19-A264-58EE-26560B3B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Distributing Data Across a Cluster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C0E65-8691-727F-6D58-278BCEA4C299}"/>
              </a:ext>
            </a:extLst>
          </p:cNvPr>
          <p:cNvSpPr txBox="1">
            <a:spLocks/>
          </p:cNvSpPr>
          <p:nvPr/>
        </p:nvSpPr>
        <p:spPr>
          <a:xfrm>
            <a:off x="914400" y="2400300"/>
            <a:ext cx="16459200" cy="7315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83080" indent="-20574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3172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80360" indent="-274320" algn="l" defTabSz="13716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If we add a new node we divide up the index ranges among them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But notice most of the index values on each node remain on that node</a:t>
            </a: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 example 200,000 of the 250,000 indices on Node 1 remain on Node 1 when Node 5 is added</a:t>
            </a:r>
          </a:p>
          <a:p>
            <a:pPr marL="274320" marR="0" lvl="0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 fewer records need to move between nodes when a new node is added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685800" marR="0" lvl="1" indent="-27432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11480" marR="0" lvl="1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11480" marR="0" lvl="1" indent="0" algn="l" defTabSz="1371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93A299"/>
              </a:buClr>
              <a:buSzPct val="85000"/>
              <a:buFont typeface="Arial" pitchFamily="34" charset="0"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5CBCE0-D9A7-C700-ECE5-3C891F7E4D68}"/>
              </a:ext>
            </a:extLst>
          </p:cNvPr>
          <p:cNvSpPr/>
          <p:nvPr/>
        </p:nvSpPr>
        <p:spPr>
          <a:xfrm>
            <a:off x="12134852" y="635869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3AF584-C1C2-351B-41AA-9A6587BD893C}"/>
              </a:ext>
            </a:extLst>
          </p:cNvPr>
          <p:cNvSpPr/>
          <p:nvPr/>
        </p:nvSpPr>
        <p:spPr>
          <a:xfrm>
            <a:off x="5824538" y="635869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4AC8B-8757-6A07-D9B9-BCB5222C9416}"/>
              </a:ext>
            </a:extLst>
          </p:cNvPr>
          <p:cNvSpPr/>
          <p:nvPr/>
        </p:nvSpPr>
        <p:spPr>
          <a:xfrm>
            <a:off x="3181349" y="6358690"/>
            <a:ext cx="457200" cy="3429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1AFF2-57D8-FEC3-3CAE-D0113BB9D288}"/>
              </a:ext>
            </a:extLst>
          </p:cNvPr>
          <p:cNvSpPr/>
          <p:nvPr/>
        </p:nvSpPr>
        <p:spPr>
          <a:xfrm>
            <a:off x="2971800" y="635869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1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(0 – 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200,000)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593C9-5DB0-F27B-D1C0-49D859AEFE5E}"/>
              </a:ext>
            </a:extLst>
          </p:cNvPr>
          <p:cNvSpPr/>
          <p:nvPr/>
        </p:nvSpPr>
        <p:spPr>
          <a:xfrm>
            <a:off x="5562600" y="635869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2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(200,001 – 400,000)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C31A6C-35C4-F67C-ABF3-AAACE8267095}"/>
              </a:ext>
            </a:extLst>
          </p:cNvPr>
          <p:cNvSpPr/>
          <p:nvPr/>
        </p:nvSpPr>
        <p:spPr>
          <a:xfrm>
            <a:off x="8153400" y="635869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3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(400,001 – 600,000)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288A13-2AA6-1910-605A-0ABDDC3A0771}"/>
              </a:ext>
            </a:extLst>
          </p:cNvPr>
          <p:cNvSpPr/>
          <p:nvPr/>
        </p:nvSpPr>
        <p:spPr>
          <a:xfrm>
            <a:off x="10744200" y="6358692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4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(600,001-800,000)</a:t>
            </a:r>
          </a:p>
        </p:txBody>
      </p: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9B95016D-3297-98B3-0BE5-E3D0FB7E5757}"/>
              </a:ext>
            </a:extLst>
          </p:cNvPr>
          <p:cNvCxnSpPr>
            <a:cxnSpLocks/>
            <a:stCxn id="7" idx="0"/>
            <a:endCxn id="8" idx="0"/>
          </p:cNvCxnSpPr>
          <p:nvPr/>
        </p:nvCxnSpPr>
        <p:spPr>
          <a:xfrm rot="5400000" flipH="1" flipV="1">
            <a:off x="5238750" y="506329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D8E39F59-F1BB-F793-ECD7-A50B6A0338C6}"/>
              </a:ext>
            </a:extLst>
          </p:cNvPr>
          <p:cNvCxnSpPr>
            <a:cxnSpLocks/>
            <a:stCxn id="8" idx="0"/>
            <a:endCxn id="9" idx="0"/>
          </p:cNvCxnSpPr>
          <p:nvPr/>
        </p:nvCxnSpPr>
        <p:spPr>
          <a:xfrm rot="5400000" flipH="1" flipV="1">
            <a:off x="7829550" y="506329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6AE40134-3FA1-1C1E-BC36-37F803D65D63}"/>
              </a:ext>
            </a:extLst>
          </p:cNvPr>
          <p:cNvCxnSpPr>
            <a:cxnSpLocks/>
            <a:stCxn id="9" idx="0"/>
            <a:endCxn id="10" idx="0"/>
          </p:cNvCxnSpPr>
          <p:nvPr/>
        </p:nvCxnSpPr>
        <p:spPr>
          <a:xfrm rot="5400000" flipH="1" flipV="1">
            <a:off x="10420350" y="506329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441D95CF-84F8-33CE-DC7C-4584E2009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3400" y="6987342"/>
            <a:ext cx="1028700" cy="857249"/>
          </a:xfrm>
          <a:prstGeom prst="rect">
            <a:avLst/>
          </a:prstGeom>
        </p:spPr>
      </p:pic>
      <p:pic>
        <p:nvPicPr>
          <p:cNvPr id="15" name="Graphic 14" descr="Database">
            <a:extLst>
              <a:ext uri="{FF2B5EF4-FFF2-40B4-BE49-F238E27FC236}">
                <a16:creationId xmlns:a16="http://schemas.microsoft.com/office/drawing/2014/main" id="{748945FD-0DBD-14D9-AEC0-C0DACFEC0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8770" y="6987342"/>
            <a:ext cx="1028700" cy="857249"/>
          </a:xfrm>
          <a:prstGeom prst="rect">
            <a:avLst/>
          </a:prstGeom>
        </p:spPr>
      </p:pic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050CAC87-F6E0-BF67-0F69-4FF24867B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4139" y="6987342"/>
            <a:ext cx="1028700" cy="857249"/>
          </a:xfrm>
          <a:prstGeom prst="rect">
            <a:avLst/>
          </a:prstGeom>
        </p:spPr>
      </p:pic>
      <p:pic>
        <p:nvPicPr>
          <p:cNvPr id="17" name="Graphic 16" descr="Database">
            <a:extLst>
              <a:ext uri="{FF2B5EF4-FFF2-40B4-BE49-F238E27FC236}">
                <a16:creationId xmlns:a16="http://schemas.microsoft.com/office/drawing/2014/main" id="{3936F767-7A26-C43D-80EF-6D5FEB302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9509" y="6987342"/>
            <a:ext cx="1028700" cy="8572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CD0DD7B-A4FE-022A-8333-3D212C5EDFCB}"/>
              </a:ext>
            </a:extLst>
          </p:cNvPr>
          <p:cNvSpPr/>
          <p:nvPr/>
        </p:nvSpPr>
        <p:spPr>
          <a:xfrm>
            <a:off x="13373100" y="6358690"/>
            <a:ext cx="1943100" cy="1028700"/>
          </a:xfrm>
          <a:prstGeom prst="rect">
            <a:avLst/>
          </a:prstGeom>
          <a:solidFill>
            <a:srgbClr val="93A299"/>
          </a:solidFill>
          <a:ln w="26425" cap="flat" cmpd="sng" algn="ctr">
            <a:solidFill>
              <a:srgbClr val="93A299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Node 5</a:t>
            </a:r>
          </a:p>
          <a:p>
            <a:pPr marL="0" marR="0" lvl="0" indent="0" algn="ctr" defTabSz="1371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(800,001-1,000,000)</a:t>
            </a:r>
          </a:p>
        </p:txBody>
      </p:sp>
      <p:pic>
        <p:nvPicPr>
          <p:cNvPr id="19" name="Graphic 18" descr="Database">
            <a:extLst>
              <a:ext uri="{FF2B5EF4-FFF2-40B4-BE49-F238E27FC236}">
                <a16:creationId xmlns:a16="http://schemas.microsoft.com/office/drawing/2014/main" id="{7F5F91A6-30B5-EE62-F8E6-4ABEE3251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4700" y="6987342"/>
            <a:ext cx="1028700" cy="857249"/>
          </a:xfrm>
          <a:prstGeom prst="rect">
            <a:avLst/>
          </a:prstGeom>
        </p:spPr>
      </p:pic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9D5AB3B4-BB8E-67EA-18AE-306DAECF947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001625" y="5063292"/>
            <a:ext cx="19050" cy="2590800"/>
          </a:xfrm>
          <a:prstGeom prst="bentConnector3">
            <a:avLst>
              <a:gd name="adj1" fmla="val 1800000"/>
            </a:avLst>
          </a:prstGeom>
          <a:noFill/>
          <a:ln w="38100" cap="flat" cmpd="sng" algn="ctr">
            <a:solidFill>
              <a:srgbClr val="93A299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68662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365A-C6E4-A9FF-E919-8C251E48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Consistency in Distributed Databases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DBFA1F-DE98-F8E0-2BA4-283B7D1C00CF}"/>
              </a:ext>
            </a:extLst>
          </p:cNvPr>
          <p:cNvSpPr/>
          <p:nvPr/>
        </p:nvSpPr>
        <p:spPr>
          <a:xfrm>
            <a:off x="1232453" y="2584044"/>
            <a:ext cx="774843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 distributed databases, data replicas are stored across nodes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FBE230-4D67-8277-486A-23D9D8100994}"/>
              </a:ext>
            </a:extLst>
          </p:cNvPr>
          <p:cNvSpPr/>
          <p:nvPr/>
        </p:nvSpPr>
        <p:spPr>
          <a:xfrm>
            <a:off x="1232453" y="3881349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When one replica is updated via a record delete, insert or update,, that update must be propagated to other replicas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D12FA1F-C0F0-88A4-BAE2-E3E3F20503BA}"/>
              </a:ext>
            </a:extLst>
          </p:cNvPr>
          <p:cNvSpPr/>
          <p:nvPr/>
        </p:nvSpPr>
        <p:spPr>
          <a:xfrm>
            <a:off x="1232453" y="514817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u="sng" dirty="0">
                <a:solidFill>
                  <a:schemeClr val="tx1"/>
                </a:solidFill>
              </a:rPr>
              <a:t>But this update process requires information be transmitted across a network, which means updates cannot happen instantaneously.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F5586C3-D191-E83C-4ED4-27F0614A2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84044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8F2C2B8-8C29-BF38-BC0C-B0CF110F5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81349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156D115-03A1-10A8-BDFF-0B1B234F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4817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29AD4A8-3396-4B6A-B5A6-AD5F894D5F4C}"/>
              </a:ext>
            </a:extLst>
          </p:cNvPr>
          <p:cNvSpPr/>
          <p:nvPr/>
        </p:nvSpPr>
        <p:spPr>
          <a:xfrm>
            <a:off x="1232453" y="638766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</a:rPr>
              <a:t>There is some period of time between when the update to the first replica happens and that update is reflected in other replicas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080353-D342-A977-B3C2-451D9C228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38766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32E40DF-5A51-389C-7D8D-0F111345285F}"/>
              </a:ext>
            </a:extLst>
          </p:cNvPr>
          <p:cNvSpPr/>
          <p:nvPr/>
        </p:nvSpPr>
        <p:spPr>
          <a:xfrm>
            <a:off x="1262933" y="7664679"/>
            <a:ext cx="7748434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As a result, there is some period of time when reading from one replica may not return the same data as reading from another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C16E8C-135E-43C9-E370-944A49E82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664679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CF573C-1749-DBF9-E293-44566526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03621" y="2195424"/>
            <a:ext cx="229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 descr="A diagram illustrating the process of updating a record in a distributed database:&#10;&#10;1. **Client:**&#10;   - A red circle labeled &quot;Client&quot; initiates an update record operation.&#10;&#10;2. **Distributed Database:**&#10;   - The distributed database consists of two nodes: Node 1 and Node 2.&#10;   - Each node contains a table representing the data stored on that node.&#10;&#10;3. **Update Process:**&#10;   - An arrow from the Client points to Node 1, indicating that the client updates a record in Node 1.&#10;   - After the record is updated in Node 1, another arrow indicates that the update is replicated to Node 2 to ensure consistency across the distributed database.&#10;   - A clock icon symbolizes the synchronization process for the replication of the record update.&#10;&#10;This diagram shows how a client updates a record in a distributed database, demonstrating the replication of the update from one node to another to maintain data consistency.">
            <a:extLst>
              <a:ext uri="{FF2B5EF4-FFF2-40B4-BE49-F238E27FC236}">
                <a16:creationId xmlns:a16="http://schemas.microsoft.com/office/drawing/2014/main" id="{223E168A-3605-E68B-E6A6-370346DF3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257" y="2876118"/>
            <a:ext cx="7119504" cy="613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04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365A-C6E4-A9FF-E919-8C251E48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Consistency in Distributed Databases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DBFA1F-DE98-F8E0-2BA4-283B7D1C00CF}"/>
              </a:ext>
            </a:extLst>
          </p:cNvPr>
          <p:cNvSpPr/>
          <p:nvPr/>
        </p:nvSpPr>
        <p:spPr>
          <a:xfrm>
            <a:off x="1232453" y="2584044"/>
            <a:ext cx="774843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This means that there may be disagreement among database clients as to what the actual state of the database might be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FBE230-4D67-8277-486A-23D9D8100994}"/>
              </a:ext>
            </a:extLst>
          </p:cNvPr>
          <p:cNvSpPr/>
          <p:nvPr/>
        </p:nvSpPr>
        <p:spPr>
          <a:xfrm>
            <a:off x="1232453" y="3881349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Did client B read the record before or after the record update information propagated to the replica on node 2?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D12FA1F-C0F0-88A4-BAE2-E3E3F20503BA}"/>
              </a:ext>
            </a:extLst>
          </p:cNvPr>
          <p:cNvSpPr/>
          <p:nvPr/>
        </p:nvSpPr>
        <p:spPr>
          <a:xfrm>
            <a:off x="1232453" y="514817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dirty="0">
                <a:solidFill>
                  <a:schemeClr val="tx1"/>
                </a:solidFill>
              </a:rPr>
              <a:t>If client B read the record after the update propagated, then client A and client B share a common view of the record (database) state.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F5586C3-D191-E83C-4ED4-27F0614A2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584044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8F2C2B8-8C29-BF38-BC0C-B0CF110F5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881349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156D115-03A1-10A8-BDFF-0B1B234F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4817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800" dirty="0">
              <a:solidFill>
                <a:schemeClr val="bg2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29AD4A8-3396-4B6A-B5A6-AD5F894D5F4C}"/>
              </a:ext>
            </a:extLst>
          </p:cNvPr>
          <p:cNvSpPr/>
          <p:nvPr/>
        </p:nvSpPr>
        <p:spPr>
          <a:xfrm>
            <a:off x="1232453" y="6387664"/>
            <a:ext cx="7748434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000" dirty="0">
                <a:solidFill>
                  <a:schemeClr val="bg2"/>
                </a:solidFill>
              </a:rPr>
              <a:t>But If client B read the record before the update propagated, the client A and client B have differing views of the record (database) state.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080353-D342-A977-B3C2-451D9C228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387664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32E40DF-5A51-389C-7D8D-0F111345285F}"/>
              </a:ext>
            </a:extLst>
          </p:cNvPr>
          <p:cNvSpPr/>
          <p:nvPr/>
        </p:nvSpPr>
        <p:spPr>
          <a:xfrm>
            <a:off x="1262933" y="7664679"/>
            <a:ext cx="7748434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2"/>
                </a:solidFill>
              </a:rPr>
              <a:t>Database clients having differing views of database state can lead to random variations in the application of business logic based on updated or stale data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C16E8C-135E-43C9-E370-944A49E82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664679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2CF573C-1749-DBF9-E293-44566526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03621" y="2195424"/>
            <a:ext cx="229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A diagram illustrating the process of updating and reading records in a distributed database:&#10;&#10;1. **Client:**&#10;   - A red circle labeled &quot;Client&quot; initiates an update record operation.&#10;&#10;2. **Distributed Database:**&#10;   - The distributed database consists of two nodes: Node 1 and Node 2.&#10;   - Each node contains a table representing the data stored on that node.&#10;&#10;3. **Update Process:**&#10;   - An arrow from the Client points to Node 1, indicating that the client updates a record in Node 1.&#10;   - After the record is updated in Node 1, another arrow indicates that the update is replicated to Node 2 to ensure consistency across the distributed database.&#10;   - A clock icon symbolizes the synchronization process for the replication of the record update.&#10;&#10;4. **Read Process:**&#10;   - **Client A**: A red circle labeled &quot;Client A&quot; reads the record from Node 1.&#10;   - **Client B**: A red circle labeled &quot;Client B&quot; reads the record from Node 2.&#10;&#10;Arrows indicate the flow of read operations from Client A to Node 1 and from Client B to Node 2, demonstrating how clients can access records from different nodes in the distributed database.&#10;&#10;This diagram shows how a client updates a record in a distributed database, the replication of the update from one node to another, and how different clients read the updated records from the nodes.">
            <a:extLst>
              <a:ext uri="{FF2B5EF4-FFF2-40B4-BE49-F238E27FC236}">
                <a16:creationId xmlns:a16="http://schemas.microsoft.com/office/drawing/2014/main" id="{0346FEEB-DA01-B882-1CB6-A36875808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4357" y="2852305"/>
            <a:ext cx="7701395" cy="626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96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09A39-C2A3-597B-712C-94632427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Consistency in Distributed Databases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7FAC7D-8A53-953E-15A9-D5F1483B1E28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Consistency: A property of distributed databases that make it appear as if all updates are propagated across replicas in real-time or near-real-time, giving clients a uniform view of the database state.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FAF54D-0BFC-88AB-FAD5-BFA97F6339D6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2200" dirty="0">
                <a:solidFill>
                  <a:schemeClr val="tx1"/>
                </a:solidFill>
              </a:rPr>
              <a:t>Guarantees of Consistency Models: Distributed systems offer various consistency models with varying degrees of consistency guarantees. 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1CD32D-FDA4-EE15-1ACB-9FF844A8E13E}"/>
              </a:ext>
            </a:extLst>
          </p:cNvPr>
          <p:cNvSpPr/>
          <p:nvPr/>
        </p:nvSpPr>
        <p:spPr>
          <a:xfrm>
            <a:off x="1232453" y="501015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2200" dirty="0">
                <a:solidFill>
                  <a:schemeClr val="tx1"/>
                </a:solidFill>
              </a:rPr>
              <a:t>Strong Consistency: All successful read and write operations appear to have been executed atomically at a single point in time, guaranteeing identical data across all replicas and a consistent view for all clients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81DE6-64E3-2E83-8D3C-32C11D7D9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0A810-645B-92D5-3D40-69E4B4F5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08AFF-B9ED-36DA-39FC-A317DED83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01015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2200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744545-7D24-4005-E682-F8AB79A89445}"/>
              </a:ext>
            </a:extLst>
          </p:cNvPr>
          <p:cNvSpPr/>
          <p:nvPr/>
        </p:nvSpPr>
        <p:spPr>
          <a:xfrm>
            <a:off x="1232453" y="6249640"/>
            <a:ext cx="1371600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Eventual Consistency: Updates are eventually propagated to all replicas, guaranteeing that all nodes will eventually converge to a consistent state. However, reads might return outdated data until updates propagate across the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77AC3E-B3B8-6465-F375-7EF7A8A62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6249640"/>
            <a:ext cx="1234440" cy="103822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9D66F5-BE4A-BF7B-0099-61FF18F08776}"/>
              </a:ext>
            </a:extLst>
          </p:cNvPr>
          <p:cNvSpPr/>
          <p:nvPr/>
        </p:nvSpPr>
        <p:spPr>
          <a:xfrm>
            <a:off x="1262933" y="7526655"/>
            <a:ext cx="1371600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2"/>
                </a:solidFill>
              </a:rPr>
              <a:t>Different distributed databases offer different consistency options (strong or eventual consistency) or even </a:t>
            </a:r>
            <a:r>
              <a:rPr lang="en-US" sz="2200">
                <a:solidFill>
                  <a:schemeClr val="bg2"/>
                </a:solidFill>
              </a:rPr>
              <a:t>allow their users </a:t>
            </a:r>
            <a:r>
              <a:rPr lang="en-US" sz="2200" dirty="0">
                <a:solidFill>
                  <a:schemeClr val="bg2"/>
                </a:solidFill>
              </a:rPr>
              <a:t>to select a tunable consistency model based on their particular needs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846BC5-73B9-812C-70A5-0A1A483F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79" y="7526655"/>
            <a:ext cx="1234440" cy="1038225"/>
          </a:xfrm>
          <a:prstGeom prst="rect">
            <a:avLst/>
          </a:prstGeom>
          <a:solidFill>
            <a:srgbClr val="1770C0"/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1325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sz="4900" dirty="0"/>
              <a:t>A Facebook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14400" y="2400300"/>
            <a:ext cx="16459200" cy="7315200"/>
          </a:xfrm>
        </p:spPr>
        <p:txBody>
          <a:bodyPr/>
          <a:lstStyle/>
          <a:p>
            <a:r>
              <a:rPr lang="en-US" sz="3200" dirty="0"/>
              <a:t>Bob finds an interesting story and shares with Alice by posting on her Facebook wall</a:t>
            </a:r>
          </a:p>
          <a:p>
            <a:r>
              <a:rPr lang="en-US" sz="3200" dirty="0"/>
              <a:t>Bob phones Alice, and asks her to check it out</a:t>
            </a:r>
          </a:p>
          <a:p>
            <a:r>
              <a:rPr lang="en-US" sz="3200" dirty="0"/>
              <a:t>Alice logs in her account, checks her Facebook wall but finds:</a:t>
            </a:r>
          </a:p>
          <a:p>
            <a:pPr marL="0" indent="0">
              <a:buNone/>
            </a:pPr>
            <a:r>
              <a:rPr lang="en-US" sz="3200" dirty="0"/>
              <a:t>	- </a:t>
            </a:r>
            <a:r>
              <a:rPr lang="en-US" sz="3200" b="1" dirty="0"/>
              <a:t>Nothing is there!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838" y="6417768"/>
            <a:ext cx="3626279" cy="2203469"/>
          </a:xfrm>
          <a:prstGeom prst="rect">
            <a:avLst/>
          </a:prstGeom>
        </p:spPr>
      </p:pic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5958" y="5836006"/>
            <a:ext cx="2928600" cy="2928600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2753" y="6143169"/>
            <a:ext cx="2340978" cy="2340978"/>
          </a:xfrm>
          <a:prstGeom prst="rect">
            <a:avLst/>
          </a:prstGeom>
        </p:spPr>
      </p:pic>
      <p:sp>
        <p:nvSpPr>
          <p:cNvPr id="7" name="Right Arrow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7117" y="7473372"/>
            <a:ext cx="1147055" cy="52542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fontAlgn="auto">
              <a:spcBef>
                <a:spcPts val="0"/>
              </a:spcBef>
              <a:spcAft>
                <a:spcPts val="0"/>
              </a:spcAft>
            </a:pPr>
            <a:endParaRPr lang="en-US" sz="27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ight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8904" y="7507237"/>
            <a:ext cx="1147055" cy="52542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fontAlgn="auto">
              <a:spcBef>
                <a:spcPts val="0"/>
              </a:spcBef>
              <a:spcAft>
                <a:spcPts val="0"/>
              </a:spcAft>
            </a:pPr>
            <a:endParaRPr lang="en-US" sz="27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043667" y="6088377"/>
            <a:ext cx="911788" cy="1384995"/>
          </a:xfrm>
          <a:prstGeom prst="rect">
            <a:avLst/>
          </a:prstGeom>
          <a:noFill/>
          <a:ln>
            <a:noFill/>
          </a:ln>
        </p:spPr>
        <p:txBody>
          <a:bodyPr wrap="none" lIns="137160" tIns="68580" rIns="137160" bIns="68580">
            <a:spAutoFit/>
          </a:bodyPr>
          <a:lstStyle/>
          <a:p>
            <a:pPr algn="ctr" defTabSz="1371600" fontAlgn="auto">
              <a:spcBef>
                <a:spcPts val="0"/>
              </a:spcBef>
              <a:spcAft>
                <a:spcPts val="0"/>
              </a:spcAft>
            </a:pPr>
            <a:r>
              <a:rPr lang="en-US" sz="8100" b="1" dirty="0">
                <a:ln w="12700">
                  <a:solidFill>
                    <a:srgbClr val="D2533C">
                      <a:satMod val="155000"/>
                    </a:srgbClr>
                  </a:solidFill>
                  <a:prstDash val="solid"/>
                </a:ln>
                <a:solidFill>
                  <a:srgbClr val="808DA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/>
                <a:ea typeface="+mn-ea"/>
              </a:rPr>
              <a:t>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4091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sz="4900" dirty="0"/>
              <a:t>A Facebook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14400" y="2400300"/>
            <a:ext cx="16459200" cy="7315200"/>
          </a:xfrm>
        </p:spPr>
        <p:txBody>
          <a:bodyPr/>
          <a:lstStyle/>
          <a:p>
            <a:r>
              <a:rPr lang="en-US" sz="3600" dirty="0"/>
              <a:t>Bob tells Alice to wait a bit and check out later</a:t>
            </a:r>
          </a:p>
          <a:p>
            <a:r>
              <a:rPr lang="en-US" sz="3600" dirty="0"/>
              <a:t>Alice waits for a minute or so and checks back:</a:t>
            </a:r>
          </a:p>
          <a:p>
            <a:pPr marL="0" indent="0">
              <a:buNone/>
            </a:pPr>
            <a:r>
              <a:rPr lang="en-US" sz="3600" dirty="0"/>
              <a:t>	- </a:t>
            </a:r>
            <a:r>
              <a:rPr lang="en-US" sz="3600" b="1" dirty="0"/>
              <a:t>She finds the story Bob shared with her!</a:t>
            </a:r>
          </a:p>
        </p:txBody>
      </p:sp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2" y="5986447"/>
            <a:ext cx="3626279" cy="2203469"/>
          </a:xfrm>
          <a:prstGeom prst="rect">
            <a:avLst/>
          </a:prstGeom>
        </p:spPr>
      </p:pic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7600" y="5404685"/>
            <a:ext cx="2928600" cy="2928600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991" y="5704750"/>
            <a:ext cx="2340978" cy="2340978"/>
          </a:xfrm>
          <a:prstGeom prst="rect">
            <a:avLst/>
          </a:prstGeom>
        </p:spPr>
      </p:pic>
      <p:sp>
        <p:nvSpPr>
          <p:cNvPr id="7" name="Right Arrow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98079" y="7042051"/>
            <a:ext cx="1147055" cy="52542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fontAlgn="auto">
              <a:spcBef>
                <a:spcPts val="0"/>
              </a:spcBef>
              <a:spcAft>
                <a:spcPts val="0"/>
              </a:spcAft>
            </a:pPr>
            <a:endParaRPr lang="en-US" sz="27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ight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8904" y="7075916"/>
            <a:ext cx="1147055" cy="52542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371600" fontAlgn="auto">
              <a:spcBef>
                <a:spcPts val="0"/>
              </a:spcBef>
              <a:spcAft>
                <a:spcPts val="0"/>
              </a:spcAft>
            </a:pPr>
            <a:endParaRPr lang="en-US" sz="270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613" y="5227544"/>
            <a:ext cx="1658990" cy="151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Eventual Consistency</a:t>
            </a:r>
            <a:br>
              <a:rPr lang="en-US" dirty="0"/>
            </a:br>
            <a:r>
              <a:rPr lang="en-US" sz="4900" dirty="0"/>
              <a:t>A Facebook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Facebook chooses eventual consistent model over the strong consistent one?</a:t>
            </a:r>
          </a:p>
          <a:p>
            <a:pPr lvl="1"/>
            <a:r>
              <a:rPr lang="en-US" dirty="0"/>
              <a:t>Facebook has more than 1 billion active users</a:t>
            </a:r>
          </a:p>
          <a:p>
            <a:pPr lvl="1"/>
            <a:r>
              <a:rPr lang="en-US" dirty="0"/>
              <a:t>It is non-trivial to efficiently and reliably store the huge amount of data generated at any given time</a:t>
            </a:r>
          </a:p>
          <a:p>
            <a:pPr lvl="1"/>
            <a:r>
              <a:rPr lang="en-US" dirty="0"/>
              <a:t>Eventual consistent model offers the option to </a:t>
            </a:r>
            <a:r>
              <a:rPr lang="en-US" b="1" dirty="0"/>
              <a:t>reduce the load and improve availability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18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054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0EE41C-A20B-4701-A6D4-90F2F21012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110881</TotalTime>
  <Words>1477</Words>
  <Application>Microsoft Office PowerPoint</Application>
  <PresentationFormat>Custom</PresentationFormat>
  <Paragraphs>240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Breeze</vt:lpstr>
      <vt:lpstr>Module 7: Lesson 3 NoSQL Database Concepts (Part 2)</vt:lpstr>
      <vt:lpstr>Distributing Data Across a Cluster</vt:lpstr>
      <vt:lpstr>Distributing Data Across a Cluster</vt:lpstr>
      <vt:lpstr>Distributing Data Across a Cluster</vt:lpstr>
      <vt:lpstr>Distributing Data Across a Cluster</vt:lpstr>
      <vt:lpstr>Distributing Data Across a Cluster</vt:lpstr>
      <vt:lpstr>Distributing Data Across a Cluster</vt:lpstr>
      <vt:lpstr>Distributing Data Across a Cluster</vt:lpstr>
      <vt:lpstr>Distributing Data Across a Cluster</vt:lpstr>
      <vt:lpstr>Distributing Data Across a Cluster</vt:lpstr>
      <vt:lpstr>Distributing Data Across a Cluster</vt:lpstr>
      <vt:lpstr>Distributing Data Across a Cluster</vt:lpstr>
      <vt:lpstr>Data Consistency in Distributed Databases</vt:lpstr>
      <vt:lpstr>Data Consistency in Distributed Databases</vt:lpstr>
      <vt:lpstr>Data Consistency in Distributed Databases</vt:lpstr>
      <vt:lpstr>Eventual Consistency A Facebook Example</vt:lpstr>
      <vt:lpstr>Eventual Consistency A Facebook Example</vt:lpstr>
      <vt:lpstr>Eventual Consistency A Facebook Example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422</cp:revision>
  <cp:lastPrinted>2024-03-15T21:28:47Z</cp:lastPrinted>
  <dcterms:created xsi:type="dcterms:W3CDTF">2019-02-13T16:04:21Z</dcterms:created>
  <dcterms:modified xsi:type="dcterms:W3CDTF">2024-07-12T18:34:00Z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65DC3C12-CF31-4270-A9BB-E6C06C3D9377</vt:lpwstr>
  </property>
  <property fmtid="{D5CDD505-2E9C-101B-9397-08002B2CF9AE}" pid="4" name="ArticulatePath">
    <vt:lpwstr>Module 7 03202024</vt:lpwstr>
  </property>
  <property fmtid="{D5CDD505-2E9C-101B-9397-08002B2CF9AE}" pid="5" name="MediaServiceImageTags">
    <vt:lpwstr/>
  </property>
</Properties>
</file>