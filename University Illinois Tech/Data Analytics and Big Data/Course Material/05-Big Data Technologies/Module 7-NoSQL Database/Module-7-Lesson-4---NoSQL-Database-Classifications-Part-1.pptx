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8"/>
  </p:notesMasterIdLst>
  <p:sldIdLst>
    <p:sldId id="1210" r:id="rId5"/>
    <p:sldId id="1224" r:id="rId6"/>
    <p:sldId id="1226" r:id="rId7"/>
    <p:sldId id="1227" r:id="rId8"/>
    <p:sldId id="1228" r:id="rId9"/>
    <p:sldId id="1230" r:id="rId10"/>
    <p:sldId id="1231" r:id="rId11"/>
    <p:sldId id="1237" r:id="rId12"/>
    <p:sldId id="1208" r:id="rId13"/>
    <p:sldId id="1206" r:id="rId14"/>
    <p:sldId id="1207" r:id="rId15"/>
    <p:sldId id="1236" r:id="rId16"/>
    <p:sldId id="1235" r:id="rId17"/>
  </p:sldIdLst>
  <p:sldSz cx="18288000" cy="10287000"/>
  <p:notesSz cx="9144000" cy="6858000"/>
  <p:custDataLst>
    <p:tags r:id="rId19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8586"/>
    <a:srgbClr val="FFFFFF"/>
    <a:srgbClr val="E1F8FF"/>
    <a:srgbClr val="D4DBE7"/>
    <a:srgbClr val="E0F8FF"/>
    <a:srgbClr val="3BA1F0"/>
    <a:srgbClr val="EAEAEA"/>
    <a:srgbClr val="BABABA"/>
    <a:srgbClr val="959595"/>
    <a:srgbClr val="F94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B6FA3-38B4-22D9-990B-2A3D564D77F0}" v="139" dt="2024-07-12T18:52:03.6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42"/>
    <p:restoredTop sz="94987" autoAdjust="0"/>
  </p:normalViewPr>
  <p:slideViewPr>
    <p:cSldViewPr snapToGrid="0" snapToObjects="1">
      <p:cViewPr varScale="1">
        <p:scale>
          <a:sx n="71" d="100"/>
          <a:sy n="71" d="100"/>
        </p:scale>
        <p:origin x="1152" y="5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D5EB6FA3-38B4-22D9-990B-2A3D564D77F0}"/>
    <pc:docChg chg="modSld">
      <pc:chgData name="Allison Mulshine" userId="S::allison.mulshine@collegiseducation.com::5f656d52-c555-4e5e-9a5b-18226766ffe3" providerId="AD" clId="Web-{D5EB6FA3-38B4-22D9-990B-2A3D564D77F0}" dt="2024-07-12T18:52:03.656" v="133"/>
      <pc:docMkLst>
        <pc:docMk/>
      </pc:docMkLst>
      <pc:sldChg chg="modSp">
        <pc:chgData name="Allison Mulshine" userId="S::allison.mulshine@collegiseducation.com::5f656d52-c555-4e5e-9a5b-18226766ffe3" providerId="AD" clId="Web-{D5EB6FA3-38B4-22D9-990B-2A3D564D77F0}" dt="2024-07-12T18:48:54.899" v="81"/>
        <pc:sldMkLst>
          <pc:docMk/>
          <pc:sldMk cId="394626546" sldId="1206"/>
        </pc:sldMkLst>
        <pc:picChg chg="mod">
          <ac:chgData name="Allison Mulshine" userId="S::allison.mulshine@collegiseducation.com::5f656d52-c555-4e5e-9a5b-18226766ffe3" providerId="AD" clId="Web-{D5EB6FA3-38B4-22D9-990B-2A3D564D77F0}" dt="2024-07-12T18:48:54.899" v="81"/>
          <ac:picMkLst>
            <pc:docMk/>
            <pc:sldMk cId="394626546" sldId="1206"/>
            <ac:picMk id="11271" creationId="{8DB2C1FC-BEE2-5D4E-6A86-8A5F91866932}"/>
          </ac:picMkLst>
        </pc:picChg>
      </pc:sldChg>
      <pc:sldChg chg="addSp delSp modSp">
        <pc:chgData name="Allison Mulshine" userId="S::allison.mulshine@collegiseducation.com::5f656d52-c555-4e5e-9a5b-18226766ffe3" providerId="AD" clId="Web-{D5EB6FA3-38B4-22D9-990B-2A3D564D77F0}" dt="2024-07-12T18:49:42.104" v="101"/>
        <pc:sldMkLst>
          <pc:docMk/>
          <pc:sldMk cId="2425648392" sldId="1207"/>
        </pc:sldMkLst>
        <pc:spChg chg="del">
          <ac:chgData name="Allison Mulshine" userId="S::allison.mulshine@collegiseducation.com::5f656d52-c555-4e5e-9a5b-18226766ffe3" providerId="AD" clId="Web-{D5EB6FA3-38B4-22D9-990B-2A3D564D77F0}" dt="2024-07-12T18:49:25.994" v="93"/>
          <ac:spMkLst>
            <pc:docMk/>
            <pc:sldMk cId="2425648392" sldId="1207"/>
            <ac:spMk id="4" creationId="{B101A71E-DC0E-1641-5148-D11071D0238B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96"/>
          <ac:spMkLst>
            <pc:docMk/>
            <pc:sldMk cId="2425648392" sldId="1207"/>
            <ac:spMk id="5" creationId="{8BDB4080-1096-468F-9EE0-F2BD708FD359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95"/>
          <ac:spMkLst>
            <pc:docMk/>
            <pc:sldMk cId="2425648392" sldId="1207"/>
            <ac:spMk id="7" creationId="{9B7CFB43-A058-70FE-6942-718782F9F260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94"/>
          <ac:spMkLst>
            <pc:docMk/>
            <pc:sldMk cId="2425648392" sldId="1207"/>
            <ac:spMk id="8" creationId="{69900DC9-A19A-4D33-9229-38DDA29E7E26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92"/>
          <ac:spMkLst>
            <pc:docMk/>
            <pc:sldMk cId="2425648392" sldId="1207"/>
            <ac:spMk id="12" creationId="{A429E01B-759E-06D1-3B28-08065742EB7B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90"/>
          <ac:spMkLst>
            <pc:docMk/>
            <pc:sldMk cId="2425648392" sldId="1207"/>
            <ac:spMk id="33" creationId="{0F48F26E-FE1A-E3E0-9AD3-AF42C6ADEBA4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89"/>
          <ac:spMkLst>
            <pc:docMk/>
            <pc:sldMk cId="2425648392" sldId="1207"/>
            <ac:spMk id="34" creationId="{C9C6F6AF-91EE-A30B-87A6-ED08FD13F739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88"/>
          <ac:spMkLst>
            <pc:docMk/>
            <pc:sldMk cId="2425648392" sldId="1207"/>
            <ac:spMk id="35" creationId="{2C8BFDE5-60AD-7B9C-B3FF-CF9C5680629E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87"/>
          <ac:spMkLst>
            <pc:docMk/>
            <pc:sldMk cId="2425648392" sldId="1207"/>
            <ac:spMk id="38" creationId="{32131EE4-8963-D4DA-5F8E-44C6B9DE3F8E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86"/>
          <ac:spMkLst>
            <pc:docMk/>
            <pc:sldMk cId="2425648392" sldId="1207"/>
            <ac:spMk id="39" creationId="{13ECDAFD-DD4E-FEE4-004A-C79284081F43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85"/>
          <ac:spMkLst>
            <pc:docMk/>
            <pc:sldMk cId="2425648392" sldId="1207"/>
            <ac:spMk id="42" creationId="{505701EB-8F28-D014-5DE8-881954DA39A2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9:25.994" v="84"/>
          <ac:spMkLst>
            <pc:docMk/>
            <pc:sldMk cId="2425648392" sldId="1207"/>
            <ac:spMk id="43" creationId="{3F4A6C89-DDAC-7AC2-5C9F-93E68FCD6086}"/>
          </ac:spMkLst>
        </pc:spChg>
        <pc:picChg chg="del">
          <ac:chgData name="Allison Mulshine" userId="S::allison.mulshine@collegiseducation.com::5f656d52-c555-4e5e-9a5b-18226766ffe3" providerId="AD" clId="Web-{D5EB6FA3-38B4-22D9-990B-2A3D564D77F0}" dt="2024-07-12T18:49:25.994" v="97"/>
          <ac:picMkLst>
            <pc:docMk/>
            <pc:sldMk cId="2425648392" sldId="1207"/>
            <ac:picMk id="3" creationId="{3CEE29ED-60E1-47B0-D1B0-C47CB52685E2}"/>
          </ac:picMkLst>
        </pc:picChg>
        <pc:picChg chg="add mod">
          <ac:chgData name="Allison Mulshine" userId="S::allison.mulshine@collegiseducation.com::5f656d52-c555-4e5e-9a5b-18226766ffe3" providerId="AD" clId="Web-{D5EB6FA3-38B4-22D9-990B-2A3D564D77F0}" dt="2024-07-12T18:49:42.104" v="101"/>
          <ac:picMkLst>
            <pc:docMk/>
            <pc:sldMk cId="2425648392" sldId="1207"/>
            <ac:picMk id="6" creationId="{EAECC5B4-802B-A365-F0DD-21992CCF2E3C}"/>
          </ac:picMkLst>
        </pc:picChg>
        <pc:picChg chg="del">
          <ac:chgData name="Allison Mulshine" userId="S::allison.mulshine@collegiseducation.com::5f656d52-c555-4e5e-9a5b-18226766ffe3" providerId="AD" clId="Web-{D5EB6FA3-38B4-22D9-990B-2A3D564D77F0}" dt="2024-07-12T18:49:25.994" v="91"/>
          <ac:picMkLst>
            <pc:docMk/>
            <pc:sldMk cId="2425648392" sldId="1207"/>
            <ac:picMk id="13320" creationId="{0DC3BAC6-E24C-A165-4C39-1A5AC294DD71}"/>
          </ac:picMkLst>
        </pc:picChg>
        <pc:cxnChg chg="del mod">
          <ac:chgData name="Allison Mulshine" userId="S::allison.mulshine@collegiseducation.com::5f656d52-c555-4e5e-9a5b-18226766ffe3" providerId="AD" clId="Web-{D5EB6FA3-38B4-22D9-990B-2A3D564D77F0}" dt="2024-07-12T18:49:25.994" v="83"/>
          <ac:cxnSpMkLst>
            <pc:docMk/>
            <pc:sldMk cId="2425648392" sldId="1207"/>
            <ac:cxnSpMk id="45" creationId="{11B1DE26-021A-DFDB-A5BE-705321A6AE98}"/>
          </ac:cxnSpMkLst>
        </pc:cxnChg>
        <pc:cxnChg chg="del">
          <ac:chgData name="Allison Mulshine" userId="S::allison.mulshine@collegiseducation.com::5f656d52-c555-4e5e-9a5b-18226766ffe3" providerId="AD" clId="Web-{D5EB6FA3-38B4-22D9-990B-2A3D564D77F0}" dt="2024-07-12T18:49:25.994" v="82"/>
          <ac:cxnSpMkLst>
            <pc:docMk/>
            <pc:sldMk cId="2425648392" sldId="1207"/>
            <ac:cxnSpMk id="46" creationId="{F0892D68-4614-4A48-C2AC-42C028C109C6}"/>
          </ac:cxnSpMkLst>
        </pc:cxnChg>
      </pc:sldChg>
      <pc:sldChg chg="addSp delSp modSp">
        <pc:chgData name="Allison Mulshine" userId="S::allison.mulshine@collegiseducation.com::5f656d52-c555-4e5e-9a5b-18226766ffe3" providerId="AD" clId="Web-{D5EB6FA3-38B4-22D9-990B-2A3D564D77F0}" dt="2024-07-12T18:44:12.592" v="6"/>
        <pc:sldMkLst>
          <pc:docMk/>
          <pc:sldMk cId="3866004480" sldId="1227"/>
        </pc:sldMkLst>
        <pc:spChg chg="del">
          <ac:chgData name="Allison Mulshine" userId="S::allison.mulshine@collegiseducation.com::5f656d52-c555-4e5e-9a5b-18226766ffe3" providerId="AD" clId="Web-{D5EB6FA3-38B4-22D9-990B-2A3D564D77F0}" dt="2024-07-12T18:40:47.756" v="2"/>
          <ac:spMkLst>
            <pc:docMk/>
            <pc:sldMk cId="3866004480" sldId="1227"/>
            <ac:spMk id="32" creationId="{A146A8FE-D0D4-71E9-9EE7-F4D147AD605E}"/>
          </ac:spMkLst>
        </pc:spChg>
        <pc:grpChg chg="del">
          <ac:chgData name="Allison Mulshine" userId="S::allison.mulshine@collegiseducation.com::5f656d52-c555-4e5e-9a5b-18226766ffe3" providerId="AD" clId="Web-{D5EB6FA3-38B4-22D9-990B-2A3D564D77F0}" dt="2024-07-12T18:40:47.756" v="1"/>
          <ac:grpSpMkLst>
            <pc:docMk/>
            <pc:sldMk cId="3866004480" sldId="1227"/>
            <ac:grpSpMk id="31" creationId="{9367CF5C-AC1E-7A8C-4912-59D82675332F}"/>
          </ac:grpSpMkLst>
        </pc:grpChg>
        <pc:picChg chg="add mod">
          <ac:chgData name="Allison Mulshine" userId="S::allison.mulshine@collegiseducation.com::5f656d52-c555-4e5e-9a5b-18226766ffe3" providerId="AD" clId="Web-{D5EB6FA3-38B4-22D9-990B-2A3D564D77F0}" dt="2024-07-12T18:44:12.592" v="6"/>
          <ac:picMkLst>
            <pc:docMk/>
            <pc:sldMk cId="3866004480" sldId="1227"/>
            <ac:picMk id="3" creationId="{C6292897-FE68-B5CF-F0C4-3F696EEC7B67}"/>
          </ac:picMkLst>
        </pc:picChg>
      </pc:sldChg>
      <pc:sldChg chg="addSp delSp modSp">
        <pc:chgData name="Allison Mulshine" userId="S::allison.mulshine@collegiseducation.com::5f656d52-c555-4e5e-9a5b-18226766ffe3" providerId="AD" clId="Web-{D5EB6FA3-38B4-22D9-990B-2A3D564D77F0}" dt="2024-07-12T18:45:20.329" v="31"/>
        <pc:sldMkLst>
          <pc:docMk/>
          <pc:sldMk cId="2803742972" sldId="1228"/>
        </pc:sldMkLst>
        <pc:spChg chg="del">
          <ac:chgData name="Allison Mulshine" userId="S::allison.mulshine@collegiseducation.com::5f656d52-c555-4e5e-9a5b-18226766ffe3" providerId="AD" clId="Web-{D5EB6FA3-38B4-22D9-990B-2A3D564D77F0}" dt="2024-07-12T18:45:02.266" v="11"/>
          <ac:spMkLst>
            <pc:docMk/>
            <pc:sldMk cId="2803742972" sldId="1228"/>
            <ac:spMk id="3" creationId="{D997C20F-0261-6114-856E-E2530EBE36CD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20"/>
          <ac:spMkLst>
            <pc:docMk/>
            <pc:sldMk cId="2803742972" sldId="1228"/>
            <ac:spMk id="4" creationId="{F3408789-61FB-B3DC-158E-2775C393DF98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10"/>
          <ac:spMkLst>
            <pc:docMk/>
            <pc:sldMk cId="2803742972" sldId="1228"/>
            <ac:spMk id="5" creationId="{A2C5D850-8829-FA99-1A96-73BEB62753C1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9"/>
          <ac:spMkLst>
            <pc:docMk/>
            <pc:sldMk cId="2803742972" sldId="1228"/>
            <ac:spMk id="6" creationId="{BBA8BFA6-B673-4832-571D-DCE0478141B0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3.766" v="26"/>
          <ac:spMkLst>
            <pc:docMk/>
            <pc:sldMk cId="2803742972" sldId="1228"/>
            <ac:spMk id="7" creationId="{0D598E9C-4CAF-EA15-1A99-2717315A8A3B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3.766" v="25"/>
          <ac:spMkLst>
            <pc:docMk/>
            <pc:sldMk cId="2803742972" sldId="1228"/>
            <ac:spMk id="8" creationId="{F70E4C98-5725-A624-6D3A-259122BCA394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19"/>
          <ac:spMkLst>
            <pc:docMk/>
            <pc:sldMk cId="2803742972" sldId="1228"/>
            <ac:spMk id="9" creationId="{31550B50-EDCE-8221-6849-227692B3DD44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18"/>
          <ac:spMkLst>
            <pc:docMk/>
            <pc:sldMk cId="2803742972" sldId="1228"/>
            <ac:spMk id="10" creationId="{B60639D0-A90A-2C2C-AD75-AD6A921A1836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17"/>
          <ac:spMkLst>
            <pc:docMk/>
            <pc:sldMk cId="2803742972" sldId="1228"/>
            <ac:spMk id="11" creationId="{5FB7FC20-118E-E7D9-971D-16993A3EACD6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16"/>
          <ac:spMkLst>
            <pc:docMk/>
            <pc:sldMk cId="2803742972" sldId="1228"/>
            <ac:spMk id="12" creationId="{CD7EF426-D92C-A96B-E275-EB1EA1D2AB30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15"/>
          <ac:spMkLst>
            <pc:docMk/>
            <pc:sldMk cId="2803742972" sldId="1228"/>
            <ac:spMk id="13" creationId="{CFC066DA-C453-406E-3420-D0B251B0B5F0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14"/>
          <ac:spMkLst>
            <pc:docMk/>
            <pc:sldMk cId="2803742972" sldId="1228"/>
            <ac:spMk id="14" creationId="{A992F0D1-C9AB-CD75-568E-4E6BAA3EA76A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13"/>
          <ac:spMkLst>
            <pc:docMk/>
            <pc:sldMk cId="2803742972" sldId="1228"/>
            <ac:spMk id="15" creationId="{B5C609F0-470B-281B-591D-7A3CBEA38041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12"/>
          <ac:spMkLst>
            <pc:docMk/>
            <pc:sldMk cId="2803742972" sldId="1228"/>
            <ac:spMk id="16" creationId="{7CEC67B5-A4C2-1975-F056-85D3F6BBD28F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23"/>
          <ac:spMkLst>
            <pc:docMk/>
            <pc:sldMk cId="2803742972" sldId="1228"/>
            <ac:spMk id="32" creationId="{A146A8FE-D0D4-71E9-9EE7-F4D147AD605E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3.766" v="24"/>
          <ac:spMkLst>
            <pc:docMk/>
            <pc:sldMk cId="2803742972" sldId="1228"/>
            <ac:spMk id="33" creationId="{06110453-3712-8145-3AA2-56796B3D94D9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21"/>
          <ac:spMkLst>
            <pc:docMk/>
            <pc:sldMk cId="2803742972" sldId="1228"/>
            <ac:spMk id="34" creationId="{E0DF3C62-DC8B-0CD2-DE9A-71E4ADA32BB2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8"/>
          <ac:spMkLst>
            <pc:docMk/>
            <pc:sldMk cId="2803742972" sldId="1228"/>
            <ac:spMk id="35" creationId="{71AF2511-946C-C0AC-E96D-3D86D4FA0EBB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5:02.266" v="22"/>
          <ac:spMkLst>
            <pc:docMk/>
            <pc:sldMk cId="2803742972" sldId="1228"/>
            <ac:spMk id="56" creationId="{F30F00D3-3A7A-E726-7B81-2F31FB3BC301}"/>
          </ac:spMkLst>
        </pc:spChg>
        <pc:picChg chg="add mod">
          <ac:chgData name="Allison Mulshine" userId="S::allison.mulshine@collegiseducation.com::5f656d52-c555-4e5e-9a5b-18226766ffe3" providerId="AD" clId="Web-{D5EB6FA3-38B4-22D9-990B-2A3D564D77F0}" dt="2024-07-12T18:45:20.329" v="31"/>
          <ac:picMkLst>
            <pc:docMk/>
            <pc:sldMk cId="2803742972" sldId="1228"/>
            <ac:picMk id="17" creationId="{D7806F14-1F59-5CA6-F76B-7EAFA69265A5}"/>
          </ac:picMkLst>
        </pc:picChg>
      </pc:sldChg>
      <pc:sldChg chg="addSp delSp modSp">
        <pc:chgData name="Allison Mulshine" userId="S::allison.mulshine@collegiseducation.com::5f656d52-c555-4e5e-9a5b-18226766ffe3" providerId="AD" clId="Web-{D5EB6FA3-38B4-22D9-990B-2A3D564D77F0}" dt="2024-07-12T18:46:36.816" v="47"/>
        <pc:sldMkLst>
          <pc:docMk/>
          <pc:sldMk cId="932376785" sldId="1230"/>
        </pc:sldMkLst>
        <pc:spChg chg="del">
          <ac:chgData name="Allison Mulshine" userId="S::allison.mulshine@collegiseducation.com::5f656d52-c555-4e5e-9a5b-18226766ffe3" providerId="AD" clId="Web-{D5EB6FA3-38B4-22D9-990B-2A3D564D77F0}" dt="2024-07-12T18:46:16.159" v="39"/>
          <ac:spMkLst>
            <pc:docMk/>
            <pc:sldMk cId="932376785" sldId="1230"/>
            <ac:spMk id="4" creationId="{F3408789-61FB-B3DC-158E-2775C393DF98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6:16.159" v="38"/>
          <ac:spMkLst>
            <pc:docMk/>
            <pc:sldMk cId="932376785" sldId="1230"/>
            <ac:spMk id="9" creationId="{31550B50-EDCE-8221-6849-227692B3DD44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6:16.159" v="36"/>
          <ac:spMkLst>
            <pc:docMk/>
            <pc:sldMk cId="932376785" sldId="1230"/>
            <ac:spMk id="17" creationId="{97C6B964-CD6F-43DC-9E53-3DE96671FA41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6:16.159" v="35"/>
          <ac:spMkLst>
            <pc:docMk/>
            <pc:sldMk cId="932376785" sldId="1230"/>
            <ac:spMk id="18" creationId="{BA2A084D-B5F4-6983-1E1F-DC1EF9BF5558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6:16.159" v="34"/>
          <ac:spMkLst>
            <pc:docMk/>
            <pc:sldMk cId="932376785" sldId="1230"/>
            <ac:spMk id="19" creationId="{B48A9138-C155-4F47-8D75-A616D7AE8926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6:16.159" v="42"/>
          <ac:spMkLst>
            <pc:docMk/>
            <pc:sldMk cId="932376785" sldId="1230"/>
            <ac:spMk id="32" creationId="{A146A8FE-D0D4-71E9-9EE7-F4D147AD605E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6:16.159" v="40"/>
          <ac:spMkLst>
            <pc:docMk/>
            <pc:sldMk cId="932376785" sldId="1230"/>
            <ac:spMk id="34" creationId="{E0DF3C62-DC8B-0CD2-DE9A-71E4ADA32BB2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6:16.159" v="37"/>
          <ac:spMkLst>
            <pc:docMk/>
            <pc:sldMk cId="932376785" sldId="1230"/>
            <ac:spMk id="35" creationId="{71AF2511-946C-C0AC-E96D-3D86D4FA0EBB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6:16.159" v="33"/>
          <ac:spMkLst>
            <pc:docMk/>
            <pc:sldMk cId="932376785" sldId="1230"/>
            <ac:spMk id="36" creationId="{58E3EAC1-3EAF-6F60-17EA-EEDD4D90D047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6:16.159" v="41"/>
          <ac:spMkLst>
            <pc:docMk/>
            <pc:sldMk cId="932376785" sldId="1230"/>
            <ac:spMk id="56" creationId="{F30F00D3-3A7A-E726-7B81-2F31FB3BC301}"/>
          </ac:spMkLst>
        </pc:spChg>
        <pc:picChg chg="add mod">
          <ac:chgData name="Allison Mulshine" userId="S::allison.mulshine@collegiseducation.com::5f656d52-c555-4e5e-9a5b-18226766ffe3" providerId="AD" clId="Web-{D5EB6FA3-38B4-22D9-990B-2A3D564D77F0}" dt="2024-07-12T18:46:36.816" v="47"/>
          <ac:picMkLst>
            <pc:docMk/>
            <pc:sldMk cId="932376785" sldId="1230"/>
            <ac:picMk id="3" creationId="{AF00AF0E-784F-ADCD-FFD6-B3A69E5E6EB1}"/>
          </ac:picMkLst>
        </pc:picChg>
      </pc:sldChg>
      <pc:sldChg chg="addSp delSp modSp">
        <pc:chgData name="Allison Mulshine" userId="S::allison.mulshine@collegiseducation.com::5f656d52-c555-4e5e-9a5b-18226766ffe3" providerId="AD" clId="Web-{D5EB6FA3-38B4-22D9-990B-2A3D564D77F0}" dt="2024-07-12T18:47:11.864" v="62"/>
        <pc:sldMkLst>
          <pc:docMk/>
          <pc:sldMk cId="4027736754" sldId="1231"/>
        </pc:sldMkLst>
        <pc:spChg chg="add del mod">
          <ac:chgData name="Allison Mulshine" userId="S::allison.mulshine@collegiseducation.com::5f656d52-c555-4e5e-9a5b-18226766ffe3" providerId="AD" clId="Web-{D5EB6FA3-38B4-22D9-990B-2A3D564D77F0}" dt="2024-07-12T18:47:06.786" v="61"/>
          <ac:spMkLst>
            <pc:docMk/>
            <pc:sldMk cId="4027736754" sldId="1231"/>
            <ac:spMk id="3" creationId="{FF49E6C7-6CCF-6F6F-00F5-90CCD4890773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02.989" v="54"/>
          <ac:spMkLst>
            <pc:docMk/>
            <pc:sldMk cId="4027736754" sldId="1231"/>
            <ac:spMk id="4" creationId="{F3408789-61FB-B3DC-158E-2775C393DF98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02.989" v="53"/>
          <ac:spMkLst>
            <pc:docMk/>
            <pc:sldMk cId="4027736754" sldId="1231"/>
            <ac:spMk id="9" creationId="{31550B50-EDCE-8221-6849-227692B3DD44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02.989" v="51"/>
          <ac:spMkLst>
            <pc:docMk/>
            <pc:sldMk cId="4027736754" sldId="1231"/>
            <ac:spMk id="17" creationId="{97C6B964-CD6F-43DC-9E53-3DE96671FA41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02.989" v="50"/>
          <ac:spMkLst>
            <pc:docMk/>
            <pc:sldMk cId="4027736754" sldId="1231"/>
            <ac:spMk id="18" creationId="{BA2A084D-B5F4-6983-1E1F-DC1EF9BF5558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02.989" v="49"/>
          <ac:spMkLst>
            <pc:docMk/>
            <pc:sldMk cId="4027736754" sldId="1231"/>
            <ac:spMk id="19" creationId="{B48A9138-C155-4F47-8D75-A616D7AE8926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02.989" v="57"/>
          <ac:spMkLst>
            <pc:docMk/>
            <pc:sldMk cId="4027736754" sldId="1231"/>
            <ac:spMk id="32" creationId="{A146A8FE-D0D4-71E9-9EE7-F4D147AD605E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02.989" v="55"/>
          <ac:spMkLst>
            <pc:docMk/>
            <pc:sldMk cId="4027736754" sldId="1231"/>
            <ac:spMk id="34" creationId="{E0DF3C62-DC8B-0CD2-DE9A-71E4ADA32BB2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02.989" v="52"/>
          <ac:spMkLst>
            <pc:docMk/>
            <pc:sldMk cId="4027736754" sldId="1231"/>
            <ac:spMk id="35" creationId="{71AF2511-946C-C0AC-E96D-3D86D4FA0EBB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02.989" v="48"/>
          <ac:spMkLst>
            <pc:docMk/>
            <pc:sldMk cId="4027736754" sldId="1231"/>
            <ac:spMk id="36" creationId="{58E3EAC1-3EAF-6F60-17EA-EEDD4D90D047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02.989" v="56"/>
          <ac:spMkLst>
            <pc:docMk/>
            <pc:sldMk cId="4027736754" sldId="1231"/>
            <ac:spMk id="56" creationId="{F30F00D3-3A7A-E726-7B81-2F31FB3BC301}"/>
          </ac:spMkLst>
        </pc:spChg>
        <pc:picChg chg="add">
          <ac:chgData name="Allison Mulshine" userId="S::allison.mulshine@collegiseducation.com::5f656d52-c555-4e5e-9a5b-18226766ffe3" providerId="AD" clId="Web-{D5EB6FA3-38B4-22D9-990B-2A3D564D77F0}" dt="2024-07-12T18:47:11.864" v="62"/>
          <ac:picMkLst>
            <pc:docMk/>
            <pc:sldMk cId="4027736754" sldId="1231"/>
            <ac:picMk id="6" creationId="{35C40A57-701D-5EDA-D068-717EC9BD953D}"/>
          </ac:picMkLst>
        </pc:picChg>
      </pc:sldChg>
      <pc:sldChg chg="addSp delSp modSp">
        <pc:chgData name="Allison Mulshine" userId="S::allison.mulshine@collegiseducation.com::5f656d52-c555-4e5e-9a5b-18226766ffe3" providerId="AD" clId="Web-{D5EB6FA3-38B4-22D9-990B-2A3D564D77F0}" dt="2024-07-12T18:52:03.656" v="133"/>
        <pc:sldMkLst>
          <pc:docMk/>
          <pc:sldMk cId="457890695" sldId="1235"/>
        </pc:sldMkLst>
        <pc:spChg chg="del">
          <ac:chgData name="Allison Mulshine" userId="S::allison.mulshine@collegiseducation.com::5f656d52-c555-4e5e-9a5b-18226766ffe3" providerId="AD" clId="Web-{D5EB6FA3-38B4-22D9-990B-2A3D564D77F0}" dt="2024-07-12T18:51:11.857" v="125"/>
          <ac:spMkLst>
            <pc:docMk/>
            <pc:sldMk cId="457890695" sldId="1235"/>
            <ac:spMk id="8" creationId="{0572177E-65F6-8226-6881-860991C1361E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1:11.857" v="124"/>
          <ac:spMkLst>
            <pc:docMk/>
            <pc:sldMk cId="457890695" sldId="1235"/>
            <ac:spMk id="10" creationId="{A6902087-6139-928F-9A23-A485008C328D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1:11.857" v="123"/>
          <ac:spMkLst>
            <pc:docMk/>
            <pc:sldMk cId="457890695" sldId="1235"/>
            <ac:spMk id="12" creationId="{E99CDCE0-B018-727B-1E7D-AEC7D576191C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1:11.857" v="122"/>
          <ac:spMkLst>
            <pc:docMk/>
            <pc:sldMk cId="457890695" sldId="1235"/>
            <ac:spMk id="13" creationId="{134050BF-7943-5AEB-815C-F46626312A65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1:11.857" v="121"/>
          <ac:spMkLst>
            <pc:docMk/>
            <pc:sldMk cId="457890695" sldId="1235"/>
            <ac:spMk id="22" creationId="{78B69E8D-C3EF-D56D-C9D2-3102A0BAE367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1:11.857" v="120"/>
          <ac:spMkLst>
            <pc:docMk/>
            <pc:sldMk cId="457890695" sldId="1235"/>
            <ac:spMk id="23" creationId="{A9D3BACD-D89F-40F9-90B5-667BD8B2D35D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1:11.857" v="119"/>
          <ac:spMkLst>
            <pc:docMk/>
            <pc:sldMk cId="457890695" sldId="1235"/>
            <ac:spMk id="24" creationId="{7983E5BA-6A7B-B683-AAD9-D40323DE2BDA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1:11.857" v="118"/>
          <ac:spMkLst>
            <pc:docMk/>
            <pc:sldMk cId="457890695" sldId="1235"/>
            <ac:spMk id="25" creationId="{2D465B8B-83A0-C8C3-6E51-C5CE03F8CE39}"/>
          </ac:spMkLst>
        </pc:spChg>
        <pc:picChg chg="add mod">
          <ac:chgData name="Allison Mulshine" userId="S::allison.mulshine@collegiseducation.com::5f656d52-c555-4e5e-9a5b-18226766ffe3" providerId="AD" clId="Web-{D5EB6FA3-38B4-22D9-990B-2A3D564D77F0}" dt="2024-07-12T18:52:03.656" v="133"/>
          <ac:picMkLst>
            <pc:docMk/>
            <pc:sldMk cId="457890695" sldId="1235"/>
            <ac:picMk id="6" creationId="{CEAB9337-36CE-0CFC-FCE2-FE804A7B863E}"/>
          </ac:picMkLst>
        </pc:picChg>
        <pc:cxnChg chg="del">
          <ac:chgData name="Allison Mulshine" userId="S::allison.mulshine@collegiseducation.com::5f656d52-c555-4e5e-9a5b-18226766ffe3" providerId="AD" clId="Web-{D5EB6FA3-38B4-22D9-990B-2A3D564D77F0}" dt="2024-07-12T18:51:11.857" v="129"/>
          <ac:cxnSpMkLst>
            <pc:docMk/>
            <pc:sldMk cId="457890695" sldId="1235"/>
            <ac:cxnSpMk id="3" creationId="{65568F57-3146-8EE7-27B5-5854C9305320}"/>
          </ac:cxnSpMkLst>
        </pc:cxnChg>
        <pc:cxnChg chg="del">
          <ac:chgData name="Allison Mulshine" userId="S::allison.mulshine@collegiseducation.com::5f656d52-c555-4e5e-9a5b-18226766ffe3" providerId="AD" clId="Web-{D5EB6FA3-38B4-22D9-990B-2A3D564D77F0}" dt="2024-07-12T18:51:11.857" v="128"/>
          <ac:cxnSpMkLst>
            <pc:docMk/>
            <pc:sldMk cId="457890695" sldId="1235"/>
            <ac:cxnSpMk id="4" creationId="{A545C513-3988-9CFB-4370-B5F99B9946D1}"/>
          </ac:cxnSpMkLst>
        </pc:cxnChg>
        <pc:cxnChg chg="del">
          <ac:chgData name="Allison Mulshine" userId="S::allison.mulshine@collegiseducation.com::5f656d52-c555-4e5e-9a5b-18226766ffe3" providerId="AD" clId="Web-{D5EB6FA3-38B4-22D9-990B-2A3D564D77F0}" dt="2024-07-12T18:51:11.857" v="127"/>
          <ac:cxnSpMkLst>
            <pc:docMk/>
            <pc:sldMk cId="457890695" sldId="1235"/>
            <ac:cxnSpMk id="5" creationId="{5995650B-58F0-D3CD-5D69-3EB3BD4993C1}"/>
          </ac:cxnSpMkLst>
        </pc:cxnChg>
        <pc:cxnChg chg="del">
          <ac:chgData name="Allison Mulshine" userId="S::allison.mulshine@collegiseducation.com::5f656d52-c555-4e5e-9a5b-18226766ffe3" providerId="AD" clId="Web-{D5EB6FA3-38B4-22D9-990B-2A3D564D77F0}" dt="2024-07-12T18:51:11.857" v="126"/>
          <ac:cxnSpMkLst>
            <pc:docMk/>
            <pc:sldMk cId="457890695" sldId="1235"/>
            <ac:cxnSpMk id="7" creationId="{965F9246-6C20-5DA8-C8BE-0091BA3059C7}"/>
          </ac:cxnSpMkLst>
        </pc:cxnChg>
      </pc:sldChg>
      <pc:sldChg chg="addSp delSp modSp">
        <pc:chgData name="Allison Mulshine" userId="S::allison.mulshine@collegiseducation.com::5f656d52-c555-4e5e-9a5b-18226766ffe3" providerId="AD" clId="Web-{D5EB6FA3-38B4-22D9-990B-2A3D564D77F0}" dt="2024-07-12T18:50:36.637" v="117"/>
        <pc:sldMkLst>
          <pc:docMk/>
          <pc:sldMk cId="750935123" sldId="1236"/>
        </pc:sldMkLst>
        <pc:spChg chg="mod">
          <ac:chgData name="Allison Mulshine" userId="S::allison.mulshine@collegiseducation.com::5f656d52-c555-4e5e-9a5b-18226766ffe3" providerId="AD" clId="Web-{D5EB6FA3-38B4-22D9-990B-2A3D564D77F0}" dt="2024-07-12T18:50:13.402" v="102" actId="14100"/>
          <ac:spMkLst>
            <pc:docMk/>
            <pc:sldMk cId="750935123" sldId="1236"/>
            <ac:spMk id="3" creationId="{495EF7AB-89FD-C8E1-975F-8DCA46A78ED0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0:20.090" v="108"/>
          <ac:spMkLst>
            <pc:docMk/>
            <pc:sldMk cId="750935123" sldId="1236"/>
            <ac:spMk id="5" creationId="{6397AC0A-1AE7-7D53-CB7A-DD9B814694D4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0:20.090" v="107"/>
          <ac:spMkLst>
            <pc:docMk/>
            <pc:sldMk cId="750935123" sldId="1236"/>
            <ac:spMk id="6" creationId="{0646F952-73BD-1307-EC4B-86E1B55ACBD9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0:20.090" v="106"/>
          <ac:spMkLst>
            <pc:docMk/>
            <pc:sldMk cId="750935123" sldId="1236"/>
            <ac:spMk id="7" creationId="{B9BE0FF2-D792-ADE9-BB61-74BC78239D97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0:20.090" v="105"/>
          <ac:spMkLst>
            <pc:docMk/>
            <pc:sldMk cId="750935123" sldId="1236"/>
            <ac:spMk id="8" creationId="{F0093C5D-A725-DD3A-642A-5A9FAAC31105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0:20.090" v="104"/>
          <ac:spMkLst>
            <pc:docMk/>
            <pc:sldMk cId="750935123" sldId="1236"/>
            <ac:spMk id="9" creationId="{1C663599-A9AA-890D-5A33-675E855C8116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50:20.090" v="103"/>
          <ac:spMkLst>
            <pc:docMk/>
            <pc:sldMk cId="750935123" sldId="1236"/>
            <ac:spMk id="11" creationId="{E8E3D45E-37AC-1FA6-5F97-C468B08E6903}"/>
          </ac:spMkLst>
        </pc:spChg>
        <pc:picChg chg="add mod">
          <ac:chgData name="Allison Mulshine" userId="S::allison.mulshine@collegiseducation.com::5f656d52-c555-4e5e-9a5b-18226766ffe3" providerId="AD" clId="Web-{D5EB6FA3-38B4-22D9-990B-2A3D564D77F0}" dt="2024-07-12T18:50:36.637" v="117"/>
          <ac:picMkLst>
            <pc:docMk/>
            <pc:sldMk cId="750935123" sldId="1236"/>
            <ac:picMk id="4" creationId="{F3FE7C50-4AD2-6A16-0BD8-EE6152BF0BD4}"/>
          </ac:picMkLst>
        </pc:picChg>
        <pc:cxnChg chg="del">
          <ac:chgData name="Allison Mulshine" userId="S::allison.mulshine@collegiseducation.com::5f656d52-c555-4e5e-9a5b-18226766ffe3" providerId="AD" clId="Web-{D5EB6FA3-38B4-22D9-990B-2A3D564D77F0}" dt="2024-07-12T18:50:20.090" v="109"/>
          <ac:cxnSpMkLst>
            <pc:docMk/>
            <pc:sldMk cId="750935123" sldId="1236"/>
            <ac:cxnSpMk id="13" creationId="{14274053-66F4-4FF5-FC73-5040E5AF3478}"/>
          </ac:cxnSpMkLst>
        </pc:cxnChg>
        <pc:cxnChg chg="del">
          <ac:chgData name="Allison Mulshine" userId="S::allison.mulshine@collegiseducation.com::5f656d52-c555-4e5e-9a5b-18226766ffe3" providerId="AD" clId="Web-{D5EB6FA3-38B4-22D9-990B-2A3D564D77F0}" dt="2024-07-12T18:50:20.090" v="110"/>
          <ac:cxnSpMkLst>
            <pc:docMk/>
            <pc:sldMk cId="750935123" sldId="1236"/>
            <ac:cxnSpMk id="14" creationId="{0119DAE8-7E14-EB2C-32A0-70417572A954}"/>
          </ac:cxnSpMkLst>
        </pc:cxnChg>
        <pc:cxnChg chg="del">
          <ac:chgData name="Allison Mulshine" userId="S::allison.mulshine@collegiseducation.com::5f656d52-c555-4e5e-9a5b-18226766ffe3" providerId="AD" clId="Web-{D5EB6FA3-38B4-22D9-990B-2A3D564D77F0}" dt="2024-07-12T18:50:20.090" v="111"/>
          <ac:cxnSpMkLst>
            <pc:docMk/>
            <pc:sldMk cId="750935123" sldId="1236"/>
            <ac:cxnSpMk id="15" creationId="{E21FCDE5-801D-2E8B-DB35-E4E5019D1C8D}"/>
          </ac:cxnSpMkLst>
        </pc:cxnChg>
        <pc:cxnChg chg="del">
          <ac:chgData name="Allison Mulshine" userId="S::allison.mulshine@collegiseducation.com::5f656d52-c555-4e5e-9a5b-18226766ffe3" providerId="AD" clId="Web-{D5EB6FA3-38B4-22D9-990B-2A3D564D77F0}" dt="2024-07-12T18:50:20.090" v="112"/>
          <ac:cxnSpMkLst>
            <pc:docMk/>
            <pc:sldMk cId="750935123" sldId="1236"/>
            <ac:cxnSpMk id="16" creationId="{798C0903-261D-E7D3-0F3C-293F0D59C215}"/>
          </ac:cxnSpMkLst>
        </pc:cxnChg>
      </pc:sldChg>
      <pc:sldChg chg="addSp delSp modSp">
        <pc:chgData name="Allison Mulshine" userId="S::allison.mulshine@collegiseducation.com::5f656d52-c555-4e5e-9a5b-18226766ffe3" providerId="AD" clId="Web-{D5EB6FA3-38B4-22D9-990B-2A3D564D77F0}" dt="2024-07-12T18:48:09.444" v="80"/>
        <pc:sldMkLst>
          <pc:docMk/>
          <pc:sldMk cId="2504598112" sldId="1237"/>
        </pc:sldMkLst>
        <pc:spChg chg="del">
          <ac:chgData name="Allison Mulshine" userId="S::allison.mulshine@collegiseducation.com::5f656d52-c555-4e5e-9a5b-18226766ffe3" providerId="AD" clId="Web-{D5EB6FA3-38B4-22D9-990B-2A3D564D77F0}" dt="2024-07-12T18:47:54.663" v="71"/>
          <ac:spMkLst>
            <pc:docMk/>
            <pc:sldMk cId="2504598112" sldId="1237"/>
            <ac:spMk id="4" creationId="{3221B764-C25F-58DC-A718-4716BAA87624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63" v="70"/>
          <ac:spMkLst>
            <pc:docMk/>
            <pc:sldMk cId="2504598112" sldId="1237"/>
            <ac:spMk id="5" creationId="{5C8415FA-7214-CF30-BC12-98C1390C5597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63" v="68"/>
          <ac:spMkLst>
            <pc:docMk/>
            <pc:sldMk cId="2504598112" sldId="1237"/>
            <ac:spMk id="8" creationId="{65C431B9-E7ED-C003-7469-DFFD7FF62AA3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63" v="67"/>
          <ac:spMkLst>
            <pc:docMk/>
            <pc:sldMk cId="2504598112" sldId="1237"/>
            <ac:spMk id="9" creationId="{E983478D-4534-D8D0-762F-85440FC209E9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63" v="66"/>
          <ac:spMkLst>
            <pc:docMk/>
            <pc:sldMk cId="2504598112" sldId="1237"/>
            <ac:spMk id="10" creationId="{48DEEF70-DEB2-F3B1-ABEC-D0F56FED7DC4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63" v="65"/>
          <ac:spMkLst>
            <pc:docMk/>
            <pc:sldMk cId="2504598112" sldId="1237"/>
            <ac:spMk id="12" creationId="{9D30A536-C59B-C423-FE49-7456FC5AE80B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63" v="64"/>
          <ac:spMkLst>
            <pc:docMk/>
            <pc:sldMk cId="2504598112" sldId="1237"/>
            <ac:spMk id="13" creationId="{441412A3-636F-1566-C9C4-41A4686556D1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63" v="63"/>
          <ac:spMkLst>
            <pc:docMk/>
            <pc:sldMk cId="2504598112" sldId="1237"/>
            <ac:spMk id="14" creationId="{EBC05533-D9AC-7F6C-30FE-5BCAA62A5358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78" v="75"/>
          <ac:spMkLst>
            <pc:docMk/>
            <pc:sldMk cId="2504598112" sldId="1237"/>
            <ac:spMk id="32" creationId="{A146A8FE-D0D4-71E9-9EE7-F4D147AD605E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63" v="73"/>
          <ac:spMkLst>
            <pc:docMk/>
            <pc:sldMk cId="2504598112" sldId="1237"/>
            <ac:spMk id="34" creationId="{E0DF3C62-DC8B-0CD2-DE9A-71E4ADA32BB2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63" v="72"/>
          <ac:spMkLst>
            <pc:docMk/>
            <pc:sldMk cId="2504598112" sldId="1237"/>
            <ac:spMk id="35" creationId="{71AF2511-946C-C0AC-E96D-3D86D4FA0EBB}"/>
          </ac:spMkLst>
        </pc:spChg>
        <pc:spChg chg="del">
          <ac:chgData name="Allison Mulshine" userId="S::allison.mulshine@collegiseducation.com::5f656d52-c555-4e5e-9a5b-18226766ffe3" providerId="AD" clId="Web-{D5EB6FA3-38B4-22D9-990B-2A3D564D77F0}" dt="2024-07-12T18:47:54.678" v="74"/>
          <ac:spMkLst>
            <pc:docMk/>
            <pc:sldMk cId="2504598112" sldId="1237"/>
            <ac:spMk id="56" creationId="{F30F00D3-3A7A-E726-7B81-2F31FB3BC301}"/>
          </ac:spMkLst>
        </pc:spChg>
        <pc:picChg chg="add mod">
          <ac:chgData name="Allison Mulshine" userId="S::allison.mulshine@collegiseducation.com::5f656d52-c555-4e5e-9a5b-18226766ffe3" providerId="AD" clId="Web-{D5EB6FA3-38B4-22D9-990B-2A3D564D77F0}" dt="2024-07-12T18:48:09.444" v="80"/>
          <ac:picMkLst>
            <pc:docMk/>
            <pc:sldMk cId="2504598112" sldId="1237"/>
            <ac:picMk id="3" creationId="{8E12A2DC-83D8-3F94-F4CD-4F411624B362}"/>
          </ac:picMkLst>
        </pc:picChg>
        <pc:cxnChg chg="del mod">
          <ac:chgData name="Allison Mulshine" userId="S::allison.mulshine@collegiseducation.com::5f656d52-c555-4e5e-9a5b-18226766ffe3" providerId="AD" clId="Web-{D5EB6FA3-38B4-22D9-990B-2A3D564D77F0}" dt="2024-07-12T18:47:54.663" v="69"/>
          <ac:cxnSpMkLst>
            <pc:docMk/>
            <pc:sldMk cId="2504598112" sldId="1237"/>
            <ac:cxnSpMk id="7" creationId="{706667F2-55BF-369B-06C9-25D14FADBE6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71500"/>
            <a:ext cx="16459200" cy="1485900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75EC7-9AFA-49AB-8FDF-A0609DDEEC05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03BC-FD28-4C71-9C87-2981572925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3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  <p:sldLayoutId id="2147483690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Relationship Id="rId4" Type="http://schemas.openxmlformats.org/officeDocument/2006/relationships/image" Target="https://martinfowler.com/bliki/images/ormHate/sketch.pn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5842" y="2615781"/>
            <a:ext cx="12996316" cy="2587300"/>
          </a:xfrm>
        </p:spPr>
        <p:txBody>
          <a:bodyPr/>
          <a:lstStyle/>
          <a:p>
            <a:r>
              <a:rPr lang="en-US" dirty="0"/>
              <a:t>Module 7: Lesson 4</a:t>
            </a:r>
            <a:br>
              <a:rPr lang="en-US" dirty="0"/>
            </a:br>
            <a:r>
              <a:rPr lang="en-US" sz="4800" dirty="0"/>
              <a:t>NoSQL Database Classifications (Part 1)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2959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9A39-C2A3-597B-712C-94632427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NoSQL Database Classification</a:t>
            </a:r>
            <a:br>
              <a:rPr lang="en-US" dirty="0"/>
            </a:br>
            <a:r>
              <a:rPr lang="en-US" sz="4900" dirty="0"/>
              <a:t>Dimensions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FAC7D-8A53-953E-15A9-D5F1483B1E28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Relational databases derive from a precise approach to modeling data and a standard language to manipulate that data, and as a result most implementations share many common characteristics.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FAF54D-0BFC-88AB-FAD5-BFA97F6339D6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chemeClr val="tx1"/>
                </a:solidFill>
              </a:rPr>
              <a:t>But NoSQL databases were created to meet the specific needs of the organizations which created them with few common theoretical underpinnings and using non-standard data query and manipulation languages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1CD32D-FDA4-EE15-1ACB-9FF844A8E13E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200" dirty="0">
                <a:solidFill>
                  <a:schemeClr val="tx1"/>
                </a:solidFill>
              </a:rPr>
              <a:t>Superficially each NoSQL database differs profoundly from the next which makes generalizations difficult, but we can effectively organize our knowledge about NoSQL databases across two dimensions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81DE6-64E3-2E83-8D3C-32C11D7D9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0A810-645B-92D5-3D40-69E4B4F5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908AFF-B9ED-36DA-39FC-A317DED83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744545-7D24-4005-E682-F8AB79A89445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1. The way they model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77AC3E-B3B8-6465-F375-7EF7A8A62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9D66F5-BE4A-BF7B-0099-61FF18F08776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2. Their behavior in the face of failure conditions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846BC5-73B9-812C-70A5-0A1A483F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080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AC503-4C5E-E4F1-7A78-2928B044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83378-4726-9F35-5CAF-F65B99285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 most common differentiator among NoSQL databases is the way they model, store and allow access to data</a:t>
            </a:r>
          </a:p>
          <a:p>
            <a:r>
              <a:rPr lang="en-US" sz="3200" dirty="0"/>
              <a:t>Each NoSQL database can be categorized as aligning with one of four possible data models</a:t>
            </a:r>
          </a:p>
          <a:p>
            <a:pPr lvl="1"/>
            <a:r>
              <a:rPr lang="en-US" sz="2800" dirty="0"/>
              <a:t>Key-value store</a:t>
            </a:r>
          </a:p>
          <a:p>
            <a:pPr lvl="1"/>
            <a:r>
              <a:rPr lang="en-US" sz="2800" dirty="0"/>
              <a:t>Document store</a:t>
            </a:r>
          </a:p>
          <a:p>
            <a:pPr lvl="1"/>
            <a:r>
              <a:rPr lang="en-US" sz="2800" dirty="0"/>
              <a:t>Column store</a:t>
            </a:r>
          </a:p>
          <a:p>
            <a:pPr lvl="1"/>
            <a:r>
              <a:rPr lang="en-US" sz="2800" dirty="0"/>
              <a:t>Graph store</a:t>
            </a:r>
          </a:p>
          <a:p>
            <a:r>
              <a:rPr lang="en-US" sz="3200" dirty="0"/>
              <a:t>NoSQL databases are diverse and some support combinations of the above models or even additional ones such as time-series representations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714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5670-4E5B-6C3C-88CC-DAD051D1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 Models – Key-Value Store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266EF2-41E4-618C-D8AE-8FCC92BEBD5B}"/>
              </a:ext>
            </a:extLst>
          </p:cNvPr>
          <p:cNvSpPr/>
          <p:nvPr/>
        </p:nvSpPr>
        <p:spPr>
          <a:xfrm>
            <a:off x="1232453" y="2584044"/>
            <a:ext cx="774843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Each database item is stored as a unique key together with an associated value.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526F8B-571C-EDB8-2F86-1650B3B37B09}"/>
              </a:ext>
            </a:extLst>
          </p:cNvPr>
          <p:cNvSpPr/>
          <p:nvPr/>
        </p:nvSpPr>
        <p:spPr>
          <a:xfrm>
            <a:off x="1232453" y="3881349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Optimize for fast retrievals and high scalability due to the simple key-based lookup mechanism.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55135D-45BB-12C2-3C31-2A305246E6D7}"/>
              </a:ext>
            </a:extLst>
          </p:cNvPr>
          <p:cNvSpPr/>
          <p:nvPr/>
        </p:nvSpPr>
        <p:spPr>
          <a:xfrm>
            <a:off x="1232453" y="514817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Usually the application is aware of the value content and format and not the database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E41AC0-4A7F-2CEB-87FA-BFF48EEF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584044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BDB395-13C7-D23A-0E9C-7C2714F01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81349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D1AFFE-C30E-1BEB-F084-467EAFF6E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4817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E22A45-0881-BBC6-62E3-15817BA8561A}"/>
              </a:ext>
            </a:extLst>
          </p:cNvPr>
          <p:cNvSpPr/>
          <p:nvPr/>
        </p:nvSpPr>
        <p:spPr>
          <a:xfrm>
            <a:off x="1232453" y="638766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</a:rPr>
              <a:t>Ideal for applications requiring frequent lookups with predictable and simple access patterns.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10627D-4028-1A37-2722-2A37E37A3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38766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5AD564-87B0-3073-E3B6-5CC77A9126A5}"/>
              </a:ext>
            </a:extLst>
          </p:cNvPr>
          <p:cNvSpPr/>
          <p:nvPr/>
        </p:nvSpPr>
        <p:spPr>
          <a:xfrm>
            <a:off x="1262933" y="7664679"/>
            <a:ext cx="7748434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Examples: Redis, DynamoDB, </a:t>
            </a:r>
            <a:r>
              <a:rPr lang="en-US" sz="2400" dirty="0" err="1">
                <a:solidFill>
                  <a:schemeClr val="bg2"/>
                </a:solidFill>
              </a:rPr>
              <a:t>Riak</a:t>
            </a:r>
            <a:r>
              <a:rPr lang="en-US" sz="2400" dirty="0">
                <a:solidFill>
                  <a:schemeClr val="bg2"/>
                </a:solidFill>
              </a:rPr>
              <a:t>, memcached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6540DB-C405-D328-DEE7-1DCB449FC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664679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ACEA3B-1FE6-39DB-2E92-DCECB8482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903621" y="2195424"/>
            <a:ext cx="229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pic>
        <p:nvPicPr>
          <p:cNvPr id="3" name="Picture 2" descr="A simple diagram illustrating key-value pairs:&#10;&#10;- The diagram consists of a vertical sequence of three key-value pairs, each represented by yellow boxes on a red background.&#10;- Each pair is connected by an arrow indicating the relationship between the key and its corresponding value:&#10;  - **First Pair:**&#10;    - Key: Ka&#10;    - Value: Va&#10;  - **Second Pair:**&#10;    - Key: Kb&#10;    - Value: Vb&#10;  - **Third Pair:**&#10;    - Key: Kc&#10;    - Value: Vc&#10;&#10;This diagram visually represents a basic key-value data structure, showing the association between each key and its corresponding value.">
            <a:extLst>
              <a:ext uri="{FF2B5EF4-FFF2-40B4-BE49-F238E27FC236}">
                <a16:creationId xmlns:a16="http://schemas.microsoft.com/office/drawing/2014/main" id="{C6292897-FE68-B5CF-F0C4-3F696EEC7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683" y="2190536"/>
            <a:ext cx="5943173" cy="62982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6004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5670-4E5B-6C3C-88CC-DAD051D1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 Models – Column Store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266EF2-41E4-618C-D8AE-8FCC92BEBD5B}"/>
              </a:ext>
            </a:extLst>
          </p:cNvPr>
          <p:cNvSpPr/>
          <p:nvPr/>
        </p:nvSpPr>
        <p:spPr>
          <a:xfrm>
            <a:off x="1232453" y="2584044"/>
            <a:ext cx="774843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Each database item is associated with a unique key and stored in </a:t>
            </a:r>
            <a:r>
              <a:rPr lang="en-US" sz="24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 table </a:t>
            </a:r>
            <a:r>
              <a:rPr lang="en-US" sz="24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with rows, and columns.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526F8B-571C-EDB8-2F86-1650B3B37B09}"/>
              </a:ext>
            </a:extLst>
          </p:cNvPr>
          <p:cNvSpPr/>
          <p:nvPr/>
        </p:nvSpPr>
        <p:spPr>
          <a:xfrm>
            <a:off x="1232453" y="3881349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Usually the database is aware of the row and column format of each item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55135D-45BB-12C2-3C31-2A305246E6D7}"/>
              </a:ext>
            </a:extLst>
          </p:cNvPr>
          <p:cNvSpPr/>
          <p:nvPr/>
        </p:nvSpPr>
        <p:spPr>
          <a:xfrm>
            <a:off x="1232453" y="514817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Often excels at performing row level filtering and column aggregations (sum, average, etc.)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E41AC0-4A7F-2CEB-87FA-BFF48EEF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584044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BDB395-13C7-D23A-0E9C-7C2714F01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81349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D1AFFE-C30E-1BEB-F084-467EAFF6E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4817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E22A45-0881-BBC6-62E3-15817BA8561A}"/>
              </a:ext>
            </a:extLst>
          </p:cNvPr>
          <p:cNvSpPr/>
          <p:nvPr/>
        </p:nvSpPr>
        <p:spPr>
          <a:xfrm>
            <a:off x="1232453" y="638766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</a:rPr>
              <a:t>Efficient for analytics workloads involving large datasets using a rich query language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10627D-4028-1A37-2722-2A37E37A3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38766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5AD564-87B0-3073-E3B6-5CC77A9126A5}"/>
              </a:ext>
            </a:extLst>
          </p:cNvPr>
          <p:cNvSpPr/>
          <p:nvPr/>
        </p:nvSpPr>
        <p:spPr>
          <a:xfrm>
            <a:off x="1262933" y="7664679"/>
            <a:ext cx="7748434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Examples: Apache Cassandra, Google BigTable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6540DB-C405-D328-DEE7-1DCB449FC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664679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ACEA3B-1FE6-39DB-2E92-DCECB8482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903621" y="2195424"/>
            <a:ext cx="229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pic>
        <p:nvPicPr>
          <p:cNvPr id="17" name="Picture 16" descr="A diagram illustrating a table structure with key-value pairs, where each key is associated with multiple values:&#10;&#10;- The diagram consists of a table with three rows, each representing a key-value relationship.&#10;- Each row contains a key on the left and three values on the right, connected by arrows.&#10;- The entire structure is enclosed within a rectangular table labeled &quot;Table&quot; on a red background.&#10;- **First Row:**&#10;  - Key: Ka&#10;  - Values: Va1, Va2, Va3&#10;- **Second Row:**&#10;  - Key: Kb&#10;  - Values: Vb1, Vb2, Vb3&#10;- **Third Row:**&#10;  - Key: Kc&#10;  - Values: Vc1, Vc2, Vc3&#10;&#10;This diagram visually represents a table where each key is associated with multiple values, showing a more complex key-value data structure.">
            <a:extLst>
              <a:ext uri="{FF2B5EF4-FFF2-40B4-BE49-F238E27FC236}">
                <a16:creationId xmlns:a16="http://schemas.microsoft.com/office/drawing/2014/main" id="{D7806F14-1F59-5CA6-F76B-7EAFA6926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016" y="2579544"/>
            <a:ext cx="7787986" cy="60007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3742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5670-4E5B-6C3C-88CC-DAD051D1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 Models – Document Store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266EF2-41E4-618C-D8AE-8FCC92BEBD5B}"/>
              </a:ext>
            </a:extLst>
          </p:cNvPr>
          <p:cNvSpPr/>
          <p:nvPr/>
        </p:nvSpPr>
        <p:spPr>
          <a:xfrm>
            <a:off x="1232453" y="2584044"/>
            <a:ext cx="774843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Document databases store data in documents similar to JSON (JavaScript Object Notation) objects.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526F8B-571C-EDB8-2F86-1650B3B37B09}"/>
              </a:ext>
            </a:extLst>
          </p:cNvPr>
          <p:cNvSpPr/>
          <p:nvPr/>
        </p:nvSpPr>
        <p:spPr>
          <a:xfrm>
            <a:off x="1232453" y="3881349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JSON is a standard text-based format for representing structured data based on JavaScript object syntax.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55135D-45BB-12C2-3C31-2A305246E6D7}"/>
              </a:ext>
            </a:extLst>
          </p:cNvPr>
          <p:cNvSpPr/>
          <p:nvPr/>
        </p:nvSpPr>
        <p:spPr>
          <a:xfrm>
            <a:off x="1232453" y="514817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Each document (JSON object) is a sequence of attribute-value pairs associated with a unique key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E41AC0-4A7F-2CEB-87FA-BFF48EEF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584044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BDB395-13C7-D23A-0E9C-7C2714F01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81349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D1AFFE-C30E-1BEB-F084-467EAFF6E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4817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E22A45-0881-BBC6-62E3-15817BA8561A}"/>
              </a:ext>
            </a:extLst>
          </p:cNvPr>
          <p:cNvSpPr/>
          <p:nvPr/>
        </p:nvSpPr>
        <p:spPr>
          <a:xfrm>
            <a:off x="1232453" y="638766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</a:rPr>
              <a:t>Attributes are strings and values can be strings, numbers, Booleans, arrays, objects, or null.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10627D-4028-1A37-2722-2A37E37A3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38766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5AD564-87B0-3073-E3B6-5CC77A9126A5}"/>
              </a:ext>
            </a:extLst>
          </p:cNvPr>
          <p:cNvSpPr/>
          <p:nvPr/>
        </p:nvSpPr>
        <p:spPr>
          <a:xfrm>
            <a:off x="1262933" y="7664679"/>
            <a:ext cx="7748434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So documents supports hierarchical data structures, which enables complex data relationships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6540DB-C405-D328-DEE7-1DCB449FC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664679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ACEA3B-1FE6-39DB-2E92-DCECB8482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903621" y="2195424"/>
            <a:ext cx="229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pic>
        <p:nvPicPr>
          <p:cNvPr id="3" name="Picture 2" descr="A diagram illustrating a collection of nested key-value pairs:&#10;&#10;- The diagram consists of a collection containing two main keys (Ka and Kb), each associated with a nested set of key-value pairs.&#10;- The entire structure is enclosed within a rectangular box labeled &quot;Collection&quot; on a red background.&#10;  &#10;**First Main Key (Ka):**&#10;  - Arrow points from Ka to a nested set of key-value pairs:&#10;    - &quot;A1&quot;: Va1&#10;    - &quot;A2&quot;: Va2&#10;    - &quot;A3&quot;: &#10;      - &quot;X1&quot;: Va3&#10;      - &quot;X2&quot;: Va4&#10;&#10;**Second Main Key (Kb):**&#10;  - Arrow points from Kb to a nested set of key-value pairs:&#10;    - &quot;A1&quot;: Vb1&#10;    - &quot;A2&quot;: Vb2&#10;    - &quot;A3&quot;:&#10;      - &quot;X1&quot;: Vb3&#10;      - &quot;X2&quot;: Vb4&#10;&#10;This diagram visually represents a collection where each main key is associated with a nested set of key-value pairs, demonstrating a more complex data structure with hierarchical relationships.">
            <a:extLst>
              <a:ext uri="{FF2B5EF4-FFF2-40B4-BE49-F238E27FC236}">
                <a16:creationId xmlns:a16="http://schemas.microsoft.com/office/drawing/2014/main" id="{AF00AF0E-784F-ADCD-FFD6-B3A69E5E6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327" y="2510405"/>
            <a:ext cx="6529032" cy="62044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237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5670-4E5B-6C3C-88CC-DAD051D1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 Models – Document Store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266EF2-41E4-618C-D8AE-8FCC92BEBD5B}"/>
              </a:ext>
            </a:extLst>
          </p:cNvPr>
          <p:cNvSpPr/>
          <p:nvPr/>
        </p:nvSpPr>
        <p:spPr>
          <a:xfrm>
            <a:off x="1232453" y="2584044"/>
            <a:ext cx="774843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Unlike relational databases with predefined structures, documents can have a flexible schema.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526F8B-571C-EDB8-2F86-1650B3B37B09}"/>
              </a:ext>
            </a:extLst>
          </p:cNvPr>
          <p:cNvSpPr/>
          <p:nvPr/>
        </p:nvSpPr>
        <p:spPr>
          <a:xfrm>
            <a:off x="1232453" y="3881349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Fields and their types can vary between documents within a collection.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55135D-45BB-12C2-3C31-2A305246E6D7}"/>
              </a:ext>
            </a:extLst>
          </p:cNvPr>
          <p:cNvSpPr/>
          <p:nvPr/>
        </p:nvSpPr>
        <p:spPr>
          <a:xfrm>
            <a:off x="1232453" y="514817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A natural fit for storing unstructured data like emails, or social media posts, or sensor readings, where the data format might not be entirely consistent.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E41AC0-4A7F-2CEB-87FA-BFF48EEF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584044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BDB395-13C7-D23A-0E9C-7C2714F01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81349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D1AFFE-C30E-1BEB-F084-467EAFF6E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4817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E22A45-0881-BBC6-62E3-15817BA8561A}"/>
              </a:ext>
            </a:extLst>
          </p:cNvPr>
          <p:cNvSpPr/>
          <p:nvPr/>
        </p:nvSpPr>
        <p:spPr>
          <a:xfrm>
            <a:off x="1232453" y="638766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</a:rPr>
              <a:t>Document databases excel at queries that target specific document fields or nested data structures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10627D-4028-1A37-2722-2A37E37A3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38766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5AD564-87B0-3073-E3B6-5CC77A9126A5}"/>
              </a:ext>
            </a:extLst>
          </p:cNvPr>
          <p:cNvSpPr/>
          <p:nvPr/>
        </p:nvSpPr>
        <p:spPr>
          <a:xfrm>
            <a:off x="1262933" y="7664679"/>
            <a:ext cx="7748434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Examples: MongoDB, Couchbase, CouchDB, AWS DocumentDB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6540DB-C405-D328-DEE7-1DCB449FC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664679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ACEA3B-1FE6-39DB-2E92-DCECB8482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903621" y="2195424"/>
            <a:ext cx="229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pic>
        <p:nvPicPr>
          <p:cNvPr id="6" name="Picture 5" descr="A diagram illustrating a collection of nested key-value pairs:&#10;&#10;- The diagram consists of a collection containing two main keys (Ka and Kb), each associated with a nested set of key-value pairs.&#10;- The entire structure is enclosed within a rectangular box labeled &quot;Collection&quot; on a red background.&#10;  &#10;**First Main Key (Ka):**&#10;  - Arrow points from Ka to a nested set of key-value pairs:&#10;    - &quot;A1&quot;: Va1&#10;    - &quot;A2&quot;: Va2&#10;    - &quot;A3&quot;: &#10;      - &quot;X1&quot;: Va3&#10;      - &quot;X2&quot;: Va4&#10;&#10;**Second Main Key (Kb):**&#10;  - Arrow points from Kb to a nested set of key-value pairs:&#10;    - &quot;A1&quot;: Vb1&#10;    - &quot;A2&quot;: Vb2&#10;    - &quot;A3&quot;:&#10;      - &quot;X1&quot;: Vb3&#10;      - &quot;X2&quot;: Vb4&#10;&#10;This diagram visually represents a collection where each main key is associated with a nested set of key-value pairs, demonstrating a more complex data structure with hierarchical relationships.">
            <a:extLst>
              <a:ext uri="{FF2B5EF4-FFF2-40B4-BE49-F238E27FC236}">
                <a16:creationId xmlns:a16="http://schemas.microsoft.com/office/drawing/2014/main" id="{35C40A57-701D-5EDA-D068-717EC9BD9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327" y="2510405"/>
            <a:ext cx="6529032" cy="62044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7736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5670-4E5B-6C3C-88CC-DAD051D1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 Models – Graph Store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266EF2-41E4-618C-D8AE-8FCC92BEBD5B}"/>
              </a:ext>
            </a:extLst>
          </p:cNvPr>
          <p:cNvSpPr/>
          <p:nvPr/>
        </p:nvSpPr>
        <p:spPr>
          <a:xfrm>
            <a:off x="1232453" y="2584044"/>
            <a:ext cx="774843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is stored as nodes (entities) and edges (relationships) that connect them. This structure reflects real-world connections between data points.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526F8B-571C-EDB8-2F86-1650B3B37B09}"/>
              </a:ext>
            </a:extLst>
          </p:cNvPr>
          <p:cNvSpPr/>
          <p:nvPr/>
        </p:nvSpPr>
        <p:spPr>
          <a:xfrm>
            <a:off x="1232453" y="3881349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Similar to document databases, graph databases offer a flexible schema. Nodes can have varying properties, and the relationships between them can evolve without altering the core structure.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55135D-45BB-12C2-3C31-2A305246E6D7}"/>
              </a:ext>
            </a:extLst>
          </p:cNvPr>
          <p:cNvSpPr/>
          <p:nvPr/>
        </p:nvSpPr>
        <p:spPr>
          <a:xfrm>
            <a:off x="1232453" y="514817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</a:rPr>
              <a:t>Traversing relationships between nodes is incredibly fast. Unlike relational databases that rely on joins, connections are explicitly stored, enabling rapid retrieval of connected data.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E41AC0-4A7F-2CEB-87FA-BFF48EEF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584044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BDB395-13C7-D23A-0E9C-7C2714F01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81349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D1AFFE-C30E-1BEB-F084-467EAFF6E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4817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000" dirty="0">
              <a:solidFill>
                <a:schemeClr val="bg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E22A45-0881-BBC6-62E3-15817BA8561A}"/>
              </a:ext>
            </a:extLst>
          </p:cNvPr>
          <p:cNvSpPr/>
          <p:nvPr/>
        </p:nvSpPr>
        <p:spPr>
          <a:xfrm>
            <a:off x="1232453" y="638766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</a:rPr>
              <a:t>The ability to navigate connections between data opens doors for powerful graph-based analytics. You can uncover hidden patterns, identify communities, and perform complex network analysis.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10627D-4028-1A37-2722-2A37E37A3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38766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5AD564-87B0-3073-E3B6-5CC77A9126A5}"/>
              </a:ext>
            </a:extLst>
          </p:cNvPr>
          <p:cNvSpPr/>
          <p:nvPr/>
        </p:nvSpPr>
        <p:spPr>
          <a:xfrm>
            <a:off x="1262933" y="7664679"/>
            <a:ext cx="7748434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Examples: Neo4J, AWS Neptune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6540DB-C405-D328-DEE7-1DCB449FC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664679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ACEA3B-1FE6-39DB-2E92-DCECB848239C}"/>
              </a:ext>
            </a:extLst>
          </p:cNvPr>
          <p:cNvSpPr txBox="1"/>
          <p:nvPr/>
        </p:nvSpPr>
        <p:spPr>
          <a:xfrm>
            <a:off x="2903621" y="2195424"/>
            <a:ext cx="229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</p:txBody>
      </p:sp>
      <p:pic>
        <p:nvPicPr>
          <p:cNvPr id="3" name="Picture 2" descr="A diagram illustrating a graph database structure within a collection:&#10;&#10;1. **Collection:**&#10;   - The entire structure is enclosed within a rectangular box labeled &quot;Collection&quot; on a red background.&#10;&#10;2. **Node:**&#10;   - On the left, a circular node labeled &quot;Node&quot; contains information:&#10;     - Company: Apple&#10;     - Employees: 100,000&#10;&#10;3. **Property:**&#10;   - On the right, a circular property labeled &quot;Property&quot; contains information:&#10;     - Name: John Doe&#10;&#10;4. **Edge:**&#10;   - An edge labeled &quot;Edge&quot; connects the Node and Property, indicating a relationship between them.&#10;   - The edge is labeled &quot;WORKS_FOR&quot; with a property &quot;Since: 199&quot;.&#10;&#10;This diagram visually represents a graph database structure, showing nodes and properties connected by edges to indicate relationships within a collection.">
            <a:extLst>
              <a:ext uri="{FF2B5EF4-FFF2-40B4-BE49-F238E27FC236}">
                <a16:creationId xmlns:a16="http://schemas.microsoft.com/office/drawing/2014/main" id="{8E12A2DC-83D8-3F94-F4CD-4F411624B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103" y="2569688"/>
            <a:ext cx="7803676" cy="61200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4598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97B6-1A64-9BDC-E028-515E1055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Database Model Variety Advantages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2891A4-B43E-0917-D909-BEA96CDA73C1}"/>
              </a:ext>
            </a:extLst>
          </p:cNvPr>
          <p:cNvSpPr/>
          <p:nvPr/>
        </p:nvSpPr>
        <p:spPr>
          <a:xfrm>
            <a:off x="1232453" y="2324100"/>
            <a:ext cx="7911547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Addressing the Data Impedance Mismatch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835B72-9EB1-4396-EE40-8BA2AF6E1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91E931-1ABC-0B5B-F0B2-6F6670BFAB1B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Data impedance mismatch refers to the challenges that arise when trying to fit an object-oriented program's data structures into a relational database's tables.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05EC35-5685-3CA7-C636-ED1E56F97CD7}"/>
              </a:ext>
            </a:extLst>
          </p:cNvPr>
          <p:cNvSpPr/>
          <p:nvPr/>
        </p:nvSpPr>
        <p:spPr>
          <a:xfrm>
            <a:off x="1232453" y="5467350"/>
            <a:ext cx="7911547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Enabling Opportunities for Polyglot Persistence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FB27D-2367-6E36-AB5C-A46A9BA08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E5D0B2-2785-B885-D3F1-82FE32F31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95D7E-B570-E2AF-EC05-C1C66FBB024A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Polyglot persistence means using multiple data storage technologies within a single application to best suit different data needs.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A61E5E-EF7C-16AB-527D-CA45E35C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4902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C2D6-2EE0-E97C-B747-19DBFA5D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Addressing the Data Impedance Mismatch</a:t>
            </a:r>
          </a:p>
        </p:txBody>
      </p:sp>
      <p:pic>
        <p:nvPicPr>
          <p:cNvPr id="11271" name="Picture 1" descr="A diagram illustrating the process of Object-Relational Mapping (ORM) between application data and relational databases:&#10;&#10;1. **Application Data (Object):**&#10;   - On the left, a section labeled &quot;Application Data (Object)&quot; contains various objects represented by rectangular blocks.&#10;   - The objects are connected with arrows to show relationships.&#10;&#10;2. **Object-Relational Mapping (ORM):**&#10;   - The middle section is labeled &quot;Object Relational Mapping&quot;.&#10;   - This section shows arrows mapping the application objects to corresponding database tables.&#10;&#10;3. **Relational Database (Tables):**&#10;   - On the right, a section labeled &quot;Relational Database (Tables)&quot; contains multiple tables represented by grids.&#10;   - The tables are the destination for the data from the application objects.&#10;&#10;4. **Mapping Arrows:**&#10;   - Purple arrows indicate the flow of data from application objects through the ORM layer to the relational database tables and vice versa.&#10;&#10;This diagram visually represents how Object-Relational Mapping (ORM) facilitates the conversion and synchronization of data between application data objects and relational database tables.">
            <a:extLst>
              <a:ext uri="{FF2B5EF4-FFF2-40B4-BE49-F238E27FC236}">
                <a16:creationId xmlns:a16="http://schemas.microsoft.com/office/drawing/2014/main" id="{8DB2C1FC-BEE2-5D4E-6A86-8A5F91866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16" y="2463038"/>
            <a:ext cx="8258475" cy="603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928ADC2-A68B-CFCD-99A7-E50DDF66AD7D}"/>
              </a:ext>
            </a:extLst>
          </p:cNvPr>
          <p:cNvSpPr/>
          <p:nvPr/>
        </p:nvSpPr>
        <p:spPr>
          <a:xfrm>
            <a:off x="9612531" y="3038275"/>
            <a:ext cx="3464945" cy="5486400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CC3B54-666B-E725-113C-E502830A108D}"/>
              </a:ext>
            </a:extLst>
          </p:cNvPr>
          <p:cNvSpPr/>
          <p:nvPr/>
        </p:nvSpPr>
        <p:spPr>
          <a:xfrm>
            <a:off x="14647653" y="3012774"/>
            <a:ext cx="3122762" cy="5486400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4250A0-F877-B0C4-5D09-0BD04F5247D3}"/>
              </a:ext>
            </a:extLst>
          </p:cNvPr>
          <p:cNvSpPr/>
          <p:nvPr/>
        </p:nvSpPr>
        <p:spPr>
          <a:xfrm>
            <a:off x="13267255" y="3012774"/>
            <a:ext cx="1173364" cy="5486400"/>
          </a:xfrm>
          <a:prstGeom prst="rect">
            <a:avLst/>
          </a:prstGeom>
          <a:solidFill>
            <a:schemeClr val="accent3">
              <a:lumMod val="20000"/>
              <a:lumOff val="80000"/>
              <a:alpha val="29317"/>
            </a:schemeClr>
          </a:solidFill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65989E-9663-B495-F1C8-FE171D8944ED}"/>
              </a:ext>
            </a:extLst>
          </p:cNvPr>
          <p:cNvSpPr txBox="1"/>
          <p:nvPr/>
        </p:nvSpPr>
        <p:spPr>
          <a:xfrm>
            <a:off x="10401197" y="2333420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Application Data</a:t>
            </a:r>
          </a:p>
          <a:p>
            <a:pPr algn="ctr"/>
            <a:r>
              <a:rPr lang="en-US" b="1" dirty="0"/>
              <a:t>(Object)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87685D-5970-0076-0DB9-DBA2B5F1B68B}"/>
              </a:ext>
            </a:extLst>
          </p:cNvPr>
          <p:cNvSpPr txBox="1"/>
          <p:nvPr/>
        </p:nvSpPr>
        <p:spPr>
          <a:xfrm>
            <a:off x="15020247" y="2333420"/>
            <a:ext cx="2377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Relational Database</a:t>
            </a:r>
          </a:p>
          <a:p>
            <a:pPr algn="ctr"/>
            <a:r>
              <a:rPr lang="en-US" b="1" dirty="0"/>
              <a:t>(Tables)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9F2A62-6B68-8EAC-C982-45374BAAB9CF}"/>
              </a:ext>
            </a:extLst>
          </p:cNvPr>
          <p:cNvSpPr txBox="1"/>
          <p:nvPr/>
        </p:nvSpPr>
        <p:spPr>
          <a:xfrm>
            <a:off x="12828279" y="2333420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Object Relational</a:t>
            </a:r>
          </a:p>
          <a:p>
            <a:pPr algn="ctr"/>
            <a:r>
              <a:rPr lang="en-US" b="1" dirty="0"/>
              <a:t>Mapping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AAF3F1-A871-6F80-C273-2FDA27125A4F}"/>
              </a:ext>
            </a:extLst>
          </p:cNvPr>
          <p:cNvSpPr/>
          <p:nvPr/>
        </p:nvSpPr>
        <p:spPr>
          <a:xfrm>
            <a:off x="1232453" y="2446020"/>
            <a:ext cx="7911547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Object vs. Table: Relational databases store data in tables with rows and columns, while applications often store data as objects with properties and methods.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716790-AE52-43F4-528F-BE0B64B32968}"/>
              </a:ext>
            </a:extLst>
          </p:cNvPr>
          <p:cNvSpPr/>
          <p:nvPr/>
        </p:nvSpPr>
        <p:spPr>
          <a:xfrm>
            <a:off x="1232454" y="3743325"/>
            <a:ext cx="791154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This inherent discrepancy creates an impedance mismatch (structural gap), hindering the seamless translation between the two.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C7FD6B-5F39-59E7-B047-FBACB0BBD834}"/>
              </a:ext>
            </a:extLst>
          </p:cNvPr>
          <p:cNvSpPr/>
          <p:nvPr/>
        </p:nvSpPr>
        <p:spPr>
          <a:xfrm>
            <a:off x="1232453" y="5010150"/>
            <a:ext cx="7911547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dirty="0">
                <a:solidFill>
                  <a:schemeClr val="tx1"/>
                </a:solidFill>
              </a:rPr>
              <a:t>Translating between object-oriented structures and relational tables requires extra code or tools (Object-Relational Mapping) which can be cumbersome and error-prone.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B196EB-FACF-C36E-089A-F71C590F0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8DA076-5B5C-354A-8062-181C3A28F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C64A48-49FD-0411-F7A5-608FD202C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61E9E1-72B0-9EA4-1779-D74DD6B06F4F}"/>
              </a:ext>
            </a:extLst>
          </p:cNvPr>
          <p:cNvSpPr/>
          <p:nvPr/>
        </p:nvSpPr>
        <p:spPr>
          <a:xfrm>
            <a:off x="1232453" y="6249640"/>
            <a:ext cx="7911547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</a:rPr>
              <a:t>Using an ORM can be computationally expensive and so hinder performance, especially when dealing with large datasets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37B29E-0005-646A-BF6D-287A9F367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5140D9-443F-412A-A1F1-4FFBA61481B7}"/>
              </a:ext>
            </a:extLst>
          </p:cNvPr>
          <p:cNvSpPr/>
          <p:nvPr/>
        </p:nvSpPr>
        <p:spPr>
          <a:xfrm>
            <a:off x="1262933" y="7526655"/>
            <a:ext cx="7911547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</a:rPr>
              <a:t>Also, retrieving data involving intricate relationships necessitates complex JOIN operations in queries, causing further performance bottlenecks.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AFAD90-A466-97FF-4802-057836776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626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C2D6-2EE0-E97C-B747-19DBFA5D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Addressing the Data Impedance Mismatch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93B891-7C26-1314-B8D8-7AF8C3B3CC2D}"/>
              </a:ext>
            </a:extLst>
          </p:cNvPr>
          <p:cNvSpPr/>
          <p:nvPr/>
        </p:nvSpPr>
        <p:spPr>
          <a:xfrm>
            <a:off x="5709535" y="8994633"/>
            <a:ext cx="3464945" cy="2335642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017D035-A381-D319-4693-EF9DB992B69F}"/>
              </a:ext>
            </a:extLst>
          </p:cNvPr>
          <p:cNvSpPr/>
          <p:nvPr/>
        </p:nvSpPr>
        <p:spPr>
          <a:xfrm>
            <a:off x="1232453" y="2324100"/>
            <a:ext cx="811858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chemeClr val="bg2"/>
                </a:solidFill>
              </a:rPr>
              <a:t>NoSQL databases offer various data structures (documents, graphs) that can better represent complex object relationships, reducing the need for extensive mapping.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D8BE13-6863-2C7D-1629-7087AB9B9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90881ED-100B-E346-9E95-60294F952A4B}"/>
              </a:ext>
            </a:extLst>
          </p:cNvPr>
          <p:cNvSpPr/>
          <p:nvPr/>
        </p:nvSpPr>
        <p:spPr>
          <a:xfrm>
            <a:off x="1232454" y="3895725"/>
            <a:ext cx="811858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Document stores: Documents closely resemble objects, encapsulating data within a single unit, fostering a more natural mapping between application data and database storage.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D8A218C-3C99-015D-2562-EF9AF9FAA4A9}"/>
              </a:ext>
            </a:extLst>
          </p:cNvPr>
          <p:cNvSpPr/>
          <p:nvPr/>
        </p:nvSpPr>
        <p:spPr>
          <a:xfrm>
            <a:off x="1232453" y="5467350"/>
            <a:ext cx="8118581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Graph databases: Relationships between data entities are explicitly</a:t>
            </a:r>
          </a:p>
          <a:p>
            <a:pPr marL="0" indent="0" algn="ctr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modeled using graph structures, effectively mirroring the interconnected nature of objects within an application.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E51F6E3-5055-CFA9-3F23-E0AAE1E50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9B458C3-6E86-EB2D-86E4-EDFD98C86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178D5C2-A0CE-523A-F4C0-29A202CD2A7F}"/>
              </a:ext>
            </a:extLst>
          </p:cNvPr>
          <p:cNvSpPr/>
          <p:nvPr/>
        </p:nvSpPr>
        <p:spPr>
          <a:xfrm>
            <a:off x="1232453" y="7038975"/>
            <a:ext cx="8118581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But due to lacking joins, data elements might be duplicated across multiple records potentially causing inconsistencies in data integrity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3FC7D7F-04C2-D349-5218-C3F7EB1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pic>
        <p:nvPicPr>
          <p:cNvPr id="6" name="Picture 5" descr="A diagram illustrating the interaction between application data and different types of databases:&#10;&#10;1. **Application Data (Object):**&#10;   - On the left, a section labeled &quot;Application Data (Object)&quot; contains various objects represented by rectangular blocks.&#10;   - The objects are connected with arrows to show relationships.&#10;&#10;2. **Graph Database:**&#10;   - On the top right, a section labeled &quot;Graph Database&quot; contains a graph with nodes and edges representing relationships between data points.&#10;&#10;3. **Document Database:**&#10;   - On the bottom right, a section labeled &quot;Document Database&quot; contains multiple JSON-like documents with fields such as &quot;name&quot; and &quot;age&quot;.&#10;   - Example documents:&#10;     - `{ &quot;name&quot;: &quot;Sam R&quot;, &quot;age&quot;: 9, &quot;city&quot;: &quot;Boston&quot; }`&#10;     - `{ &quot;name&quot;: &quot;Max C&quot;, &quot;age&quot;: 10, &quot;city&quot;: &quot;Boston&quot; }`&#10;&#10;4. **Data Flow Arrows:**&#10;   - Red arrows indicate the flow of data from the application objects to both the Graph Database and the Document Database and vice versa.&#10;&#10;This diagram visually represents how application data objects can interact with both graph and document databases, highlighting the flexibility of storing data in different formats based on the application's requirements.">
            <a:extLst>
              <a:ext uri="{FF2B5EF4-FFF2-40B4-BE49-F238E27FC236}">
                <a16:creationId xmlns:a16="http://schemas.microsoft.com/office/drawing/2014/main" id="{EAECC5B4-802B-A365-F0DD-21992CCF2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029" y="2289199"/>
            <a:ext cx="8405599" cy="63056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564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3566-FC5B-1EB2-D49C-1C692242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Enabling Opportunities for Polyglot Persistence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EF7AB-89FD-C8E1-975F-8DCA46A78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2469544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/>
              <a:t>Enterprises tend to use the same database engine to store business transactions, session management data, and for other storage needs</a:t>
            </a:r>
          </a:p>
          <a:p>
            <a:pPr marL="0" indent="0" algn="ctr">
              <a:buNone/>
            </a:pPr>
            <a:r>
              <a:rPr lang="en-US" sz="3600" dirty="0"/>
              <a:t>And this is usually some form of relational database management system</a:t>
            </a:r>
          </a:p>
          <a:p>
            <a:endParaRPr lang="en-US" dirty="0"/>
          </a:p>
        </p:txBody>
      </p:sp>
      <p:pic>
        <p:nvPicPr>
          <p:cNvPr id="4" name="Picture 3" descr="A diagram illustrating the data flow within an e-commerce platform interacting with a relational database:&#10;&#10;1. **E-commerce Platform:**&#10;   - At the top, a box labeled &quot;E-commerce platform&quot; represents the main application.&#10;&#10;2. **Data Categories:**&#10;   - Four data categories are connected to the e-commerce platform and the relational database:&#10;     - **Shopping cart data**&#10;     - **Session data**&#10;     - **Completed orders**&#10;     - **Inventory data**&#10;&#10;3. **Relational Database:**&#10;   - At the bottom, an oval labeled &quot;Relational Database&quot; stores all the data categories.&#10;&#10;4. **Data Flow Arrows:**&#10;   - Vertical arrows indicate the bidirectional flow of data between the e-commerce platform and the relational database for each data category.&#10;&#10;This diagram shows how an e-commerce platform interacts with a relational database, storing and retrieving various types of data necessary for its operations.">
            <a:extLst>
              <a:ext uri="{FF2B5EF4-FFF2-40B4-BE49-F238E27FC236}">
                <a16:creationId xmlns:a16="http://schemas.microsoft.com/office/drawing/2014/main" id="{F3FE7C50-4AD2-6A16-0BD8-EE6152BF0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981" y="4519471"/>
            <a:ext cx="7506979" cy="48476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0935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C2D6-2EE0-E97C-B747-19DBFA5D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Enabling Opportunities for Polyglot Persistence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93B891-7C26-1314-B8D8-7AF8C3B3C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09535" y="8994633"/>
            <a:ext cx="3464945" cy="2335642"/>
          </a:xfrm>
          <a:prstGeom prst="rect">
            <a:avLst/>
          </a:prstGeom>
          <a:noFill/>
          <a:ln w="38100"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FE4792-BD2A-AFE0-2F71-C3F2A3BA96A9}"/>
              </a:ext>
            </a:extLst>
          </p:cNvPr>
          <p:cNvSpPr/>
          <p:nvPr/>
        </p:nvSpPr>
        <p:spPr>
          <a:xfrm>
            <a:off x="1232453" y="2446020"/>
            <a:ext cx="8584407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Polyglot persistence allows developers to select the most suitable data storage technology for each specific use case or data type, rather than relying on a single, monolithic database system. </a:t>
            </a:r>
            <a:endParaRPr lang="en-US" sz="20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243054-3FBC-CFB7-529C-1CFE5850C24C}"/>
              </a:ext>
            </a:extLst>
          </p:cNvPr>
          <p:cNvSpPr/>
          <p:nvPr/>
        </p:nvSpPr>
        <p:spPr>
          <a:xfrm>
            <a:off x="1232454" y="3743325"/>
            <a:ext cx="858440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That is, the specialized data models associated with different areas of application functionality each may be more efficiently represented and queried using distinct data storage technologies.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BF1F65-1F2F-4255-01D9-6365AC4F64E4}"/>
              </a:ext>
            </a:extLst>
          </p:cNvPr>
          <p:cNvSpPr/>
          <p:nvPr/>
        </p:nvSpPr>
        <p:spPr>
          <a:xfrm>
            <a:off x="1232453" y="5010150"/>
            <a:ext cx="8584407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dirty="0">
                <a:solidFill>
                  <a:schemeClr val="tx1"/>
                </a:solidFill>
              </a:rPr>
              <a:t>For example, relational databases may be optimal for structured data with complex relationships, while NoSQL databases may excel at handling unstructured or semi-structured data with flexible schemas.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86997-0305-59BF-9310-6AB53B39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5795B5-57C4-2B3D-3E63-C2EAEF3DE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FD3E5B-F745-520E-950D-F2B713CB2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000" dirty="0">
              <a:solidFill>
                <a:schemeClr val="bg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A680F4-DAE4-F648-4877-2FD0FC4298B2}"/>
              </a:ext>
            </a:extLst>
          </p:cNvPr>
          <p:cNvSpPr/>
          <p:nvPr/>
        </p:nvSpPr>
        <p:spPr>
          <a:xfrm>
            <a:off x="1232453" y="6249640"/>
            <a:ext cx="8584407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</a:rPr>
              <a:t>By leveraging polyglot persistence, organizations can achieve enhanced programming simplicity and better performance in managing their data.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00D469-35CD-0700-2F35-7FABD9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4BAE7C-BE0B-2D55-0CE4-43BF67C6F709}"/>
              </a:ext>
            </a:extLst>
          </p:cNvPr>
          <p:cNvSpPr/>
          <p:nvPr/>
        </p:nvSpPr>
        <p:spPr>
          <a:xfrm>
            <a:off x="1262933" y="7526655"/>
            <a:ext cx="8584407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They can choose each data storage technology independently, allocating resources according to the specific needs of each data model, rather than relying on a one-size-fits-all approach.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9B35BA-075C-8A8C-C67B-B03AFE5F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6" name="Picture 5" descr="A diagram illustrating the interaction between an e-commerce platform and different types of data stores:&#10;&#10;1. **E-commerce Platform:**&#10;   - At the top, a box labeled &quot;E-commerce platform&quot; represents the main application.&#10;&#10;2. **Data Categories:**&#10;   - Four data categories are connected to the e-commerce platform and different types of data stores:&#10;     - **Shopping cart data**: Connected to a &quot;Key-Value Store&quot;.&#10;     - **Session data**: Connected to a &quot;Key-Value Store&quot;.&#10;     - **Completed orders**: Connected to a &quot;Column Store&quot;.&#10;     - **Inventory data**: Connected to a &quot;Document Store&quot;.&#10;&#10;3. **Data Stores:**&#10;   - **Key-Value Store**: Manages shopping cart data and session data.&#10;   - **Column Store**: Manages completed orders.&#10;   - **Document Store**: Manages inventory data.&#10;&#10;4. **Data Flow Arrows:**&#10;   - Vertical arrows indicate the bidirectional flow of data between the e-commerce platform and each data store for each data category.&#10;&#10;This diagram shows how an e-commerce platform interacts with various types of data stores, using a key-value store for shopping cart and session data, a column store for completed orders, and a document store for inventory data, illustrating the diverse data management needs of the platform.">
            <a:extLst>
              <a:ext uri="{FF2B5EF4-FFF2-40B4-BE49-F238E27FC236}">
                <a16:creationId xmlns:a16="http://schemas.microsoft.com/office/drawing/2014/main" id="{CEAB9337-36CE-0CFC-FCE2-FE804A7B8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214" y="2579071"/>
            <a:ext cx="7374766" cy="59136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578906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8AB2E2CB-0121-4184-90CA-8EAFA9D69D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111118</TotalTime>
  <Words>1381</Words>
  <Application>Microsoft Office PowerPoint</Application>
  <PresentationFormat>Custom</PresentationFormat>
  <Paragraphs>179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Breeze</vt:lpstr>
      <vt:lpstr>Module 7: Lesson 4 NoSQL Database Classifications (Part 1)</vt:lpstr>
      <vt:lpstr>NoSQL Database Classification Dimensions</vt:lpstr>
      <vt:lpstr>NoSQL Data Models</vt:lpstr>
      <vt:lpstr>NoSQL Data Models – Key-Value Store</vt:lpstr>
      <vt:lpstr>NoSQL Data Models – Column Store</vt:lpstr>
      <vt:lpstr>NoSQL Data Models – Document Store</vt:lpstr>
      <vt:lpstr>NoSQL Data Models – Document Store</vt:lpstr>
      <vt:lpstr>NoSQL Data Models – Graph Store</vt:lpstr>
      <vt:lpstr>NoSQL Database Model Variety Advantages</vt:lpstr>
      <vt:lpstr>Addressing the Data Impedance Mismatch</vt:lpstr>
      <vt:lpstr>Addressing the Data Impedance Mismatch</vt:lpstr>
      <vt:lpstr>Enabling Opportunities for Polyglot Persistence</vt:lpstr>
      <vt:lpstr>Enabling Opportunities for Polyglot Persistence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443</cp:revision>
  <cp:lastPrinted>2024-03-15T21:28:47Z</cp:lastPrinted>
  <dcterms:created xsi:type="dcterms:W3CDTF">2019-02-13T16:04:21Z</dcterms:created>
  <dcterms:modified xsi:type="dcterms:W3CDTF">2024-07-12T18:52:03Z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299211A8-3DA2-4C52-8D67-A345D1702A56</vt:lpwstr>
  </property>
  <property fmtid="{D5CDD505-2E9C-101B-9397-08002B2CF9AE}" pid="4" name="ArticulatePath">
    <vt:lpwstr>Module 7 03202024</vt:lpwstr>
  </property>
  <property fmtid="{D5CDD505-2E9C-101B-9397-08002B2CF9AE}" pid="5" name="MediaServiceImageTags">
    <vt:lpwstr/>
  </property>
</Properties>
</file>