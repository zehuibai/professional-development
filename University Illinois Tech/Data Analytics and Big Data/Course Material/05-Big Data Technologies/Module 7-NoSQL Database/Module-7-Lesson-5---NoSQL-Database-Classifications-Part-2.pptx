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5"/>
  </p:notesMasterIdLst>
  <p:sldIdLst>
    <p:sldId id="1248" r:id="rId5"/>
    <p:sldId id="1203" r:id="rId6"/>
    <p:sldId id="1202" r:id="rId7"/>
    <p:sldId id="353" r:id="rId8"/>
    <p:sldId id="410" r:id="rId9"/>
    <p:sldId id="1249" r:id="rId10"/>
    <p:sldId id="1251" r:id="rId11"/>
    <p:sldId id="1252" r:id="rId12"/>
    <p:sldId id="414" r:id="rId13"/>
    <p:sldId id="415" r:id="rId14"/>
    <p:sldId id="1253" r:id="rId15"/>
    <p:sldId id="416" r:id="rId16"/>
    <p:sldId id="1254" r:id="rId17"/>
    <p:sldId id="1259" r:id="rId18"/>
    <p:sldId id="1243" r:id="rId19"/>
    <p:sldId id="1255" r:id="rId20"/>
    <p:sldId id="1256" r:id="rId21"/>
    <p:sldId id="1257" r:id="rId22"/>
    <p:sldId id="424" r:id="rId23"/>
    <p:sldId id="1258" r:id="rId24"/>
  </p:sldIdLst>
  <p:sldSz cx="18288000" cy="10287000"/>
  <p:notesSz cx="9144000" cy="6858000"/>
  <p:custDataLst>
    <p:tags r:id="rId26"/>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8586"/>
    <a:srgbClr val="FFFFFF"/>
    <a:srgbClr val="E1F8FF"/>
    <a:srgbClr val="D4DBE7"/>
    <a:srgbClr val="E0F8FF"/>
    <a:srgbClr val="3BA1F0"/>
    <a:srgbClr val="EAEAEA"/>
    <a:srgbClr val="BABABA"/>
    <a:srgbClr val="959595"/>
    <a:srgbClr val="F94B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6BAA7E-3E0C-B316-E7C8-84710C3D4544}" v="441" dt="2024-07-12T19:21:28.4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42"/>
    <p:restoredTop sz="95226" autoAdjust="0"/>
  </p:normalViewPr>
  <p:slideViewPr>
    <p:cSldViewPr snapToGrid="0" snapToObjects="1">
      <p:cViewPr varScale="1">
        <p:scale>
          <a:sx n="71" d="100"/>
          <a:sy n="71" d="100"/>
        </p:scale>
        <p:origin x="1152" y="66"/>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8F6BAA7E-3E0C-B316-E7C8-84710C3D4544}"/>
    <pc:docChg chg="modSld">
      <pc:chgData name="Allison Mulshine" userId="S::allison.mulshine@collegiseducation.com::5f656d52-c555-4e5e-9a5b-18226766ffe3" providerId="AD" clId="Web-{8F6BAA7E-3E0C-B316-E7C8-84710C3D4544}" dt="2024-07-12T19:21:28.498" v="433"/>
      <pc:docMkLst>
        <pc:docMk/>
      </pc:docMkLst>
      <pc:sldChg chg="addSp delSp modSp">
        <pc:chgData name="Allison Mulshine" userId="S::allison.mulshine@collegiseducation.com::5f656d52-c555-4e5e-9a5b-18226766ffe3" providerId="AD" clId="Web-{8F6BAA7E-3E0C-B316-E7C8-84710C3D4544}" dt="2024-07-12T19:11:02.149" v="19" actId="14100"/>
        <pc:sldMkLst>
          <pc:docMk/>
          <pc:sldMk cId="1862236750" sldId="353"/>
        </pc:sldMkLst>
        <pc:spChg chg="del">
          <ac:chgData name="Allison Mulshine" userId="S::allison.mulshine@collegiseducation.com::5f656d52-c555-4e5e-9a5b-18226766ffe3" providerId="AD" clId="Web-{8F6BAA7E-3E0C-B316-E7C8-84710C3D4544}" dt="2024-07-12T19:10:47.946" v="9"/>
          <ac:spMkLst>
            <pc:docMk/>
            <pc:sldMk cId="1862236750" sldId="353"/>
            <ac:spMk id="12" creationId="{8EE5FF8E-EF27-DFB2-955B-2D3DFBD88221}"/>
          </ac:spMkLst>
        </pc:spChg>
        <pc:spChg chg="del">
          <ac:chgData name="Allison Mulshine" userId="S::allison.mulshine@collegiseducation.com::5f656d52-c555-4e5e-9a5b-18226766ffe3" providerId="AD" clId="Web-{8F6BAA7E-3E0C-B316-E7C8-84710C3D4544}" dt="2024-07-12T19:10:47.946" v="8"/>
          <ac:spMkLst>
            <pc:docMk/>
            <pc:sldMk cId="1862236750" sldId="353"/>
            <ac:spMk id="13" creationId="{1E9BDE57-F3B0-3812-6392-7F3DE5BE966A}"/>
          </ac:spMkLst>
        </pc:spChg>
        <pc:spChg chg="del">
          <ac:chgData name="Allison Mulshine" userId="S::allison.mulshine@collegiseducation.com::5f656d52-c555-4e5e-9a5b-18226766ffe3" providerId="AD" clId="Web-{8F6BAA7E-3E0C-B316-E7C8-84710C3D4544}" dt="2024-07-12T19:10:47.946" v="7"/>
          <ac:spMkLst>
            <pc:docMk/>
            <pc:sldMk cId="1862236750" sldId="353"/>
            <ac:spMk id="14" creationId="{8890345B-0FD2-85A8-82FF-E728DAE0C7B0}"/>
          </ac:spMkLst>
        </pc:spChg>
        <pc:spChg chg="del">
          <ac:chgData name="Allison Mulshine" userId="S::allison.mulshine@collegiseducation.com::5f656d52-c555-4e5e-9a5b-18226766ffe3" providerId="AD" clId="Web-{8F6BAA7E-3E0C-B316-E7C8-84710C3D4544}" dt="2024-07-12T19:10:47.946" v="3"/>
          <ac:spMkLst>
            <pc:docMk/>
            <pc:sldMk cId="1862236750" sldId="353"/>
            <ac:spMk id="24" creationId="{CC42439B-3D73-F5C4-E9D1-B6CDD1FACB4E}"/>
          </ac:spMkLst>
        </pc:spChg>
        <pc:spChg chg="del">
          <ac:chgData name="Allison Mulshine" userId="S::allison.mulshine@collegiseducation.com::5f656d52-c555-4e5e-9a5b-18226766ffe3" providerId="AD" clId="Web-{8F6BAA7E-3E0C-B316-E7C8-84710C3D4544}" dt="2024-07-12T19:10:47.946" v="2"/>
          <ac:spMkLst>
            <pc:docMk/>
            <pc:sldMk cId="1862236750" sldId="353"/>
            <ac:spMk id="25" creationId="{6A726E1A-5494-E73D-A305-EDBAEB08EBE3}"/>
          </ac:spMkLst>
        </pc:spChg>
        <pc:picChg chg="add mod">
          <ac:chgData name="Allison Mulshine" userId="S::allison.mulshine@collegiseducation.com::5f656d52-c555-4e5e-9a5b-18226766ffe3" providerId="AD" clId="Web-{8F6BAA7E-3E0C-B316-E7C8-84710C3D4544}" dt="2024-07-12T19:11:02.149" v="19" actId="14100"/>
          <ac:picMkLst>
            <pc:docMk/>
            <pc:sldMk cId="1862236750" sldId="353"/>
            <ac:picMk id="6" creationId="{12B2CC53-EC05-4491-AEE8-119590B09886}"/>
          </ac:picMkLst>
        </pc:picChg>
        <pc:picChg chg="del">
          <ac:chgData name="Allison Mulshine" userId="S::allison.mulshine@collegiseducation.com::5f656d52-c555-4e5e-9a5b-18226766ffe3" providerId="AD" clId="Web-{8F6BAA7E-3E0C-B316-E7C8-84710C3D4544}" dt="2024-07-12T19:10:47.946" v="12"/>
          <ac:picMkLst>
            <pc:docMk/>
            <pc:sldMk cId="1862236750" sldId="353"/>
            <ac:picMk id="8" creationId="{17A1585A-E449-4208-9931-9D83BAF5FBBC}"/>
          </ac:picMkLst>
        </pc:picChg>
        <pc:picChg chg="del">
          <ac:chgData name="Allison Mulshine" userId="S::allison.mulshine@collegiseducation.com::5f656d52-c555-4e5e-9a5b-18226766ffe3" providerId="AD" clId="Web-{8F6BAA7E-3E0C-B316-E7C8-84710C3D4544}" dt="2024-07-12T19:10:47.946" v="11"/>
          <ac:picMkLst>
            <pc:docMk/>
            <pc:sldMk cId="1862236750" sldId="353"/>
            <ac:picMk id="9" creationId="{0A0C59EA-DA21-3B84-D771-1CC36CB1E74A}"/>
          </ac:picMkLst>
        </pc:picChg>
        <pc:picChg chg="del">
          <ac:chgData name="Allison Mulshine" userId="S::allison.mulshine@collegiseducation.com::5f656d52-c555-4e5e-9a5b-18226766ffe3" providerId="AD" clId="Web-{8F6BAA7E-3E0C-B316-E7C8-84710C3D4544}" dt="2024-07-12T19:10:47.946" v="10"/>
          <ac:picMkLst>
            <pc:docMk/>
            <pc:sldMk cId="1862236750" sldId="353"/>
            <ac:picMk id="11" creationId="{41C91E1F-F3AA-AFE3-3240-66A95AEE3741}"/>
          </ac:picMkLst>
        </pc:picChg>
        <pc:cxnChg chg="del mod">
          <ac:chgData name="Allison Mulshine" userId="S::allison.mulshine@collegiseducation.com::5f656d52-c555-4e5e-9a5b-18226766ffe3" providerId="AD" clId="Web-{8F6BAA7E-3E0C-B316-E7C8-84710C3D4544}" dt="2024-07-12T19:10:47.946" v="6"/>
          <ac:cxnSpMkLst>
            <pc:docMk/>
            <pc:sldMk cId="1862236750" sldId="353"/>
            <ac:cxnSpMk id="16" creationId="{781BAAA2-49F4-2302-B56D-8C899119E193}"/>
          </ac:cxnSpMkLst>
        </pc:cxnChg>
        <pc:cxnChg chg="del">
          <ac:chgData name="Allison Mulshine" userId="S::allison.mulshine@collegiseducation.com::5f656d52-c555-4e5e-9a5b-18226766ffe3" providerId="AD" clId="Web-{8F6BAA7E-3E0C-B316-E7C8-84710C3D4544}" dt="2024-07-12T19:10:47.946" v="5"/>
          <ac:cxnSpMkLst>
            <pc:docMk/>
            <pc:sldMk cId="1862236750" sldId="353"/>
            <ac:cxnSpMk id="18" creationId="{31115A24-FB38-8248-476E-B3617848DF8D}"/>
          </ac:cxnSpMkLst>
        </pc:cxnChg>
        <pc:cxnChg chg="del">
          <ac:chgData name="Allison Mulshine" userId="S::allison.mulshine@collegiseducation.com::5f656d52-c555-4e5e-9a5b-18226766ffe3" providerId="AD" clId="Web-{8F6BAA7E-3E0C-B316-E7C8-84710C3D4544}" dt="2024-07-12T19:10:47.946" v="4"/>
          <ac:cxnSpMkLst>
            <pc:docMk/>
            <pc:sldMk cId="1862236750" sldId="353"/>
            <ac:cxnSpMk id="20" creationId="{F697B98B-D0B3-70E9-D423-2AEB06EAEAA2}"/>
          </ac:cxnSpMkLst>
        </pc:cxnChg>
      </pc:sldChg>
      <pc:sldChg chg="addSp delSp modSp">
        <pc:chgData name="Allison Mulshine" userId="S::allison.mulshine@collegiseducation.com::5f656d52-c555-4e5e-9a5b-18226766ffe3" providerId="AD" clId="Web-{8F6BAA7E-3E0C-B316-E7C8-84710C3D4544}" dt="2024-07-12T19:16:11.152" v="244"/>
        <pc:sldMkLst>
          <pc:docMk/>
          <pc:sldMk cId="3857115115" sldId="414"/>
        </pc:sldMkLst>
        <pc:spChg chg="del">
          <ac:chgData name="Allison Mulshine" userId="S::allison.mulshine@collegiseducation.com::5f656d52-c555-4e5e-9a5b-18226766ffe3" providerId="AD" clId="Web-{8F6BAA7E-3E0C-B316-E7C8-84710C3D4544}" dt="2024-07-12T19:15:24.308" v="234"/>
          <ac:spMkLst>
            <pc:docMk/>
            <pc:sldMk cId="3857115115" sldId="414"/>
            <ac:spMk id="5" creationId="{9B5B52D6-1F86-A470-5C26-6BABC236E353}"/>
          </ac:spMkLst>
        </pc:spChg>
        <pc:spChg chg="del">
          <ac:chgData name="Allison Mulshine" userId="S::allison.mulshine@collegiseducation.com::5f656d52-c555-4e5e-9a5b-18226766ffe3" providerId="AD" clId="Web-{8F6BAA7E-3E0C-B316-E7C8-84710C3D4544}" dt="2024-07-12T19:15:24.308" v="233"/>
          <ac:spMkLst>
            <pc:docMk/>
            <pc:sldMk cId="3857115115" sldId="414"/>
            <ac:spMk id="7" creationId="{94712F10-8962-D847-B3F2-B08274943164}"/>
          </ac:spMkLst>
        </pc:spChg>
        <pc:spChg chg="del">
          <ac:chgData name="Allison Mulshine" userId="S::allison.mulshine@collegiseducation.com::5f656d52-c555-4e5e-9a5b-18226766ffe3" providerId="AD" clId="Web-{8F6BAA7E-3E0C-B316-E7C8-84710C3D4544}" dt="2024-07-12T19:15:24.308" v="232"/>
          <ac:spMkLst>
            <pc:docMk/>
            <pc:sldMk cId="3857115115" sldId="414"/>
            <ac:spMk id="8" creationId="{18B409BC-AA9B-5070-BED9-C345FFD9AAA5}"/>
          </ac:spMkLst>
        </pc:spChg>
        <pc:spChg chg="del">
          <ac:chgData name="Allison Mulshine" userId="S::allison.mulshine@collegiseducation.com::5f656d52-c555-4e5e-9a5b-18226766ffe3" providerId="AD" clId="Web-{8F6BAA7E-3E0C-B316-E7C8-84710C3D4544}" dt="2024-07-12T19:15:28.136" v="239"/>
          <ac:spMkLst>
            <pc:docMk/>
            <pc:sldMk cId="3857115115" sldId="414"/>
            <ac:spMk id="13" creationId="{D3578481-FF77-0E0A-05C0-61899FD0B918}"/>
          </ac:spMkLst>
        </pc:spChg>
        <pc:spChg chg="del">
          <ac:chgData name="Allison Mulshine" userId="S::allison.mulshine@collegiseducation.com::5f656d52-c555-4e5e-9a5b-18226766ffe3" providerId="AD" clId="Web-{8F6BAA7E-3E0C-B316-E7C8-84710C3D4544}" dt="2024-07-12T19:15:24.308" v="228"/>
          <ac:spMkLst>
            <pc:docMk/>
            <pc:sldMk cId="3857115115" sldId="414"/>
            <ac:spMk id="14" creationId="{BF671B0C-05D6-AF20-1863-3F2140C02C52}"/>
          </ac:spMkLst>
        </pc:spChg>
        <pc:spChg chg="del">
          <ac:chgData name="Allison Mulshine" userId="S::allison.mulshine@collegiseducation.com::5f656d52-c555-4e5e-9a5b-18226766ffe3" providerId="AD" clId="Web-{8F6BAA7E-3E0C-B316-E7C8-84710C3D4544}" dt="2024-07-12T19:15:24.308" v="224"/>
          <ac:spMkLst>
            <pc:docMk/>
            <pc:sldMk cId="3857115115" sldId="414"/>
            <ac:spMk id="18" creationId="{A69CDAD9-7527-5FA9-8DE3-C7EA26370F8B}"/>
          </ac:spMkLst>
        </pc:spChg>
        <pc:spChg chg="del">
          <ac:chgData name="Allison Mulshine" userId="S::allison.mulshine@collegiseducation.com::5f656d52-c555-4e5e-9a5b-18226766ffe3" providerId="AD" clId="Web-{8F6BAA7E-3E0C-B316-E7C8-84710C3D4544}" dt="2024-07-12T19:15:24.308" v="223"/>
          <ac:spMkLst>
            <pc:docMk/>
            <pc:sldMk cId="3857115115" sldId="414"/>
            <ac:spMk id="19" creationId="{514A5909-1A26-CE89-784B-D422B09CFE4F}"/>
          </ac:spMkLst>
        </pc:spChg>
        <pc:spChg chg="del">
          <ac:chgData name="Allison Mulshine" userId="S::allison.mulshine@collegiseducation.com::5f656d52-c555-4e5e-9a5b-18226766ffe3" providerId="AD" clId="Web-{8F6BAA7E-3E0C-B316-E7C8-84710C3D4544}" dt="2024-07-12T19:15:24.308" v="222"/>
          <ac:spMkLst>
            <pc:docMk/>
            <pc:sldMk cId="3857115115" sldId="414"/>
            <ac:spMk id="20" creationId="{0BD5EE78-3A51-82F0-A83E-765AA113469B}"/>
          </ac:spMkLst>
        </pc:spChg>
        <pc:spChg chg="del">
          <ac:chgData name="Allison Mulshine" userId="S::allison.mulshine@collegiseducation.com::5f656d52-c555-4e5e-9a5b-18226766ffe3" providerId="AD" clId="Web-{8F6BAA7E-3E0C-B316-E7C8-84710C3D4544}" dt="2024-07-12T19:15:28.136" v="238"/>
          <ac:spMkLst>
            <pc:docMk/>
            <pc:sldMk cId="3857115115" sldId="414"/>
            <ac:spMk id="24" creationId="{38D01302-CF1D-F34C-A3C0-FB8BAD98CAAF}"/>
          </ac:spMkLst>
        </pc:spChg>
        <pc:spChg chg="del">
          <ac:chgData name="Allison Mulshine" userId="S::allison.mulshine@collegiseducation.com::5f656d52-c555-4e5e-9a5b-18226766ffe3" providerId="AD" clId="Web-{8F6BAA7E-3E0C-B316-E7C8-84710C3D4544}" dt="2024-07-12T19:15:24.308" v="218"/>
          <ac:spMkLst>
            <pc:docMk/>
            <pc:sldMk cId="3857115115" sldId="414"/>
            <ac:spMk id="25" creationId="{73264D1C-C8B6-758F-5574-D480AC82076F}"/>
          </ac:spMkLst>
        </pc:spChg>
        <pc:spChg chg="del">
          <ac:chgData name="Allison Mulshine" userId="S::allison.mulshine@collegiseducation.com::5f656d52-c555-4e5e-9a5b-18226766ffe3" providerId="AD" clId="Web-{8F6BAA7E-3E0C-B316-E7C8-84710C3D4544}" dt="2024-07-12T19:15:24.308" v="217"/>
          <ac:spMkLst>
            <pc:docMk/>
            <pc:sldMk cId="3857115115" sldId="414"/>
            <ac:spMk id="26" creationId="{1B52693C-B2DC-1B8D-E31A-4548C8ADB32D}"/>
          </ac:spMkLst>
        </pc:spChg>
        <pc:spChg chg="del">
          <ac:chgData name="Allison Mulshine" userId="S::allison.mulshine@collegiseducation.com::5f656d52-c555-4e5e-9a5b-18226766ffe3" providerId="AD" clId="Web-{8F6BAA7E-3E0C-B316-E7C8-84710C3D4544}" dt="2024-07-12T19:15:24.308" v="216"/>
          <ac:spMkLst>
            <pc:docMk/>
            <pc:sldMk cId="3857115115" sldId="414"/>
            <ac:spMk id="27" creationId="{53FD601B-0F42-1C7C-56E7-39F5B4974E20}"/>
          </ac:spMkLst>
        </pc:spChg>
        <pc:spChg chg="del">
          <ac:chgData name="Allison Mulshine" userId="S::allison.mulshine@collegiseducation.com::5f656d52-c555-4e5e-9a5b-18226766ffe3" providerId="AD" clId="Web-{8F6BAA7E-3E0C-B316-E7C8-84710C3D4544}" dt="2024-07-12T19:15:24.292" v="215"/>
          <ac:spMkLst>
            <pc:docMk/>
            <pc:sldMk cId="3857115115" sldId="414"/>
            <ac:spMk id="28" creationId="{B31909A5-CF5E-1A57-2E41-9327427E6F80}"/>
          </ac:spMkLst>
        </pc:spChg>
        <pc:spChg chg="del">
          <ac:chgData name="Allison Mulshine" userId="S::allison.mulshine@collegiseducation.com::5f656d52-c555-4e5e-9a5b-18226766ffe3" providerId="AD" clId="Web-{8F6BAA7E-3E0C-B316-E7C8-84710C3D4544}" dt="2024-07-12T19:15:30.245" v="240"/>
          <ac:spMkLst>
            <pc:docMk/>
            <pc:sldMk cId="3857115115" sldId="414"/>
            <ac:spMk id="29" creationId="{D784F47C-6CFC-1C98-4B4E-AEB8A51A844F}"/>
          </ac:spMkLst>
        </pc:spChg>
        <pc:spChg chg="del">
          <ac:chgData name="Allison Mulshine" userId="S::allison.mulshine@collegiseducation.com::5f656d52-c555-4e5e-9a5b-18226766ffe3" providerId="AD" clId="Web-{8F6BAA7E-3E0C-B316-E7C8-84710C3D4544}" dt="2024-07-12T19:15:24.292" v="214"/>
          <ac:spMkLst>
            <pc:docMk/>
            <pc:sldMk cId="3857115115" sldId="414"/>
            <ac:spMk id="30" creationId="{33E38D40-E734-F43D-FA67-D32448431CBF}"/>
          </ac:spMkLst>
        </pc:spChg>
        <pc:spChg chg="del">
          <ac:chgData name="Allison Mulshine" userId="S::allison.mulshine@collegiseducation.com::5f656d52-c555-4e5e-9a5b-18226766ffe3" providerId="AD" clId="Web-{8F6BAA7E-3E0C-B316-E7C8-84710C3D4544}" dt="2024-07-12T19:15:24.292" v="213"/>
          <ac:spMkLst>
            <pc:docMk/>
            <pc:sldMk cId="3857115115" sldId="414"/>
            <ac:spMk id="31" creationId="{9DE8169C-DA0B-9A83-42E4-FB908578F2F6}"/>
          </ac:spMkLst>
        </pc:spChg>
        <pc:spChg chg="del">
          <ac:chgData name="Allison Mulshine" userId="S::allison.mulshine@collegiseducation.com::5f656d52-c555-4e5e-9a5b-18226766ffe3" providerId="AD" clId="Web-{8F6BAA7E-3E0C-B316-E7C8-84710C3D4544}" dt="2024-07-12T19:15:24.292" v="212"/>
          <ac:spMkLst>
            <pc:docMk/>
            <pc:sldMk cId="3857115115" sldId="414"/>
            <ac:spMk id="32" creationId="{9473BB0E-8686-29DB-10AB-13B94E3A0325}"/>
          </ac:spMkLst>
        </pc:spChg>
        <pc:spChg chg="del">
          <ac:chgData name="Allison Mulshine" userId="S::allison.mulshine@collegiseducation.com::5f656d52-c555-4e5e-9a5b-18226766ffe3" providerId="AD" clId="Web-{8F6BAA7E-3E0C-B316-E7C8-84710C3D4544}" dt="2024-07-12T19:15:24.292" v="211"/>
          <ac:spMkLst>
            <pc:docMk/>
            <pc:sldMk cId="3857115115" sldId="414"/>
            <ac:spMk id="33" creationId="{814DA3D3-96ED-376A-C85B-B5B840D274C6}"/>
          </ac:spMkLst>
        </pc:spChg>
        <pc:spChg chg="del">
          <ac:chgData name="Allison Mulshine" userId="S::allison.mulshine@collegiseducation.com::5f656d52-c555-4e5e-9a5b-18226766ffe3" providerId="AD" clId="Web-{8F6BAA7E-3E0C-B316-E7C8-84710C3D4544}" dt="2024-07-12T19:15:24.292" v="210"/>
          <ac:spMkLst>
            <pc:docMk/>
            <pc:sldMk cId="3857115115" sldId="414"/>
            <ac:spMk id="34" creationId="{2CE44374-050D-52CB-EF05-4EA44D75BB7E}"/>
          </ac:spMkLst>
        </pc:spChg>
        <pc:spChg chg="del">
          <ac:chgData name="Allison Mulshine" userId="S::allison.mulshine@collegiseducation.com::5f656d52-c555-4e5e-9a5b-18226766ffe3" providerId="AD" clId="Web-{8F6BAA7E-3E0C-B316-E7C8-84710C3D4544}" dt="2024-07-12T19:15:24.292" v="209"/>
          <ac:spMkLst>
            <pc:docMk/>
            <pc:sldMk cId="3857115115" sldId="414"/>
            <ac:spMk id="35" creationId="{A5F9103C-2AA4-8EA2-C410-E0BB0480390B}"/>
          </ac:spMkLst>
        </pc:spChg>
        <pc:picChg chg="del">
          <ac:chgData name="Allison Mulshine" userId="S::allison.mulshine@collegiseducation.com::5f656d52-c555-4e5e-9a5b-18226766ffe3" providerId="AD" clId="Web-{8F6BAA7E-3E0C-B316-E7C8-84710C3D4544}" dt="2024-07-12T19:15:24.308" v="237"/>
          <ac:picMkLst>
            <pc:docMk/>
            <pc:sldMk cId="3857115115" sldId="414"/>
            <ac:picMk id="2" creationId="{3170F75F-86DD-47D8-3895-E49C6E9BA112}"/>
          </ac:picMkLst>
        </pc:picChg>
        <pc:picChg chg="del">
          <ac:chgData name="Allison Mulshine" userId="S::allison.mulshine@collegiseducation.com::5f656d52-c555-4e5e-9a5b-18226766ffe3" providerId="AD" clId="Web-{8F6BAA7E-3E0C-B316-E7C8-84710C3D4544}" dt="2024-07-12T19:15:24.308" v="236"/>
          <ac:picMkLst>
            <pc:docMk/>
            <pc:sldMk cId="3857115115" sldId="414"/>
            <ac:picMk id="3" creationId="{EA7095C9-0EED-8A7A-518A-358FCC38097E}"/>
          </ac:picMkLst>
        </pc:picChg>
        <pc:picChg chg="del">
          <ac:chgData name="Allison Mulshine" userId="S::allison.mulshine@collegiseducation.com::5f656d52-c555-4e5e-9a5b-18226766ffe3" providerId="AD" clId="Web-{8F6BAA7E-3E0C-B316-E7C8-84710C3D4544}" dt="2024-07-12T19:15:24.308" v="235"/>
          <ac:picMkLst>
            <pc:docMk/>
            <pc:sldMk cId="3857115115" sldId="414"/>
            <ac:picMk id="4" creationId="{8DF2CE8C-0719-37B1-6C23-467E09ECB575}"/>
          </ac:picMkLst>
        </pc:picChg>
        <pc:picChg chg="del">
          <ac:chgData name="Allison Mulshine" userId="S::allison.mulshine@collegiseducation.com::5f656d52-c555-4e5e-9a5b-18226766ffe3" providerId="AD" clId="Web-{8F6BAA7E-3E0C-B316-E7C8-84710C3D4544}" dt="2024-07-12T19:15:24.308" v="227"/>
          <ac:picMkLst>
            <pc:docMk/>
            <pc:sldMk cId="3857115115" sldId="414"/>
            <ac:picMk id="15" creationId="{427F3B22-3199-5A7B-21DE-B752E7206395}"/>
          </ac:picMkLst>
        </pc:picChg>
        <pc:picChg chg="del">
          <ac:chgData name="Allison Mulshine" userId="S::allison.mulshine@collegiseducation.com::5f656d52-c555-4e5e-9a5b-18226766ffe3" providerId="AD" clId="Web-{8F6BAA7E-3E0C-B316-E7C8-84710C3D4544}" dt="2024-07-12T19:15:24.308" v="226"/>
          <ac:picMkLst>
            <pc:docMk/>
            <pc:sldMk cId="3857115115" sldId="414"/>
            <ac:picMk id="16" creationId="{54292C8B-7ECF-EC99-0043-54067FDE6CCA}"/>
          </ac:picMkLst>
        </pc:picChg>
        <pc:picChg chg="del">
          <ac:chgData name="Allison Mulshine" userId="S::allison.mulshine@collegiseducation.com::5f656d52-c555-4e5e-9a5b-18226766ffe3" providerId="AD" clId="Web-{8F6BAA7E-3E0C-B316-E7C8-84710C3D4544}" dt="2024-07-12T19:15:24.308" v="225"/>
          <ac:picMkLst>
            <pc:docMk/>
            <pc:sldMk cId="3857115115" sldId="414"/>
            <ac:picMk id="17" creationId="{6AB7B206-B96F-C72E-B167-A04E5B9A72BC}"/>
          </ac:picMkLst>
        </pc:picChg>
        <pc:picChg chg="add mod">
          <ac:chgData name="Allison Mulshine" userId="S::allison.mulshine@collegiseducation.com::5f656d52-c555-4e5e-9a5b-18226766ffe3" providerId="AD" clId="Web-{8F6BAA7E-3E0C-B316-E7C8-84710C3D4544}" dt="2024-07-12T19:16:11.152" v="244"/>
          <ac:picMkLst>
            <pc:docMk/>
            <pc:sldMk cId="3857115115" sldId="414"/>
            <ac:picMk id="36" creationId="{A367659B-5D57-C012-CC86-5353FADF3B38}"/>
          </ac:picMkLst>
        </pc:picChg>
        <pc:cxnChg chg="del mod">
          <ac:chgData name="Allison Mulshine" userId="S::allison.mulshine@collegiseducation.com::5f656d52-c555-4e5e-9a5b-18226766ffe3" providerId="AD" clId="Web-{8F6BAA7E-3E0C-B316-E7C8-84710C3D4544}" dt="2024-07-12T19:15:24.308" v="231"/>
          <ac:cxnSpMkLst>
            <pc:docMk/>
            <pc:sldMk cId="3857115115" sldId="414"/>
            <ac:cxnSpMk id="9" creationId="{059F032F-4230-458B-1BFE-A77EFF73E806}"/>
          </ac:cxnSpMkLst>
        </pc:cxnChg>
        <pc:cxnChg chg="del">
          <ac:chgData name="Allison Mulshine" userId="S::allison.mulshine@collegiseducation.com::5f656d52-c555-4e5e-9a5b-18226766ffe3" providerId="AD" clId="Web-{8F6BAA7E-3E0C-B316-E7C8-84710C3D4544}" dt="2024-07-12T19:15:24.308" v="230"/>
          <ac:cxnSpMkLst>
            <pc:docMk/>
            <pc:sldMk cId="3857115115" sldId="414"/>
            <ac:cxnSpMk id="11" creationId="{F0F6DC6D-0983-CCFC-DF37-74075F736CF4}"/>
          </ac:cxnSpMkLst>
        </pc:cxnChg>
        <pc:cxnChg chg="del">
          <ac:chgData name="Allison Mulshine" userId="S::allison.mulshine@collegiseducation.com::5f656d52-c555-4e5e-9a5b-18226766ffe3" providerId="AD" clId="Web-{8F6BAA7E-3E0C-B316-E7C8-84710C3D4544}" dt="2024-07-12T19:15:24.308" v="229"/>
          <ac:cxnSpMkLst>
            <pc:docMk/>
            <pc:sldMk cId="3857115115" sldId="414"/>
            <ac:cxnSpMk id="12" creationId="{33EAA080-9733-C5AE-5A0E-A6EB85542054}"/>
          </ac:cxnSpMkLst>
        </pc:cxnChg>
        <pc:cxnChg chg="del mod">
          <ac:chgData name="Allison Mulshine" userId="S::allison.mulshine@collegiseducation.com::5f656d52-c555-4e5e-9a5b-18226766ffe3" providerId="AD" clId="Web-{8F6BAA7E-3E0C-B316-E7C8-84710C3D4544}" dt="2024-07-12T19:15:24.308" v="221"/>
          <ac:cxnSpMkLst>
            <pc:docMk/>
            <pc:sldMk cId="3857115115" sldId="414"/>
            <ac:cxnSpMk id="21" creationId="{78BF5A06-257A-F15E-AC1C-7FDA9270DC69}"/>
          </ac:cxnSpMkLst>
        </pc:cxnChg>
        <pc:cxnChg chg="del">
          <ac:chgData name="Allison Mulshine" userId="S::allison.mulshine@collegiseducation.com::5f656d52-c555-4e5e-9a5b-18226766ffe3" providerId="AD" clId="Web-{8F6BAA7E-3E0C-B316-E7C8-84710C3D4544}" dt="2024-07-12T19:15:24.308" v="220"/>
          <ac:cxnSpMkLst>
            <pc:docMk/>
            <pc:sldMk cId="3857115115" sldId="414"/>
            <ac:cxnSpMk id="22" creationId="{0E0AFFC0-B4DE-4FD1-0CC7-4BD355C3C7E1}"/>
          </ac:cxnSpMkLst>
        </pc:cxnChg>
        <pc:cxnChg chg="del">
          <ac:chgData name="Allison Mulshine" userId="S::allison.mulshine@collegiseducation.com::5f656d52-c555-4e5e-9a5b-18226766ffe3" providerId="AD" clId="Web-{8F6BAA7E-3E0C-B316-E7C8-84710C3D4544}" dt="2024-07-12T19:15:24.308" v="219"/>
          <ac:cxnSpMkLst>
            <pc:docMk/>
            <pc:sldMk cId="3857115115" sldId="414"/>
            <ac:cxnSpMk id="23" creationId="{4C78E4EA-2FE1-6BC9-8326-01CEFC60A9EC}"/>
          </ac:cxnSpMkLst>
        </pc:cxnChg>
      </pc:sldChg>
      <pc:sldChg chg="addSp delSp modSp">
        <pc:chgData name="Allison Mulshine" userId="S::allison.mulshine@collegiseducation.com::5f656d52-c555-4e5e-9a5b-18226766ffe3" providerId="AD" clId="Web-{8F6BAA7E-3E0C-B316-E7C8-84710C3D4544}" dt="2024-07-12T19:12:37.603" v="138"/>
        <pc:sldMkLst>
          <pc:docMk/>
          <pc:sldMk cId="1350433775" sldId="1249"/>
        </pc:sldMkLst>
        <pc:spChg chg="mod">
          <ac:chgData name="Allison Mulshine" userId="S::allison.mulshine@collegiseducation.com::5f656d52-c555-4e5e-9a5b-18226766ffe3" providerId="AD" clId="Web-{8F6BAA7E-3E0C-B316-E7C8-84710C3D4544}" dt="2024-07-12T19:12:14.166" v="133" actId="1076"/>
          <ac:spMkLst>
            <pc:docMk/>
            <pc:sldMk cId="1350433775" sldId="1249"/>
            <ac:spMk id="2" creationId="{00000000-0000-0000-0000-000000000000}"/>
          </ac:spMkLst>
        </pc:spChg>
        <pc:spChg chg="del mod">
          <ac:chgData name="Allison Mulshine" userId="S::allison.mulshine@collegiseducation.com::5f656d52-c555-4e5e-9a5b-18226766ffe3" providerId="AD" clId="Web-{8F6BAA7E-3E0C-B316-E7C8-84710C3D4544}" dt="2024-07-12T19:12:07.759" v="125"/>
          <ac:spMkLst>
            <pc:docMk/>
            <pc:sldMk cId="1350433775" sldId="1249"/>
            <ac:spMk id="14" creationId="{BC1A02D1-1F74-3643-EB95-7C049883BF1B}"/>
          </ac:spMkLst>
        </pc:spChg>
        <pc:spChg chg="del mod">
          <ac:chgData name="Allison Mulshine" userId="S::allison.mulshine@collegiseducation.com::5f656d52-c555-4e5e-9a5b-18226766ffe3" providerId="AD" clId="Web-{8F6BAA7E-3E0C-B316-E7C8-84710C3D4544}" dt="2024-07-12T19:12:07.759" v="124"/>
          <ac:spMkLst>
            <pc:docMk/>
            <pc:sldMk cId="1350433775" sldId="1249"/>
            <ac:spMk id="15" creationId="{0BB136CE-A961-6206-54C5-D909A2580406}"/>
          </ac:spMkLst>
        </pc:spChg>
        <pc:spChg chg="del mod">
          <ac:chgData name="Allison Mulshine" userId="S::allison.mulshine@collegiseducation.com::5f656d52-c555-4e5e-9a5b-18226766ffe3" providerId="AD" clId="Web-{8F6BAA7E-3E0C-B316-E7C8-84710C3D4544}" dt="2024-07-12T19:12:09.837" v="132"/>
          <ac:spMkLst>
            <pc:docMk/>
            <pc:sldMk cId="1350433775" sldId="1249"/>
            <ac:spMk id="16" creationId="{83FCB7A4-2DA4-A7F4-87EE-DA53EFD13CA3}"/>
          </ac:spMkLst>
        </pc:spChg>
        <pc:spChg chg="del mod">
          <ac:chgData name="Allison Mulshine" userId="S::allison.mulshine@collegiseducation.com::5f656d52-c555-4e5e-9a5b-18226766ffe3" providerId="AD" clId="Web-{8F6BAA7E-3E0C-B316-E7C8-84710C3D4544}" dt="2024-07-12T19:12:07.759" v="120"/>
          <ac:spMkLst>
            <pc:docMk/>
            <pc:sldMk cId="1350433775" sldId="1249"/>
            <ac:spMk id="20" creationId="{587EDD32-3D98-FD32-AB9E-B9D0914A4AF5}"/>
          </ac:spMkLst>
        </pc:spChg>
        <pc:spChg chg="del mod">
          <ac:chgData name="Allison Mulshine" userId="S::allison.mulshine@collegiseducation.com::5f656d52-c555-4e5e-9a5b-18226766ffe3" providerId="AD" clId="Web-{8F6BAA7E-3E0C-B316-E7C8-84710C3D4544}" dt="2024-07-12T19:12:09.837" v="131"/>
          <ac:spMkLst>
            <pc:docMk/>
            <pc:sldMk cId="1350433775" sldId="1249"/>
            <ac:spMk id="21" creationId="{6A8ADC33-A81F-3FAC-5FA1-93309F842B92}"/>
          </ac:spMkLst>
        </pc:spChg>
        <pc:spChg chg="del mod">
          <ac:chgData name="Allison Mulshine" userId="S::allison.mulshine@collegiseducation.com::5f656d52-c555-4e5e-9a5b-18226766ffe3" providerId="AD" clId="Web-{8F6BAA7E-3E0C-B316-E7C8-84710C3D4544}" dt="2024-07-12T19:12:07.759" v="116"/>
          <ac:spMkLst>
            <pc:docMk/>
            <pc:sldMk cId="1350433775" sldId="1249"/>
            <ac:spMk id="27" creationId="{5E50A9A4-FE29-9ECE-EDBC-AC8AA41DCB21}"/>
          </ac:spMkLst>
        </pc:spChg>
        <pc:spChg chg="del mod">
          <ac:chgData name="Allison Mulshine" userId="S::allison.mulshine@collegiseducation.com::5f656d52-c555-4e5e-9a5b-18226766ffe3" providerId="AD" clId="Web-{8F6BAA7E-3E0C-B316-E7C8-84710C3D4544}" dt="2024-07-12T19:12:07.759" v="115"/>
          <ac:spMkLst>
            <pc:docMk/>
            <pc:sldMk cId="1350433775" sldId="1249"/>
            <ac:spMk id="28" creationId="{67314671-CE70-46F3-534E-FB0BC331F39A}"/>
          </ac:spMkLst>
        </pc:spChg>
        <pc:spChg chg="del mod">
          <ac:chgData name="Allison Mulshine" userId="S::allison.mulshine@collegiseducation.com::5f656d52-c555-4e5e-9a5b-18226766ffe3" providerId="AD" clId="Web-{8F6BAA7E-3E0C-B316-E7C8-84710C3D4544}" dt="2024-07-12T19:12:09.837" v="130"/>
          <ac:spMkLst>
            <pc:docMk/>
            <pc:sldMk cId="1350433775" sldId="1249"/>
            <ac:spMk id="29" creationId="{E1ED3C78-4FC9-B1BA-6168-85508E782DEE}"/>
          </ac:spMkLst>
        </pc:spChg>
        <pc:spChg chg="del mod">
          <ac:chgData name="Allison Mulshine" userId="S::allison.mulshine@collegiseducation.com::5f656d52-c555-4e5e-9a5b-18226766ffe3" providerId="AD" clId="Web-{8F6BAA7E-3E0C-B316-E7C8-84710C3D4544}" dt="2024-07-12T19:12:07.759" v="111"/>
          <ac:spMkLst>
            <pc:docMk/>
            <pc:sldMk cId="1350433775" sldId="1249"/>
            <ac:spMk id="33" creationId="{371E010C-7268-7E4C-7A64-B22D5A4E1690}"/>
          </ac:spMkLst>
        </pc:spChg>
        <pc:spChg chg="del mod">
          <ac:chgData name="Allison Mulshine" userId="S::allison.mulshine@collegiseducation.com::5f656d52-c555-4e5e-9a5b-18226766ffe3" providerId="AD" clId="Web-{8F6BAA7E-3E0C-B316-E7C8-84710C3D4544}" dt="2024-07-12T19:12:09.837" v="129"/>
          <ac:spMkLst>
            <pc:docMk/>
            <pc:sldMk cId="1350433775" sldId="1249"/>
            <ac:spMk id="34" creationId="{8094E361-157E-FFA9-2088-1BF32BFDBBAB}"/>
          </ac:spMkLst>
        </pc:spChg>
        <pc:spChg chg="del mod">
          <ac:chgData name="Allison Mulshine" userId="S::allison.mulshine@collegiseducation.com::5f656d52-c555-4e5e-9a5b-18226766ffe3" providerId="AD" clId="Web-{8F6BAA7E-3E0C-B316-E7C8-84710C3D4544}" dt="2024-07-12T19:12:07.759" v="107"/>
          <ac:spMkLst>
            <pc:docMk/>
            <pc:sldMk cId="1350433775" sldId="1249"/>
            <ac:spMk id="38" creationId="{87B0E222-3AE9-5EE8-02AD-B6F61EABD986}"/>
          </ac:spMkLst>
        </pc:spChg>
        <pc:spChg chg="del mod">
          <ac:chgData name="Allison Mulshine" userId="S::allison.mulshine@collegiseducation.com::5f656d52-c555-4e5e-9a5b-18226766ffe3" providerId="AD" clId="Web-{8F6BAA7E-3E0C-B316-E7C8-84710C3D4544}" dt="2024-07-12T19:12:07.759" v="106"/>
          <ac:spMkLst>
            <pc:docMk/>
            <pc:sldMk cId="1350433775" sldId="1249"/>
            <ac:spMk id="39" creationId="{0D48B20B-4882-CAAA-D7B5-C44CE4D2A935}"/>
          </ac:spMkLst>
        </pc:spChg>
        <pc:spChg chg="del mod">
          <ac:chgData name="Allison Mulshine" userId="S::allison.mulshine@collegiseducation.com::5f656d52-c555-4e5e-9a5b-18226766ffe3" providerId="AD" clId="Web-{8F6BAA7E-3E0C-B316-E7C8-84710C3D4544}" dt="2024-07-12T19:12:07.759" v="105"/>
          <ac:spMkLst>
            <pc:docMk/>
            <pc:sldMk cId="1350433775" sldId="1249"/>
            <ac:spMk id="40" creationId="{274F5B20-0A7A-0923-DEFE-F3BA5385A79F}"/>
          </ac:spMkLst>
        </pc:spChg>
        <pc:spChg chg="del mod">
          <ac:chgData name="Allison Mulshine" userId="S::allison.mulshine@collegiseducation.com::5f656d52-c555-4e5e-9a5b-18226766ffe3" providerId="AD" clId="Web-{8F6BAA7E-3E0C-B316-E7C8-84710C3D4544}" dt="2024-07-12T19:12:07.759" v="101"/>
          <ac:spMkLst>
            <pc:docMk/>
            <pc:sldMk cId="1350433775" sldId="1249"/>
            <ac:spMk id="44" creationId="{564F2534-97DC-5472-E991-DE6A1281F95E}"/>
          </ac:spMkLst>
        </pc:spChg>
        <pc:spChg chg="del mod">
          <ac:chgData name="Allison Mulshine" userId="S::allison.mulshine@collegiseducation.com::5f656d52-c555-4e5e-9a5b-18226766ffe3" providerId="AD" clId="Web-{8F6BAA7E-3E0C-B316-E7C8-84710C3D4544}" dt="2024-07-12T19:12:07.759" v="100"/>
          <ac:spMkLst>
            <pc:docMk/>
            <pc:sldMk cId="1350433775" sldId="1249"/>
            <ac:spMk id="45" creationId="{216E0BD0-8294-E5F8-D5D5-327C036A95D2}"/>
          </ac:spMkLst>
        </pc:spChg>
        <pc:spChg chg="del mod">
          <ac:chgData name="Allison Mulshine" userId="S::allison.mulshine@collegiseducation.com::5f656d52-c555-4e5e-9a5b-18226766ffe3" providerId="AD" clId="Web-{8F6BAA7E-3E0C-B316-E7C8-84710C3D4544}" dt="2024-07-12T19:12:07.759" v="96"/>
          <ac:spMkLst>
            <pc:docMk/>
            <pc:sldMk cId="1350433775" sldId="1249"/>
            <ac:spMk id="49" creationId="{359068CC-7DC9-6DD7-6661-9539E3EDB95B}"/>
          </ac:spMkLst>
        </pc:spChg>
        <pc:spChg chg="del mod">
          <ac:chgData name="Allison Mulshine" userId="S::allison.mulshine@collegiseducation.com::5f656d52-c555-4e5e-9a5b-18226766ffe3" providerId="AD" clId="Web-{8F6BAA7E-3E0C-B316-E7C8-84710C3D4544}" dt="2024-07-12T19:12:07.759" v="95"/>
          <ac:spMkLst>
            <pc:docMk/>
            <pc:sldMk cId="1350433775" sldId="1249"/>
            <ac:spMk id="50" creationId="{36CE48EC-E50A-5384-0E04-702DCA1BF046}"/>
          </ac:spMkLst>
        </pc:spChg>
        <pc:spChg chg="del mod">
          <ac:chgData name="Allison Mulshine" userId="S::allison.mulshine@collegiseducation.com::5f656d52-c555-4e5e-9a5b-18226766ffe3" providerId="AD" clId="Web-{8F6BAA7E-3E0C-B316-E7C8-84710C3D4544}" dt="2024-07-12T19:12:07.759" v="94"/>
          <ac:spMkLst>
            <pc:docMk/>
            <pc:sldMk cId="1350433775" sldId="1249"/>
            <ac:spMk id="51" creationId="{9250D3B9-773E-E475-8607-6A53F8721682}"/>
          </ac:spMkLst>
        </pc:spChg>
        <pc:spChg chg="del mod">
          <ac:chgData name="Allison Mulshine" userId="S::allison.mulshine@collegiseducation.com::5f656d52-c555-4e5e-9a5b-18226766ffe3" providerId="AD" clId="Web-{8F6BAA7E-3E0C-B316-E7C8-84710C3D4544}" dt="2024-07-12T19:12:07.744" v="90"/>
          <ac:spMkLst>
            <pc:docMk/>
            <pc:sldMk cId="1350433775" sldId="1249"/>
            <ac:spMk id="55" creationId="{5A992AFF-BFC5-6AC2-DF12-0C20E6D35D17}"/>
          </ac:spMkLst>
        </pc:spChg>
        <pc:spChg chg="del mod">
          <ac:chgData name="Allison Mulshine" userId="S::allison.mulshine@collegiseducation.com::5f656d52-c555-4e5e-9a5b-18226766ffe3" providerId="AD" clId="Web-{8F6BAA7E-3E0C-B316-E7C8-84710C3D4544}" dt="2024-07-12T19:12:07.744" v="89"/>
          <ac:spMkLst>
            <pc:docMk/>
            <pc:sldMk cId="1350433775" sldId="1249"/>
            <ac:spMk id="56" creationId="{8544E0C1-88C8-FFCF-74DD-909D8CB8579E}"/>
          </ac:spMkLst>
        </pc:spChg>
        <pc:spChg chg="del mod">
          <ac:chgData name="Allison Mulshine" userId="S::allison.mulshine@collegiseducation.com::5f656d52-c555-4e5e-9a5b-18226766ffe3" providerId="AD" clId="Web-{8F6BAA7E-3E0C-B316-E7C8-84710C3D4544}" dt="2024-07-12T19:12:07.744" v="88"/>
          <ac:spMkLst>
            <pc:docMk/>
            <pc:sldMk cId="1350433775" sldId="1249"/>
            <ac:spMk id="57" creationId="{3DE79C27-6217-819D-E2A4-D5EEE0389395}"/>
          </ac:spMkLst>
        </pc:spChg>
        <pc:spChg chg="del mod">
          <ac:chgData name="Allison Mulshine" userId="S::allison.mulshine@collegiseducation.com::5f656d52-c555-4e5e-9a5b-18226766ffe3" providerId="AD" clId="Web-{8F6BAA7E-3E0C-B316-E7C8-84710C3D4544}" dt="2024-07-12T19:12:07.744" v="87"/>
          <ac:spMkLst>
            <pc:docMk/>
            <pc:sldMk cId="1350433775" sldId="1249"/>
            <ac:spMk id="62" creationId="{FE0C6312-067D-E438-0B1D-D0BC5096AAEE}"/>
          </ac:spMkLst>
        </pc:spChg>
        <pc:spChg chg="del mod">
          <ac:chgData name="Allison Mulshine" userId="S::allison.mulshine@collegiseducation.com::5f656d52-c555-4e5e-9a5b-18226766ffe3" providerId="AD" clId="Web-{8F6BAA7E-3E0C-B316-E7C8-84710C3D4544}" dt="2024-07-12T19:12:07.744" v="86"/>
          <ac:spMkLst>
            <pc:docMk/>
            <pc:sldMk cId="1350433775" sldId="1249"/>
            <ac:spMk id="63" creationId="{103EC864-141E-3A73-31DF-0D36752CB1F5}"/>
          </ac:spMkLst>
        </pc:spChg>
        <pc:spChg chg="del mod">
          <ac:chgData name="Allison Mulshine" userId="S::allison.mulshine@collegiseducation.com::5f656d52-c555-4e5e-9a5b-18226766ffe3" providerId="AD" clId="Web-{8F6BAA7E-3E0C-B316-E7C8-84710C3D4544}" dt="2024-07-12T19:12:07.744" v="85"/>
          <ac:spMkLst>
            <pc:docMk/>
            <pc:sldMk cId="1350433775" sldId="1249"/>
            <ac:spMk id="64" creationId="{FADFB5B0-3E04-17F2-AE2F-59706124634F}"/>
          </ac:spMkLst>
        </pc:spChg>
        <pc:spChg chg="del mod">
          <ac:chgData name="Allison Mulshine" userId="S::allison.mulshine@collegiseducation.com::5f656d52-c555-4e5e-9a5b-18226766ffe3" providerId="AD" clId="Web-{8F6BAA7E-3E0C-B316-E7C8-84710C3D4544}" dt="2024-07-12T19:12:07.744" v="84"/>
          <ac:spMkLst>
            <pc:docMk/>
            <pc:sldMk cId="1350433775" sldId="1249"/>
            <ac:spMk id="65" creationId="{56AF4878-BF38-1E79-ACBC-D62CDBFEEC0A}"/>
          </ac:spMkLst>
        </pc:spChg>
        <pc:spChg chg="del mod">
          <ac:chgData name="Allison Mulshine" userId="S::allison.mulshine@collegiseducation.com::5f656d52-c555-4e5e-9a5b-18226766ffe3" providerId="AD" clId="Web-{8F6BAA7E-3E0C-B316-E7C8-84710C3D4544}" dt="2024-07-12T19:12:07.744" v="83"/>
          <ac:spMkLst>
            <pc:docMk/>
            <pc:sldMk cId="1350433775" sldId="1249"/>
            <ac:spMk id="67" creationId="{A18A4EAF-02F3-9B57-E2D8-91E325F9B88A}"/>
          </ac:spMkLst>
        </pc:spChg>
        <pc:spChg chg="del mod">
          <ac:chgData name="Allison Mulshine" userId="S::allison.mulshine@collegiseducation.com::5f656d52-c555-4e5e-9a5b-18226766ffe3" providerId="AD" clId="Web-{8F6BAA7E-3E0C-B316-E7C8-84710C3D4544}" dt="2024-07-12T19:12:07.744" v="82"/>
          <ac:spMkLst>
            <pc:docMk/>
            <pc:sldMk cId="1350433775" sldId="1249"/>
            <ac:spMk id="69" creationId="{42BF0928-A4EE-9418-FA8D-236630CABA51}"/>
          </ac:spMkLst>
        </pc:spChg>
        <pc:spChg chg="del mod">
          <ac:chgData name="Allison Mulshine" userId="S::allison.mulshine@collegiseducation.com::5f656d52-c555-4e5e-9a5b-18226766ffe3" providerId="AD" clId="Web-{8F6BAA7E-3E0C-B316-E7C8-84710C3D4544}" dt="2024-07-12T19:12:07.744" v="81"/>
          <ac:spMkLst>
            <pc:docMk/>
            <pc:sldMk cId="1350433775" sldId="1249"/>
            <ac:spMk id="70" creationId="{1E7A8B6C-C921-ECEB-324C-17588A4546D5}"/>
          </ac:spMkLst>
        </pc:spChg>
        <pc:spChg chg="del mod">
          <ac:chgData name="Allison Mulshine" userId="S::allison.mulshine@collegiseducation.com::5f656d52-c555-4e5e-9a5b-18226766ffe3" providerId="AD" clId="Web-{8F6BAA7E-3E0C-B316-E7C8-84710C3D4544}" dt="2024-07-12T19:12:07.744" v="80"/>
          <ac:spMkLst>
            <pc:docMk/>
            <pc:sldMk cId="1350433775" sldId="1249"/>
            <ac:spMk id="71" creationId="{0213CC6F-6D70-8156-A041-CB1E39DBDE87}"/>
          </ac:spMkLst>
        </pc:spChg>
        <pc:spChg chg="del mod">
          <ac:chgData name="Allison Mulshine" userId="S::allison.mulshine@collegiseducation.com::5f656d52-c555-4e5e-9a5b-18226766ffe3" providerId="AD" clId="Web-{8F6BAA7E-3E0C-B316-E7C8-84710C3D4544}" dt="2024-07-12T19:12:07.744" v="79"/>
          <ac:spMkLst>
            <pc:docMk/>
            <pc:sldMk cId="1350433775" sldId="1249"/>
            <ac:spMk id="72" creationId="{1DDDCD4B-95DB-F1F4-5D1B-6E1925CFEF61}"/>
          </ac:spMkLst>
        </pc:spChg>
        <pc:spChg chg="del mod">
          <ac:chgData name="Allison Mulshine" userId="S::allison.mulshine@collegiseducation.com::5f656d52-c555-4e5e-9a5b-18226766ffe3" providerId="AD" clId="Web-{8F6BAA7E-3E0C-B316-E7C8-84710C3D4544}" dt="2024-07-12T19:12:07.744" v="78"/>
          <ac:spMkLst>
            <pc:docMk/>
            <pc:sldMk cId="1350433775" sldId="1249"/>
            <ac:spMk id="73" creationId="{84043E06-2A6F-85A2-E9EB-BA0F2FCB2E9C}"/>
          </ac:spMkLst>
        </pc:spChg>
        <pc:spChg chg="del mod">
          <ac:chgData name="Allison Mulshine" userId="S::allison.mulshine@collegiseducation.com::5f656d52-c555-4e5e-9a5b-18226766ffe3" providerId="AD" clId="Web-{8F6BAA7E-3E0C-B316-E7C8-84710C3D4544}" dt="2024-07-12T19:12:07.744" v="77"/>
          <ac:spMkLst>
            <pc:docMk/>
            <pc:sldMk cId="1350433775" sldId="1249"/>
            <ac:spMk id="74" creationId="{17ACBD1D-A3F1-B55F-8A72-AF0E6872F4D6}"/>
          </ac:spMkLst>
        </pc:spChg>
        <pc:picChg chg="del mod">
          <ac:chgData name="Allison Mulshine" userId="S::allison.mulshine@collegiseducation.com::5f656d52-c555-4e5e-9a5b-18226766ffe3" providerId="AD" clId="Web-{8F6BAA7E-3E0C-B316-E7C8-84710C3D4544}" dt="2024-07-12T19:12:07.759" v="128"/>
          <ac:picMkLst>
            <pc:docMk/>
            <pc:sldMk cId="1350433775" sldId="1249"/>
            <ac:picMk id="3" creationId="{CC9A4DA4-0D01-DC6E-92F2-848FDB534BA9}"/>
          </ac:picMkLst>
        </pc:picChg>
        <pc:picChg chg="del mod">
          <ac:chgData name="Allison Mulshine" userId="S::allison.mulshine@collegiseducation.com::5f656d52-c555-4e5e-9a5b-18226766ffe3" providerId="AD" clId="Web-{8F6BAA7E-3E0C-B316-E7C8-84710C3D4544}" dt="2024-07-12T19:12:07.759" v="127"/>
          <ac:picMkLst>
            <pc:docMk/>
            <pc:sldMk cId="1350433775" sldId="1249"/>
            <ac:picMk id="4" creationId="{0AA24570-A5D0-398A-FBD6-94B5277F7CC3}"/>
          </ac:picMkLst>
        </pc:picChg>
        <pc:picChg chg="add mod">
          <ac:chgData name="Allison Mulshine" userId="S::allison.mulshine@collegiseducation.com::5f656d52-c555-4e5e-9a5b-18226766ffe3" providerId="AD" clId="Web-{8F6BAA7E-3E0C-B316-E7C8-84710C3D4544}" dt="2024-07-12T19:12:37.603" v="138"/>
          <ac:picMkLst>
            <pc:docMk/>
            <pc:sldMk cId="1350433775" sldId="1249"/>
            <ac:picMk id="5" creationId="{7F9180E4-74EE-67FB-959B-93FD996877EE}"/>
          </ac:picMkLst>
        </pc:picChg>
        <pc:picChg chg="del mod">
          <ac:chgData name="Allison Mulshine" userId="S::allison.mulshine@collegiseducation.com::5f656d52-c555-4e5e-9a5b-18226766ffe3" providerId="AD" clId="Web-{8F6BAA7E-3E0C-B316-E7C8-84710C3D4544}" dt="2024-07-12T19:12:07.759" v="126"/>
          <ac:picMkLst>
            <pc:docMk/>
            <pc:sldMk cId="1350433775" sldId="1249"/>
            <ac:picMk id="9" creationId="{4D99FDDF-7521-D941-1A04-9567679DD059}"/>
          </ac:picMkLst>
        </pc:picChg>
        <pc:picChg chg="del mod">
          <ac:chgData name="Allison Mulshine" userId="S::allison.mulshine@collegiseducation.com::5f656d52-c555-4e5e-9a5b-18226766ffe3" providerId="AD" clId="Web-{8F6BAA7E-3E0C-B316-E7C8-84710C3D4544}" dt="2024-07-12T19:12:07.759" v="119"/>
          <ac:picMkLst>
            <pc:docMk/>
            <pc:sldMk cId="1350433775" sldId="1249"/>
            <ac:picMk id="24" creationId="{5047F72C-6A39-4A3B-6203-9566939A8F01}"/>
          </ac:picMkLst>
        </pc:picChg>
        <pc:picChg chg="del mod">
          <ac:chgData name="Allison Mulshine" userId="S::allison.mulshine@collegiseducation.com::5f656d52-c555-4e5e-9a5b-18226766ffe3" providerId="AD" clId="Web-{8F6BAA7E-3E0C-B316-E7C8-84710C3D4544}" dt="2024-07-12T19:12:07.759" v="118"/>
          <ac:picMkLst>
            <pc:docMk/>
            <pc:sldMk cId="1350433775" sldId="1249"/>
            <ac:picMk id="25" creationId="{1EDE57EE-305E-D29B-3C6E-B5A667AD1A3A}"/>
          </ac:picMkLst>
        </pc:picChg>
        <pc:picChg chg="del mod">
          <ac:chgData name="Allison Mulshine" userId="S::allison.mulshine@collegiseducation.com::5f656d52-c555-4e5e-9a5b-18226766ffe3" providerId="AD" clId="Web-{8F6BAA7E-3E0C-B316-E7C8-84710C3D4544}" dt="2024-07-12T19:12:07.759" v="117"/>
          <ac:picMkLst>
            <pc:docMk/>
            <pc:sldMk cId="1350433775" sldId="1249"/>
            <ac:picMk id="26" creationId="{0BE0E811-5673-64A0-CF2C-F22C22ECCB42}"/>
          </ac:picMkLst>
        </pc:picChg>
        <pc:picChg chg="del mod">
          <ac:chgData name="Allison Mulshine" userId="S::allison.mulshine@collegiseducation.com::5f656d52-c555-4e5e-9a5b-18226766ffe3" providerId="AD" clId="Web-{8F6BAA7E-3E0C-B316-E7C8-84710C3D4544}" dt="2024-07-12T19:12:07.759" v="110"/>
          <ac:picMkLst>
            <pc:docMk/>
            <pc:sldMk cId="1350433775" sldId="1249"/>
            <ac:picMk id="35" creationId="{3F04AE51-C866-EB72-4798-0A172A06D63C}"/>
          </ac:picMkLst>
        </pc:picChg>
        <pc:picChg chg="del mod">
          <ac:chgData name="Allison Mulshine" userId="S::allison.mulshine@collegiseducation.com::5f656d52-c555-4e5e-9a5b-18226766ffe3" providerId="AD" clId="Web-{8F6BAA7E-3E0C-B316-E7C8-84710C3D4544}" dt="2024-07-12T19:12:07.759" v="109"/>
          <ac:picMkLst>
            <pc:docMk/>
            <pc:sldMk cId="1350433775" sldId="1249"/>
            <ac:picMk id="36" creationId="{D2E4D550-8B57-DC31-E87F-21E36B8F15E0}"/>
          </ac:picMkLst>
        </pc:picChg>
        <pc:picChg chg="del mod">
          <ac:chgData name="Allison Mulshine" userId="S::allison.mulshine@collegiseducation.com::5f656d52-c555-4e5e-9a5b-18226766ffe3" providerId="AD" clId="Web-{8F6BAA7E-3E0C-B316-E7C8-84710C3D4544}" dt="2024-07-12T19:12:07.759" v="108"/>
          <ac:picMkLst>
            <pc:docMk/>
            <pc:sldMk cId="1350433775" sldId="1249"/>
            <ac:picMk id="37" creationId="{DF7B4DF5-8B53-FEBC-8481-7CD9084D61CD}"/>
          </ac:picMkLst>
        </pc:picChg>
        <pc:picChg chg="del mod">
          <ac:chgData name="Allison Mulshine" userId="S::allison.mulshine@collegiseducation.com::5f656d52-c555-4e5e-9a5b-18226766ffe3" providerId="AD" clId="Web-{8F6BAA7E-3E0C-B316-E7C8-84710C3D4544}" dt="2024-07-12T19:12:07.759" v="99"/>
          <ac:picMkLst>
            <pc:docMk/>
            <pc:sldMk cId="1350433775" sldId="1249"/>
            <ac:picMk id="46" creationId="{77C0A649-98A5-1804-1E87-3B0EFB4041AE}"/>
          </ac:picMkLst>
        </pc:picChg>
        <pc:picChg chg="del mod">
          <ac:chgData name="Allison Mulshine" userId="S::allison.mulshine@collegiseducation.com::5f656d52-c555-4e5e-9a5b-18226766ffe3" providerId="AD" clId="Web-{8F6BAA7E-3E0C-B316-E7C8-84710C3D4544}" dt="2024-07-12T19:12:07.759" v="98"/>
          <ac:picMkLst>
            <pc:docMk/>
            <pc:sldMk cId="1350433775" sldId="1249"/>
            <ac:picMk id="47" creationId="{651C41B4-731A-5EF2-CDC3-0C6D890FBA89}"/>
          </ac:picMkLst>
        </pc:picChg>
        <pc:picChg chg="del mod">
          <ac:chgData name="Allison Mulshine" userId="S::allison.mulshine@collegiseducation.com::5f656d52-c555-4e5e-9a5b-18226766ffe3" providerId="AD" clId="Web-{8F6BAA7E-3E0C-B316-E7C8-84710C3D4544}" dt="2024-07-12T19:12:07.759" v="97"/>
          <ac:picMkLst>
            <pc:docMk/>
            <pc:sldMk cId="1350433775" sldId="1249"/>
            <ac:picMk id="48" creationId="{3941902A-DDEE-08F7-454D-776018F2AC1C}"/>
          </ac:picMkLst>
        </pc:picChg>
        <pc:cxnChg chg="del mod">
          <ac:chgData name="Allison Mulshine" userId="S::allison.mulshine@collegiseducation.com::5f656d52-c555-4e5e-9a5b-18226766ffe3" providerId="AD" clId="Web-{8F6BAA7E-3E0C-B316-E7C8-84710C3D4544}" dt="2024-07-12T19:12:07.759" v="123"/>
          <ac:cxnSpMkLst>
            <pc:docMk/>
            <pc:sldMk cId="1350433775" sldId="1249"/>
            <ac:cxnSpMk id="17" creationId="{3241853D-DF8E-7EC5-8924-22DF6630DA92}"/>
          </ac:cxnSpMkLst>
        </pc:cxnChg>
        <pc:cxnChg chg="del mod">
          <ac:chgData name="Allison Mulshine" userId="S::allison.mulshine@collegiseducation.com::5f656d52-c555-4e5e-9a5b-18226766ffe3" providerId="AD" clId="Web-{8F6BAA7E-3E0C-B316-E7C8-84710C3D4544}" dt="2024-07-12T19:12:07.759" v="122"/>
          <ac:cxnSpMkLst>
            <pc:docMk/>
            <pc:sldMk cId="1350433775" sldId="1249"/>
            <ac:cxnSpMk id="18" creationId="{BAAFD347-FB78-F525-A46A-4839097E12DB}"/>
          </ac:cxnSpMkLst>
        </pc:cxnChg>
        <pc:cxnChg chg="del mod">
          <ac:chgData name="Allison Mulshine" userId="S::allison.mulshine@collegiseducation.com::5f656d52-c555-4e5e-9a5b-18226766ffe3" providerId="AD" clId="Web-{8F6BAA7E-3E0C-B316-E7C8-84710C3D4544}" dt="2024-07-12T19:12:07.759" v="121"/>
          <ac:cxnSpMkLst>
            <pc:docMk/>
            <pc:sldMk cId="1350433775" sldId="1249"/>
            <ac:cxnSpMk id="19" creationId="{48F405E6-89A5-A40D-DCF0-6F0D1853B5E4}"/>
          </ac:cxnSpMkLst>
        </pc:cxnChg>
        <pc:cxnChg chg="del mod">
          <ac:chgData name="Allison Mulshine" userId="S::allison.mulshine@collegiseducation.com::5f656d52-c555-4e5e-9a5b-18226766ffe3" providerId="AD" clId="Web-{8F6BAA7E-3E0C-B316-E7C8-84710C3D4544}" dt="2024-07-12T19:12:07.759" v="114"/>
          <ac:cxnSpMkLst>
            <pc:docMk/>
            <pc:sldMk cId="1350433775" sldId="1249"/>
            <ac:cxnSpMk id="30" creationId="{7507206A-AE72-BFCA-8EE7-F31072AA4ACB}"/>
          </ac:cxnSpMkLst>
        </pc:cxnChg>
        <pc:cxnChg chg="del mod">
          <ac:chgData name="Allison Mulshine" userId="S::allison.mulshine@collegiseducation.com::5f656d52-c555-4e5e-9a5b-18226766ffe3" providerId="AD" clId="Web-{8F6BAA7E-3E0C-B316-E7C8-84710C3D4544}" dt="2024-07-12T19:12:07.759" v="113"/>
          <ac:cxnSpMkLst>
            <pc:docMk/>
            <pc:sldMk cId="1350433775" sldId="1249"/>
            <ac:cxnSpMk id="31" creationId="{BA1A998D-2865-786C-2451-71231A33B4BB}"/>
          </ac:cxnSpMkLst>
        </pc:cxnChg>
        <pc:cxnChg chg="del mod">
          <ac:chgData name="Allison Mulshine" userId="S::allison.mulshine@collegiseducation.com::5f656d52-c555-4e5e-9a5b-18226766ffe3" providerId="AD" clId="Web-{8F6BAA7E-3E0C-B316-E7C8-84710C3D4544}" dt="2024-07-12T19:12:07.759" v="112"/>
          <ac:cxnSpMkLst>
            <pc:docMk/>
            <pc:sldMk cId="1350433775" sldId="1249"/>
            <ac:cxnSpMk id="32" creationId="{83062E55-6AD4-3C7B-38AB-D27094B22EA0}"/>
          </ac:cxnSpMkLst>
        </pc:cxnChg>
        <pc:cxnChg chg="del mod">
          <ac:chgData name="Allison Mulshine" userId="S::allison.mulshine@collegiseducation.com::5f656d52-c555-4e5e-9a5b-18226766ffe3" providerId="AD" clId="Web-{8F6BAA7E-3E0C-B316-E7C8-84710C3D4544}" dt="2024-07-12T19:12:07.759" v="104"/>
          <ac:cxnSpMkLst>
            <pc:docMk/>
            <pc:sldMk cId="1350433775" sldId="1249"/>
            <ac:cxnSpMk id="41" creationId="{81B653FB-7407-B1AC-0E0B-64A1B785693F}"/>
          </ac:cxnSpMkLst>
        </pc:cxnChg>
        <pc:cxnChg chg="del mod">
          <ac:chgData name="Allison Mulshine" userId="S::allison.mulshine@collegiseducation.com::5f656d52-c555-4e5e-9a5b-18226766ffe3" providerId="AD" clId="Web-{8F6BAA7E-3E0C-B316-E7C8-84710C3D4544}" dt="2024-07-12T19:12:07.759" v="103"/>
          <ac:cxnSpMkLst>
            <pc:docMk/>
            <pc:sldMk cId="1350433775" sldId="1249"/>
            <ac:cxnSpMk id="42" creationId="{8CE4D234-06EF-3E4C-767D-56869E065B8E}"/>
          </ac:cxnSpMkLst>
        </pc:cxnChg>
        <pc:cxnChg chg="del mod">
          <ac:chgData name="Allison Mulshine" userId="S::allison.mulshine@collegiseducation.com::5f656d52-c555-4e5e-9a5b-18226766ffe3" providerId="AD" clId="Web-{8F6BAA7E-3E0C-B316-E7C8-84710C3D4544}" dt="2024-07-12T19:12:07.759" v="102"/>
          <ac:cxnSpMkLst>
            <pc:docMk/>
            <pc:sldMk cId="1350433775" sldId="1249"/>
            <ac:cxnSpMk id="43" creationId="{0DA2FD51-8A97-479A-598E-80D6400939AF}"/>
          </ac:cxnSpMkLst>
        </pc:cxnChg>
        <pc:cxnChg chg="del mod">
          <ac:chgData name="Allison Mulshine" userId="S::allison.mulshine@collegiseducation.com::5f656d52-c555-4e5e-9a5b-18226766ffe3" providerId="AD" clId="Web-{8F6BAA7E-3E0C-B316-E7C8-84710C3D4544}" dt="2024-07-12T19:12:07.759" v="93"/>
          <ac:cxnSpMkLst>
            <pc:docMk/>
            <pc:sldMk cId="1350433775" sldId="1249"/>
            <ac:cxnSpMk id="52" creationId="{6912C4AB-8FD7-28F8-E8C4-82F5DC9600B1}"/>
          </ac:cxnSpMkLst>
        </pc:cxnChg>
        <pc:cxnChg chg="del mod">
          <ac:chgData name="Allison Mulshine" userId="S::allison.mulshine@collegiseducation.com::5f656d52-c555-4e5e-9a5b-18226766ffe3" providerId="AD" clId="Web-{8F6BAA7E-3E0C-B316-E7C8-84710C3D4544}" dt="2024-07-12T19:12:07.744" v="92"/>
          <ac:cxnSpMkLst>
            <pc:docMk/>
            <pc:sldMk cId="1350433775" sldId="1249"/>
            <ac:cxnSpMk id="53" creationId="{B2C9A0B0-2685-7E38-527F-E3318276CF56}"/>
          </ac:cxnSpMkLst>
        </pc:cxnChg>
        <pc:cxnChg chg="del mod">
          <ac:chgData name="Allison Mulshine" userId="S::allison.mulshine@collegiseducation.com::5f656d52-c555-4e5e-9a5b-18226766ffe3" providerId="AD" clId="Web-{8F6BAA7E-3E0C-B316-E7C8-84710C3D4544}" dt="2024-07-12T19:12:07.744" v="91"/>
          <ac:cxnSpMkLst>
            <pc:docMk/>
            <pc:sldMk cId="1350433775" sldId="1249"/>
            <ac:cxnSpMk id="54" creationId="{1900AC36-5331-D60B-84D0-8079AEABBB84}"/>
          </ac:cxnSpMkLst>
        </pc:cxnChg>
      </pc:sldChg>
      <pc:sldChg chg="addSp delSp modSp">
        <pc:chgData name="Allison Mulshine" userId="S::allison.mulshine@collegiseducation.com::5f656d52-c555-4e5e-9a5b-18226766ffe3" providerId="AD" clId="Web-{8F6BAA7E-3E0C-B316-E7C8-84710C3D4544}" dt="2024-07-12T19:13:52.041" v="172"/>
        <pc:sldMkLst>
          <pc:docMk/>
          <pc:sldMk cId="2576715230" sldId="1251"/>
        </pc:sldMkLst>
        <pc:spChg chg="del">
          <ac:chgData name="Allison Mulshine" userId="S::allison.mulshine@collegiseducation.com::5f656d52-c555-4e5e-9a5b-18226766ffe3" providerId="AD" clId="Web-{8F6BAA7E-3E0C-B316-E7C8-84710C3D4544}" dt="2024-07-12T19:13:24.088" v="162"/>
          <ac:spMkLst>
            <pc:docMk/>
            <pc:sldMk cId="2576715230" sldId="1251"/>
            <ac:spMk id="11" creationId="{0BED1CBB-D6DB-B529-AC4C-6AD5E26FD08E}"/>
          </ac:spMkLst>
        </pc:spChg>
        <pc:spChg chg="del">
          <ac:chgData name="Allison Mulshine" userId="S::allison.mulshine@collegiseducation.com::5f656d52-c555-4e5e-9a5b-18226766ffe3" providerId="AD" clId="Web-{8F6BAA7E-3E0C-B316-E7C8-84710C3D4544}" dt="2024-07-12T19:13:24.088" v="161"/>
          <ac:spMkLst>
            <pc:docMk/>
            <pc:sldMk cId="2576715230" sldId="1251"/>
            <ac:spMk id="12" creationId="{EDF8FC18-2043-575F-B780-418F6E330ECD}"/>
          </ac:spMkLst>
        </pc:spChg>
        <pc:spChg chg="del">
          <ac:chgData name="Allison Mulshine" userId="S::allison.mulshine@collegiseducation.com::5f656d52-c555-4e5e-9a5b-18226766ffe3" providerId="AD" clId="Web-{8F6BAA7E-3E0C-B316-E7C8-84710C3D4544}" dt="2024-07-12T19:13:24.088" v="160"/>
          <ac:spMkLst>
            <pc:docMk/>
            <pc:sldMk cId="2576715230" sldId="1251"/>
            <ac:spMk id="13" creationId="{E74E0CBF-2192-FB0A-7712-3CFFFC2E87AA}"/>
          </ac:spMkLst>
        </pc:spChg>
        <pc:spChg chg="del">
          <ac:chgData name="Allison Mulshine" userId="S::allison.mulshine@collegiseducation.com::5f656d52-c555-4e5e-9a5b-18226766ffe3" providerId="AD" clId="Web-{8F6BAA7E-3E0C-B316-E7C8-84710C3D4544}" dt="2024-07-12T19:13:24.088" v="156"/>
          <ac:spMkLst>
            <pc:docMk/>
            <pc:sldMk cId="2576715230" sldId="1251"/>
            <ac:spMk id="17" creationId="{5C85C9F8-5D49-4F77-C841-FA348906CA5D}"/>
          </ac:spMkLst>
        </pc:spChg>
        <pc:spChg chg="del">
          <ac:chgData name="Allison Mulshine" userId="S::allison.mulshine@collegiseducation.com::5f656d52-c555-4e5e-9a5b-18226766ffe3" providerId="AD" clId="Web-{8F6BAA7E-3E0C-B316-E7C8-84710C3D4544}" dt="2024-07-12T19:13:24.088" v="155"/>
          <ac:spMkLst>
            <pc:docMk/>
            <pc:sldMk cId="2576715230" sldId="1251"/>
            <ac:spMk id="18" creationId="{99E172B1-22E0-18E7-E66D-D245E0FA4B54}"/>
          </ac:spMkLst>
        </pc:spChg>
        <pc:spChg chg="del">
          <ac:chgData name="Allison Mulshine" userId="S::allison.mulshine@collegiseducation.com::5f656d52-c555-4e5e-9a5b-18226766ffe3" providerId="AD" clId="Web-{8F6BAA7E-3E0C-B316-E7C8-84710C3D4544}" dt="2024-07-12T19:13:24.088" v="151"/>
          <ac:spMkLst>
            <pc:docMk/>
            <pc:sldMk cId="2576715230" sldId="1251"/>
            <ac:spMk id="22" creationId="{9D9065E9-7538-4694-5955-03067BA1CD2E}"/>
          </ac:spMkLst>
        </pc:spChg>
        <pc:spChg chg="del">
          <ac:chgData name="Allison Mulshine" userId="S::allison.mulshine@collegiseducation.com::5f656d52-c555-4e5e-9a5b-18226766ffe3" providerId="AD" clId="Web-{8F6BAA7E-3E0C-B316-E7C8-84710C3D4544}" dt="2024-07-12T19:13:24.088" v="150"/>
          <ac:spMkLst>
            <pc:docMk/>
            <pc:sldMk cId="2576715230" sldId="1251"/>
            <ac:spMk id="23" creationId="{AF4F24AE-5B81-8AE2-0AB4-7A6B47C7C659}"/>
          </ac:spMkLst>
        </pc:spChg>
        <pc:spChg chg="del">
          <ac:chgData name="Allison Mulshine" userId="S::allison.mulshine@collegiseducation.com::5f656d52-c555-4e5e-9a5b-18226766ffe3" providerId="AD" clId="Web-{8F6BAA7E-3E0C-B316-E7C8-84710C3D4544}" dt="2024-07-12T19:13:24.088" v="149"/>
          <ac:spMkLst>
            <pc:docMk/>
            <pc:sldMk cId="2576715230" sldId="1251"/>
            <ac:spMk id="24" creationId="{DB9E8EDC-7A18-5B4C-DD81-A1D5FB271CBB}"/>
          </ac:spMkLst>
        </pc:spChg>
        <pc:spChg chg="del">
          <ac:chgData name="Allison Mulshine" userId="S::allison.mulshine@collegiseducation.com::5f656d52-c555-4e5e-9a5b-18226766ffe3" providerId="AD" clId="Web-{8F6BAA7E-3E0C-B316-E7C8-84710C3D4544}" dt="2024-07-12T19:13:37.572" v="168"/>
          <ac:spMkLst>
            <pc:docMk/>
            <pc:sldMk cId="2576715230" sldId="1251"/>
            <ac:spMk id="28" creationId="{4CC0E276-D35F-B062-257E-1ACC3AA88D9D}"/>
          </ac:spMkLst>
        </pc:spChg>
        <pc:spChg chg="del">
          <ac:chgData name="Allison Mulshine" userId="S::allison.mulshine@collegiseducation.com::5f656d52-c555-4e5e-9a5b-18226766ffe3" providerId="AD" clId="Web-{8F6BAA7E-3E0C-B316-E7C8-84710C3D4544}" dt="2024-07-12T19:13:24.088" v="145"/>
          <ac:spMkLst>
            <pc:docMk/>
            <pc:sldMk cId="2576715230" sldId="1251"/>
            <ac:spMk id="29" creationId="{23662F5C-9140-09B5-63D4-309327DD99DA}"/>
          </ac:spMkLst>
        </pc:spChg>
        <pc:spChg chg="del">
          <ac:chgData name="Allison Mulshine" userId="S::allison.mulshine@collegiseducation.com::5f656d52-c555-4e5e-9a5b-18226766ffe3" providerId="AD" clId="Web-{8F6BAA7E-3E0C-B316-E7C8-84710C3D4544}" dt="2024-07-12T19:13:24.088" v="144"/>
          <ac:spMkLst>
            <pc:docMk/>
            <pc:sldMk cId="2576715230" sldId="1251"/>
            <ac:spMk id="30" creationId="{43A83D1F-23F7-A33B-9CF3-D3BA9ED1C901}"/>
          </ac:spMkLst>
        </pc:spChg>
        <pc:spChg chg="del">
          <ac:chgData name="Allison Mulshine" userId="S::allison.mulshine@collegiseducation.com::5f656d52-c555-4e5e-9a5b-18226766ffe3" providerId="AD" clId="Web-{8F6BAA7E-3E0C-B316-E7C8-84710C3D4544}" dt="2024-07-12T19:13:24.088" v="143"/>
          <ac:spMkLst>
            <pc:docMk/>
            <pc:sldMk cId="2576715230" sldId="1251"/>
            <ac:spMk id="31" creationId="{15E2A553-F10D-8834-C8FF-E89F43EF355C}"/>
          </ac:spMkLst>
        </pc:spChg>
        <pc:spChg chg="del">
          <ac:chgData name="Allison Mulshine" userId="S::allison.mulshine@collegiseducation.com::5f656d52-c555-4e5e-9a5b-18226766ffe3" providerId="AD" clId="Web-{8F6BAA7E-3E0C-B316-E7C8-84710C3D4544}" dt="2024-07-12T19:13:24.088" v="142"/>
          <ac:spMkLst>
            <pc:docMk/>
            <pc:sldMk cId="2576715230" sldId="1251"/>
            <ac:spMk id="34" creationId="{37F6D429-11C1-7949-34DF-FD686F98A0F7}"/>
          </ac:spMkLst>
        </pc:spChg>
        <pc:spChg chg="del">
          <ac:chgData name="Allison Mulshine" userId="S::allison.mulshine@collegiseducation.com::5f656d52-c555-4e5e-9a5b-18226766ffe3" providerId="AD" clId="Web-{8F6BAA7E-3E0C-B316-E7C8-84710C3D4544}" dt="2024-07-12T19:13:24.088" v="141"/>
          <ac:spMkLst>
            <pc:docMk/>
            <pc:sldMk cId="2576715230" sldId="1251"/>
            <ac:spMk id="35" creationId="{35D4F113-BE65-C757-BF78-91F666EBDE91}"/>
          </ac:spMkLst>
        </pc:spChg>
        <pc:spChg chg="del">
          <ac:chgData name="Allison Mulshine" userId="S::allison.mulshine@collegiseducation.com::5f656d52-c555-4e5e-9a5b-18226766ffe3" providerId="AD" clId="Web-{8F6BAA7E-3E0C-B316-E7C8-84710C3D4544}" dt="2024-07-12T19:13:24.088" v="140"/>
          <ac:spMkLst>
            <pc:docMk/>
            <pc:sldMk cId="2576715230" sldId="1251"/>
            <ac:spMk id="36" creationId="{4E2B7522-DFCA-1558-3837-B3FD44D23817}"/>
          </ac:spMkLst>
        </pc:spChg>
        <pc:spChg chg="del">
          <ac:chgData name="Allison Mulshine" userId="S::allison.mulshine@collegiseducation.com::5f656d52-c555-4e5e-9a5b-18226766ffe3" providerId="AD" clId="Web-{8F6BAA7E-3E0C-B316-E7C8-84710C3D4544}" dt="2024-07-12T19:13:24.088" v="139"/>
          <ac:spMkLst>
            <pc:docMk/>
            <pc:sldMk cId="2576715230" sldId="1251"/>
            <ac:spMk id="38" creationId="{629CD121-5B3C-D58D-4D6E-1E17EFB55CD1}"/>
          </ac:spMkLst>
        </pc:spChg>
        <pc:picChg chg="add mod">
          <ac:chgData name="Allison Mulshine" userId="S::allison.mulshine@collegiseducation.com::5f656d52-c555-4e5e-9a5b-18226766ffe3" providerId="AD" clId="Web-{8F6BAA7E-3E0C-B316-E7C8-84710C3D4544}" dt="2024-07-12T19:13:52.041" v="172"/>
          <ac:picMkLst>
            <pc:docMk/>
            <pc:sldMk cId="2576715230" sldId="1251"/>
            <ac:picMk id="5" creationId="{D1C444DD-6312-534E-2EFB-9C392B8712B9}"/>
          </ac:picMkLst>
        </pc:picChg>
        <pc:picChg chg="del">
          <ac:chgData name="Allison Mulshine" userId="S::allison.mulshine@collegiseducation.com::5f656d52-c555-4e5e-9a5b-18226766ffe3" providerId="AD" clId="Web-{8F6BAA7E-3E0C-B316-E7C8-84710C3D4544}" dt="2024-07-12T19:13:24.088" v="165"/>
          <ac:picMkLst>
            <pc:docMk/>
            <pc:sldMk cId="2576715230" sldId="1251"/>
            <ac:picMk id="8" creationId="{0B9EEAB0-48CA-E79A-D4F1-57F6B7A3267A}"/>
          </ac:picMkLst>
        </pc:picChg>
        <pc:picChg chg="del">
          <ac:chgData name="Allison Mulshine" userId="S::allison.mulshine@collegiseducation.com::5f656d52-c555-4e5e-9a5b-18226766ffe3" providerId="AD" clId="Web-{8F6BAA7E-3E0C-B316-E7C8-84710C3D4544}" dt="2024-07-12T19:13:24.088" v="164"/>
          <ac:picMkLst>
            <pc:docMk/>
            <pc:sldMk cId="2576715230" sldId="1251"/>
            <ac:picMk id="9" creationId="{7CDCF593-2A08-23A8-BDF9-3AB42A4327A6}"/>
          </ac:picMkLst>
        </pc:picChg>
        <pc:picChg chg="del">
          <ac:chgData name="Allison Mulshine" userId="S::allison.mulshine@collegiseducation.com::5f656d52-c555-4e5e-9a5b-18226766ffe3" providerId="AD" clId="Web-{8F6BAA7E-3E0C-B316-E7C8-84710C3D4544}" dt="2024-07-12T19:13:24.088" v="163"/>
          <ac:picMkLst>
            <pc:docMk/>
            <pc:sldMk cId="2576715230" sldId="1251"/>
            <ac:picMk id="10" creationId="{3FCA9D3C-1D17-7815-BB6F-9CBDE98F2A34}"/>
          </ac:picMkLst>
        </pc:picChg>
        <pc:picChg chg="del">
          <ac:chgData name="Allison Mulshine" userId="S::allison.mulshine@collegiseducation.com::5f656d52-c555-4e5e-9a5b-18226766ffe3" providerId="AD" clId="Web-{8F6BAA7E-3E0C-B316-E7C8-84710C3D4544}" dt="2024-07-12T19:13:24.088" v="154"/>
          <ac:picMkLst>
            <pc:docMk/>
            <pc:sldMk cId="2576715230" sldId="1251"/>
            <ac:picMk id="19" creationId="{B53BBECD-0105-CD8F-1310-80F18128FAF9}"/>
          </ac:picMkLst>
        </pc:picChg>
        <pc:picChg chg="del">
          <ac:chgData name="Allison Mulshine" userId="S::allison.mulshine@collegiseducation.com::5f656d52-c555-4e5e-9a5b-18226766ffe3" providerId="AD" clId="Web-{8F6BAA7E-3E0C-B316-E7C8-84710C3D4544}" dt="2024-07-12T19:13:24.088" v="153"/>
          <ac:picMkLst>
            <pc:docMk/>
            <pc:sldMk cId="2576715230" sldId="1251"/>
            <ac:picMk id="20" creationId="{FF207B46-090E-AAAA-1AEC-4A3E60C4B5C8}"/>
          </ac:picMkLst>
        </pc:picChg>
        <pc:picChg chg="del">
          <ac:chgData name="Allison Mulshine" userId="S::allison.mulshine@collegiseducation.com::5f656d52-c555-4e5e-9a5b-18226766ffe3" providerId="AD" clId="Web-{8F6BAA7E-3E0C-B316-E7C8-84710C3D4544}" dt="2024-07-12T19:13:24.088" v="152"/>
          <ac:picMkLst>
            <pc:docMk/>
            <pc:sldMk cId="2576715230" sldId="1251"/>
            <ac:picMk id="21" creationId="{791A3465-F335-14E2-18DB-E97AB4B09017}"/>
          </ac:picMkLst>
        </pc:picChg>
        <pc:cxnChg chg="del mod">
          <ac:chgData name="Allison Mulshine" userId="S::allison.mulshine@collegiseducation.com::5f656d52-c555-4e5e-9a5b-18226766ffe3" providerId="AD" clId="Web-{8F6BAA7E-3E0C-B316-E7C8-84710C3D4544}" dt="2024-07-12T19:13:24.088" v="159"/>
          <ac:cxnSpMkLst>
            <pc:docMk/>
            <pc:sldMk cId="2576715230" sldId="1251"/>
            <ac:cxnSpMk id="14" creationId="{433AB278-B77D-8CB4-06E5-978E16591FB9}"/>
          </ac:cxnSpMkLst>
        </pc:cxnChg>
        <pc:cxnChg chg="del">
          <ac:chgData name="Allison Mulshine" userId="S::allison.mulshine@collegiseducation.com::5f656d52-c555-4e5e-9a5b-18226766ffe3" providerId="AD" clId="Web-{8F6BAA7E-3E0C-B316-E7C8-84710C3D4544}" dt="2024-07-12T19:13:24.088" v="158"/>
          <ac:cxnSpMkLst>
            <pc:docMk/>
            <pc:sldMk cId="2576715230" sldId="1251"/>
            <ac:cxnSpMk id="15" creationId="{01AF330C-A24C-415A-7564-494501F412D0}"/>
          </ac:cxnSpMkLst>
        </pc:cxnChg>
        <pc:cxnChg chg="del">
          <ac:chgData name="Allison Mulshine" userId="S::allison.mulshine@collegiseducation.com::5f656d52-c555-4e5e-9a5b-18226766ffe3" providerId="AD" clId="Web-{8F6BAA7E-3E0C-B316-E7C8-84710C3D4544}" dt="2024-07-12T19:13:24.088" v="157"/>
          <ac:cxnSpMkLst>
            <pc:docMk/>
            <pc:sldMk cId="2576715230" sldId="1251"/>
            <ac:cxnSpMk id="16" creationId="{5065CB95-54B8-54F4-396E-7873BF646A5D}"/>
          </ac:cxnSpMkLst>
        </pc:cxnChg>
        <pc:cxnChg chg="del mod">
          <ac:chgData name="Allison Mulshine" userId="S::allison.mulshine@collegiseducation.com::5f656d52-c555-4e5e-9a5b-18226766ffe3" providerId="AD" clId="Web-{8F6BAA7E-3E0C-B316-E7C8-84710C3D4544}" dt="2024-07-12T19:13:24.088" v="148"/>
          <ac:cxnSpMkLst>
            <pc:docMk/>
            <pc:sldMk cId="2576715230" sldId="1251"/>
            <ac:cxnSpMk id="25" creationId="{D74F4F17-D7B9-F85A-9B8F-BC886546CD32}"/>
          </ac:cxnSpMkLst>
        </pc:cxnChg>
        <pc:cxnChg chg="del">
          <ac:chgData name="Allison Mulshine" userId="S::allison.mulshine@collegiseducation.com::5f656d52-c555-4e5e-9a5b-18226766ffe3" providerId="AD" clId="Web-{8F6BAA7E-3E0C-B316-E7C8-84710C3D4544}" dt="2024-07-12T19:13:24.088" v="147"/>
          <ac:cxnSpMkLst>
            <pc:docMk/>
            <pc:sldMk cId="2576715230" sldId="1251"/>
            <ac:cxnSpMk id="26" creationId="{EB8581CB-C20D-4D23-7F0E-45A84F3B38F0}"/>
          </ac:cxnSpMkLst>
        </pc:cxnChg>
        <pc:cxnChg chg="del">
          <ac:chgData name="Allison Mulshine" userId="S::allison.mulshine@collegiseducation.com::5f656d52-c555-4e5e-9a5b-18226766ffe3" providerId="AD" clId="Web-{8F6BAA7E-3E0C-B316-E7C8-84710C3D4544}" dt="2024-07-12T19:13:24.088" v="146"/>
          <ac:cxnSpMkLst>
            <pc:docMk/>
            <pc:sldMk cId="2576715230" sldId="1251"/>
            <ac:cxnSpMk id="27" creationId="{2967F9AC-655C-4F77-63DE-099634E396CC}"/>
          </ac:cxnSpMkLst>
        </pc:cxnChg>
      </pc:sldChg>
      <pc:sldChg chg="addSp delSp modSp">
        <pc:chgData name="Allison Mulshine" userId="S::allison.mulshine@collegiseducation.com::5f656d52-c555-4e5e-9a5b-18226766ffe3" providerId="AD" clId="Web-{8F6BAA7E-3E0C-B316-E7C8-84710C3D4544}" dt="2024-07-12T19:14:50.542" v="206"/>
        <pc:sldMkLst>
          <pc:docMk/>
          <pc:sldMk cId="983580564" sldId="1252"/>
        </pc:sldMkLst>
        <pc:spChg chg="del">
          <ac:chgData name="Allison Mulshine" userId="S::allison.mulshine@collegiseducation.com::5f656d52-c555-4e5e-9a5b-18226766ffe3" providerId="AD" clId="Web-{8F6BAA7E-3E0C-B316-E7C8-84710C3D4544}" dt="2024-07-12T19:14:26.807" v="199"/>
          <ac:spMkLst>
            <pc:docMk/>
            <pc:sldMk cId="983580564" sldId="1252"/>
            <ac:spMk id="5" creationId="{5553F664-5ACF-9708-47C5-8480323442D1}"/>
          </ac:spMkLst>
        </pc:spChg>
        <pc:spChg chg="del">
          <ac:chgData name="Allison Mulshine" userId="S::allison.mulshine@collegiseducation.com::5f656d52-c555-4e5e-9a5b-18226766ffe3" providerId="AD" clId="Web-{8F6BAA7E-3E0C-B316-E7C8-84710C3D4544}" dt="2024-07-12T19:14:26.807" v="198"/>
          <ac:spMkLst>
            <pc:docMk/>
            <pc:sldMk cId="983580564" sldId="1252"/>
            <ac:spMk id="7" creationId="{46726631-42C6-CC8F-1917-042E76C4680E}"/>
          </ac:spMkLst>
        </pc:spChg>
        <pc:spChg chg="del">
          <ac:chgData name="Allison Mulshine" userId="S::allison.mulshine@collegiseducation.com::5f656d52-c555-4e5e-9a5b-18226766ffe3" providerId="AD" clId="Web-{8F6BAA7E-3E0C-B316-E7C8-84710C3D4544}" dt="2024-07-12T19:14:26.807" v="197"/>
          <ac:spMkLst>
            <pc:docMk/>
            <pc:sldMk cId="983580564" sldId="1252"/>
            <ac:spMk id="8" creationId="{79B1E36A-FB7B-A8E9-320F-7E4DDB0B496C}"/>
          </ac:spMkLst>
        </pc:spChg>
        <pc:spChg chg="del">
          <ac:chgData name="Allison Mulshine" userId="S::allison.mulshine@collegiseducation.com::5f656d52-c555-4e5e-9a5b-18226766ffe3" providerId="AD" clId="Web-{8F6BAA7E-3E0C-B316-E7C8-84710C3D4544}" dt="2024-07-12T19:14:26.807" v="193"/>
          <ac:spMkLst>
            <pc:docMk/>
            <pc:sldMk cId="983580564" sldId="1252"/>
            <ac:spMk id="12" creationId="{67F0EE2E-0DDE-7071-88D3-1B28C0E230FA}"/>
          </ac:spMkLst>
        </pc:spChg>
        <pc:spChg chg="del">
          <ac:chgData name="Allison Mulshine" userId="S::allison.mulshine@collegiseducation.com::5f656d52-c555-4e5e-9a5b-18226766ffe3" providerId="AD" clId="Web-{8F6BAA7E-3E0C-B316-E7C8-84710C3D4544}" dt="2024-07-12T19:14:26.807" v="192"/>
          <ac:spMkLst>
            <pc:docMk/>
            <pc:sldMk cId="983580564" sldId="1252"/>
            <ac:spMk id="13" creationId="{24A472F7-A10E-C7DE-7DD2-5D06C1834CF7}"/>
          </ac:spMkLst>
        </pc:spChg>
        <pc:spChg chg="del">
          <ac:chgData name="Allison Mulshine" userId="S::allison.mulshine@collegiseducation.com::5f656d52-c555-4e5e-9a5b-18226766ffe3" providerId="AD" clId="Web-{8F6BAA7E-3E0C-B316-E7C8-84710C3D4544}" dt="2024-07-12T19:14:26.807" v="191"/>
          <ac:spMkLst>
            <pc:docMk/>
            <pc:sldMk cId="983580564" sldId="1252"/>
            <ac:spMk id="14" creationId="{AF1CA41F-0507-8B3E-AACF-A554A289EA52}"/>
          </ac:spMkLst>
        </pc:spChg>
        <pc:spChg chg="del">
          <ac:chgData name="Allison Mulshine" userId="S::allison.mulshine@collegiseducation.com::5f656d52-c555-4e5e-9a5b-18226766ffe3" providerId="AD" clId="Web-{8F6BAA7E-3E0C-B316-E7C8-84710C3D4544}" dt="2024-07-12T19:14:26.807" v="190"/>
          <ac:spMkLst>
            <pc:docMk/>
            <pc:sldMk cId="983580564" sldId="1252"/>
            <ac:spMk id="15" creationId="{45A3235C-C3ED-5B9E-2537-9DD45644B93D}"/>
          </ac:spMkLst>
        </pc:spChg>
        <pc:spChg chg="del">
          <ac:chgData name="Allison Mulshine" userId="S::allison.mulshine@collegiseducation.com::5f656d52-c555-4e5e-9a5b-18226766ffe3" providerId="AD" clId="Web-{8F6BAA7E-3E0C-B316-E7C8-84710C3D4544}" dt="2024-07-12T19:14:26.807" v="189"/>
          <ac:spMkLst>
            <pc:docMk/>
            <pc:sldMk cId="983580564" sldId="1252"/>
            <ac:spMk id="16" creationId="{523FE1F7-4B8A-972B-6F17-4BEDAF282E57}"/>
          </ac:spMkLst>
        </pc:spChg>
        <pc:spChg chg="del">
          <ac:chgData name="Allison Mulshine" userId="S::allison.mulshine@collegiseducation.com::5f656d52-c555-4e5e-9a5b-18226766ffe3" providerId="AD" clId="Web-{8F6BAA7E-3E0C-B316-E7C8-84710C3D4544}" dt="2024-07-12T19:14:26.807" v="174"/>
          <ac:spMkLst>
            <pc:docMk/>
            <pc:sldMk cId="983580564" sldId="1252"/>
            <ac:spMk id="17" creationId="{6D73F107-09B5-D06C-9629-A22E2FA2A1C7}"/>
          </ac:spMkLst>
        </pc:spChg>
        <pc:spChg chg="del">
          <ac:chgData name="Allison Mulshine" userId="S::allison.mulshine@collegiseducation.com::5f656d52-c555-4e5e-9a5b-18226766ffe3" providerId="AD" clId="Web-{8F6BAA7E-3E0C-B316-E7C8-84710C3D4544}" dt="2024-07-12T19:14:26.807" v="185"/>
          <ac:spMkLst>
            <pc:docMk/>
            <pc:sldMk cId="983580564" sldId="1252"/>
            <ac:spMk id="21" creationId="{6DF665E1-C5F8-B655-CE8F-74286F96F91C}"/>
          </ac:spMkLst>
        </pc:spChg>
        <pc:spChg chg="del">
          <ac:chgData name="Allison Mulshine" userId="S::allison.mulshine@collegiseducation.com::5f656d52-c555-4e5e-9a5b-18226766ffe3" providerId="AD" clId="Web-{8F6BAA7E-3E0C-B316-E7C8-84710C3D4544}" dt="2024-07-12T19:14:26.807" v="184"/>
          <ac:spMkLst>
            <pc:docMk/>
            <pc:sldMk cId="983580564" sldId="1252"/>
            <ac:spMk id="22" creationId="{65421EB5-38A9-6FAE-258C-B80EDB87C2FA}"/>
          </ac:spMkLst>
        </pc:spChg>
        <pc:spChg chg="del">
          <ac:chgData name="Allison Mulshine" userId="S::allison.mulshine@collegiseducation.com::5f656d52-c555-4e5e-9a5b-18226766ffe3" providerId="AD" clId="Web-{8F6BAA7E-3E0C-B316-E7C8-84710C3D4544}" dt="2024-07-12T19:14:26.807" v="183"/>
          <ac:spMkLst>
            <pc:docMk/>
            <pc:sldMk cId="983580564" sldId="1252"/>
            <ac:spMk id="23" creationId="{101AD22A-3F35-88A5-DC69-86B98F0E7E3A}"/>
          </ac:spMkLst>
        </pc:spChg>
        <pc:spChg chg="del">
          <ac:chgData name="Allison Mulshine" userId="S::allison.mulshine@collegiseducation.com::5f656d52-c555-4e5e-9a5b-18226766ffe3" providerId="AD" clId="Web-{8F6BAA7E-3E0C-B316-E7C8-84710C3D4544}" dt="2024-07-12T19:14:26.807" v="179"/>
          <ac:spMkLst>
            <pc:docMk/>
            <pc:sldMk cId="983580564" sldId="1252"/>
            <ac:spMk id="27" creationId="{86C94C24-02C6-7506-894A-3A6291B1ABF2}"/>
          </ac:spMkLst>
        </pc:spChg>
        <pc:spChg chg="del">
          <ac:chgData name="Allison Mulshine" userId="S::allison.mulshine@collegiseducation.com::5f656d52-c555-4e5e-9a5b-18226766ffe3" providerId="AD" clId="Web-{8F6BAA7E-3E0C-B316-E7C8-84710C3D4544}" dt="2024-07-12T19:14:26.807" v="178"/>
          <ac:spMkLst>
            <pc:docMk/>
            <pc:sldMk cId="983580564" sldId="1252"/>
            <ac:spMk id="28" creationId="{3AE7B685-E72D-BB40-C249-71B2970F2682}"/>
          </ac:spMkLst>
        </pc:spChg>
        <pc:spChg chg="del">
          <ac:chgData name="Allison Mulshine" userId="S::allison.mulshine@collegiseducation.com::5f656d52-c555-4e5e-9a5b-18226766ffe3" providerId="AD" clId="Web-{8F6BAA7E-3E0C-B316-E7C8-84710C3D4544}" dt="2024-07-12T19:14:26.807" v="177"/>
          <ac:spMkLst>
            <pc:docMk/>
            <pc:sldMk cId="983580564" sldId="1252"/>
            <ac:spMk id="29" creationId="{395070F9-56E5-882E-7B18-701675D63E8C}"/>
          </ac:spMkLst>
        </pc:spChg>
        <pc:spChg chg="del">
          <ac:chgData name="Allison Mulshine" userId="S::allison.mulshine@collegiseducation.com::5f656d52-c555-4e5e-9a5b-18226766ffe3" providerId="AD" clId="Web-{8F6BAA7E-3E0C-B316-E7C8-84710C3D4544}" dt="2024-07-12T19:14:26.807" v="176"/>
          <ac:spMkLst>
            <pc:docMk/>
            <pc:sldMk cId="983580564" sldId="1252"/>
            <ac:spMk id="30" creationId="{F2D891F4-6D07-4395-4ACC-C757958C3E7E}"/>
          </ac:spMkLst>
        </pc:spChg>
        <pc:spChg chg="del">
          <ac:chgData name="Allison Mulshine" userId="S::allison.mulshine@collegiseducation.com::5f656d52-c555-4e5e-9a5b-18226766ffe3" providerId="AD" clId="Web-{8F6BAA7E-3E0C-B316-E7C8-84710C3D4544}" dt="2024-07-12T19:14:26.807" v="175"/>
          <ac:spMkLst>
            <pc:docMk/>
            <pc:sldMk cId="983580564" sldId="1252"/>
            <ac:spMk id="31" creationId="{C5A34785-7BBF-25CB-957A-42DEA25F38DA}"/>
          </ac:spMkLst>
        </pc:spChg>
        <pc:spChg chg="del">
          <ac:chgData name="Allison Mulshine" userId="S::allison.mulshine@collegiseducation.com::5f656d52-c555-4e5e-9a5b-18226766ffe3" providerId="AD" clId="Web-{8F6BAA7E-3E0C-B316-E7C8-84710C3D4544}" dt="2024-07-12T19:14:26.807" v="173"/>
          <ac:spMkLst>
            <pc:docMk/>
            <pc:sldMk cId="983580564" sldId="1252"/>
            <ac:spMk id="32" creationId="{96B2D7C2-4174-6C45-403E-18E25BD3F69A}"/>
          </ac:spMkLst>
        </pc:spChg>
        <pc:picChg chg="del">
          <ac:chgData name="Allison Mulshine" userId="S::allison.mulshine@collegiseducation.com::5f656d52-c555-4e5e-9a5b-18226766ffe3" providerId="AD" clId="Web-{8F6BAA7E-3E0C-B316-E7C8-84710C3D4544}" dt="2024-07-12T19:14:26.807" v="202"/>
          <ac:picMkLst>
            <pc:docMk/>
            <pc:sldMk cId="983580564" sldId="1252"/>
            <ac:picMk id="2" creationId="{42D63218-4F98-8A9A-7477-99EFC9746534}"/>
          </ac:picMkLst>
        </pc:picChg>
        <pc:picChg chg="del">
          <ac:chgData name="Allison Mulshine" userId="S::allison.mulshine@collegiseducation.com::5f656d52-c555-4e5e-9a5b-18226766ffe3" providerId="AD" clId="Web-{8F6BAA7E-3E0C-B316-E7C8-84710C3D4544}" dt="2024-07-12T19:14:26.807" v="201"/>
          <ac:picMkLst>
            <pc:docMk/>
            <pc:sldMk cId="983580564" sldId="1252"/>
            <ac:picMk id="3" creationId="{05DBD146-D6AB-159E-945E-5385B47960C8}"/>
          </ac:picMkLst>
        </pc:picChg>
        <pc:picChg chg="del">
          <ac:chgData name="Allison Mulshine" userId="S::allison.mulshine@collegiseducation.com::5f656d52-c555-4e5e-9a5b-18226766ffe3" providerId="AD" clId="Web-{8F6BAA7E-3E0C-B316-E7C8-84710C3D4544}" dt="2024-07-12T19:14:26.807" v="200"/>
          <ac:picMkLst>
            <pc:docMk/>
            <pc:sldMk cId="983580564" sldId="1252"/>
            <ac:picMk id="4" creationId="{E3EF9AED-EC95-0AA3-AEEF-77A6F7E98CD3}"/>
          </ac:picMkLst>
        </pc:picChg>
        <pc:picChg chg="del">
          <ac:chgData name="Allison Mulshine" userId="S::allison.mulshine@collegiseducation.com::5f656d52-c555-4e5e-9a5b-18226766ffe3" providerId="AD" clId="Web-{8F6BAA7E-3E0C-B316-E7C8-84710C3D4544}" dt="2024-07-12T19:14:26.807" v="188"/>
          <ac:picMkLst>
            <pc:docMk/>
            <pc:sldMk cId="983580564" sldId="1252"/>
            <ac:picMk id="18" creationId="{E58E7EFC-C80A-95E7-C817-B801FA98BCBC}"/>
          </ac:picMkLst>
        </pc:picChg>
        <pc:picChg chg="del">
          <ac:chgData name="Allison Mulshine" userId="S::allison.mulshine@collegiseducation.com::5f656d52-c555-4e5e-9a5b-18226766ffe3" providerId="AD" clId="Web-{8F6BAA7E-3E0C-B316-E7C8-84710C3D4544}" dt="2024-07-12T19:14:26.807" v="187"/>
          <ac:picMkLst>
            <pc:docMk/>
            <pc:sldMk cId="983580564" sldId="1252"/>
            <ac:picMk id="19" creationId="{4DB774D9-24CD-A5F7-6540-5A3D4C62EED7}"/>
          </ac:picMkLst>
        </pc:picChg>
        <pc:picChg chg="del">
          <ac:chgData name="Allison Mulshine" userId="S::allison.mulshine@collegiseducation.com::5f656d52-c555-4e5e-9a5b-18226766ffe3" providerId="AD" clId="Web-{8F6BAA7E-3E0C-B316-E7C8-84710C3D4544}" dt="2024-07-12T19:14:26.807" v="186"/>
          <ac:picMkLst>
            <pc:docMk/>
            <pc:sldMk cId="983580564" sldId="1252"/>
            <ac:picMk id="20" creationId="{FD5C7667-8DFE-2C31-376A-6F301BA83DE7}"/>
          </ac:picMkLst>
        </pc:picChg>
        <pc:picChg chg="add mod">
          <ac:chgData name="Allison Mulshine" userId="S::allison.mulshine@collegiseducation.com::5f656d52-c555-4e5e-9a5b-18226766ffe3" providerId="AD" clId="Web-{8F6BAA7E-3E0C-B316-E7C8-84710C3D4544}" dt="2024-07-12T19:14:50.542" v="206"/>
          <ac:picMkLst>
            <pc:docMk/>
            <pc:sldMk cId="983580564" sldId="1252"/>
            <ac:picMk id="33" creationId="{5350449D-4AEB-6555-FDD7-91F3F32F9142}"/>
          </ac:picMkLst>
        </pc:picChg>
        <pc:cxnChg chg="del mod">
          <ac:chgData name="Allison Mulshine" userId="S::allison.mulshine@collegiseducation.com::5f656d52-c555-4e5e-9a5b-18226766ffe3" providerId="AD" clId="Web-{8F6BAA7E-3E0C-B316-E7C8-84710C3D4544}" dt="2024-07-12T19:14:26.807" v="196"/>
          <ac:cxnSpMkLst>
            <pc:docMk/>
            <pc:sldMk cId="983580564" sldId="1252"/>
            <ac:cxnSpMk id="9" creationId="{05E04FAB-3BC9-FE0F-A7BC-A0A862CB5155}"/>
          </ac:cxnSpMkLst>
        </pc:cxnChg>
        <pc:cxnChg chg="del">
          <ac:chgData name="Allison Mulshine" userId="S::allison.mulshine@collegiseducation.com::5f656d52-c555-4e5e-9a5b-18226766ffe3" providerId="AD" clId="Web-{8F6BAA7E-3E0C-B316-E7C8-84710C3D4544}" dt="2024-07-12T19:14:26.807" v="195"/>
          <ac:cxnSpMkLst>
            <pc:docMk/>
            <pc:sldMk cId="983580564" sldId="1252"/>
            <ac:cxnSpMk id="10" creationId="{5329DD5E-9912-D60C-386E-733192ED4B32}"/>
          </ac:cxnSpMkLst>
        </pc:cxnChg>
        <pc:cxnChg chg="del">
          <ac:chgData name="Allison Mulshine" userId="S::allison.mulshine@collegiseducation.com::5f656d52-c555-4e5e-9a5b-18226766ffe3" providerId="AD" clId="Web-{8F6BAA7E-3E0C-B316-E7C8-84710C3D4544}" dt="2024-07-12T19:14:26.807" v="194"/>
          <ac:cxnSpMkLst>
            <pc:docMk/>
            <pc:sldMk cId="983580564" sldId="1252"/>
            <ac:cxnSpMk id="11" creationId="{EE34C710-4927-891E-CAFE-F0EB96427515}"/>
          </ac:cxnSpMkLst>
        </pc:cxnChg>
        <pc:cxnChg chg="del mod">
          <ac:chgData name="Allison Mulshine" userId="S::allison.mulshine@collegiseducation.com::5f656d52-c555-4e5e-9a5b-18226766ffe3" providerId="AD" clId="Web-{8F6BAA7E-3E0C-B316-E7C8-84710C3D4544}" dt="2024-07-12T19:14:26.807" v="182"/>
          <ac:cxnSpMkLst>
            <pc:docMk/>
            <pc:sldMk cId="983580564" sldId="1252"/>
            <ac:cxnSpMk id="24" creationId="{C059A987-0398-64A3-6C21-5488CAE5647C}"/>
          </ac:cxnSpMkLst>
        </pc:cxnChg>
        <pc:cxnChg chg="del">
          <ac:chgData name="Allison Mulshine" userId="S::allison.mulshine@collegiseducation.com::5f656d52-c555-4e5e-9a5b-18226766ffe3" providerId="AD" clId="Web-{8F6BAA7E-3E0C-B316-E7C8-84710C3D4544}" dt="2024-07-12T19:14:26.807" v="181"/>
          <ac:cxnSpMkLst>
            <pc:docMk/>
            <pc:sldMk cId="983580564" sldId="1252"/>
            <ac:cxnSpMk id="25" creationId="{7A0708BE-FA56-1959-A533-4CDB49947C46}"/>
          </ac:cxnSpMkLst>
        </pc:cxnChg>
        <pc:cxnChg chg="del">
          <ac:chgData name="Allison Mulshine" userId="S::allison.mulshine@collegiseducation.com::5f656d52-c555-4e5e-9a5b-18226766ffe3" providerId="AD" clId="Web-{8F6BAA7E-3E0C-B316-E7C8-84710C3D4544}" dt="2024-07-12T19:14:26.807" v="180"/>
          <ac:cxnSpMkLst>
            <pc:docMk/>
            <pc:sldMk cId="983580564" sldId="1252"/>
            <ac:cxnSpMk id="26" creationId="{C388AD37-2461-CD4E-BA9D-F0488CE1B3F0}"/>
          </ac:cxnSpMkLst>
        </pc:cxnChg>
      </pc:sldChg>
      <pc:sldChg chg="addSp delSp modSp">
        <pc:chgData name="Allison Mulshine" userId="S::allison.mulshine@collegiseducation.com::5f656d52-c555-4e5e-9a5b-18226766ffe3" providerId="AD" clId="Web-{8F6BAA7E-3E0C-B316-E7C8-84710C3D4544}" dt="2024-07-12T19:16:53.886" v="278"/>
        <pc:sldMkLst>
          <pc:docMk/>
          <pc:sldMk cId="1973675824" sldId="1253"/>
        </pc:sldMkLst>
        <pc:spChg chg="del">
          <ac:chgData name="Allison Mulshine" userId="S::allison.mulshine@collegiseducation.com::5f656d52-c555-4e5e-9a5b-18226766ffe3" providerId="AD" clId="Web-{8F6BAA7E-3E0C-B316-E7C8-84710C3D4544}" dt="2024-07-12T19:16:34.808" v="270"/>
          <ac:spMkLst>
            <pc:docMk/>
            <pc:sldMk cId="1973675824" sldId="1253"/>
            <ac:spMk id="13" creationId="{8DBFE430-0D1F-50E1-9218-C266C1873A3F}"/>
          </ac:spMkLst>
        </pc:spChg>
        <pc:spChg chg="del">
          <ac:chgData name="Allison Mulshine" userId="S::allison.mulshine@collegiseducation.com::5f656d52-c555-4e5e-9a5b-18226766ffe3" providerId="AD" clId="Web-{8F6BAA7E-3E0C-B316-E7C8-84710C3D4544}" dt="2024-07-12T19:16:34.808" v="269"/>
          <ac:spMkLst>
            <pc:docMk/>
            <pc:sldMk cId="1973675824" sldId="1253"/>
            <ac:spMk id="14" creationId="{FBF24B04-BED1-B531-27BB-514C865D8E9D}"/>
          </ac:spMkLst>
        </pc:spChg>
        <pc:spChg chg="del">
          <ac:chgData name="Allison Mulshine" userId="S::allison.mulshine@collegiseducation.com::5f656d52-c555-4e5e-9a5b-18226766ffe3" providerId="AD" clId="Web-{8F6BAA7E-3E0C-B316-E7C8-84710C3D4544}" dt="2024-07-12T19:16:34.808" v="268"/>
          <ac:spMkLst>
            <pc:docMk/>
            <pc:sldMk cId="1973675824" sldId="1253"/>
            <ac:spMk id="15" creationId="{499EEC78-EFC8-2C14-4140-69ADC77875AA}"/>
          </ac:spMkLst>
        </pc:spChg>
        <pc:spChg chg="del">
          <ac:chgData name="Allison Mulshine" userId="S::allison.mulshine@collegiseducation.com::5f656d52-c555-4e5e-9a5b-18226766ffe3" providerId="AD" clId="Web-{8F6BAA7E-3E0C-B316-E7C8-84710C3D4544}" dt="2024-07-12T19:16:34.808" v="264"/>
          <ac:spMkLst>
            <pc:docMk/>
            <pc:sldMk cId="1973675824" sldId="1253"/>
            <ac:spMk id="19" creationId="{63AA60FF-9F8C-2EF9-C9E4-F7739C8961C5}"/>
          </ac:spMkLst>
        </pc:spChg>
        <pc:spChg chg="del">
          <ac:chgData name="Allison Mulshine" userId="S::allison.mulshine@collegiseducation.com::5f656d52-c555-4e5e-9a5b-18226766ffe3" providerId="AD" clId="Web-{8F6BAA7E-3E0C-B316-E7C8-84710C3D4544}" dt="2024-07-12T19:16:34.808" v="263"/>
          <ac:spMkLst>
            <pc:docMk/>
            <pc:sldMk cId="1973675824" sldId="1253"/>
            <ac:spMk id="20" creationId="{CD1450AF-1892-8178-090D-32525CAC6BFC}"/>
          </ac:spMkLst>
        </pc:spChg>
        <pc:spChg chg="del">
          <ac:chgData name="Allison Mulshine" userId="S::allison.mulshine@collegiseducation.com::5f656d52-c555-4e5e-9a5b-18226766ffe3" providerId="AD" clId="Web-{8F6BAA7E-3E0C-B316-E7C8-84710C3D4544}" dt="2024-07-12T19:16:34.808" v="259"/>
          <ac:spMkLst>
            <pc:docMk/>
            <pc:sldMk cId="1973675824" sldId="1253"/>
            <ac:spMk id="24" creationId="{12FB8BDE-7069-5D1F-1C5E-A9DEB593D332}"/>
          </ac:spMkLst>
        </pc:spChg>
        <pc:spChg chg="del">
          <ac:chgData name="Allison Mulshine" userId="S::allison.mulshine@collegiseducation.com::5f656d52-c555-4e5e-9a5b-18226766ffe3" providerId="AD" clId="Web-{8F6BAA7E-3E0C-B316-E7C8-84710C3D4544}" dt="2024-07-12T19:16:34.808" v="258"/>
          <ac:spMkLst>
            <pc:docMk/>
            <pc:sldMk cId="1973675824" sldId="1253"/>
            <ac:spMk id="25" creationId="{9DF27428-F19D-EF90-ED1F-48E910BA16F9}"/>
          </ac:spMkLst>
        </pc:spChg>
        <pc:spChg chg="del">
          <ac:chgData name="Allison Mulshine" userId="S::allison.mulshine@collegiseducation.com::5f656d52-c555-4e5e-9a5b-18226766ffe3" providerId="AD" clId="Web-{8F6BAA7E-3E0C-B316-E7C8-84710C3D4544}" dt="2024-07-12T19:16:34.808" v="257"/>
          <ac:spMkLst>
            <pc:docMk/>
            <pc:sldMk cId="1973675824" sldId="1253"/>
            <ac:spMk id="26" creationId="{35B3BE8E-BE44-D5D7-5D7B-C2BE7201D3CA}"/>
          </ac:spMkLst>
        </pc:spChg>
        <pc:spChg chg="del">
          <ac:chgData name="Allison Mulshine" userId="S::allison.mulshine@collegiseducation.com::5f656d52-c555-4e5e-9a5b-18226766ffe3" providerId="AD" clId="Web-{8F6BAA7E-3E0C-B316-E7C8-84710C3D4544}" dt="2024-07-12T19:16:36.464" v="274"/>
          <ac:spMkLst>
            <pc:docMk/>
            <pc:sldMk cId="1973675824" sldId="1253"/>
            <ac:spMk id="30" creationId="{C38F801F-1E42-B60A-9E59-DAA74E4E1652}"/>
          </ac:spMkLst>
        </pc:spChg>
        <pc:spChg chg="del">
          <ac:chgData name="Allison Mulshine" userId="S::allison.mulshine@collegiseducation.com::5f656d52-c555-4e5e-9a5b-18226766ffe3" providerId="AD" clId="Web-{8F6BAA7E-3E0C-B316-E7C8-84710C3D4544}" dt="2024-07-12T19:16:34.808" v="253"/>
          <ac:spMkLst>
            <pc:docMk/>
            <pc:sldMk cId="1973675824" sldId="1253"/>
            <ac:spMk id="31" creationId="{93595C94-2613-3985-6B95-09B66B02D16C}"/>
          </ac:spMkLst>
        </pc:spChg>
        <pc:spChg chg="del">
          <ac:chgData name="Allison Mulshine" userId="S::allison.mulshine@collegiseducation.com::5f656d52-c555-4e5e-9a5b-18226766ffe3" providerId="AD" clId="Web-{8F6BAA7E-3E0C-B316-E7C8-84710C3D4544}" dt="2024-07-12T19:16:34.808" v="252"/>
          <ac:spMkLst>
            <pc:docMk/>
            <pc:sldMk cId="1973675824" sldId="1253"/>
            <ac:spMk id="32" creationId="{F89D0D21-D4E8-BFAB-414E-F413F98DC077}"/>
          </ac:spMkLst>
        </pc:spChg>
        <pc:spChg chg="del">
          <ac:chgData name="Allison Mulshine" userId="S::allison.mulshine@collegiseducation.com::5f656d52-c555-4e5e-9a5b-18226766ffe3" providerId="AD" clId="Web-{8F6BAA7E-3E0C-B316-E7C8-84710C3D4544}" dt="2024-07-12T19:16:34.808" v="251"/>
          <ac:spMkLst>
            <pc:docMk/>
            <pc:sldMk cId="1973675824" sldId="1253"/>
            <ac:spMk id="33" creationId="{3511827C-A5B8-EEAB-7C2C-68E58934F12C}"/>
          </ac:spMkLst>
        </pc:spChg>
        <pc:spChg chg="del">
          <ac:chgData name="Allison Mulshine" userId="S::allison.mulshine@collegiseducation.com::5f656d52-c555-4e5e-9a5b-18226766ffe3" providerId="AD" clId="Web-{8F6BAA7E-3E0C-B316-E7C8-84710C3D4544}" dt="2024-07-12T19:16:34.808" v="250"/>
          <ac:spMkLst>
            <pc:docMk/>
            <pc:sldMk cId="1973675824" sldId="1253"/>
            <ac:spMk id="34" creationId="{22041F7D-7118-3127-8664-926DEF6648AA}"/>
          </ac:spMkLst>
        </pc:spChg>
        <pc:spChg chg="del">
          <ac:chgData name="Allison Mulshine" userId="S::allison.mulshine@collegiseducation.com::5f656d52-c555-4e5e-9a5b-18226766ffe3" providerId="AD" clId="Web-{8F6BAA7E-3E0C-B316-E7C8-84710C3D4544}" dt="2024-07-12T19:16:34.808" v="249"/>
          <ac:spMkLst>
            <pc:docMk/>
            <pc:sldMk cId="1973675824" sldId="1253"/>
            <ac:spMk id="35" creationId="{2F64BC1C-8C88-0F2D-AD3C-33E50F5922FA}"/>
          </ac:spMkLst>
        </pc:spChg>
        <pc:spChg chg="del">
          <ac:chgData name="Allison Mulshine" userId="S::allison.mulshine@collegiseducation.com::5f656d52-c555-4e5e-9a5b-18226766ffe3" providerId="AD" clId="Web-{8F6BAA7E-3E0C-B316-E7C8-84710C3D4544}" dt="2024-07-12T19:16:34.808" v="248"/>
          <ac:spMkLst>
            <pc:docMk/>
            <pc:sldMk cId="1973675824" sldId="1253"/>
            <ac:spMk id="36" creationId="{B2F23716-2D20-82F6-61C2-ED8175D190F7}"/>
          </ac:spMkLst>
        </pc:spChg>
        <pc:spChg chg="del">
          <ac:chgData name="Allison Mulshine" userId="S::allison.mulshine@collegiseducation.com::5f656d52-c555-4e5e-9a5b-18226766ffe3" providerId="AD" clId="Web-{8F6BAA7E-3E0C-B316-E7C8-84710C3D4544}" dt="2024-07-12T19:16:34.808" v="247"/>
          <ac:spMkLst>
            <pc:docMk/>
            <pc:sldMk cId="1973675824" sldId="1253"/>
            <ac:spMk id="37" creationId="{DBB35C60-8FBE-DCBE-3F11-53D59C7BD222}"/>
          </ac:spMkLst>
        </pc:spChg>
        <pc:picChg chg="add mod">
          <ac:chgData name="Allison Mulshine" userId="S::allison.mulshine@collegiseducation.com::5f656d52-c555-4e5e-9a5b-18226766ffe3" providerId="AD" clId="Web-{8F6BAA7E-3E0C-B316-E7C8-84710C3D4544}" dt="2024-07-12T19:16:53.886" v="278"/>
          <ac:picMkLst>
            <pc:docMk/>
            <pc:sldMk cId="1973675824" sldId="1253"/>
            <ac:picMk id="6" creationId="{2AC6EF50-19A7-AD3C-A3F2-15C27096BB7A}"/>
          </ac:picMkLst>
        </pc:picChg>
        <pc:picChg chg="del">
          <ac:chgData name="Allison Mulshine" userId="S::allison.mulshine@collegiseducation.com::5f656d52-c555-4e5e-9a5b-18226766ffe3" providerId="AD" clId="Web-{8F6BAA7E-3E0C-B316-E7C8-84710C3D4544}" dt="2024-07-12T19:16:34.808" v="273"/>
          <ac:picMkLst>
            <pc:docMk/>
            <pc:sldMk cId="1973675824" sldId="1253"/>
            <ac:picMk id="10" creationId="{49147A57-376A-8435-4E1E-63EB9999C0FF}"/>
          </ac:picMkLst>
        </pc:picChg>
        <pc:picChg chg="del">
          <ac:chgData name="Allison Mulshine" userId="S::allison.mulshine@collegiseducation.com::5f656d52-c555-4e5e-9a5b-18226766ffe3" providerId="AD" clId="Web-{8F6BAA7E-3E0C-B316-E7C8-84710C3D4544}" dt="2024-07-12T19:16:34.808" v="272"/>
          <ac:picMkLst>
            <pc:docMk/>
            <pc:sldMk cId="1973675824" sldId="1253"/>
            <ac:picMk id="11" creationId="{F671F824-8F96-6817-65BD-25A9F890DCB7}"/>
          </ac:picMkLst>
        </pc:picChg>
        <pc:picChg chg="del">
          <ac:chgData name="Allison Mulshine" userId="S::allison.mulshine@collegiseducation.com::5f656d52-c555-4e5e-9a5b-18226766ffe3" providerId="AD" clId="Web-{8F6BAA7E-3E0C-B316-E7C8-84710C3D4544}" dt="2024-07-12T19:16:34.808" v="271"/>
          <ac:picMkLst>
            <pc:docMk/>
            <pc:sldMk cId="1973675824" sldId="1253"/>
            <ac:picMk id="12" creationId="{8BE458BC-F980-7C83-A41D-2F94E57FA467}"/>
          </ac:picMkLst>
        </pc:picChg>
        <pc:picChg chg="del">
          <ac:chgData name="Allison Mulshine" userId="S::allison.mulshine@collegiseducation.com::5f656d52-c555-4e5e-9a5b-18226766ffe3" providerId="AD" clId="Web-{8F6BAA7E-3E0C-B316-E7C8-84710C3D4544}" dt="2024-07-12T19:16:34.808" v="262"/>
          <ac:picMkLst>
            <pc:docMk/>
            <pc:sldMk cId="1973675824" sldId="1253"/>
            <ac:picMk id="21" creationId="{00BE098B-A3B3-91D9-A6EE-098079B73E65}"/>
          </ac:picMkLst>
        </pc:picChg>
        <pc:picChg chg="del">
          <ac:chgData name="Allison Mulshine" userId="S::allison.mulshine@collegiseducation.com::5f656d52-c555-4e5e-9a5b-18226766ffe3" providerId="AD" clId="Web-{8F6BAA7E-3E0C-B316-E7C8-84710C3D4544}" dt="2024-07-12T19:16:34.808" v="261"/>
          <ac:picMkLst>
            <pc:docMk/>
            <pc:sldMk cId="1973675824" sldId="1253"/>
            <ac:picMk id="22" creationId="{5B3B70E2-0734-E2E8-A1D8-0324992C4DE3}"/>
          </ac:picMkLst>
        </pc:picChg>
        <pc:picChg chg="del">
          <ac:chgData name="Allison Mulshine" userId="S::allison.mulshine@collegiseducation.com::5f656d52-c555-4e5e-9a5b-18226766ffe3" providerId="AD" clId="Web-{8F6BAA7E-3E0C-B316-E7C8-84710C3D4544}" dt="2024-07-12T19:16:34.808" v="260"/>
          <ac:picMkLst>
            <pc:docMk/>
            <pc:sldMk cId="1973675824" sldId="1253"/>
            <ac:picMk id="23" creationId="{BC5556F1-DD29-7E7F-0DFA-9F0D39655957}"/>
          </ac:picMkLst>
        </pc:picChg>
        <pc:picChg chg="del">
          <ac:chgData name="Allison Mulshine" userId="S::allison.mulshine@collegiseducation.com::5f656d52-c555-4e5e-9a5b-18226766ffe3" providerId="AD" clId="Web-{8F6BAA7E-3E0C-B316-E7C8-84710C3D4544}" dt="2024-07-12T19:16:34.808" v="246"/>
          <ac:picMkLst>
            <pc:docMk/>
            <pc:sldMk cId="1973675824" sldId="1253"/>
            <ac:picMk id="41" creationId="{9292398A-7A24-C65B-9460-8637FE179C1B}"/>
          </ac:picMkLst>
        </pc:picChg>
        <pc:picChg chg="del">
          <ac:chgData name="Allison Mulshine" userId="S::allison.mulshine@collegiseducation.com::5f656d52-c555-4e5e-9a5b-18226766ffe3" providerId="AD" clId="Web-{8F6BAA7E-3E0C-B316-E7C8-84710C3D4544}" dt="2024-07-12T19:16:34.808" v="245"/>
          <ac:picMkLst>
            <pc:docMk/>
            <pc:sldMk cId="1973675824" sldId="1253"/>
            <ac:picMk id="42" creationId="{8BFB6AA0-EAE7-84D2-E37E-34D62C46B12B}"/>
          </ac:picMkLst>
        </pc:picChg>
        <pc:cxnChg chg="del mod">
          <ac:chgData name="Allison Mulshine" userId="S::allison.mulshine@collegiseducation.com::5f656d52-c555-4e5e-9a5b-18226766ffe3" providerId="AD" clId="Web-{8F6BAA7E-3E0C-B316-E7C8-84710C3D4544}" dt="2024-07-12T19:16:34.808" v="267"/>
          <ac:cxnSpMkLst>
            <pc:docMk/>
            <pc:sldMk cId="1973675824" sldId="1253"/>
            <ac:cxnSpMk id="16" creationId="{B75978ED-32B8-13E9-12AF-9CFCAA8EAB31}"/>
          </ac:cxnSpMkLst>
        </pc:cxnChg>
        <pc:cxnChg chg="del">
          <ac:chgData name="Allison Mulshine" userId="S::allison.mulshine@collegiseducation.com::5f656d52-c555-4e5e-9a5b-18226766ffe3" providerId="AD" clId="Web-{8F6BAA7E-3E0C-B316-E7C8-84710C3D4544}" dt="2024-07-12T19:16:34.808" v="266"/>
          <ac:cxnSpMkLst>
            <pc:docMk/>
            <pc:sldMk cId="1973675824" sldId="1253"/>
            <ac:cxnSpMk id="17" creationId="{D3026D13-CD17-4D84-E02C-F82150DE7586}"/>
          </ac:cxnSpMkLst>
        </pc:cxnChg>
        <pc:cxnChg chg="del">
          <ac:chgData name="Allison Mulshine" userId="S::allison.mulshine@collegiseducation.com::5f656d52-c555-4e5e-9a5b-18226766ffe3" providerId="AD" clId="Web-{8F6BAA7E-3E0C-B316-E7C8-84710C3D4544}" dt="2024-07-12T19:16:34.808" v="265"/>
          <ac:cxnSpMkLst>
            <pc:docMk/>
            <pc:sldMk cId="1973675824" sldId="1253"/>
            <ac:cxnSpMk id="18" creationId="{7E79DB99-F07E-C073-032D-0828E01CDB07}"/>
          </ac:cxnSpMkLst>
        </pc:cxnChg>
        <pc:cxnChg chg="del mod">
          <ac:chgData name="Allison Mulshine" userId="S::allison.mulshine@collegiseducation.com::5f656d52-c555-4e5e-9a5b-18226766ffe3" providerId="AD" clId="Web-{8F6BAA7E-3E0C-B316-E7C8-84710C3D4544}" dt="2024-07-12T19:16:34.808" v="256"/>
          <ac:cxnSpMkLst>
            <pc:docMk/>
            <pc:sldMk cId="1973675824" sldId="1253"/>
            <ac:cxnSpMk id="27" creationId="{26979A95-E674-13EF-E3CC-4B3A18E85192}"/>
          </ac:cxnSpMkLst>
        </pc:cxnChg>
        <pc:cxnChg chg="del">
          <ac:chgData name="Allison Mulshine" userId="S::allison.mulshine@collegiseducation.com::5f656d52-c555-4e5e-9a5b-18226766ffe3" providerId="AD" clId="Web-{8F6BAA7E-3E0C-B316-E7C8-84710C3D4544}" dt="2024-07-12T19:16:34.808" v="255"/>
          <ac:cxnSpMkLst>
            <pc:docMk/>
            <pc:sldMk cId="1973675824" sldId="1253"/>
            <ac:cxnSpMk id="28" creationId="{78AB4D30-0C8C-0481-E775-D14FB33D299E}"/>
          </ac:cxnSpMkLst>
        </pc:cxnChg>
        <pc:cxnChg chg="del">
          <ac:chgData name="Allison Mulshine" userId="S::allison.mulshine@collegiseducation.com::5f656d52-c555-4e5e-9a5b-18226766ffe3" providerId="AD" clId="Web-{8F6BAA7E-3E0C-B316-E7C8-84710C3D4544}" dt="2024-07-12T19:16:34.808" v="254"/>
          <ac:cxnSpMkLst>
            <pc:docMk/>
            <pc:sldMk cId="1973675824" sldId="1253"/>
            <ac:cxnSpMk id="29" creationId="{6E9CCFB7-F9AE-F728-3FC1-4AF48DFD9CD9}"/>
          </ac:cxnSpMkLst>
        </pc:cxnChg>
      </pc:sldChg>
      <pc:sldChg chg="addSp delSp modSp">
        <pc:chgData name="Allison Mulshine" userId="S::allison.mulshine@collegiseducation.com::5f656d52-c555-4e5e-9a5b-18226766ffe3" providerId="AD" clId="Web-{8F6BAA7E-3E0C-B316-E7C8-84710C3D4544}" dt="2024-07-12T19:18:11.606" v="312"/>
        <pc:sldMkLst>
          <pc:docMk/>
          <pc:sldMk cId="1382158753" sldId="1254"/>
        </pc:sldMkLst>
        <pc:spChg chg="del">
          <ac:chgData name="Allison Mulshine" userId="S::allison.mulshine@collegiseducation.com::5f656d52-c555-4e5e-9a5b-18226766ffe3" providerId="AD" clId="Web-{8F6BAA7E-3E0C-B316-E7C8-84710C3D4544}" dt="2024-07-12T19:17:58.965" v="305"/>
          <ac:spMkLst>
            <pc:docMk/>
            <pc:sldMk cId="1382158753" sldId="1254"/>
            <ac:spMk id="13" creationId="{2DFC115E-7361-698B-9406-4F29C272C5BF}"/>
          </ac:spMkLst>
        </pc:spChg>
        <pc:spChg chg="del">
          <ac:chgData name="Allison Mulshine" userId="S::allison.mulshine@collegiseducation.com::5f656d52-c555-4e5e-9a5b-18226766ffe3" providerId="AD" clId="Web-{8F6BAA7E-3E0C-B316-E7C8-84710C3D4544}" dt="2024-07-12T19:17:58.965" v="304"/>
          <ac:spMkLst>
            <pc:docMk/>
            <pc:sldMk cId="1382158753" sldId="1254"/>
            <ac:spMk id="14" creationId="{1102D016-C117-A8D7-E804-5BCC80FC3FDE}"/>
          </ac:spMkLst>
        </pc:spChg>
        <pc:spChg chg="del">
          <ac:chgData name="Allison Mulshine" userId="S::allison.mulshine@collegiseducation.com::5f656d52-c555-4e5e-9a5b-18226766ffe3" providerId="AD" clId="Web-{8F6BAA7E-3E0C-B316-E7C8-84710C3D4544}" dt="2024-07-12T19:17:58.965" v="303"/>
          <ac:spMkLst>
            <pc:docMk/>
            <pc:sldMk cId="1382158753" sldId="1254"/>
            <ac:spMk id="15" creationId="{911B07BC-0C91-AF9E-55E1-C8E57FB98949}"/>
          </ac:spMkLst>
        </pc:spChg>
        <pc:spChg chg="del">
          <ac:chgData name="Allison Mulshine" userId="S::allison.mulshine@collegiseducation.com::5f656d52-c555-4e5e-9a5b-18226766ffe3" providerId="AD" clId="Web-{8F6BAA7E-3E0C-B316-E7C8-84710C3D4544}" dt="2024-07-12T19:17:58.965" v="299"/>
          <ac:spMkLst>
            <pc:docMk/>
            <pc:sldMk cId="1382158753" sldId="1254"/>
            <ac:spMk id="19" creationId="{7900223D-1E89-49F8-4AE0-A7DD88714FC8}"/>
          </ac:spMkLst>
        </pc:spChg>
        <pc:spChg chg="del">
          <ac:chgData name="Allison Mulshine" userId="S::allison.mulshine@collegiseducation.com::5f656d52-c555-4e5e-9a5b-18226766ffe3" providerId="AD" clId="Web-{8F6BAA7E-3E0C-B316-E7C8-84710C3D4544}" dt="2024-07-12T19:17:58.965" v="298"/>
          <ac:spMkLst>
            <pc:docMk/>
            <pc:sldMk cId="1382158753" sldId="1254"/>
            <ac:spMk id="20" creationId="{0259E267-C6C9-FBF2-29BD-D0834F74438B}"/>
          </ac:spMkLst>
        </pc:spChg>
        <pc:spChg chg="del">
          <ac:chgData name="Allison Mulshine" userId="S::allison.mulshine@collegiseducation.com::5f656d52-c555-4e5e-9a5b-18226766ffe3" providerId="AD" clId="Web-{8F6BAA7E-3E0C-B316-E7C8-84710C3D4544}" dt="2024-07-12T19:17:58.965" v="294"/>
          <ac:spMkLst>
            <pc:docMk/>
            <pc:sldMk cId="1382158753" sldId="1254"/>
            <ac:spMk id="24" creationId="{5FC9474E-D2FE-F214-CDB1-C355E873E148}"/>
          </ac:spMkLst>
        </pc:spChg>
        <pc:spChg chg="del">
          <ac:chgData name="Allison Mulshine" userId="S::allison.mulshine@collegiseducation.com::5f656d52-c555-4e5e-9a5b-18226766ffe3" providerId="AD" clId="Web-{8F6BAA7E-3E0C-B316-E7C8-84710C3D4544}" dt="2024-07-12T19:17:58.965" v="293"/>
          <ac:spMkLst>
            <pc:docMk/>
            <pc:sldMk cId="1382158753" sldId="1254"/>
            <ac:spMk id="25" creationId="{5663EF5F-52C0-D33B-292E-B0B8DA5CF175}"/>
          </ac:spMkLst>
        </pc:spChg>
        <pc:spChg chg="del">
          <ac:chgData name="Allison Mulshine" userId="S::allison.mulshine@collegiseducation.com::5f656d52-c555-4e5e-9a5b-18226766ffe3" providerId="AD" clId="Web-{8F6BAA7E-3E0C-B316-E7C8-84710C3D4544}" dt="2024-07-12T19:17:58.965" v="292"/>
          <ac:spMkLst>
            <pc:docMk/>
            <pc:sldMk cId="1382158753" sldId="1254"/>
            <ac:spMk id="26" creationId="{9F4E6BA1-8C6D-534D-1473-85D50A05DF77}"/>
          </ac:spMkLst>
        </pc:spChg>
        <pc:spChg chg="del">
          <ac:chgData name="Allison Mulshine" userId="S::allison.mulshine@collegiseducation.com::5f656d52-c555-4e5e-9a5b-18226766ffe3" providerId="AD" clId="Web-{8F6BAA7E-3E0C-B316-E7C8-84710C3D4544}" dt="2024-07-12T19:17:58.965" v="288"/>
          <ac:spMkLst>
            <pc:docMk/>
            <pc:sldMk cId="1382158753" sldId="1254"/>
            <ac:spMk id="30" creationId="{55BBE46E-5488-454E-706B-4097F39A7A38}"/>
          </ac:spMkLst>
        </pc:spChg>
        <pc:spChg chg="del">
          <ac:chgData name="Allison Mulshine" userId="S::allison.mulshine@collegiseducation.com::5f656d52-c555-4e5e-9a5b-18226766ffe3" providerId="AD" clId="Web-{8F6BAA7E-3E0C-B316-E7C8-84710C3D4544}" dt="2024-07-12T19:17:58.965" v="287"/>
          <ac:spMkLst>
            <pc:docMk/>
            <pc:sldMk cId="1382158753" sldId="1254"/>
            <ac:spMk id="31" creationId="{6FDF33E5-1673-ABFC-C51A-ABD568777049}"/>
          </ac:spMkLst>
        </pc:spChg>
        <pc:spChg chg="del">
          <ac:chgData name="Allison Mulshine" userId="S::allison.mulshine@collegiseducation.com::5f656d52-c555-4e5e-9a5b-18226766ffe3" providerId="AD" clId="Web-{8F6BAA7E-3E0C-B316-E7C8-84710C3D4544}" dt="2024-07-12T19:17:58.965" v="286"/>
          <ac:spMkLst>
            <pc:docMk/>
            <pc:sldMk cId="1382158753" sldId="1254"/>
            <ac:spMk id="32" creationId="{5B9E239A-BAA0-B36E-F6E1-3B281B3A02F1}"/>
          </ac:spMkLst>
        </pc:spChg>
        <pc:spChg chg="del">
          <ac:chgData name="Allison Mulshine" userId="S::allison.mulshine@collegiseducation.com::5f656d52-c555-4e5e-9a5b-18226766ffe3" providerId="AD" clId="Web-{8F6BAA7E-3E0C-B316-E7C8-84710C3D4544}" dt="2024-07-12T19:17:58.965" v="285"/>
          <ac:spMkLst>
            <pc:docMk/>
            <pc:sldMk cId="1382158753" sldId="1254"/>
            <ac:spMk id="33" creationId="{693CAFA3-00F8-64F3-F57D-0B28ABA41818}"/>
          </ac:spMkLst>
        </pc:spChg>
        <pc:spChg chg="del">
          <ac:chgData name="Allison Mulshine" userId="S::allison.mulshine@collegiseducation.com::5f656d52-c555-4e5e-9a5b-18226766ffe3" providerId="AD" clId="Web-{8F6BAA7E-3E0C-B316-E7C8-84710C3D4544}" dt="2024-07-12T19:17:58.965" v="284"/>
          <ac:spMkLst>
            <pc:docMk/>
            <pc:sldMk cId="1382158753" sldId="1254"/>
            <ac:spMk id="34" creationId="{179573F1-0531-2610-C008-ADB812D412DD}"/>
          </ac:spMkLst>
        </pc:spChg>
        <pc:spChg chg="del">
          <ac:chgData name="Allison Mulshine" userId="S::allison.mulshine@collegiseducation.com::5f656d52-c555-4e5e-9a5b-18226766ffe3" providerId="AD" clId="Web-{8F6BAA7E-3E0C-B316-E7C8-84710C3D4544}" dt="2024-07-12T19:17:58.965" v="283"/>
          <ac:spMkLst>
            <pc:docMk/>
            <pc:sldMk cId="1382158753" sldId="1254"/>
            <ac:spMk id="35" creationId="{D16969FA-804A-D9A1-573A-DC090EBF4E79}"/>
          </ac:spMkLst>
        </pc:spChg>
        <pc:spChg chg="del">
          <ac:chgData name="Allison Mulshine" userId="S::allison.mulshine@collegiseducation.com::5f656d52-c555-4e5e-9a5b-18226766ffe3" providerId="AD" clId="Web-{8F6BAA7E-3E0C-B316-E7C8-84710C3D4544}" dt="2024-07-12T19:17:58.965" v="282"/>
          <ac:spMkLst>
            <pc:docMk/>
            <pc:sldMk cId="1382158753" sldId="1254"/>
            <ac:spMk id="36" creationId="{D5C6899B-B276-7B96-3EF8-5B97281DF05C}"/>
          </ac:spMkLst>
        </pc:spChg>
        <pc:spChg chg="del">
          <ac:chgData name="Allison Mulshine" userId="S::allison.mulshine@collegiseducation.com::5f656d52-c555-4e5e-9a5b-18226766ffe3" providerId="AD" clId="Web-{8F6BAA7E-3E0C-B316-E7C8-84710C3D4544}" dt="2024-07-12T19:17:58.965" v="281"/>
          <ac:spMkLst>
            <pc:docMk/>
            <pc:sldMk cId="1382158753" sldId="1254"/>
            <ac:spMk id="37" creationId="{EEA10FFE-88FF-0643-8D87-7449E5EBA035}"/>
          </ac:spMkLst>
        </pc:spChg>
        <pc:picChg chg="del">
          <ac:chgData name="Allison Mulshine" userId="S::allison.mulshine@collegiseducation.com::5f656d52-c555-4e5e-9a5b-18226766ffe3" providerId="AD" clId="Web-{8F6BAA7E-3E0C-B316-E7C8-84710C3D4544}" dt="2024-07-12T19:17:58.981" v="308"/>
          <ac:picMkLst>
            <pc:docMk/>
            <pc:sldMk cId="1382158753" sldId="1254"/>
            <ac:picMk id="3" creationId="{3D0B8849-3ADA-DA6A-1311-1D40ACCFA999}"/>
          </ac:picMkLst>
        </pc:picChg>
        <pc:picChg chg="del">
          <ac:chgData name="Allison Mulshine" userId="S::allison.mulshine@collegiseducation.com::5f656d52-c555-4e5e-9a5b-18226766ffe3" providerId="AD" clId="Web-{8F6BAA7E-3E0C-B316-E7C8-84710C3D4544}" dt="2024-07-12T19:17:58.965" v="307"/>
          <ac:picMkLst>
            <pc:docMk/>
            <pc:sldMk cId="1382158753" sldId="1254"/>
            <ac:picMk id="6" creationId="{D301D9E6-BCFE-CE67-0E6F-8ED83FF3656F}"/>
          </ac:picMkLst>
        </pc:picChg>
        <pc:picChg chg="add mod">
          <ac:chgData name="Allison Mulshine" userId="S::allison.mulshine@collegiseducation.com::5f656d52-c555-4e5e-9a5b-18226766ffe3" providerId="AD" clId="Web-{8F6BAA7E-3E0C-B316-E7C8-84710C3D4544}" dt="2024-07-12T19:18:11.606" v="312"/>
          <ac:picMkLst>
            <pc:docMk/>
            <pc:sldMk cId="1382158753" sldId="1254"/>
            <ac:picMk id="7" creationId="{6E787BF4-6E1C-08DE-F8D4-D29034AAEA6F}"/>
          </ac:picMkLst>
        </pc:picChg>
        <pc:picChg chg="del">
          <ac:chgData name="Allison Mulshine" userId="S::allison.mulshine@collegiseducation.com::5f656d52-c555-4e5e-9a5b-18226766ffe3" providerId="AD" clId="Web-{8F6BAA7E-3E0C-B316-E7C8-84710C3D4544}" dt="2024-07-12T19:17:58.965" v="306"/>
          <ac:picMkLst>
            <pc:docMk/>
            <pc:sldMk cId="1382158753" sldId="1254"/>
            <ac:picMk id="12" creationId="{64620365-0C28-3EEA-2DFB-58C535CBA0AF}"/>
          </ac:picMkLst>
        </pc:picChg>
        <pc:picChg chg="del">
          <ac:chgData name="Allison Mulshine" userId="S::allison.mulshine@collegiseducation.com::5f656d52-c555-4e5e-9a5b-18226766ffe3" providerId="AD" clId="Web-{8F6BAA7E-3E0C-B316-E7C8-84710C3D4544}" dt="2024-07-12T19:17:58.965" v="297"/>
          <ac:picMkLst>
            <pc:docMk/>
            <pc:sldMk cId="1382158753" sldId="1254"/>
            <ac:picMk id="21" creationId="{7F376F56-EBC5-FA20-09C0-B22317FD6388}"/>
          </ac:picMkLst>
        </pc:picChg>
        <pc:picChg chg="del">
          <ac:chgData name="Allison Mulshine" userId="S::allison.mulshine@collegiseducation.com::5f656d52-c555-4e5e-9a5b-18226766ffe3" providerId="AD" clId="Web-{8F6BAA7E-3E0C-B316-E7C8-84710C3D4544}" dt="2024-07-12T19:17:58.965" v="296"/>
          <ac:picMkLst>
            <pc:docMk/>
            <pc:sldMk cId="1382158753" sldId="1254"/>
            <ac:picMk id="22" creationId="{27FA4DE8-357F-9978-69E2-617A2DF2949C}"/>
          </ac:picMkLst>
        </pc:picChg>
        <pc:picChg chg="del">
          <ac:chgData name="Allison Mulshine" userId="S::allison.mulshine@collegiseducation.com::5f656d52-c555-4e5e-9a5b-18226766ffe3" providerId="AD" clId="Web-{8F6BAA7E-3E0C-B316-E7C8-84710C3D4544}" dt="2024-07-12T19:17:58.965" v="295"/>
          <ac:picMkLst>
            <pc:docMk/>
            <pc:sldMk cId="1382158753" sldId="1254"/>
            <ac:picMk id="23" creationId="{0FB142A2-4980-5B37-53D6-B101DB1E9845}"/>
          </ac:picMkLst>
        </pc:picChg>
        <pc:picChg chg="del">
          <ac:chgData name="Allison Mulshine" userId="S::allison.mulshine@collegiseducation.com::5f656d52-c555-4e5e-9a5b-18226766ffe3" providerId="AD" clId="Web-{8F6BAA7E-3E0C-B316-E7C8-84710C3D4544}" dt="2024-07-12T19:17:58.965" v="280"/>
          <ac:picMkLst>
            <pc:docMk/>
            <pc:sldMk cId="1382158753" sldId="1254"/>
            <ac:picMk id="38" creationId="{BC050815-18A9-39BA-0B5F-921B2E1088EA}"/>
          </ac:picMkLst>
        </pc:picChg>
        <pc:picChg chg="del">
          <ac:chgData name="Allison Mulshine" userId="S::allison.mulshine@collegiseducation.com::5f656d52-c555-4e5e-9a5b-18226766ffe3" providerId="AD" clId="Web-{8F6BAA7E-3E0C-B316-E7C8-84710C3D4544}" dt="2024-07-12T19:17:58.965" v="279"/>
          <ac:picMkLst>
            <pc:docMk/>
            <pc:sldMk cId="1382158753" sldId="1254"/>
            <ac:picMk id="39" creationId="{884E3562-34EC-8D39-8B67-1D1017A87B70}"/>
          </ac:picMkLst>
        </pc:picChg>
        <pc:cxnChg chg="del mod">
          <ac:chgData name="Allison Mulshine" userId="S::allison.mulshine@collegiseducation.com::5f656d52-c555-4e5e-9a5b-18226766ffe3" providerId="AD" clId="Web-{8F6BAA7E-3E0C-B316-E7C8-84710C3D4544}" dt="2024-07-12T19:17:58.965" v="302"/>
          <ac:cxnSpMkLst>
            <pc:docMk/>
            <pc:sldMk cId="1382158753" sldId="1254"/>
            <ac:cxnSpMk id="16" creationId="{21320962-FBF8-83E9-0205-6A7495099D2D}"/>
          </ac:cxnSpMkLst>
        </pc:cxnChg>
        <pc:cxnChg chg="del">
          <ac:chgData name="Allison Mulshine" userId="S::allison.mulshine@collegiseducation.com::5f656d52-c555-4e5e-9a5b-18226766ffe3" providerId="AD" clId="Web-{8F6BAA7E-3E0C-B316-E7C8-84710C3D4544}" dt="2024-07-12T19:17:58.965" v="301"/>
          <ac:cxnSpMkLst>
            <pc:docMk/>
            <pc:sldMk cId="1382158753" sldId="1254"/>
            <ac:cxnSpMk id="17" creationId="{4605F169-F10C-83BF-BB51-7314242027DF}"/>
          </ac:cxnSpMkLst>
        </pc:cxnChg>
        <pc:cxnChg chg="del">
          <ac:chgData name="Allison Mulshine" userId="S::allison.mulshine@collegiseducation.com::5f656d52-c555-4e5e-9a5b-18226766ffe3" providerId="AD" clId="Web-{8F6BAA7E-3E0C-B316-E7C8-84710C3D4544}" dt="2024-07-12T19:17:58.965" v="300"/>
          <ac:cxnSpMkLst>
            <pc:docMk/>
            <pc:sldMk cId="1382158753" sldId="1254"/>
            <ac:cxnSpMk id="18" creationId="{2837CFC0-1E04-741A-234E-03F83FF44D43}"/>
          </ac:cxnSpMkLst>
        </pc:cxnChg>
        <pc:cxnChg chg="del mod">
          <ac:chgData name="Allison Mulshine" userId="S::allison.mulshine@collegiseducation.com::5f656d52-c555-4e5e-9a5b-18226766ffe3" providerId="AD" clId="Web-{8F6BAA7E-3E0C-B316-E7C8-84710C3D4544}" dt="2024-07-12T19:17:58.965" v="291"/>
          <ac:cxnSpMkLst>
            <pc:docMk/>
            <pc:sldMk cId="1382158753" sldId="1254"/>
            <ac:cxnSpMk id="27" creationId="{A34F8AC8-5E3F-F805-F200-641790CAA2BF}"/>
          </ac:cxnSpMkLst>
        </pc:cxnChg>
        <pc:cxnChg chg="del">
          <ac:chgData name="Allison Mulshine" userId="S::allison.mulshine@collegiseducation.com::5f656d52-c555-4e5e-9a5b-18226766ffe3" providerId="AD" clId="Web-{8F6BAA7E-3E0C-B316-E7C8-84710C3D4544}" dt="2024-07-12T19:17:58.965" v="290"/>
          <ac:cxnSpMkLst>
            <pc:docMk/>
            <pc:sldMk cId="1382158753" sldId="1254"/>
            <ac:cxnSpMk id="28" creationId="{5F3D2B84-2677-18AF-7EFE-C65312FBE0FC}"/>
          </ac:cxnSpMkLst>
        </pc:cxnChg>
        <pc:cxnChg chg="del">
          <ac:chgData name="Allison Mulshine" userId="S::allison.mulshine@collegiseducation.com::5f656d52-c555-4e5e-9a5b-18226766ffe3" providerId="AD" clId="Web-{8F6BAA7E-3E0C-B316-E7C8-84710C3D4544}" dt="2024-07-12T19:17:58.965" v="289"/>
          <ac:cxnSpMkLst>
            <pc:docMk/>
            <pc:sldMk cId="1382158753" sldId="1254"/>
            <ac:cxnSpMk id="29" creationId="{F2041BF7-CD0F-C03B-4ECB-534AFC9068BC}"/>
          </ac:cxnSpMkLst>
        </pc:cxnChg>
      </pc:sldChg>
      <pc:sldChg chg="addSp delSp modSp">
        <pc:chgData name="Allison Mulshine" userId="S::allison.mulshine@collegiseducation.com::5f656d52-c555-4e5e-9a5b-18226766ffe3" providerId="AD" clId="Web-{8F6BAA7E-3E0C-B316-E7C8-84710C3D4544}" dt="2024-07-12T19:20:28.669" v="395" actId="1076"/>
        <pc:sldMkLst>
          <pc:docMk/>
          <pc:sldMk cId="3272401413" sldId="1255"/>
        </pc:sldMkLst>
        <pc:spChg chg="del">
          <ac:chgData name="Allison Mulshine" userId="S::allison.mulshine@collegiseducation.com::5f656d52-c555-4e5e-9a5b-18226766ffe3" providerId="AD" clId="Web-{8F6BAA7E-3E0C-B316-E7C8-84710C3D4544}" dt="2024-07-12T19:19:35.122" v="352"/>
          <ac:spMkLst>
            <pc:docMk/>
            <pc:sldMk cId="3272401413" sldId="1255"/>
            <ac:spMk id="6" creationId="{FEB756F8-477D-D591-EC40-FA6A62CDF6AD}"/>
          </ac:spMkLst>
        </pc:spChg>
        <pc:spChg chg="del">
          <ac:chgData name="Allison Mulshine" userId="S::allison.mulshine@collegiseducation.com::5f656d52-c555-4e5e-9a5b-18226766ffe3" providerId="AD" clId="Web-{8F6BAA7E-3E0C-B316-E7C8-84710C3D4544}" dt="2024-07-12T19:19:35.122" v="351"/>
          <ac:spMkLst>
            <pc:docMk/>
            <pc:sldMk cId="3272401413" sldId="1255"/>
            <ac:spMk id="8" creationId="{9D07DF02-3700-7583-5EEC-914FE4785B72}"/>
          </ac:spMkLst>
        </pc:spChg>
        <pc:spChg chg="del">
          <ac:chgData name="Allison Mulshine" userId="S::allison.mulshine@collegiseducation.com::5f656d52-c555-4e5e-9a5b-18226766ffe3" providerId="AD" clId="Web-{8F6BAA7E-3E0C-B316-E7C8-84710C3D4544}" dt="2024-07-12T19:19:35.122" v="350"/>
          <ac:spMkLst>
            <pc:docMk/>
            <pc:sldMk cId="3272401413" sldId="1255"/>
            <ac:spMk id="9" creationId="{6CA9BA37-1035-D8CB-44C1-10223CFCACD5}"/>
          </ac:spMkLst>
        </pc:spChg>
        <pc:spChg chg="del">
          <ac:chgData name="Allison Mulshine" userId="S::allison.mulshine@collegiseducation.com::5f656d52-c555-4e5e-9a5b-18226766ffe3" providerId="AD" clId="Web-{8F6BAA7E-3E0C-B316-E7C8-84710C3D4544}" dt="2024-07-12T19:19:35.122" v="346"/>
          <ac:spMkLst>
            <pc:docMk/>
            <pc:sldMk cId="3272401413" sldId="1255"/>
            <ac:spMk id="13" creationId="{27567E4C-B19D-B4E3-4513-D4AAC95F52DC}"/>
          </ac:spMkLst>
        </pc:spChg>
        <pc:spChg chg="del">
          <ac:chgData name="Allison Mulshine" userId="S::allison.mulshine@collegiseducation.com::5f656d52-c555-4e5e-9a5b-18226766ffe3" providerId="AD" clId="Web-{8F6BAA7E-3E0C-B316-E7C8-84710C3D4544}" dt="2024-07-12T19:19:35.122" v="345"/>
          <ac:spMkLst>
            <pc:docMk/>
            <pc:sldMk cId="3272401413" sldId="1255"/>
            <ac:spMk id="14" creationId="{9EAC1C4C-5120-940F-B3B2-9558DEEEB5F3}"/>
          </ac:spMkLst>
        </pc:spChg>
        <pc:spChg chg="del">
          <ac:chgData name="Allison Mulshine" userId="S::allison.mulshine@collegiseducation.com::5f656d52-c555-4e5e-9a5b-18226766ffe3" providerId="AD" clId="Web-{8F6BAA7E-3E0C-B316-E7C8-84710C3D4544}" dt="2024-07-12T19:19:35.122" v="341"/>
          <ac:spMkLst>
            <pc:docMk/>
            <pc:sldMk cId="3272401413" sldId="1255"/>
            <ac:spMk id="18" creationId="{2754209F-917D-5091-D4CA-9001D8652E37}"/>
          </ac:spMkLst>
        </pc:spChg>
        <pc:spChg chg="del">
          <ac:chgData name="Allison Mulshine" userId="S::allison.mulshine@collegiseducation.com::5f656d52-c555-4e5e-9a5b-18226766ffe3" providerId="AD" clId="Web-{8F6BAA7E-3E0C-B316-E7C8-84710C3D4544}" dt="2024-07-12T19:19:35.122" v="340"/>
          <ac:spMkLst>
            <pc:docMk/>
            <pc:sldMk cId="3272401413" sldId="1255"/>
            <ac:spMk id="19" creationId="{8B0E7FC1-15F5-3B8E-1187-47B66929DF41}"/>
          </ac:spMkLst>
        </pc:spChg>
        <pc:spChg chg="del">
          <ac:chgData name="Allison Mulshine" userId="S::allison.mulshine@collegiseducation.com::5f656d52-c555-4e5e-9a5b-18226766ffe3" providerId="AD" clId="Web-{8F6BAA7E-3E0C-B316-E7C8-84710C3D4544}" dt="2024-07-12T19:19:35.122" v="339"/>
          <ac:spMkLst>
            <pc:docMk/>
            <pc:sldMk cId="3272401413" sldId="1255"/>
            <ac:spMk id="20" creationId="{BC59F013-A1D4-9676-636C-9AD3813001CE}"/>
          </ac:spMkLst>
        </pc:spChg>
        <pc:spChg chg="del">
          <ac:chgData name="Allison Mulshine" userId="S::allison.mulshine@collegiseducation.com::5f656d52-c555-4e5e-9a5b-18226766ffe3" providerId="AD" clId="Web-{8F6BAA7E-3E0C-B316-E7C8-84710C3D4544}" dt="2024-07-12T19:19:35.106" v="335"/>
          <ac:spMkLst>
            <pc:docMk/>
            <pc:sldMk cId="3272401413" sldId="1255"/>
            <ac:spMk id="24" creationId="{0FCB4508-6414-29A6-3A8F-2C4514FADEBE}"/>
          </ac:spMkLst>
        </pc:spChg>
        <pc:spChg chg="del">
          <ac:chgData name="Allison Mulshine" userId="S::allison.mulshine@collegiseducation.com::5f656d52-c555-4e5e-9a5b-18226766ffe3" providerId="AD" clId="Web-{8F6BAA7E-3E0C-B316-E7C8-84710C3D4544}" dt="2024-07-12T19:19:35.106" v="334"/>
          <ac:spMkLst>
            <pc:docMk/>
            <pc:sldMk cId="3272401413" sldId="1255"/>
            <ac:spMk id="25" creationId="{31B37F9E-6267-2BCC-54CD-344CE08EFEA0}"/>
          </ac:spMkLst>
        </pc:spChg>
        <pc:spChg chg="del">
          <ac:chgData name="Allison Mulshine" userId="S::allison.mulshine@collegiseducation.com::5f656d52-c555-4e5e-9a5b-18226766ffe3" providerId="AD" clId="Web-{8F6BAA7E-3E0C-B316-E7C8-84710C3D4544}" dt="2024-07-12T19:19:35.106" v="333"/>
          <ac:spMkLst>
            <pc:docMk/>
            <pc:sldMk cId="3272401413" sldId="1255"/>
            <ac:spMk id="28" creationId="{3034011F-C872-90E0-0669-DC684C89D288}"/>
          </ac:spMkLst>
        </pc:spChg>
        <pc:spChg chg="del">
          <ac:chgData name="Allison Mulshine" userId="S::allison.mulshine@collegiseducation.com::5f656d52-c555-4e5e-9a5b-18226766ffe3" providerId="AD" clId="Web-{8F6BAA7E-3E0C-B316-E7C8-84710C3D4544}" dt="2024-07-12T19:19:35.106" v="332"/>
          <ac:spMkLst>
            <pc:docMk/>
            <pc:sldMk cId="3272401413" sldId="1255"/>
            <ac:spMk id="29" creationId="{377B12AC-B295-8025-208A-2B1C6BB3B902}"/>
          </ac:spMkLst>
        </pc:spChg>
        <pc:spChg chg="del">
          <ac:chgData name="Allison Mulshine" userId="S::allison.mulshine@collegiseducation.com::5f656d52-c555-4e5e-9a5b-18226766ffe3" providerId="AD" clId="Web-{8F6BAA7E-3E0C-B316-E7C8-84710C3D4544}" dt="2024-07-12T19:19:35.106" v="328"/>
          <ac:spMkLst>
            <pc:docMk/>
            <pc:sldMk cId="3272401413" sldId="1255"/>
            <ac:spMk id="35" creationId="{0740B2E4-8AFB-0572-7431-9BE20A42EE47}"/>
          </ac:spMkLst>
        </pc:spChg>
        <pc:spChg chg="del">
          <ac:chgData name="Allison Mulshine" userId="S::allison.mulshine@collegiseducation.com::5f656d52-c555-4e5e-9a5b-18226766ffe3" providerId="AD" clId="Web-{8F6BAA7E-3E0C-B316-E7C8-84710C3D4544}" dt="2024-07-12T19:19:35.106" v="327"/>
          <ac:spMkLst>
            <pc:docMk/>
            <pc:sldMk cId="3272401413" sldId="1255"/>
            <ac:spMk id="36" creationId="{B778A7F2-0A79-D819-5B95-EC3C52B83FAD}"/>
          </ac:spMkLst>
        </pc:spChg>
        <pc:spChg chg="del">
          <ac:chgData name="Allison Mulshine" userId="S::allison.mulshine@collegiseducation.com::5f656d52-c555-4e5e-9a5b-18226766ffe3" providerId="AD" clId="Web-{8F6BAA7E-3E0C-B316-E7C8-84710C3D4544}" dt="2024-07-12T19:19:35.106" v="326"/>
          <ac:spMkLst>
            <pc:docMk/>
            <pc:sldMk cId="3272401413" sldId="1255"/>
            <ac:spMk id="37" creationId="{AEF48772-2079-C24D-1A41-0B6EABE5C733}"/>
          </ac:spMkLst>
        </pc:spChg>
        <pc:spChg chg="del">
          <ac:chgData name="Allison Mulshine" userId="S::allison.mulshine@collegiseducation.com::5f656d52-c555-4e5e-9a5b-18226766ffe3" providerId="AD" clId="Web-{8F6BAA7E-3E0C-B316-E7C8-84710C3D4544}" dt="2024-07-12T19:19:35.106" v="325"/>
          <ac:spMkLst>
            <pc:docMk/>
            <pc:sldMk cId="3272401413" sldId="1255"/>
            <ac:spMk id="38" creationId="{D993227D-71D8-23E1-09C6-594E067F1AF7}"/>
          </ac:spMkLst>
        </pc:spChg>
        <pc:picChg chg="del">
          <ac:chgData name="Allison Mulshine" userId="S::allison.mulshine@collegiseducation.com::5f656d52-c555-4e5e-9a5b-18226766ffe3" providerId="AD" clId="Web-{8F6BAA7E-3E0C-B316-E7C8-84710C3D4544}" dt="2024-07-12T19:19:35.122" v="355"/>
          <ac:picMkLst>
            <pc:docMk/>
            <pc:sldMk cId="3272401413" sldId="1255"/>
            <ac:picMk id="3" creationId="{A5243DAA-9AC6-658C-31F7-A8E42864D958}"/>
          </ac:picMkLst>
        </pc:picChg>
        <pc:picChg chg="del">
          <ac:chgData name="Allison Mulshine" userId="S::allison.mulshine@collegiseducation.com::5f656d52-c555-4e5e-9a5b-18226766ffe3" providerId="AD" clId="Web-{8F6BAA7E-3E0C-B316-E7C8-84710C3D4544}" dt="2024-07-12T19:19:35.122" v="354"/>
          <ac:picMkLst>
            <pc:docMk/>
            <pc:sldMk cId="3272401413" sldId="1255"/>
            <ac:picMk id="4" creationId="{FF5BF444-893B-4237-5C18-72B311EEB3D4}"/>
          </ac:picMkLst>
        </pc:picChg>
        <pc:picChg chg="del">
          <ac:chgData name="Allison Mulshine" userId="S::allison.mulshine@collegiseducation.com::5f656d52-c555-4e5e-9a5b-18226766ffe3" providerId="AD" clId="Web-{8F6BAA7E-3E0C-B316-E7C8-84710C3D4544}" dt="2024-07-12T19:19:35.122" v="353"/>
          <ac:picMkLst>
            <pc:docMk/>
            <pc:sldMk cId="3272401413" sldId="1255"/>
            <ac:picMk id="5" creationId="{73AEB180-4CFF-88D6-D461-DE4019CF32A6}"/>
          </ac:picMkLst>
        </pc:picChg>
        <pc:picChg chg="del">
          <ac:chgData name="Allison Mulshine" userId="S::allison.mulshine@collegiseducation.com::5f656d52-c555-4e5e-9a5b-18226766ffe3" providerId="AD" clId="Web-{8F6BAA7E-3E0C-B316-E7C8-84710C3D4544}" dt="2024-07-12T19:19:35.122" v="344"/>
          <ac:picMkLst>
            <pc:docMk/>
            <pc:sldMk cId="3272401413" sldId="1255"/>
            <ac:picMk id="15" creationId="{246161F2-A4AB-819E-4B38-027B920ED494}"/>
          </ac:picMkLst>
        </pc:picChg>
        <pc:picChg chg="del">
          <ac:chgData name="Allison Mulshine" userId="S::allison.mulshine@collegiseducation.com::5f656d52-c555-4e5e-9a5b-18226766ffe3" providerId="AD" clId="Web-{8F6BAA7E-3E0C-B316-E7C8-84710C3D4544}" dt="2024-07-12T19:19:35.122" v="343"/>
          <ac:picMkLst>
            <pc:docMk/>
            <pc:sldMk cId="3272401413" sldId="1255"/>
            <ac:picMk id="16" creationId="{8B735544-B2A9-9C0A-FD50-8ED5BE0FF70F}"/>
          </ac:picMkLst>
        </pc:picChg>
        <pc:picChg chg="del">
          <ac:chgData name="Allison Mulshine" userId="S::allison.mulshine@collegiseducation.com::5f656d52-c555-4e5e-9a5b-18226766ffe3" providerId="AD" clId="Web-{8F6BAA7E-3E0C-B316-E7C8-84710C3D4544}" dt="2024-07-12T19:19:35.122" v="342"/>
          <ac:picMkLst>
            <pc:docMk/>
            <pc:sldMk cId="3272401413" sldId="1255"/>
            <ac:picMk id="17" creationId="{BEF0C931-55EF-885D-D591-CCACD09BD77A}"/>
          </ac:picMkLst>
        </pc:picChg>
        <pc:picChg chg="add mod">
          <ac:chgData name="Allison Mulshine" userId="S::allison.mulshine@collegiseducation.com::5f656d52-c555-4e5e-9a5b-18226766ffe3" providerId="AD" clId="Web-{8F6BAA7E-3E0C-B316-E7C8-84710C3D4544}" dt="2024-07-12T19:20:28.669" v="395" actId="1076"/>
          <ac:picMkLst>
            <pc:docMk/>
            <pc:sldMk cId="3272401413" sldId="1255"/>
            <ac:picMk id="26" creationId="{E5DE08E3-0DC2-C22D-F99A-7EEB57399AB3}"/>
          </ac:picMkLst>
        </pc:picChg>
        <pc:picChg chg="del">
          <ac:chgData name="Allison Mulshine" userId="S::allison.mulshine@collegiseducation.com::5f656d52-c555-4e5e-9a5b-18226766ffe3" providerId="AD" clId="Web-{8F6BAA7E-3E0C-B316-E7C8-84710C3D4544}" dt="2024-07-12T19:19:35.106" v="331"/>
          <ac:picMkLst>
            <pc:docMk/>
            <pc:sldMk cId="3272401413" sldId="1255"/>
            <ac:picMk id="32" creationId="{F079E177-654B-9B1E-AD71-648F5DCDF768}"/>
          </ac:picMkLst>
        </pc:picChg>
        <pc:picChg chg="del">
          <ac:chgData name="Allison Mulshine" userId="S::allison.mulshine@collegiseducation.com::5f656d52-c555-4e5e-9a5b-18226766ffe3" providerId="AD" clId="Web-{8F6BAA7E-3E0C-B316-E7C8-84710C3D4544}" dt="2024-07-12T19:19:35.106" v="330"/>
          <ac:picMkLst>
            <pc:docMk/>
            <pc:sldMk cId="3272401413" sldId="1255"/>
            <ac:picMk id="33" creationId="{32467F7F-0104-EDFF-3C4E-A8FDF0A4B82C}"/>
          </ac:picMkLst>
        </pc:picChg>
        <pc:cxnChg chg="del mod">
          <ac:chgData name="Allison Mulshine" userId="S::allison.mulshine@collegiseducation.com::5f656d52-c555-4e5e-9a5b-18226766ffe3" providerId="AD" clId="Web-{8F6BAA7E-3E0C-B316-E7C8-84710C3D4544}" dt="2024-07-12T19:19:35.122" v="349"/>
          <ac:cxnSpMkLst>
            <pc:docMk/>
            <pc:sldMk cId="3272401413" sldId="1255"/>
            <ac:cxnSpMk id="10" creationId="{769625A9-96EF-80ED-25D1-B4E1270847AB}"/>
          </ac:cxnSpMkLst>
        </pc:cxnChg>
        <pc:cxnChg chg="del">
          <ac:chgData name="Allison Mulshine" userId="S::allison.mulshine@collegiseducation.com::5f656d52-c555-4e5e-9a5b-18226766ffe3" providerId="AD" clId="Web-{8F6BAA7E-3E0C-B316-E7C8-84710C3D4544}" dt="2024-07-12T19:19:35.122" v="348"/>
          <ac:cxnSpMkLst>
            <pc:docMk/>
            <pc:sldMk cId="3272401413" sldId="1255"/>
            <ac:cxnSpMk id="11" creationId="{32AF2922-ACE7-454D-4E79-C3A53D87CA96}"/>
          </ac:cxnSpMkLst>
        </pc:cxnChg>
        <pc:cxnChg chg="del">
          <ac:chgData name="Allison Mulshine" userId="S::allison.mulshine@collegiseducation.com::5f656d52-c555-4e5e-9a5b-18226766ffe3" providerId="AD" clId="Web-{8F6BAA7E-3E0C-B316-E7C8-84710C3D4544}" dt="2024-07-12T19:19:35.122" v="347"/>
          <ac:cxnSpMkLst>
            <pc:docMk/>
            <pc:sldMk cId="3272401413" sldId="1255"/>
            <ac:cxnSpMk id="12" creationId="{3D82509B-91FB-91F2-6972-B08D0C62AC61}"/>
          </ac:cxnSpMkLst>
        </pc:cxnChg>
        <pc:cxnChg chg="del mod">
          <ac:chgData name="Allison Mulshine" userId="S::allison.mulshine@collegiseducation.com::5f656d52-c555-4e5e-9a5b-18226766ffe3" providerId="AD" clId="Web-{8F6BAA7E-3E0C-B316-E7C8-84710C3D4544}" dt="2024-07-12T19:19:35.122" v="338"/>
          <ac:cxnSpMkLst>
            <pc:docMk/>
            <pc:sldMk cId="3272401413" sldId="1255"/>
            <ac:cxnSpMk id="21" creationId="{0DFD2140-0D48-29EB-F8CE-F6F5816DEAF2}"/>
          </ac:cxnSpMkLst>
        </pc:cxnChg>
        <pc:cxnChg chg="del">
          <ac:chgData name="Allison Mulshine" userId="S::allison.mulshine@collegiseducation.com::5f656d52-c555-4e5e-9a5b-18226766ffe3" providerId="AD" clId="Web-{8F6BAA7E-3E0C-B316-E7C8-84710C3D4544}" dt="2024-07-12T19:19:35.122" v="337"/>
          <ac:cxnSpMkLst>
            <pc:docMk/>
            <pc:sldMk cId="3272401413" sldId="1255"/>
            <ac:cxnSpMk id="22" creationId="{82E1130D-141F-BECB-C316-2B041A26C757}"/>
          </ac:cxnSpMkLst>
        </pc:cxnChg>
        <pc:cxnChg chg="del">
          <ac:chgData name="Allison Mulshine" userId="S::allison.mulshine@collegiseducation.com::5f656d52-c555-4e5e-9a5b-18226766ffe3" providerId="AD" clId="Web-{8F6BAA7E-3E0C-B316-E7C8-84710C3D4544}" dt="2024-07-12T19:19:35.122" v="336"/>
          <ac:cxnSpMkLst>
            <pc:docMk/>
            <pc:sldMk cId="3272401413" sldId="1255"/>
            <ac:cxnSpMk id="23" creationId="{5808DAAE-B547-D959-A6BC-B7F90DB225CD}"/>
          </ac:cxnSpMkLst>
        </pc:cxnChg>
        <pc:cxnChg chg="del">
          <ac:chgData name="Allison Mulshine" userId="S::allison.mulshine@collegiseducation.com::5f656d52-c555-4e5e-9a5b-18226766ffe3" providerId="AD" clId="Web-{8F6BAA7E-3E0C-B316-E7C8-84710C3D4544}" dt="2024-07-12T19:19:35.106" v="329"/>
          <ac:cxnSpMkLst>
            <pc:docMk/>
            <pc:sldMk cId="3272401413" sldId="1255"/>
            <ac:cxnSpMk id="34" creationId="{EBF4B993-8604-063E-08F4-1F6E758064CA}"/>
          </ac:cxnSpMkLst>
        </pc:cxnChg>
      </pc:sldChg>
      <pc:sldChg chg="addSp delSp modSp">
        <pc:chgData name="Allison Mulshine" userId="S::allison.mulshine@collegiseducation.com::5f656d52-c555-4e5e-9a5b-18226766ffe3" providerId="AD" clId="Web-{8F6BAA7E-3E0C-B316-E7C8-84710C3D4544}" dt="2024-07-12T19:20:45.873" v="396"/>
        <pc:sldMkLst>
          <pc:docMk/>
          <pc:sldMk cId="1940975301" sldId="1256"/>
        </pc:sldMkLst>
        <pc:spChg chg="del">
          <ac:chgData name="Allison Mulshine" userId="S::allison.mulshine@collegiseducation.com::5f656d52-c555-4e5e-9a5b-18226766ffe3" providerId="AD" clId="Web-{8F6BAA7E-3E0C-B316-E7C8-84710C3D4544}" dt="2024-07-12T19:20:04.200" v="387"/>
          <ac:spMkLst>
            <pc:docMk/>
            <pc:sldMk cId="1940975301" sldId="1256"/>
            <ac:spMk id="6" creationId="{DBC12382-600C-D79E-63F2-63EEC9AD89F5}"/>
          </ac:spMkLst>
        </pc:spChg>
        <pc:spChg chg="del">
          <ac:chgData name="Allison Mulshine" userId="S::allison.mulshine@collegiseducation.com::5f656d52-c555-4e5e-9a5b-18226766ffe3" providerId="AD" clId="Web-{8F6BAA7E-3E0C-B316-E7C8-84710C3D4544}" dt="2024-07-12T19:20:04.200" v="386"/>
          <ac:spMkLst>
            <pc:docMk/>
            <pc:sldMk cId="1940975301" sldId="1256"/>
            <ac:spMk id="8" creationId="{DCCE647F-39DC-11E5-EC24-213D40140B5A}"/>
          </ac:spMkLst>
        </pc:spChg>
        <pc:spChg chg="del">
          <ac:chgData name="Allison Mulshine" userId="S::allison.mulshine@collegiseducation.com::5f656d52-c555-4e5e-9a5b-18226766ffe3" providerId="AD" clId="Web-{8F6BAA7E-3E0C-B316-E7C8-84710C3D4544}" dt="2024-07-12T19:20:04.200" v="385"/>
          <ac:spMkLst>
            <pc:docMk/>
            <pc:sldMk cId="1940975301" sldId="1256"/>
            <ac:spMk id="9" creationId="{07E4EB50-8AE1-0B4A-1278-A5A9A8503E09}"/>
          </ac:spMkLst>
        </pc:spChg>
        <pc:spChg chg="del">
          <ac:chgData name="Allison Mulshine" userId="S::allison.mulshine@collegiseducation.com::5f656d52-c555-4e5e-9a5b-18226766ffe3" providerId="AD" clId="Web-{8F6BAA7E-3E0C-B316-E7C8-84710C3D4544}" dt="2024-07-12T19:20:04.200" v="381"/>
          <ac:spMkLst>
            <pc:docMk/>
            <pc:sldMk cId="1940975301" sldId="1256"/>
            <ac:spMk id="13" creationId="{B64D76A5-41B0-4153-898C-87C9A488F3F9}"/>
          </ac:spMkLst>
        </pc:spChg>
        <pc:spChg chg="del">
          <ac:chgData name="Allison Mulshine" userId="S::allison.mulshine@collegiseducation.com::5f656d52-c555-4e5e-9a5b-18226766ffe3" providerId="AD" clId="Web-{8F6BAA7E-3E0C-B316-E7C8-84710C3D4544}" dt="2024-07-12T19:20:04.200" v="380"/>
          <ac:spMkLst>
            <pc:docMk/>
            <pc:sldMk cId="1940975301" sldId="1256"/>
            <ac:spMk id="14" creationId="{4FA9DD47-7EF8-CB03-87BF-B3B8142CF2CD}"/>
          </ac:spMkLst>
        </pc:spChg>
        <pc:spChg chg="del">
          <ac:chgData name="Allison Mulshine" userId="S::allison.mulshine@collegiseducation.com::5f656d52-c555-4e5e-9a5b-18226766ffe3" providerId="AD" clId="Web-{8F6BAA7E-3E0C-B316-E7C8-84710C3D4544}" dt="2024-07-12T19:20:04.185" v="376"/>
          <ac:spMkLst>
            <pc:docMk/>
            <pc:sldMk cId="1940975301" sldId="1256"/>
            <ac:spMk id="18" creationId="{00007F66-75D6-1D5D-E41B-ACF9EDDF7D30}"/>
          </ac:spMkLst>
        </pc:spChg>
        <pc:spChg chg="del">
          <ac:chgData name="Allison Mulshine" userId="S::allison.mulshine@collegiseducation.com::5f656d52-c555-4e5e-9a5b-18226766ffe3" providerId="AD" clId="Web-{8F6BAA7E-3E0C-B316-E7C8-84710C3D4544}" dt="2024-07-12T19:20:04.185" v="375"/>
          <ac:spMkLst>
            <pc:docMk/>
            <pc:sldMk cId="1940975301" sldId="1256"/>
            <ac:spMk id="19" creationId="{083FB9AD-C290-948E-A80D-1286918B2E50}"/>
          </ac:spMkLst>
        </pc:spChg>
        <pc:spChg chg="del">
          <ac:chgData name="Allison Mulshine" userId="S::allison.mulshine@collegiseducation.com::5f656d52-c555-4e5e-9a5b-18226766ffe3" providerId="AD" clId="Web-{8F6BAA7E-3E0C-B316-E7C8-84710C3D4544}" dt="2024-07-12T19:20:04.185" v="374"/>
          <ac:spMkLst>
            <pc:docMk/>
            <pc:sldMk cId="1940975301" sldId="1256"/>
            <ac:spMk id="20" creationId="{AB7B49A8-6BCA-4BD6-08D5-875DB20B9831}"/>
          </ac:spMkLst>
        </pc:spChg>
        <pc:spChg chg="del">
          <ac:chgData name="Allison Mulshine" userId="S::allison.mulshine@collegiseducation.com::5f656d52-c555-4e5e-9a5b-18226766ffe3" providerId="AD" clId="Web-{8F6BAA7E-3E0C-B316-E7C8-84710C3D4544}" dt="2024-07-12T19:20:04.185" v="370"/>
          <ac:spMkLst>
            <pc:docMk/>
            <pc:sldMk cId="1940975301" sldId="1256"/>
            <ac:spMk id="24" creationId="{E89A68CC-F54F-EDA3-A842-4D174BC3F4FF}"/>
          </ac:spMkLst>
        </pc:spChg>
        <pc:spChg chg="del">
          <ac:chgData name="Allison Mulshine" userId="S::allison.mulshine@collegiseducation.com::5f656d52-c555-4e5e-9a5b-18226766ffe3" providerId="AD" clId="Web-{8F6BAA7E-3E0C-B316-E7C8-84710C3D4544}" dt="2024-07-12T19:20:04.185" v="369"/>
          <ac:spMkLst>
            <pc:docMk/>
            <pc:sldMk cId="1940975301" sldId="1256"/>
            <ac:spMk id="25" creationId="{98937BE1-AA0E-18E7-B66F-FBF82BA48B52}"/>
          </ac:spMkLst>
        </pc:spChg>
        <pc:spChg chg="del">
          <ac:chgData name="Allison Mulshine" userId="S::allison.mulshine@collegiseducation.com::5f656d52-c555-4e5e-9a5b-18226766ffe3" providerId="AD" clId="Web-{8F6BAA7E-3E0C-B316-E7C8-84710C3D4544}" dt="2024-07-12T19:20:04.185" v="368"/>
          <ac:spMkLst>
            <pc:docMk/>
            <pc:sldMk cId="1940975301" sldId="1256"/>
            <ac:spMk id="26" creationId="{61082FBD-5BD0-6740-4E53-C348476A738C}"/>
          </ac:spMkLst>
        </pc:spChg>
        <pc:spChg chg="del">
          <ac:chgData name="Allison Mulshine" userId="S::allison.mulshine@collegiseducation.com::5f656d52-c555-4e5e-9a5b-18226766ffe3" providerId="AD" clId="Web-{8F6BAA7E-3E0C-B316-E7C8-84710C3D4544}" dt="2024-07-12T19:20:04.185" v="367"/>
          <ac:spMkLst>
            <pc:docMk/>
            <pc:sldMk cId="1940975301" sldId="1256"/>
            <ac:spMk id="27" creationId="{0C5AC735-3E7B-C753-2D42-DC1AFECD9E37}"/>
          </ac:spMkLst>
        </pc:spChg>
        <pc:spChg chg="del">
          <ac:chgData name="Allison Mulshine" userId="S::allison.mulshine@collegiseducation.com::5f656d52-c555-4e5e-9a5b-18226766ffe3" providerId="AD" clId="Web-{8F6BAA7E-3E0C-B316-E7C8-84710C3D4544}" dt="2024-07-12T19:20:04.185" v="366"/>
          <ac:spMkLst>
            <pc:docMk/>
            <pc:sldMk cId="1940975301" sldId="1256"/>
            <ac:spMk id="28" creationId="{9D52F779-A019-53FD-499D-93FD4816F641}"/>
          </ac:spMkLst>
        </pc:spChg>
        <pc:spChg chg="del">
          <ac:chgData name="Allison Mulshine" userId="S::allison.mulshine@collegiseducation.com::5f656d52-c555-4e5e-9a5b-18226766ffe3" providerId="AD" clId="Web-{8F6BAA7E-3E0C-B316-E7C8-84710C3D4544}" dt="2024-07-12T19:20:04.185" v="365"/>
          <ac:spMkLst>
            <pc:docMk/>
            <pc:sldMk cId="1940975301" sldId="1256"/>
            <ac:spMk id="29" creationId="{F4DA0051-1B70-CD91-6696-2F9F0AA2B47B}"/>
          </ac:spMkLst>
        </pc:spChg>
        <pc:spChg chg="del">
          <ac:chgData name="Allison Mulshine" userId="S::allison.mulshine@collegiseducation.com::5f656d52-c555-4e5e-9a5b-18226766ffe3" providerId="AD" clId="Web-{8F6BAA7E-3E0C-B316-E7C8-84710C3D4544}" dt="2024-07-12T19:20:04.185" v="364"/>
          <ac:spMkLst>
            <pc:docMk/>
            <pc:sldMk cId="1940975301" sldId="1256"/>
            <ac:spMk id="30" creationId="{9B498385-D404-FE24-B497-2FDFFC022B2B}"/>
          </ac:spMkLst>
        </pc:spChg>
        <pc:spChg chg="del">
          <ac:chgData name="Allison Mulshine" userId="S::allison.mulshine@collegiseducation.com::5f656d52-c555-4e5e-9a5b-18226766ffe3" providerId="AD" clId="Web-{8F6BAA7E-3E0C-B316-E7C8-84710C3D4544}" dt="2024-07-12T19:20:04.185" v="363"/>
          <ac:spMkLst>
            <pc:docMk/>
            <pc:sldMk cId="1940975301" sldId="1256"/>
            <ac:spMk id="31" creationId="{F1C86D59-841A-B471-3490-EC2ED4E220E0}"/>
          </ac:spMkLst>
        </pc:spChg>
        <pc:picChg chg="del">
          <ac:chgData name="Allison Mulshine" userId="S::allison.mulshine@collegiseducation.com::5f656d52-c555-4e5e-9a5b-18226766ffe3" providerId="AD" clId="Web-{8F6BAA7E-3E0C-B316-E7C8-84710C3D4544}" dt="2024-07-12T19:20:04.200" v="390"/>
          <ac:picMkLst>
            <pc:docMk/>
            <pc:sldMk cId="1940975301" sldId="1256"/>
            <ac:picMk id="3" creationId="{FDE9495B-C053-73A7-1299-39FA7A208F98}"/>
          </ac:picMkLst>
        </pc:picChg>
        <pc:picChg chg="del">
          <ac:chgData name="Allison Mulshine" userId="S::allison.mulshine@collegiseducation.com::5f656d52-c555-4e5e-9a5b-18226766ffe3" providerId="AD" clId="Web-{8F6BAA7E-3E0C-B316-E7C8-84710C3D4544}" dt="2024-07-12T19:20:04.200" v="389"/>
          <ac:picMkLst>
            <pc:docMk/>
            <pc:sldMk cId="1940975301" sldId="1256"/>
            <ac:picMk id="4" creationId="{C7815749-F60C-830E-BA28-82B270D765F3}"/>
          </ac:picMkLst>
        </pc:picChg>
        <pc:picChg chg="del">
          <ac:chgData name="Allison Mulshine" userId="S::allison.mulshine@collegiseducation.com::5f656d52-c555-4e5e-9a5b-18226766ffe3" providerId="AD" clId="Web-{8F6BAA7E-3E0C-B316-E7C8-84710C3D4544}" dt="2024-07-12T19:20:04.200" v="388"/>
          <ac:picMkLst>
            <pc:docMk/>
            <pc:sldMk cId="1940975301" sldId="1256"/>
            <ac:picMk id="5" creationId="{FFAB9541-6477-3D77-A965-14CCAC5CF14C}"/>
          </ac:picMkLst>
        </pc:picChg>
        <pc:picChg chg="del">
          <ac:chgData name="Allison Mulshine" userId="S::allison.mulshine@collegiseducation.com::5f656d52-c555-4e5e-9a5b-18226766ffe3" providerId="AD" clId="Web-{8F6BAA7E-3E0C-B316-E7C8-84710C3D4544}" dt="2024-07-12T19:20:04.200" v="379"/>
          <ac:picMkLst>
            <pc:docMk/>
            <pc:sldMk cId="1940975301" sldId="1256"/>
            <ac:picMk id="15" creationId="{9C05C255-2CBB-3E79-5266-CE025A31C308}"/>
          </ac:picMkLst>
        </pc:picChg>
        <pc:picChg chg="del">
          <ac:chgData name="Allison Mulshine" userId="S::allison.mulshine@collegiseducation.com::5f656d52-c555-4e5e-9a5b-18226766ffe3" providerId="AD" clId="Web-{8F6BAA7E-3E0C-B316-E7C8-84710C3D4544}" dt="2024-07-12T19:20:04.185" v="378"/>
          <ac:picMkLst>
            <pc:docMk/>
            <pc:sldMk cId="1940975301" sldId="1256"/>
            <ac:picMk id="16" creationId="{F77BD767-E0D6-7A7A-71A8-E0350B93FC88}"/>
          </ac:picMkLst>
        </pc:picChg>
        <pc:picChg chg="del">
          <ac:chgData name="Allison Mulshine" userId="S::allison.mulshine@collegiseducation.com::5f656d52-c555-4e5e-9a5b-18226766ffe3" providerId="AD" clId="Web-{8F6BAA7E-3E0C-B316-E7C8-84710C3D4544}" dt="2024-07-12T19:20:04.185" v="377"/>
          <ac:picMkLst>
            <pc:docMk/>
            <pc:sldMk cId="1940975301" sldId="1256"/>
            <ac:picMk id="17" creationId="{10856247-9485-6348-B3B9-54407AA46DCD}"/>
          </ac:picMkLst>
        </pc:picChg>
        <pc:picChg chg="del">
          <ac:chgData name="Allison Mulshine" userId="S::allison.mulshine@collegiseducation.com::5f656d52-c555-4e5e-9a5b-18226766ffe3" providerId="AD" clId="Web-{8F6BAA7E-3E0C-B316-E7C8-84710C3D4544}" dt="2024-07-12T19:20:04.185" v="362"/>
          <ac:picMkLst>
            <pc:docMk/>
            <pc:sldMk cId="1940975301" sldId="1256"/>
            <ac:picMk id="32" creationId="{A0CF409A-A5D3-AC53-1713-49CAF08CA024}"/>
          </ac:picMkLst>
        </pc:picChg>
        <pc:picChg chg="del">
          <ac:chgData name="Allison Mulshine" userId="S::allison.mulshine@collegiseducation.com::5f656d52-c555-4e5e-9a5b-18226766ffe3" providerId="AD" clId="Web-{8F6BAA7E-3E0C-B316-E7C8-84710C3D4544}" dt="2024-07-12T19:20:04.185" v="361"/>
          <ac:picMkLst>
            <pc:docMk/>
            <pc:sldMk cId="1940975301" sldId="1256"/>
            <ac:picMk id="33" creationId="{9B9EB0FC-4685-68F1-1BE6-CAA24907A3EF}"/>
          </ac:picMkLst>
        </pc:picChg>
        <pc:picChg chg="add mod">
          <ac:chgData name="Allison Mulshine" userId="S::allison.mulshine@collegiseducation.com::5f656d52-c555-4e5e-9a5b-18226766ffe3" providerId="AD" clId="Web-{8F6BAA7E-3E0C-B316-E7C8-84710C3D4544}" dt="2024-07-12T19:20:45.873" v="396"/>
          <ac:picMkLst>
            <pc:docMk/>
            <pc:sldMk cId="1940975301" sldId="1256"/>
            <ac:picMk id="34" creationId="{081D9DDD-411B-C165-F1C5-A13F6B856460}"/>
          </ac:picMkLst>
        </pc:picChg>
        <pc:cxnChg chg="del mod">
          <ac:chgData name="Allison Mulshine" userId="S::allison.mulshine@collegiseducation.com::5f656d52-c555-4e5e-9a5b-18226766ffe3" providerId="AD" clId="Web-{8F6BAA7E-3E0C-B316-E7C8-84710C3D4544}" dt="2024-07-12T19:20:04.200" v="384"/>
          <ac:cxnSpMkLst>
            <pc:docMk/>
            <pc:sldMk cId="1940975301" sldId="1256"/>
            <ac:cxnSpMk id="10" creationId="{68AB51A3-6412-6DC6-8480-F34C26C15C56}"/>
          </ac:cxnSpMkLst>
        </pc:cxnChg>
        <pc:cxnChg chg="del">
          <ac:chgData name="Allison Mulshine" userId="S::allison.mulshine@collegiseducation.com::5f656d52-c555-4e5e-9a5b-18226766ffe3" providerId="AD" clId="Web-{8F6BAA7E-3E0C-B316-E7C8-84710C3D4544}" dt="2024-07-12T19:20:04.200" v="383"/>
          <ac:cxnSpMkLst>
            <pc:docMk/>
            <pc:sldMk cId="1940975301" sldId="1256"/>
            <ac:cxnSpMk id="11" creationId="{2AFC5381-A5DC-C974-AD4E-60D77562051F}"/>
          </ac:cxnSpMkLst>
        </pc:cxnChg>
        <pc:cxnChg chg="del">
          <ac:chgData name="Allison Mulshine" userId="S::allison.mulshine@collegiseducation.com::5f656d52-c555-4e5e-9a5b-18226766ffe3" providerId="AD" clId="Web-{8F6BAA7E-3E0C-B316-E7C8-84710C3D4544}" dt="2024-07-12T19:20:04.200" v="382"/>
          <ac:cxnSpMkLst>
            <pc:docMk/>
            <pc:sldMk cId="1940975301" sldId="1256"/>
            <ac:cxnSpMk id="12" creationId="{CC17112F-3151-C969-A29C-A91B5CE54C5E}"/>
          </ac:cxnSpMkLst>
        </pc:cxnChg>
        <pc:cxnChg chg="del mod">
          <ac:chgData name="Allison Mulshine" userId="S::allison.mulshine@collegiseducation.com::5f656d52-c555-4e5e-9a5b-18226766ffe3" providerId="AD" clId="Web-{8F6BAA7E-3E0C-B316-E7C8-84710C3D4544}" dt="2024-07-12T19:20:04.185" v="373"/>
          <ac:cxnSpMkLst>
            <pc:docMk/>
            <pc:sldMk cId="1940975301" sldId="1256"/>
            <ac:cxnSpMk id="21" creationId="{C584ACF0-7634-1FF0-4F9B-558DFB3B5C24}"/>
          </ac:cxnSpMkLst>
        </pc:cxnChg>
        <pc:cxnChg chg="del">
          <ac:chgData name="Allison Mulshine" userId="S::allison.mulshine@collegiseducation.com::5f656d52-c555-4e5e-9a5b-18226766ffe3" providerId="AD" clId="Web-{8F6BAA7E-3E0C-B316-E7C8-84710C3D4544}" dt="2024-07-12T19:20:04.185" v="372"/>
          <ac:cxnSpMkLst>
            <pc:docMk/>
            <pc:sldMk cId="1940975301" sldId="1256"/>
            <ac:cxnSpMk id="22" creationId="{A4DE6040-7509-20C9-EDB7-3B5E19B7195B}"/>
          </ac:cxnSpMkLst>
        </pc:cxnChg>
        <pc:cxnChg chg="del">
          <ac:chgData name="Allison Mulshine" userId="S::allison.mulshine@collegiseducation.com::5f656d52-c555-4e5e-9a5b-18226766ffe3" providerId="AD" clId="Web-{8F6BAA7E-3E0C-B316-E7C8-84710C3D4544}" dt="2024-07-12T19:20:04.185" v="371"/>
          <ac:cxnSpMkLst>
            <pc:docMk/>
            <pc:sldMk cId="1940975301" sldId="1256"/>
            <ac:cxnSpMk id="23" creationId="{F1D9A7D7-227A-F326-079E-6F831E29C07A}"/>
          </ac:cxnSpMkLst>
        </pc:cxnChg>
      </pc:sldChg>
      <pc:sldChg chg="addSp delSp modSp">
        <pc:chgData name="Allison Mulshine" userId="S::allison.mulshine@collegiseducation.com::5f656d52-c555-4e5e-9a5b-18226766ffe3" providerId="AD" clId="Web-{8F6BAA7E-3E0C-B316-E7C8-84710C3D4544}" dt="2024-07-12T19:21:28.498" v="433"/>
        <pc:sldMkLst>
          <pc:docMk/>
          <pc:sldMk cId="1493079113" sldId="1257"/>
        </pc:sldMkLst>
        <pc:spChg chg="del">
          <ac:chgData name="Allison Mulshine" userId="S::allison.mulshine@collegiseducation.com::5f656d52-c555-4e5e-9a5b-18226766ffe3" providerId="AD" clId="Web-{8F6BAA7E-3E0C-B316-E7C8-84710C3D4544}" dt="2024-07-12T19:21:03.576" v="421"/>
          <ac:spMkLst>
            <pc:docMk/>
            <pc:sldMk cId="1493079113" sldId="1257"/>
            <ac:spMk id="8" creationId="{773DA0C0-53C6-DE7D-2D5C-05B87929BB60}"/>
          </ac:spMkLst>
        </pc:spChg>
        <pc:spChg chg="del">
          <ac:chgData name="Allison Mulshine" userId="S::allison.mulshine@collegiseducation.com::5f656d52-c555-4e5e-9a5b-18226766ffe3" providerId="AD" clId="Web-{8F6BAA7E-3E0C-B316-E7C8-84710C3D4544}" dt="2024-07-12T19:21:03.576" v="420"/>
          <ac:spMkLst>
            <pc:docMk/>
            <pc:sldMk cId="1493079113" sldId="1257"/>
            <ac:spMk id="10" creationId="{9514E465-8AFA-E0AD-53EB-6E66A306B2F4}"/>
          </ac:spMkLst>
        </pc:spChg>
        <pc:spChg chg="del">
          <ac:chgData name="Allison Mulshine" userId="S::allison.mulshine@collegiseducation.com::5f656d52-c555-4e5e-9a5b-18226766ffe3" providerId="AD" clId="Web-{8F6BAA7E-3E0C-B316-E7C8-84710C3D4544}" dt="2024-07-12T19:21:03.576" v="419"/>
          <ac:spMkLst>
            <pc:docMk/>
            <pc:sldMk cId="1493079113" sldId="1257"/>
            <ac:spMk id="11" creationId="{93E61692-A86B-2FA1-63BF-02E9333E1331}"/>
          </ac:spMkLst>
        </pc:spChg>
        <pc:spChg chg="del">
          <ac:chgData name="Allison Mulshine" userId="S::allison.mulshine@collegiseducation.com::5f656d52-c555-4e5e-9a5b-18226766ffe3" providerId="AD" clId="Web-{8F6BAA7E-3E0C-B316-E7C8-84710C3D4544}" dt="2024-07-12T19:21:05.373" v="426"/>
          <ac:spMkLst>
            <pc:docMk/>
            <pc:sldMk cId="1493079113" sldId="1257"/>
            <ac:spMk id="15" creationId="{13E65D8C-E421-E910-F9CE-E3DB5F378FB8}"/>
          </ac:spMkLst>
        </pc:spChg>
        <pc:spChg chg="del">
          <ac:chgData name="Allison Mulshine" userId="S::allison.mulshine@collegiseducation.com::5f656d52-c555-4e5e-9a5b-18226766ffe3" providerId="AD" clId="Web-{8F6BAA7E-3E0C-B316-E7C8-84710C3D4544}" dt="2024-07-12T19:21:03.576" v="415"/>
          <ac:spMkLst>
            <pc:docMk/>
            <pc:sldMk cId="1493079113" sldId="1257"/>
            <ac:spMk id="16" creationId="{048ED62D-5608-B798-C69E-9EAD9D7DB508}"/>
          </ac:spMkLst>
        </pc:spChg>
        <pc:spChg chg="del">
          <ac:chgData name="Allison Mulshine" userId="S::allison.mulshine@collegiseducation.com::5f656d52-c555-4e5e-9a5b-18226766ffe3" providerId="AD" clId="Web-{8F6BAA7E-3E0C-B316-E7C8-84710C3D4544}" dt="2024-07-12T19:21:03.576" v="414"/>
          <ac:spMkLst>
            <pc:docMk/>
            <pc:sldMk cId="1493079113" sldId="1257"/>
            <ac:spMk id="17" creationId="{4D85E179-022E-0E8E-09EA-C962B40D03E2}"/>
          </ac:spMkLst>
        </pc:spChg>
        <pc:spChg chg="del">
          <ac:chgData name="Allison Mulshine" userId="S::allison.mulshine@collegiseducation.com::5f656d52-c555-4e5e-9a5b-18226766ffe3" providerId="AD" clId="Web-{8F6BAA7E-3E0C-B316-E7C8-84710C3D4544}" dt="2024-07-12T19:21:03.576" v="413"/>
          <ac:spMkLst>
            <pc:docMk/>
            <pc:sldMk cId="1493079113" sldId="1257"/>
            <ac:spMk id="18" creationId="{4801275D-7C9B-D45B-E560-149D67FC8976}"/>
          </ac:spMkLst>
        </pc:spChg>
        <pc:spChg chg="del">
          <ac:chgData name="Allison Mulshine" userId="S::allison.mulshine@collegiseducation.com::5f656d52-c555-4e5e-9a5b-18226766ffe3" providerId="AD" clId="Web-{8F6BAA7E-3E0C-B316-E7C8-84710C3D4544}" dt="2024-07-12T19:21:03.576" v="412"/>
          <ac:spMkLst>
            <pc:docMk/>
            <pc:sldMk cId="1493079113" sldId="1257"/>
            <ac:spMk id="19" creationId="{F81C8EBB-7158-CE0D-92DC-216F6373D780}"/>
          </ac:spMkLst>
        </pc:spChg>
        <pc:spChg chg="del">
          <ac:chgData name="Allison Mulshine" userId="S::allison.mulshine@collegiseducation.com::5f656d52-c555-4e5e-9a5b-18226766ffe3" providerId="AD" clId="Web-{8F6BAA7E-3E0C-B316-E7C8-84710C3D4544}" dt="2024-07-12T19:21:03.576" v="408"/>
          <ac:spMkLst>
            <pc:docMk/>
            <pc:sldMk cId="1493079113" sldId="1257"/>
            <ac:spMk id="23" creationId="{FA8760D3-8195-EAFC-07F1-738859614DE8}"/>
          </ac:spMkLst>
        </pc:spChg>
        <pc:spChg chg="del">
          <ac:chgData name="Allison Mulshine" userId="S::allison.mulshine@collegiseducation.com::5f656d52-c555-4e5e-9a5b-18226766ffe3" providerId="AD" clId="Web-{8F6BAA7E-3E0C-B316-E7C8-84710C3D4544}" dt="2024-07-12T19:21:03.576" v="407"/>
          <ac:spMkLst>
            <pc:docMk/>
            <pc:sldMk cId="1493079113" sldId="1257"/>
            <ac:spMk id="24" creationId="{CE8C97EC-B9A3-0863-26BA-CD47EF0DF517}"/>
          </ac:spMkLst>
        </pc:spChg>
        <pc:spChg chg="del">
          <ac:chgData name="Allison Mulshine" userId="S::allison.mulshine@collegiseducation.com::5f656d52-c555-4e5e-9a5b-18226766ffe3" providerId="AD" clId="Web-{8F6BAA7E-3E0C-B316-E7C8-84710C3D4544}" dt="2024-07-12T19:21:03.576" v="406"/>
          <ac:spMkLst>
            <pc:docMk/>
            <pc:sldMk cId="1493079113" sldId="1257"/>
            <ac:spMk id="25" creationId="{A608E614-BABE-3A81-49AF-5CAC617CFF78}"/>
          </ac:spMkLst>
        </pc:spChg>
        <pc:spChg chg="del">
          <ac:chgData name="Allison Mulshine" userId="S::allison.mulshine@collegiseducation.com::5f656d52-c555-4e5e-9a5b-18226766ffe3" providerId="AD" clId="Web-{8F6BAA7E-3E0C-B316-E7C8-84710C3D4544}" dt="2024-07-12T19:21:05.373" v="425"/>
          <ac:spMkLst>
            <pc:docMk/>
            <pc:sldMk cId="1493079113" sldId="1257"/>
            <ac:spMk id="29" creationId="{EE95BC93-C727-05A9-E110-B439E61399DE}"/>
          </ac:spMkLst>
        </pc:spChg>
        <pc:spChg chg="del">
          <ac:chgData name="Allison Mulshine" userId="S::allison.mulshine@collegiseducation.com::5f656d52-c555-4e5e-9a5b-18226766ffe3" providerId="AD" clId="Web-{8F6BAA7E-3E0C-B316-E7C8-84710C3D4544}" dt="2024-07-12T19:21:03.576" v="402"/>
          <ac:spMkLst>
            <pc:docMk/>
            <pc:sldMk cId="1493079113" sldId="1257"/>
            <ac:spMk id="30" creationId="{F9AF9060-1306-CD41-2141-8D48FDAB4535}"/>
          </ac:spMkLst>
        </pc:spChg>
        <pc:spChg chg="del">
          <ac:chgData name="Allison Mulshine" userId="S::allison.mulshine@collegiseducation.com::5f656d52-c555-4e5e-9a5b-18226766ffe3" providerId="AD" clId="Web-{8F6BAA7E-3E0C-B316-E7C8-84710C3D4544}" dt="2024-07-12T19:21:03.576" v="401"/>
          <ac:spMkLst>
            <pc:docMk/>
            <pc:sldMk cId="1493079113" sldId="1257"/>
            <ac:spMk id="31" creationId="{2251F2ED-2F0A-9372-2E62-A0DAD865030D}"/>
          </ac:spMkLst>
        </pc:spChg>
        <pc:spChg chg="del">
          <ac:chgData name="Allison Mulshine" userId="S::allison.mulshine@collegiseducation.com::5f656d52-c555-4e5e-9a5b-18226766ffe3" providerId="AD" clId="Web-{8F6BAA7E-3E0C-B316-E7C8-84710C3D4544}" dt="2024-07-12T19:21:03.576" v="400"/>
          <ac:spMkLst>
            <pc:docMk/>
            <pc:sldMk cId="1493079113" sldId="1257"/>
            <ac:spMk id="32" creationId="{7FC452FA-EAFE-B779-6E4C-C7993DA80EC4}"/>
          </ac:spMkLst>
        </pc:spChg>
        <pc:spChg chg="del">
          <ac:chgData name="Allison Mulshine" userId="S::allison.mulshine@collegiseducation.com::5f656d52-c555-4e5e-9a5b-18226766ffe3" providerId="AD" clId="Web-{8F6BAA7E-3E0C-B316-E7C8-84710C3D4544}" dt="2024-07-12T19:21:03.576" v="399"/>
          <ac:spMkLst>
            <pc:docMk/>
            <pc:sldMk cId="1493079113" sldId="1257"/>
            <ac:spMk id="33" creationId="{06568D30-8C7A-620C-5897-9A6098320E9C}"/>
          </ac:spMkLst>
        </pc:spChg>
        <pc:picChg chg="del">
          <ac:chgData name="Allison Mulshine" userId="S::allison.mulshine@collegiseducation.com::5f656d52-c555-4e5e-9a5b-18226766ffe3" providerId="AD" clId="Web-{8F6BAA7E-3E0C-B316-E7C8-84710C3D4544}" dt="2024-07-12T19:21:03.592" v="424"/>
          <ac:picMkLst>
            <pc:docMk/>
            <pc:sldMk cId="1493079113" sldId="1257"/>
            <ac:picMk id="3" creationId="{FCAFD1F0-B1F1-CE0F-DCEB-42FCC239DB61}"/>
          </ac:picMkLst>
        </pc:picChg>
        <pc:picChg chg="del">
          <ac:chgData name="Allison Mulshine" userId="S::allison.mulshine@collegiseducation.com::5f656d52-c555-4e5e-9a5b-18226766ffe3" providerId="AD" clId="Web-{8F6BAA7E-3E0C-B316-E7C8-84710C3D4544}" dt="2024-07-12T19:21:03.592" v="423"/>
          <ac:picMkLst>
            <pc:docMk/>
            <pc:sldMk cId="1493079113" sldId="1257"/>
            <ac:picMk id="4" creationId="{3A2BD523-2BEA-A780-0DC4-C95945FD8FEF}"/>
          </ac:picMkLst>
        </pc:picChg>
        <pc:picChg chg="del">
          <ac:chgData name="Allison Mulshine" userId="S::allison.mulshine@collegiseducation.com::5f656d52-c555-4e5e-9a5b-18226766ffe3" providerId="AD" clId="Web-{8F6BAA7E-3E0C-B316-E7C8-84710C3D4544}" dt="2024-07-12T19:21:03.576" v="422"/>
          <ac:picMkLst>
            <pc:docMk/>
            <pc:sldMk cId="1493079113" sldId="1257"/>
            <ac:picMk id="5" creationId="{83814A8B-336F-95B5-0107-329CE0A41B14}"/>
          </ac:picMkLst>
        </pc:picChg>
        <pc:picChg chg="add mod">
          <ac:chgData name="Allison Mulshine" userId="S::allison.mulshine@collegiseducation.com::5f656d52-c555-4e5e-9a5b-18226766ffe3" providerId="AD" clId="Web-{8F6BAA7E-3E0C-B316-E7C8-84710C3D4544}" dt="2024-07-12T19:21:28.498" v="433"/>
          <ac:picMkLst>
            <pc:docMk/>
            <pc:sldMk cId="1493079113" sldId="1257"/>
            <ac:picMk id="6" creationId="{15BFF43C-85F9-17B9-0DF3-1A56EB26814D}"/>
          </ac:picMkLst>
        </pc:picChg>
        <pc:picChg chg="del">
          <ac:chgData name="Allison Mulshine" userId="S::allison.mulshine@collegiseducation.com::5f656d52-c555-4e5e-9a5b-18226766ffe3" providerId="AD" clId="Web-{8F6BAA7E-3E0C-B316-E7C8-84710C3D4544}" dt="2024-07-12T19:21:03.576" v="411"/>
          <ac:picMkLst>
            <pc:docMk/>
            <pc:sldMk cId="1493079113" sldId="1257"/>
            <ac:picMk id="20" creationId="{456C3DCD-03BF-D4BF-3CA9-BD768D6E7893}"/>
          </ac:picMkLst>
        </pc:picChg>
        <pc:picChg chg="del">
          <ac:chgData name="Allison Mulshine" userId="S::allison.mulshine@collegiseducation.com::5f656d52-c555-4e5e-9a5b-18226766ffe3" providerId="AD" clId="Web-{8F6BAA7E-3E0C-B316-E7C8-84710C3D4544}" dt="2024-07-12T19:21:03.576" v="410"/>
          <ac:picMkLst>
            <pc:docMk/>
            <pc:sldMk cId="1493079113" sldId="1257"/>
            <ac:picMk id="21" creationId="{176212B1-773E-4F9B-A454-7411652DA05E}"/>
          </ac:picMkLst>
        </pc:picChg>
        <pc:picChg chg="del">
          <ac:chgData name="Allison Mulshine" userId="S::allison.mulshine@collegiseducation.com::5f656d52-c555-4e5e-9a5b-18226766ffe3" providerId="AD" clId="Web-{8F6BAA7E-3E0C-B316-E7C8-84710C3D4544}" dt="2024-07-12T19:21:03.576" v="409"/>
          <ac:picMkLst>
            <pc:docMk/>
            <pc:sldMk cId="1493079113" sldId="1257"/>
            <ac:picMk id="22" creationId="{15D03969-B173-B8AE-6709-2A097437F65D}"/>
          </ac:picMkLst>
        </pc:picChg>
        <pc:picChg chg="del">
          <ac:chgData name="Allison Mulshine" userId="S::allison.mulshine@collegiseducation.com::5f656d52-c555-4e5e-9a5b-18226766ffe3" providerId="AD" clId="Web-{8F6BAA7E-3E0C-B316-E7C8-84710C3D4544}" dt="2024-07-12T19:21:03.576" v="398"/>
          <ac:picMkLst>
            <pc:docMk/>
            <pc:sldMk cId="1493079113" sldId="1257"/>
            <ac:picMk id="34" creationId="{4021B9FE-794C-CFCB-83C9-6B2923390EE2}"/>
          </ac:picMkLst>
        </pc:picChg>
        <pc:picChg chg="del">
          <ac:chgData name="Allison Mulshine" userId="S::allison.mulshine@collegiseducation.com::5f656d52-c555-4e5e-9a5b-18226766ffe3" providerId="AD" clId="Web-{8F6BAA7E-3E0C-B316-E7C8-84710C3D4544}" dt="2024-07-12T19:21:03.576" v="397"/>
          <ac:picMkLst>
            <pc:docMk/>
            <pc:sldMk cId="1493079113" sldId="1257"/>
            <ac:picMk id="35" creationId="{AA4CA4AB-C378-0EB9-F8A7-C3B30279D58E}"/>
          </ac:picMkLst>
        </pc:picChg>
        <pc:cxnChg chg="del mod">
          <ac:chgData name="Allison Mulshine" userId="S::allison.mulshine@collegiseducation.com::5f656d52-c555-4e5e-9a5b-18226766ffe3" providerId="AD" clId="Web-{8F6BAA7E-3E0C-B316-E7C8-84710C3D4544}" dt="2024-07-12T19:21:03.576" v="418"/>
          <ac:cxnSpMkLst>
            <pc:docMk/>
            <pc:sldMk cId="1493079113" sldId="1257"/>
            <ac:cxnSpMk id="12" creationId="{D6B2714E-6944-6349-CBDD-2B0C7F14305F}"/>
          </ac:cxnSpMkLst>
        </pc:cxnChg>
        <pc:cxnChg chg="del">
          <ac:chgData name="Allison Mulshine" userId="S::allison.mulshine@collegiseducation.com::5f656d52-c555-4e5e-9a5b-18226766ffe3" providerId="AD" clId="Web-{8F6BAA7E-3E0C-B316-E7C8-84710C3D4544}" dt="2024-07-12T19:21:03.576" v="417"/>
          <ac:cxnSpMkLst>
            <pc:docMk/>
            <pc:sldMk cId="1493079113" sldId="1257"/>
            <ac:cxnSpMk id="13" creationId="{91866680-3074-0228-D579-1B24377FBEF0}"/>
          </ac:cxnSpMkLst>
        </pc:cxnChg>
        <pc:cxnChg chg="del">
          <ac:chgData name="Allison Mulshine" userId="S::allison.mulshine@collegiseducation.com::5f656d52-c555-4e5e-9a5b-18226766ffe3" providerId="AD" clId="Web-{8F6BAA7E-3E0C-B316-E7C8-84710C3D4544}" dt="2024-07-12T19:21:03.576" v="416"/>
          <ac:cxnSpMkLst>
            <pc:docMk/>
            <pc:sldMk cId="1493079113" sldId="1257"/>
            <ac:cxnSpMk id="14" creationId="{1E06EC56-B02F-E77D-883B-E14FB2A6D3A4}"/>
          </ac:cxnSpMkLst>
        </pc:cxnChg>
        <pc:cxnChg chg="del mod">
          <ac:chgData name="Allison Mulshine" userId="S::allison.mulshine@collegiseducation.com::5f656d52-c555-4e5e-9a5b-18226766ffe3" providerId="AD" clId="Web-{8F6BAA7E-3E0C-B316-E7C8-84710C3D4544}" dt="2024-07-12T19:21:03.576" v="405"/>
          <ac:cxnSpMkLst>
            <pc:docMk/>
            <pc:sldMk cId="1493079113" sldId="1257"/>
            <ac:cxnSpMk id="26" creationId="{E641D3EC-E2CE-726F-2A33-B6E76243DDE3}"/>
          </ac:cxnSpMkLst>
        </pc:cxnChg>
        <pc:cxnChg chg="del">
          <ac:chgData name="Allison Mulshine" userId="S::allison.mulshine@collegiseducation.com::5f656d52-c555-4e5e-9a5b-18226766ffe3" providerId="AD" clId="Web-{8F6BAA7E-3E0C-B316-E7C8-84710C3D4544}" dt="2024-07-12T19:21:03.576" v="404"/>
          <ac:cxnSpMkLst>
            <pc:docMk/>
            <pc:sldMk cId="1493079113" sldId="1257"/>
            <ac:cxnSpMk id="27" creationId="{140D6151-12E2-C3DE-3F70-B1C08483B06E}"/>
          </ac:cxnSpMkLst>
        </pc:cxnChg>
        <pc:cxnChg chg="del">
          <ac:chgData name="Allison Mulshine" userId="S::allison.mulshine@collegiseducation.com::5f656d52-c555-4e5e-9a5b-18226766ffe3" providerId="AD" clId="Web-{8F6BAA7E-3E0C-B316-E7C8-84710C3D4544}" dt="2024-07-12T19:21:03.576" v="403"/>
          <ac:cxnSpMkLst>
            <pc:docMk/>
            <pc:sldMk cId="1493079113" sldId="1257"/>
            <ac:cxnSpMk id="28" creationId="{F18DD251-B0C1-7B6A-7362-642A52213F29}"/>
          </ac:cxnSpMkLst>
        </pc:cxnChg>
      </pc:sldChg>
      <pc:sldChg chg="addSp delSp modSp">
        <pc:chgData name="Allison Mulshine" userId="S::allison.mulshine@collegiseducation.com::5f656d52-c555-4e5e-9a5b-18226766ffe3" providerId="AD" clId="Web-{8F6BAA7E-3E0C-B316-E7C8-84710C3D4544}" dt="2024-07-12T19:19:12.481" v="324" actId="1076"/>
        <pc:sldMkLst>
          <pc:docMk/>
          <pc:sldMk cId="1704123359" sldId="1259"/>
        </pc:sldMkLst>
        <pc:spChg chg="mod">
          <ac:chgData name="Allison Mulshine" userId="S::allison.mulshine@collegiseducation.com::5f656d52-c555-4e5e-9a5b-18226766ffe3" providerId="AD" clId="Web-{8F6BAA7E-3E0C-B316-E7C8-84710C3D4544}" dt="2024-07-12T19:18:52.481" v="313" actId="14100"/>
          <ac:spMkLst>
            <pc:docMk/>
            <pc:sldMk cId="1704123359" sldId="1259"/>
            <ac:spMk id="3" creationId="{00000000-0000-0000-0000-000000000000}"/>
          </ac:spMkLst>
        </pc:spChg>
        <pc:spChg chg="del">
          <ac:chgData name="Allison Mulshine" userId="S::allison.mulshine@collegiseducation.com::5f656d52-c555-4e5e-9a5b-18226766ffe3" providerId="AD" clId="Web-{8F6BAA7E-3E0C-B316-E7C8-84710C3D4544}" dt="2024-07-12T19:18:55.169" v="317"/>
          <ac:spMkLst>
            <pc:docMk/>
            <pc:sldMk cId="1704123359" sldId="1259"/>
            <ac:spMk id="7" creationId="{AFE252B9-3353-A9FC-D329-5C91E2E14548}"/>
          </ac:spMkLst>
        </pc:spChg>
        <pc:spChg chg="del">
          <ac:chgData name="Allison Mulshine" userId="S::allison.mulshine@collegiseducation.com::5f656d52-c555-4e5e-9a5b-18226766ffe3" providerId="AD" clId="Web-{8F6BAA7E-3E0C-B316-E7C8-84710C3D4544}" dt="2024-07-12T19:18:55.169" v="316"/>
          <ac:spMkLst>
            <pc:docMk/>
            <pc:sldMk cId="1704123359" sldId="1259"/>
            <ac:spMk id="8" creationId="{581739B7-EA47-1E88-2BF0-C7D54A1E7CB1}"/>
          </ac:spMkLst>
        </pc:spChg>
        <pc:spChg chg="del">
          <ac:chgData name="Allison Mulshine" userId="S::allison.mulshine@collegiseducation.com::5f656d52-c555-4e5e-9a5b-18226766ffe3" providerId="AD" clId="Web-{8F6BAA7E-3E0C-B316-E7C8-84710C3D4544}" dt="2024-07-12T19:18:55.169" v="315"/>
          <ac:spMkLst>
            <pc:docMk/>
            <pc:sldMk cId="1704123359" sldId="1259"/>
            <ac:spMk id="10" creationId="{5ADB1614-DD5C-3845-2FA5-F28E98B68B07}"/>
          </ac:spMkLst>
        </pc:spChg>
        <pc:spChg chg="del">
          <ac:chgData name="Allison Mulshine" userId="S::allison.mulshine@collegiseducation.com::5f656d52-c555-4e5e-9a5b-18226766ffe3" providerId="AD" clId="Web-{8F6BAA7E-3E0C-B316-E7C8-84710C3D4544}" dt="2024-07-12T19:18:55.169" v="314"/>
          <ac:spMkLst>
            <pc:docMk/>
            <pc:sldMk cId="1704123359" sldId="1259"/>
            <ac:spMk id="11" creationId="{258E5565-8471-B8E2-6893-A0981AA2E631}"/>
          </ac:spMkLst>
        </pc:spChg>
        <pc:graphicFrameChg chg="del">
          <ac:chgData name="Allison Mulshine" userId="S::allison.mulshine@collegiseducation.com::5f656d52-c555-4e5e-9a5b-18226766ffe3" providerId="AD" clId="Web-{8F6BAA7E-3E0C-B316-E7C8-84710C3D4544}" dt="2024-07-12T19:18:55.169" v="318"/>
          <ac:graphicFrameMkLst>
            <pc:docMk/>
            <pc:sldMk cId="1704123359" sldId="1259"/>
            <ac:graphicFrameMk id="6" creationId="{AE902EC0-EC28-DD64-5777-D1FDA13B62DA}"/>
          </ac:graphicFrameMkLst>
        </pc:graphicFrameChg>
        <pc:picChg chg="add mod">
          <ac:chgData name="Allison Mulshine" userId="S::allison.mulshine@collegiseducation.com::5f656d52-c555-4e5e-9a5b-18226766ffe3" providerId="AD" clId="Web-{8F6BAA7E-3E0C-B316-E7C8-84710C3D4544}" dt="2024-07-12T19:19:12.481" v="324" actId="1076"/>
          <ac:picMkLst>
            <pc:docMk/>
            <pc:sldMk cId="1704123359" sldId="1259"/>
            <ac:picMk id="19" creationId="{EFEB1FB6-7293-742D-DEC9-98807623D52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650901-7481-4B4A-8334-754C652D18DC}"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US"/>
        </a:p>
      </dgm:t>
    </dgm:pt>
    <dgm:pt modelId="{3DB3D3E5-AE4F-4639-A9A0-D7CB698E0D1E}">
      <dgm:prSet phldrT="[Text]"/>
      <dgm:spPr/>
      <dgm:t>
        <a:bodyPr/>
        <a:lstStyle/>
        <a:p>
          <a:r>
            <a:rPr lang="en-US" dirty="0">
              <a:solidFill>
                <a:schemeClr val="bg2"/>
              </a:solidFill>
            </a:rPr>
            <a:t>Strict</a:t>
          </a:r>
        </a:p>
        <a:p>
          <a:r>
            <a:rPr lang="en-US" dirty="0">
              <a:solidFill>
                <a:schemeClr val="bg2"/>
              </a:solidFill>
            </a:rPr>
            <a:t>Consistency</a:t>
          </a:r>
        </a:p>
      </dgm:t>
    </dgm:pt>
    <dgm:pt modelId="{BE5DA435-6A4A-494C-9BCD-965A830A8D8B}" type="parTrans" cxnId="{EF301FAC-94E1-47D4-9FE6-6D4D41387DCC}">
      <dgm:prSet/>
      <dgm:spPr/>
      <dgm:t>
        <a:bodyPr/>
        <a:lstStyle/>
        <a:p>
          <a:endParaRPr lang="en-US"/>
        </a:p>
      </dgm:t>
    </dgm:pt>
    <dgm:pt modelId="{E2371397-4D7B-4CD8-9EFB-F84E5B8CAD7C}" type="sibTrans" cxnId="{EF301FAC-94E1-47D4-9FE6-6D4D41387DCC}">
      <dgm:prSet/>
      <dgm:spPr/>
      <dgm:t>
        <a:bodyPr/>
        <a:lstStyle/>
        <a:p>
          <a:endParaRPr lang="en-US"/>
        </a:p>
      </dgm:t>
    </dgm:pt>
    <dgm:pt modelId="{4635C346-4D40-41C7-A08D-E318AB73BB51}">
      <dgm:prSet phldrT="[Text]"/>
      <dgm:spPr/>
      <dgm:t>
        <a:bodyPr/>
        <a:lstStyle/>
        <a:p>
          <a:r>
            <a:rPr lang="en-US" dirty="0">
              <a:solidFill>
                <a:schemeClr val="bg2"/>
              </a:solidFill>
            </a:rPr>
            <a:t>Ensured Availability</a:t>
          </a:r>
        </a:p>
      </dgm:t>
    </dgm:pt>
    <dgm:pt modelId="{ADC49A92-427D-48EF-B52A-EE376C3A298A}" type="parTrans" cxnId="{CCC61414-F60C-4913-B436-9797930B2C94}">
      <dgm:prSet/>
      <dgm:spPr/>
      <dgm:t>
        <a:bodyPr/>
        <a:lstStyle/>
        <a:p>
          <a:endParaRPr lang="en-US"/>
        </a:p>
      </dgm:t>
    </dgm:pt>
    <dgm:pt modelId="{57BE95E7-3144-4282-9812-F0DC78EF006F}" type="sibTrans" cxnId="{CCC61414-F60C-4913-B436-9797930B2C94}">
      <dgm:prSet/>
      <dgm:spPr/>
      <dgm:t>
        <a:bodyPr/>
        <a:lstStyle/>
        <a:p>
          <a:endParaRPr lang="en-US"/>
        </a:p>
      </dgm:t>
    </dgm:pt>
    <dgm:pt modelId="{B71985CD-72D7-42A1-9F2F-0BDCEE27E972}" type="pres">
      <dgm:prSet presAssocID="{DB650901-7481-4B4A-8334-754C652D18DC}" presName="compositeShape" presStyleCnt="0">
        <dgm:presLayoutVars>
          <dgm:chMax val="2"/>
          <dgm:dir/>
          <dgm:resizeHandles val="exact"/>
        </dgm:presLayoutVars>
      </dgm:prSet>
      <dgm:spPr/>
    </dgm:pt>
    <dgm:pt modelId="{806C9C00-B2E3-47F5-B648-B217BC0671A8}" type="pres">
      <dgm:prSet presAssocID="{DB650901-7481-4B4A-8334-754C652D18DC}" presName="ribbon" presStyleLbl="node1" presStyleIdx="0" presStyleCnt="1"/>
      <dgm:spPr/>
    </dgm:pt>
    <dgm:pt modelId="{0FE0F311-C2EB-491B-A410-B2C72479ACCB}" type="pres">
      <dgm:prSet presAssocID="{DB650901-7481-4B4A-8334-754C652D18DC}" presName="leftArrowText" presStyleLbl="node1" presStyleIdx="0" presStyleCnt="1">
        <dgm:presLayoutVars>
          <dgm:chMax val="0"/>
          <dgm:bulletEnabled val="1"/>
        </dgm:presLayoutVars>
      </dgm:prSet>
      <dgm:spPr/>
    </dgm:pt>
    <dgm:pt modelId="{846ABE33-0796-4EAB-A774-B00DA46B9885}" type="pres">
      <dgm:prSet presAssocID="{DB650901-7481-4B4A-8334-754C652D18DC}" presName="rightArrowText" presStyleLbl="node1" presStyleIdx="0" presStyleCnt="1">
        <dgm:presLayoutVars>
          <dgm:chMax val="0"/>
          <dgm:bulletEnabled val="1"/>
        </dgm:presLayoutVars>
      </dgm:prSet>
      <dgm:spPr/>
    </dgm:pt>
  </dgm:ptLst>
  <dgm:cxnLst>
    <dgm:cxn modelId="{CCC61414-F60C-4913-B436-9797930B2C94}" srcId="{DB650901-7481-4B4A-8334-754C652D18DC}" destId="{4635C346-4D40-41C7-A08D-E318AB73BB51}" srcOrd="1" destOrd="0" parTransId="{ADC49A92-427D-48EF-B52A-EE376C3A298A}" sibTransId="{57BE95E7-3144-4282-9812-F0DC78EF006F}"/>
    <dgm:cxn modelId="{5CEC791B-CBD4-4EF3-9EBE-6B96DE7C8951}" type="presOf" srcId="{3DB3D3E5-AE4F-4639-A9A0-D7CB698E0D1E}" destId="{0FE0F311-C2EB-491B-A410-B2C72479ACCB}" srcOrd="0" destOrd="0" presId="urn:microsoft.com/office/officeart/2005/8/layout/arrow6"/>
    <dgm:cxn modelId="{FD721C2F-DC93-49C0-8CDB-8CE89765C64F}" type="presOf" srcId="{DB650901-7481-4B4A-8334-754C652D18DC}" destId="{B71985CD-72D7-42A1-9F2F-0BDCEE27E972}" srcOrd="0" destOrd="0" presId="urn:microsoft.com/office/officeart/2005/8/layout/arrow6"/>
    <dgm:cxn modelId="{0DCF2D66-2E99-4FDF-8E78-F62C233D23B2}" type="presOf" srcId="{4635C346-4D40-41C7-A08D-E318AB73BB51}" destId="{846ABE33-0796-4EAB-A774-B00DA46B9885}" srcOrd="0" destOrd="0" presId="urn:microsoft.com/office/officeart/2005/8/layout/arrow6"/>
    <dgm:cxn modelId="{EF301FAC-94E1-47D4-9FE6-6D4D41387DCC}" srcId="{DB650901-7481-4B4A-8334-754C652D18DC}" destId="{3DB3D3E5-AE4F-4639-A9A0-D7CB698E0D1E}" srcOrd="0" destOrd="0" parTransId="{BE5DA435-6A4A-494C-9BCD-965A830A8D8B}" sibTransId="{E2371397-4D7B-4CD8-9EFB-F84E5B8CAD7C}"/>
    <dgm:cxn modelId="{BA962080-C4EB-40A4-BBF5-9C15B94F40EA}" type="presParOf" srcId="{B71985CD-72D7-42A1-9F2F-0BDCEE27E972}" destId="{806C9C00-B2E3-47F5-B648-B217BC0671A8}" srcOrd="0" destOrd="0" presId="urn:microsoft.com/office/officeart/2005/8/layout/arrow6"/>
    <dgm:cxn modelId="{92F7B173-5F53-451D-A9F1-B1676F2A77B2}" type="presParOf" srcId="{B71985CD-72D7-42A1-9F2F-0BDCEE27E972}" destId="{0FE0F311-C2EB-491B-A410-B2C72479ACCB}" srcOrd="1" destOrd="0" presId="urn:microsoft.com/office/officeart/2005/8/layout/arrow6"/>
    <dgm:cxn modelId="{77F46676-1D53-4E0C-9203-F955394F8762}" type="presParOf" srcId="{B71985CD-72D7-42A1-9F2F-0BDCEE27E972}" destId="{846ABE33-0796-4EAB-A774-B00DA46B9885}" srcOrd="2" destOrd="0" presId="urn:microsoft.com/office/officeart/2005/8/layout/arrow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6C9C00-B2E3-47F5-B648-B217BC0671A8}">
      <dsp:nvSpPr>
        <dsp:cNvPr id="0" name=""/>
        <dsp:cNvSpPr/>
      </dsp:nvSpPr>
      <dsp:spPr>
        <a:xfrm>
          <a:off x="0" y="1470660"/>
          <a:ext cx="6172199" cy="2468880"/>
        </a:xfrm>
        <a:prstGeom prst="leftRightRibbon">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E0F311-C2EB-491B-A410-B2C72479ACCB}">
      <dsp:nvSpPr>
        <dsp:cNvPr id="0" name=""/>
        <dsp:cNvSpPr/>
      </dsp:nvSpPr>
      <dsp:spPr>
        <a:xfrm>
          <a:off x="740664" y="1902714"/>
          <a:ext cx="2036826" cy="1209751"/>
        </a:xfrm>
        <a:prstGeom prst="rect">
          <a:avLst/>
        </a:prstGeom>
        <a:noFill/>
        <a:ln w="25400" cap="flat" cmpd="dbl"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3124" rIns="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bg2"/>
              </a:solidFill>
            </a:rPr>
            <a:t>Strict</a:t>
          </a:r>
        </a:p>
        <a:p>
          <a:pPr marL="0" lvl="0" indent="0" algn="ctr" defTabSz="1289050">
            <a:lnSpc>
              <a:spcPct val="90000"/>
            </a:lnSpc>
            <a:spcBef>
              <a:spcPct val="0"/>
            </a:spcBef>
            <a:spcAft>
              <a:spcPct val="35000"/>
            </a:spcAft>
            <a:buNone/>
          </a:pPr>
          <a:r>
            <a:rPr lang="en-US" sz="2900" kern="1200" dirty="0">
              <a:solidFill>
                <a:schemeClr val="bg2"/>
              </a:solidFill>
            </a:rPr>
            <a:t>Consistency</a:t>
          </a:r>
        </a:p>
      </dsp:txBody>
      <dsp:txXfrm>
        <a:off x="740664" y="1902714"/>
        <a:ext cx="2036826" cy="1209751"/>
      </dsp:txXfrm>
    </dsp:sp>
    <dsp:sp modelId="{846ABE33-0796-4EAB-A774-B00DA46B9885}">
      <dsp:nvSpPr>
        <dsp:cNvPr id="0" name=""/>
        <dsp:cNvSpPr/>
      </dsp:nvSpPr>
      <dsp:spPr>
        <a:xfrm>
          <a:off x="3086099" y="2297734"/>
          <a:ext cx="2407158" cy="1209751"/>
        </a:xfrm>
        <a:prstGeom prst="rect">
          <a:avLst/>
        </a:prstGeom>
        <a:noFill/>
        <a:ln w="25400" cap="flat" cmpd="dbl"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3124" rIns="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bg2"/>
              </a:solidFill>
            </a:rPr>
            <a:t>Ensured Availability</a:t>
          </a:r>
        </a:p>
      </dsp:txBody>
      <dsp:txXfrm>
        <a:off x="3086099" y="2297734"/>
        <a:ext cx="2407158" cy="1209751"/>
      </dsp:txXfrm>
    </dsp:sp>
  </dsp:spTree>
</dsp:drawing>
</file>

<file path=ppt/diagrams/layout1.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39D919ED-7EBC-0349-92FD-49744747E976}" type="datetimeFigureOut">
              <a:rPr lang="en-US" smtClean="0"/>
              <a:t>7/12/2024</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A1B2D-91A0-C5A0-A577-CB1060733B0D}"/>
              </a:ext>
            </a:extLst>
          </p:cNvPr>
          <p:cNvSpPr>
            <a:spLocks noGrp="1"/>
          </p:cNvSpPr>
          <p:nvPr>
            <p:ph type="dt" sz="half" idx="10"/>
          </p:nvPr>
        </p:nvSpPr>
        <p:spPr/>
        <p:txBody>
          <a:bodyPr/>
          <a:lstStyle/>
          <a:p>
            <a:fld id="{E251FD5A-47F3-7A42-9DEC-F1C89DC0E539}" type="datetimeFigureOut">
              <a:rPr lang="en-US" smtClean="0"/>
              <a:t>7/12/2024</a:t>
            </a:fld>
            <a:endParaRPr lang="en-US" dirty="0"/>
          </a:p>
        </p:txBody>
      </p:sp>
      <p:sp>
        <p:nvSpPr>
          <p:cNvPr id="3" name="Footer Placeholder 2">
            <a:extLst>
              <a:ext uri="{FF2B5EF4-FFF2-40B4-BE49-F238E27FC236}">
                <a16:creationId xmlns:a16="http://schemas.microsoft.com/office/drawing/2014/main" id="{125DCA34-8EAF-2F4C-A973-971DE3FA740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64203A-6871-B7A0-6812-ECB7856C866B}"/>
              </a:ext>
            </a:extLst>
          </p:cNvPr>
          <p:cNvSpPr>
            <a:spLocks noGrp="1"/>
          </p:cNvSpPr>
          <p:nvPr>
            <p:ph type="sldNum" sz="quarter" idx="12"/>
          </p:nvPr>
        </p:nvSpPr>
        <p:spPr/>
        <p:txBody>
          <a:bodyPr/>
          <a:lstStyle/>
          <a:p>
            <a:fld id="{4443CBA9-CC61-CC46-91C3-2044A25EBE9F}" type="slidenum">
              <a:rPr lang="en-US" smtClean="0"/>
              <a:t>‹#›</a:t>
            </a:fld>
            <a:endParaRPr lang="en-US" dirty="0"/>
          </a:p>
        </p:txBody>
      </p:sp>
    </p:spTree>
    <p:extLst>
      <p:ext uri="{BB962C8B-B14F-4D97-AF65-F5344CB8AC3E}">
        <p14:creationId xmlns:p14="http://schemas.microsoft.com/office/powerpoint/2010/main" val="1723670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71500"/>
            <a:ext cx="16459200" cy="1485900"/>
          </a:xfrm>
        </p:spPr>
        <p:txBody>
          <a:bodyPr>
            <a:normAutofit/>
          </a:bodyPr>
          <a:lstStyle>
            <a:lvl1pPr>
              <a:defRPr sz="5400"/>
            </a:lvl1pPr>
          </a:lstStyle>
          <a:p>
            <a:r>
              <a:rPr lang="en-US" dirty="0"/>
              <a:t>Click to edit Master title style</a:t>
            </a:r>
          </a:p>
        </p:txBody>
      </p:sp>
      <p:sp>
        <p:nvSpPr>
          <p:cNvPr id="3" name="Date Placeholder 2"/>
          <p:cNvSpPr>
            <a:spLocks noGrp="1"/>
          </p:cNvSpPr>
          <p:nvPr>
            <p:ph type="dt" sz="half" idx="10"/>
          </p:nvPr>
        </p:nvSpPr>
        <p:spPr/>
        <p:txBody>
          <a:bodyPr/>
          <a:lstStyle/>
          <a:p>
            <a:fld id="{4D875EC7-9AFA-49AB-8FDF-A0609DDEEC05}" type="datetimeFigureOut">
              <a:rPr lang="en-US" smtClean="0"/>
              <a:t>7/12/2024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8D503BC-FD28-4C71-9C87-2981572925EE}" type="slidenum">
              <a:rPr lang="en-US" smtClean="0"/>
              <a:t>‹#›</a:t>
            </a:fld>
            <a:endParaRPr lang="en-US" dirty="0"/>
          </a:p>
        </p:txBody>
      </p:sp>
    </p:spTree>
    <p:extLst>
      <p:ext uri="{BB962C8B-B14F-4D97-AF65-F5344CB8AC3E}">
        <p14:creationId xmlns:p14="http://schemas.microsoft.com/office/powerpoint/2010/main" val="58743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 id="2147483690" r:id="rId5"/>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a:xfrm>
            <a:off x="2645842" y="2630771"/>
            <a:ext cx="12996316" cy="2587300"/>
          </a:xfrm>
        </p:spPr>
        <p:txBody>
          <a:bodyPr/>
          <a:lstStyle/>
          <a:p>
            <a:r>
              <a:rPr lang="en-US" dirty="0"/>
              <a:t>Module 7: Lesson 5</a:t>
            </a:r>
            <a:br>
              <a:rPr lang="en-US" dirty="0"/>
            </a:br>
            <a:r>
              <a:rPr lang="en-US" sz="4800" dirty="0"/>
              <a:t>NoSQL Database Classifications (Part 2)</a:t>
            </a:r>
            <a:endParaRPr lang="en-US" dirty="0"/>
          </a:p>
        </p:txBody>
      </p:sp>
    </p:spTree>
    <p:custDataLst>
      <p:tags r:id="rId1"/>
    </p:custDataLst>
    <p:extLst>
      <p:ext uri="{BB962C8B-B14F-4D97-AF65-F5344CB8AC3E}">
        <p14:creationId xmlns:p14="http://schemas.microsoft.com/office/powerpoint/2010/main" val="131409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normAutofit fontScale="90000"/>
          </a:bodyPr>
          <a:lstStyle/>
          <a:p>
            <a:r>
              <a:rPr lang="en-US" dirty="0"/>
              <a:t>Handling Failure Conditions</a:t>
            </a:r>
            <a:br>
              <a:rPr lang="en-US" dirty="0"/>
            </a:br>
            <a:r>
              <a:rPr lang="en-US" sz="4900" dirty="0"/>
              <a:t>The CAP Theorem</a:t>
            </a:r>
            <a:endParaRPr lang="en-US" dirty="0"/>
          </a:p>
        </p:txBody>
      </p:sp>
      <p:sp>
        <p:nvSpPr>
          <p:cNvPr id="3" name="Rectangle 2">
            <a:extLst>
              <a:ext uri="{FF2B5EF4-FFF2-40B4-BE49-F238E27FC236}">
                <a16:creationId xmlns:a16="http://schemas.microsoft.com/office/drawing/2014/main" id="{FF7FAC7D-8A53-953E-15A9-D5F1483B1E28}"/>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400" dirty="0">
                <a:solidFill>
                  <a:schemeClr val="bg2"/>
                </a:solidFill>
                <a:ea typeface="Calibri" panose="020F0502020204030204" pitchFamily="34" charset="0"/>
                <a:cs typeface="Times New Roman" panose="02020603050405020304" pitchFamily="18" charset="0"/>
              </a:rPr>
              <a:t>Consistency (C) in NoSQL databases refers to the property ensuring that all nodes in a database return the most recent write for a given data item, maintaining uniformity across all replicas</a:t>
            </a:r>
            <a:endParaRPr lang="en-US" sz="2400" dirty="0">
              <a:solidFill>
                <a:schemeClr val="bg2"/>
              </a:solidFill>
              <a:effectLst/>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BFAF54D-0BFC-88AB-FAD5-BFA97F6339D6}"/>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Availability(A), on the other hand, denotes the ability of a NoSQL database to respond to read and write requests in the presence of node failures or network partitions, ensuring uninterrupted service.</a:t>
            </a:r>
          </a:p>
        </p:txBody>
      </p:sp>
      <p:sp>
        <p:nvSpPr>
          <p:cNvPr id="5" name="Rectangle 4">
            <a:extLst>
              <a:ext uri="{FF2B5EF4-FFF2-40B4-BE49-F238E27FC236}">
                <a16:creationId xmlns:a16="http://schemas.microsoft.com/office/drawing/2014/main" id="{7B1CD32D-FDA4-EE15-1ACB-9FF844A8E13E}"/>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dirty="0">
                <a:solidFill>
                  <a:schemeClr val="tx1"/>
                </a:solidFill>
              </a:rPr>
              <a:t>Partition Tolerance (P) refers to the ability of a distributed system to continue to operate even if the network partitions the cluster, isolating some nodes from others</a:t>
            </a:r>
          </a:p>
        </p:txBody>
      </p:sp>
      <p:sp>
        <p:nvSpPr>
          <p:cNvPr id="6" name="Rectangle 5">
            <a:extLst>
              <a:ext uri="{FF2B5EF4-FFF2-40B4-BE49-F238E27FC236}">
                <a16:creationId xmlns:a16="http://schemas.microsoft.com/office/drawing/2014/main" id="{92C81DE6-64E3-2E83-8D3C-32C11D7D9EE8}"/>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Rectangle 6">
            <a:extLst>
              <a:ext uri="{FF2B5EF4-FFF2-40B4-BE49-F238E27FC236}">
                <a16:creationId xmlns:a16="http://schemas.microsoft.com/office/drawing/2014/main" id="{7F40A810-645B-92D5-3D40-69E4B4F5F132}"/>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47908AFF-B9ED-36DA-39FC-A317DED8305F}"/>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14744545-7D24-4005-E682-F8AB79A89445}"/>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The CAP theorem, proposed by Eric Brewer, posits that for a NoSQL database, it's impossible to simultaneously achieve Consistency (C), Availability (A), and Partition tolerance (P).</a:t>
            </a:r>
          </a:p>
        </p:txBody>
      </p:sp>
      <p:sp>
        <p:nvSpPr>
          <p:cNvPr id="10" name="Rectangle 9">
            <a:extLst>
              <a:ext uri="{FF2B5EF4-FFF2-40B4-BE49-F238E27FC236}">
                <a16:creationId xmlns:a16="http://schemas.microsoft.com/office/drawing/2014/main" id="{DE77AC3E-B3B8-6465-F375-7EF7A8A62258}"/>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1" name="Rectangle 10">
            <a:extLst>
              <a:ext uri="{FF2B5EF4-FFF2-40B4-BE49-F238E27FC236}">
                <a16:creationId xmlns:a16="http://schemas.microsoft.com/office/drawing/2014/main" id="{879D66F5-BE4A-BF7B-0099-61FF18F08776}"/>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That is, Brewer argues that a system can be both available and consistent in normal operation, but in the presence of a network partition, this is not possible</a:t>
            </a:r>
          </a:p>
        </p:txBody>
      </p:sp>
      <p:sp>
        <p:nvSpPr>
          <p:cNvPr id="12" name="Rectangle 11">
            <a:extLst>
              <a:ext uri="{FF2B5EF4-FFF2-40B4-BE49-F238E27FC236}">
                <a16:creationId xmlns:a16="http://schemas.microsoft.com/office/drawing/2014/main" id="{2A846BC5-73B9-812C-70A5-0A1A483F6406}"/>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2013452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A39-C2A3-597B-712C-946324271BEF}"/>
              </a:ext>
            </a:extLst>
          </p:cNvPr>
          <p:cNvSpPr>
            <a:spLocks noGrp="1"/>
          </p:cNvSpPr>
          <p:nvPr>
            <p:ph type="title"/>
          </p:nvPr>
        </p:nvSpPr>
        <p:spPr/>
        <p:txBody>
          <a:bodyPr>
            <a:normAutofit fontScale="90000"/>
          </a:bodyPr>
          <a:lstStyle/>
          <a:p>
            <a:r>
              <a:rPr lang="en-US" dirty="0"/>
              <a:t>Handling Failure Conditions </a:t>
            </a:r>
            <a:br>
              <a:rPr lang="en-US" dirty="0"/>
            </a:br>
            <a:r>
              <a:rPr lang="en-US" sz="4900" dirty="0"/>
              <a:t>The CAP Theorem</a:t>
            </a:r>
            <a:endParaRPr lang="en-US" dirty="0"/>
          </a:p>
        </p:txBody>
      </p:sp>
      <p:sp>
        <p:nvSpPr>
          <p:cNvPr id="3" name="Rectangle 2">
            <a:extLst>
              <a:ext uri="{FF2B5EF4-FFF2-40B4-BE49-F238E27FC236}">
                <a16:creationId xmlns:a16="http://schemas.microsoft.com/office/drawing/2014/main" id="{FF7FAC7D-8A53-953E-15A9-D5F1483B1E28}"/>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400" dirty="0">
                <a:solidFill>
                  <a:schemeClr val="bg2"/>
                </a:solidFill>
                <a:ea typeface="Calibri" panose="020F0502020204030204" pitchFamily="34" charset="0"/>
                <a:cs typeface="Times New Roman" panose="02020603050405020304" pitchFamily="18" charset="0"/>
              </a:rPr>
              <a:t>We assume that all NoSQL databases must function in environments where network partitions are possible, so they must prioritize one of two options</a:t>
            </a:r>
          </a:p>
        </p:txBody>
      </p:sp>
      <p:sp>
        <p:nvSpPr>
          <p:cNvPr id="4" name="Rectangle 3">
            <a:extLst>
              <a:ext uri="{FF2B5EF4-FFF2-40B4-BE49-F238E27FC236}">
                <a16:creationId xmlns:a16="http://schemas.microsoft.com/office/drawing/2014/main" id="{DBFAF54D-0BFC-88AB-FAD5-BFA97F6339D6}"/>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1. To continue processing client requests to preserve availability (AP).</a:t>
            </a:r>
          </a:p>
        </p:txBody>
      </p:sp>
      <p:sp>
        <p:nvSpPr>
          <p:cNvPr id="5" name="Rectangle 4">
            <a:extLst>
              <a:ext uri="{FF2B5EF4-FFF2-40B4-BE49-F238E27FC236}">
                <a16:creationId xmlns:a16="http://schemas.microsoft.com/office/drawing/2014/main" id="{7B1CD32D-FDA4-EE15-1ACB-9FF844A8E13E}"/>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dirty="0">
                <a:solidFill>
                  <a:schemeClr val="tx1"/>
                </a:solidFill>
              </a:rPr>
              <a:t>2. To reject client requests in order to uphold consistency guarantees (CP)</a:t>
            </a:r>
          </a:p>
        </p:txBody>
      </p:sp>
      <p:sp>
        <p:nvSpPr>
          <p:cNvPr id="6" name="Rectangle 5">
            <a:extLst>
              <a:ext uri="{FF2B5EF4-FFF2-40B4-BE49-F238E27FC236}">
                <a16:creationId xmlns:a16="http://schemas.microsoft.com/office/drawing/2014/main" id="{92C81DE6-64E3-2E83-8D3C-32C11D7D9EE8}"/>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Rectangle 6">
            <a:extLst>
              <a:ext uri="{FF2B5EF4-FFF2-40B4-BE49-F238E27FC236}">
                <a16:creationId xmlns:a16="http://schemas.microsoft.com/office/drawing/2014/main" id="{7F40A810-645B-92D5-3D40-69E4B4F5F132}"/>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47908AFF-B9ED-36DA-39FC-A317DED8305F}"/>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9" name="Rectangle 8">
            <a:extLst>
              <a:ext uri="{FF2B5EF4-FFF2-40B4-BE49-F238E27FC236}">
                <a16:creationId xmlns:a16="http://schemas.microsoft.com/office/drawing/2014/main" id="{14744545-7D24-4005-E682-F8AB79A89445}"/>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The first option violates consistency, because it might lead to stale reads and conflicting writes</a:t>
            </a:r>
          </a:p>
        </p:txBody>
      </p:sp>
      <p:sp>
        <p:nvSpPr>
          <p:cNvPr id="10" name="Rectangle 9">
            <a:extLst>
              <a:ext uri="{FF2B5EF4-FFF2-40B4-BE49-F238E27FC236}">
                <a16:creationId xmlns:a16="http://schemas.microsoft.com/office/drawing/2014/main" id="{DE77AC3E-B3B8-6465-F375-7EF7A8A62258}"/>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1" name="Rectangle 10">
            <a:extLst>
              <a:ext uri="{FF2B5EF4-FFF2-40B4-BE49-F238E27FC236}">
                <a16:creationId xmlns:a16="http://schemas.microsoft.com/office/drawing/2014/main" id="{879D66F5-BE4A-BF7B-0099-61FF18F08776}"/>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While the second option obviously sacrifices availability</a:t>
            </a:r>
          </a:p>
        </p:txBody>
      </p:sp>
      <p:sp>
        <p:nvSpPr>
          <p:cNvPr id="12" name="Rectangle 11">
            <a:extLst>
              <a:ext uri="{FF2B5EF4-FFF2-40B4-BE49-F238E27FC236}">
                <a16:creationId xmlns:a16="http://schemas.microsoft.com/office/drawing/2014/main" id="{2A846BC5-73B9-812C-70A5-0A1A483F6406}"/>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custDataLst>
      <p:tags r:id="rId1"/>
    </p:custDataLst>
    <p:extLst>
      <p:ext uri="{BB962C8B-B14F-4D97-AF65-F5344CB8AC3E}">
        <p14:creationId xmlns:p14="http://schemas.microsoft.com/office/powerpoint/2010/main" val="286046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Distributed Database System</a:t>
            </a:r>
            <a:br>
              <a:rPr lang="en-US" dirty="0"/>
            </a:br>
            <a:r>
              <a:rPr lang="en-US" sz="4650" dirty="0"/>
              <a:t>Model</a:t>
            </a:r>
          </a:p>
        </p:txBody>
      </p:sp>
      <p:sp>
        <p:nvSpPr>
          <p:cNvPr id="3" name="Content Placeholder 2"/>
          <p:cNvSpPr>
            <a:spLocks noGrp="1"/>
          </p:cNvSpPr>
          <p:nvPr>
            <p:ph idx="1"/>
          </p:nvPr>
        </p:nvSpPr>
        <p:spPr>
          <a:xfrm>
            <a:off x="2971800" y="2020738"/>
            <a:ext cx="6629400" cy="7315200"/>
          </a:xfrm>
        </p:spPr>
        <p:txBody>
          <a:bodyPr>
            <a:normAutofit fontScale="92500"/>
          </a:bodyPr>
          <a:lstStyle/>
          <a:p>
            <a:pPr marL="0" indent="0">
              <a:buNone/>
            </a:pPr>
            <a:r>
              <a:rPr lang="en-US" dirty="0"/>
              <a:t>Let's consider a very simple distributed system</a:t>
            </a:r>
          </a:p>
          <a:p>
            <a:pPr marL="0" indent="0">
              <a:buNone/>
            </a:pPr>
            <a:r>
              <a:rPr lang="en-US" dirty="0"/>
              <a:t>Our system is composed of two servers, S1 and S2</a:t>
            </a:r>
          </a:p>
          <a:p>
            <a:pPr marL="0" indent="0">
              <a:buNone/>
            </a:pPr>
            <a:r>
              <a:rPr lang="en-US" dirty="0"/>
              <a:t>Both servers keep track of the same variable v, with an initial value v</a:t>
            </a:r>
            <a:r>
              <a:rPr lang="en-US" baseline="-25000" dirty="0"/>
              <a:t>0</a:t>
            </a:r>
          </a:p>
          <a:p>
            <a:pPr marL="0" indent="0">
              <a:buNone/>
            </a:pPr>
            <a:r>
              <a:rPr lang="en-US" dirty="0"/>
              <a:t>S1 and S2 can communicate with each other and can also communicate with our client</a:t>
            </a:r>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4</a:t>
            </a:fld>
            <a:endParaRPr lang="en-US" dirty="0"/>
          </a:p>
        </p:txBody>
      </p:sp>
      <p:pic>
        <p:nvPicPr>
          <p:cNvPr id="6" name="Picture 5" descr="A diagram illustrating a client-server model with two servers and one client:&#10;&#10;1. **Servers:**&#10;   - Two servers are depicted, labeled S1 and S2.&#10;   - Each server has a computer and a server icon.&#10;   - Both servers are connected with a line, indicating communication or synchronization between them.&#10;   - Each server is labeled with V0, representing the version of the data or service they provide.&#10;&#10;2. **Client:**&#10;   - A single client is depicted at the bottom center of the diagram.&#10;   - The client is represented by a person icon.&#10;&#10;3. **Connections:**&#10;   - Red lines connect the client to both S1 and S2, indicating that the client can interact with both servers.&#10;&#10;This diagram represents a client-server architecture where a client interacts with two servers, which may be synchronized or share the same version of data or services.">
            <a:extLst>
              <a:ext uri="{FF2B5EF4-FFF2-40B4-BE49-F238E27FC236}">
                <a16:creationId xmlns:a16="http://schemas.microsoft.com/office/drawing/2014/main" id="{12B2CC53-EC05-4491-AEE8-119590B09886}"/>
              </a:ext>
            </a:extLst>
          </p:cNvPr>
          <p:cNvPicPr>
            <a:picLocks noChangeAspect="1"/>
          </p:cNvPicPr>
          <p:nvPr/>
        </p:nvPicPr>
        <p:blipFill>
          <a:blip r:embed="rId3"/>
          <a:stretch>
            <a:fillRect/>
          </a:stretch>
        </p:blipFill>
        <p:spPr>
          <a:xfrm>
            <a:off x="9533302" y="2059841"/>
            <a:ext cx="6352890" cy="5351343"/>
          </a:xfrm>
          <a:prstGeom prst="rect">
            <a:avLst/>
          </a:prstGeom>
        </p:spPr>
      </p:pic>
    </p:spTree>
    <p:custDataLst>
      <p:tags r:id="rId1"/>
    </p:custDataLst>
    <p:extLst>
      <p:ext uri="{BB962C8B-B14F-4D97-AF65-F5344CB8AC3E}">
        <p14:creationId xmlns:p14="http://schemas.microsoft.com/office/powerpoint/2010/main" val="1862236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Distributed Database System</a:t>
            </a:r>
            <a:br>
              <a:rPr lang="en-US" dirty="0"/>
            </a:br>
            <a:r>
              <a:rPr lang="en-US" sz="4700" dirty="0"/>
              <a:t>(Strong) Consistency</a:t>
            </a:r>
          </a:p>
        </p:txBody>
      </p:sp>
      <p:sp>
        <p:nvSpPr>
          <p:cNvPr id="3" name="Content Placeholder 2"/>
          <p:cNvSpPr>
            <a:spLocks noGrp="1"/>
          </p:cNvSpPr>
          <p:nvPr>
            <p:ph idx="1"/>
          </p:nvPr>
        </p:nvSpPr>
        <p:spPr/>
        <p:txBody>
          <a:bodyPr/>
          <a:lstStyle/>
          <a:p>
            <a:pPr marL="0" indent="0" algn="ctr">
              <a:buNone/>
            </a:pPr>
            <a:r>
              <a:rPr lang="en-US" dirty="0"/>
              <a:t>Any read operation that begins after a write operation completes must return the value just written (or the result of a later write operation)</a:t>
            </a:r>
          </a:p>
          <a:p>
            <a:pPr marL="0" indent="0" algn="ctr">
              <a:buNone/>
            </a:pPr>
            <a:r>
              <a:rPr lang="en-US" dirty="0"/>
              <a:t>In a consistent system, once a client writes a value to any server and gets a response, it expects to get that value (or a fresher value) back from any server it reads from.</a:t>
            </a:r>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5</a:t>
            </a:fld>
            <a:endParaRPr lang="en-US" dirty="0"/>
          </a:p>
        </p:txBody>
      </p:sp>
    </p:spTree>
    <p:custDataLst>
      <p:tags r:id="rId1"/>
    </p:custDataLst>
    <p:extLst>
      <p:ext uri="{BB962C8B-B14F-4D97-AF65-F5344CB8AC3E}">
        <p14:creationId xmlns:p14="http://schemas.microsoft.com/office/powerpoint/2010/main" val="1708746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391"/>
            <a:ext cx="16459200" cy="1485900"/>
          </a:xfrm>
        </p:spPr>
        <p:txBody>
          <a:bodyPr>
            <a:normAutofit fontScale="90000"/>
          </a:bodyPr>
          <a:lstStyle/>
          <a:p>
            <a:r>
              <a:rPr lang="en-US" dirty="0"/>
              <a:t>Distributed Database System</a:t>
            </a:r>
            <a:br>
              <a:rPr lang="en-US" dirty="0"/>
            </a:br>
            <a:r>
              <a:rPr lang="en-US" sz="4650" dirty="0"/>
              <a:t>Example of a Consistent System (Write Phase)</a:t>
            </a:r>
            <a:endParaRPr lang="en-US" dirty="0"/>
          </a:p>
        </p:txBody>
      </p:sp>
      <p:pic>
        <p:nvPicPr>
          <p:cNvPr id="5" name="Picture 4" descr="A diagram illustrating a four-step process of data synchronization between two servers (S1 and S2) and a client:&#10;&#10;1. **Step 1:**&#10;   - Server S1 and Server S2 both start with version V0.&#10;   - The client initiates a write operation to update the version on S1 to V1.&#10;&#10;2. **Step 2:**&#10;   - Server S1 is updated to version V1.&#10;   - Server S1 synchronizes the update by sending V1 to Server S2.&#10;   - Server S2 remains at version V0 initially but is about to be updated.&#10;&#10;3. **Step 3:**&#10;   - Server S2 is updated to version V1.&#10;   - The client receives confirmation that the update is &quot;Done&quot; on Server S1.&#10;&#10;4. **Step 4:**&#10;   - Both Server S1 and Server S2 are now at version V1.&#10;   - The client receives final confirmation that the synchronization is &quot;Done&quot;.&#10;&#10;This diagram demonstrates the process of updating and synchronizing data between two servers, showing how changes initiated by a client are propagated and confirmed across the system.">
            <a:extLst>
              <a:ext uri="{FF2B5EF4-FFF2-40B4-BE49-F238E27FC236}">
                <a16:creationId xmlns:a16="http://schemas.microsoft.com/office/drawing/2014/main" id="{7F9180E4-74EE-67FB-959B-93FD996877EE}"/>
              </a:ext>
            </a:extLst>
          </p:cNvPr>
          <p:cNvPicPr>
            <a:picLocks noChangeAspect="1"/>
          </p:cNvPicPr>
          <p:nvPr/>
        </p:nvPicPr>
        <p:blipFill>
          <a:blip r:embed="rId3"/>
          <a:stretch>
            <a:fillRect/>
          </a:stretch>
        </p:blipFill>
        <p:spPr>
          <a:xfrm>
            <a:off x="915985" y="1895018"/>
            <a:ext cx="16459559" cy="7232170"/>
          </a:xfrm>
          <a:prstGeom prst="rect">
            <a:avLst/>
          </a:prstGeom>
        </p:spPr>
      </p:pic>
    </p:spTree>
    <p:custDataLst>
      <p:tags r:id="rId1"/>
    </p:custDataLst>
    <p:extLst>
      <p:ext uri="{BB962C8B-B14F-4D97-AF65-F5344CB8AC3E}">
        <p14:creationId xmlns:p14="http://schemas.microsoft.com/office/powerpoint/2010/main" val="1350433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Distributed Database System </a:t>
            </a:r>
            <a:br>
              <a:rPr lang="en-US" sz="4800" dirty="0"/>
            </a:br>
            <a:r>
              <a:rPr lang="en-US" sz="4650" dirty="0"/>
              <a:t>Example of a Consistent System (Read Phase)</a:t>
            </a:r>
          </a:p>
        </p:txBody>
      </p:sp>
      <p:sp>
        <p:nvSpPr>
          <p:cNvPr id="6" name="Content Placeholder 5"/>
          <p:cNvSpPr>
            <a:spLocks noGrp="1"/>
          </p:cNvSpPr>
          <p:nvPr>
            <p:ph idx="1"/>
          </p:nvPr>
        </p:nvSpPr>
        <p:spPr>
          <a:xfrm>
            <a:off x="3314700" y="6894663"/>
            <a:ext cx="11772900" cy="2171700"/>
          </a:xfrm>
        </p:spPr>
        <p:txBody>
          <a:bodyPr>
            <a:normAutofit fontScale="77500" lnSpcReduction="20000"/>
          </a:bodyPr>
          <a:lstStyle/>
          <a:p>
            <a:pPr marL="0" indent="0" algn="ctr">
              <a:buNone/>
            </a:pPr>
            <a:r>
              <a:rPr lang="en-US" dirty="0"/>
              <a:t>In this system, S1 replicates its value to S2 before sending an acknowledgement to the client that the  write is complete</a:t>
            </a:r>
          </a:p>
          <a:p>
            <a:pPr marL="0" indent="0" algn="ctr">
              <a:buNone/>
            </a:pPr>
            <a:r>
              <a:rPr lang="en-US" dirty="0"/>
              <a:t>When the client then reads from S2, it gets the most up to date value of v which is v1</a:t>
            </a:r>
          </a:p>
        </p:txBody>
      </p:sp>
      <p:sp>
        <p:nvSpPr>
          <p:cNvPr id="3" name="Footer Placeholder 2"/>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4" name="Slide Number Placeholder 3"/>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7</a:t>
            </a:fld>
            <a:endParaRPr lang="en-US" dirty="0"/>
          </a:p>
        </p:txBody>
      </p:sp>
      <p:pic>
        <p:nvPicPr>
          <p:cNvPr id="5" name="Picture 4" descr="A diagram illustrating a two-step process of data reading and synchronization between two servers (S1 and S2) and a client:&#10;&#10;1. **Step 1:**&#10;   - Both Server S1 and Server S2 are at version V1.&#10;   - The client initiates a read operation to retrieve the version from Server S2.&#10;   - An arrow labeled &quot;Read&quot; points from the client to Server S2, indicating the read request.&#10;&#10;2. **Step 2:**&#10;   - The client receives the version V1 from Server S2.&#10;   - An arrow labeled &quot;v1&quot; points from Server S2 to the client, indicating the response with the version information.&#10;&#10;This diagram demonstrates the process of a client reading data from a synchronized pair of servers, showing the flow of a read request and the response from one of the servers.">
            <a:extLst>
              <a:ext uri="{FF2B5EF4-FFF2-40B4-BE49-F238E27FC236}">
                <a16:creationId xmlns:a16="http://schemas.microsoft.com/office/drawing/2014/main" id="{D1C444DD-6312-534E-2EFB-9C392B8712B9}"/>
              </a:ext>
            </a:extLst>
          </p:cNvPr>
          <p:cNvPicPr>
            <a:picLocks noChangeAspect="1"/>
          </p:cNvPicPr>
          <p:nvPr/>
        </p:nvPicPr>
        <p:blipFill>
          <a:blip r:embed="rId3"/>
          <a:stretch>
            <a:fillRect/>
          </a:stretch>
        </p:blipFill>
        <p:spPr>
          <a:xfrm>
            <a:off x="1113991" y="2126239"/>
            <a:ext cx="16163925" cy="4434320"/>
          </a:xfrm>
          <a:prstGeom prst="rect">
            <a:avLst/>
          </a:prstGeom>
        </p:spPr>
      </p:pic>
    </p:spTree>
    <p:custDataLst>
      <p:tags r:id="rId1"/>
    </p:custDataLst>
    <p:extLst>
      <p:ext uri="{BB962C8B-B14F-4D97-AF65-F5344CB8AC3E}">
        <p14:creationId xmlns:p14="http://schemas.microsoft.com/office/powerpoint/2010/main" val="2576715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z="4800" dirty="0"/>
              <a:t>Distributed Database System </a:t>
            </a:r>
            <a:br>
              <a:rPr lang="en-US" sz="4800" dirty="0"/>
            </a:br>
            <a:r>
              <a:rPr lang="en-US" sz="4650" dirty="0"/>
              <a:t>Example of a Inconsistent System (Write Phase)</a:t>
            </a:r>
            <a:endParaRPr lang="en-US" dirty="0"/>
          </a:p>
        </p:txBody>
      </p:sp>
      <p:pic>
        <p:nvPicPr>
          <p:cNvPr id="33" name="Picture 32" descr="A diagram illustrating a two-step process of writing and synchronizing data between two servers (S1 and S2) and a client:&#10;&#10;1. **Step 1:**&#10;   - Both Server S1 and Server S2 start at version V0.&#10;   - The client initiates a write operation to update Server S1 to version V1.&#10;   - An arrow labeled &quot;write V1&quot; points from the client to Server S1, indicating the write request.&#10;&#10;2. **Step 2:**&#10;   - Server S1 is updated to version V1.&#10;   - Server S1 synchronizes the update by sending V1 to Server S2.&#10;   - An arrow labeled &quot;V1&quot; points from Server S1 to Server S2, indicating the synchronization.&#10;   - The client receives confirmation labeled &quot;Done&quot; from Server S1.&#10;   - Server S2 is updated to version V1.&#10;&#10;This diagram shows the process of a client writing data to one server and the subsequent synchronization of this update to a second server, ensuring data consistency across the servers.">
            <a:extLst>
              <a:ext uri="{FF2B5EF4-FFF2-40B4-BE49-F238E27FC236}">
                <a16:creationId xmlns:a16="http://schemas.microsoft.com/office/drawing/2014/main" id="{5350449D-4AEB-6555-FDD7-91F3F32F9142}"/>
              </a:ext>
            </a:extLst>
          </p:cNvPr>
          <p:cNvPicPr>
            <a:picLocks noChangeAspect="1"/>
          </p:cNvPicPr>
          <p:nvPr/>
        </p:nvPicPr>
        <p:blipFill>
          <a:blip r:embed="rId3"/>
          <a:stretch>
            <a:fillRect/>
          </a:stretch>
        </p:blipFill>
        <p:spPr>
          <a:xfrm>
            <a:off x="922193" y="2564390"/>
            <a:ext cx="16471061" cy="4517905"/>
          </a:xfrm>
          <a:prstGeom prst="rect">
            <a:avLst/>
          </a:prstGeom>
        </p:spPr>
      </p:pic>
    </p:spTree>
    <p:custDataLst>
      <p:tags r:id="rId1"/>
    </p:custDataLst>
    <p:extLst>
      <p:ext uri="{BB962C8B-B14F-4D97-AF65-F5344CB8AC3E}">
        <p14:creationId xmlns:p14="http://schemas.microsoft.com/office/powerpoint/2010/main" val="983580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z="4800" dirty="0"/>
              <a:t>Distributed Database System </a:t>
            </a:r>
            <a:br>
              <a:rPr lang="en-US" sz="4800" dirty="0"/>
            </a:br>
            <a:r>
              <a:rPr lang="en-US" sz="4650" dirty="0"/>
              <a:t>Example of a Inconsistent System (Read Phase)</a:t>
            </a:r>
            <a:endParaRPr lang="en-US" dirty="0"/>
          </a:p>
        </p:txBody>
      </p:sp>
      <p:sp>
        <p:nvSpPr>
          <p:cNvPr id="10" name="Content Placeholder 5"/>
          <p:cNvSpPr txBox="1">
            <a:spLocks/>
          </p:cNvSpPr>
          <p:nvPr/>
        </p:nvSpPr>
        <p:spPr>
          <a:xfrm>
            <a:off x="3314700" y="6394080"/>
            <a:ext cx="11772900" cy="2776813"/>
          </a:xfrm>
          <a:prstGeom prst="rect">
            <a:avLst/>
          </a:prstGeom>
        </p:spPr>
        <p:txBody>
          <a:bodyPr>
            <a:normAutofit fontScale="70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ctr">
              <a:buNone/>
            </a:pPr>
            <a:r>
              <a:rPr lang="en-US" sz="3600" dirty="0"/>
              <a:t>Our client writes </a:t>
            </a:r>
            <a:r>
              <a:rPr lang="en-US" sz="3600" i="1" dirty="0"/>
              <a:t>v</a:t>
            </a:r>
            <a:r>
              <a:rPr lang="en-US" sz="3600" dirty="0"/>
              <a:t>1 to S1 and S1 acknowledges, but when it reads from S2 , it may get stale data v0</a:t>
            </a:r>
          </a:p>
          <a:p>
            <a:pPr marL="0" indent="0" algn="ctr">
              <a:buNone/>
            </a:pPr>
            <a:endParaRPr lang="en-US" sz="2200" dirty="0"/>
          </a:p>
          <a:p>
            <a:pPr marL="0" indent="0" algn="ctr">
              <a:buNone/>
            </a:pPr>
            <a:r>
              <a:rPr lang="en-US" sz="3600" dirty="0"/>
              <a:t>All replicas of variable v will eventually hold the same</a:t>
            </a:r>
          </a:p>
          <a:p>
            <a:pPr marL="0" indent="0" algn="ctr">
              <a:buNone/>
            </a:pPr>
            <a:r>
              <a:rPr lang="en-US" sz="3600" dirty="0"/>
              <a:t> updated value, in our case 1, if given enough time for updates to propagate across a cluster</a:t>
            </a:r>
          </a:p>
          <a:p>
            <a:pPr marL="0" indent="0" algn="ctr">
              <a:buNone/>
            </a:pPr>
            <a:endParaRPr lang="en-US" sz="2100" dirty="0"/>
          </a:p>
          <a:p>
            <a:pPr marL="0" indent="0" algn="ctr">
              <a:buNone/>
            </a:pPr>
            <a:r>
              <a:rPr lang="en-US" sz="3600" dirty="0"/>
              <a:t>This is referred to as eventual consistency.</a:t>
            </a:r>
          </a:p>
          <a:p>
            <a:pPr marL="0" indent="0" algn="ctr">
              <a:buNone/>
            </a:pPr>
            <a:endParaRPr lang="en-US" sz="3600" dirty="0"/>
          </a:p>
          <a:p>
            <a:pPr marL="0" indent="0" algn="ctr">
              <a:buNone/>
            </a:pPr>
            <a:endParaRPr lang="en-US" sz="3600" dirty="0"/>
          </a:p>
          <a:p>
            <a:pPr marL="0" indent="0" algn="ctr">
              <a:buNone/>
            </a:pPr>
            <a:endParaRPr lang="en-US" sz="3600" dirty="0"/>
          </a:p>
        </p:txBody>
      </p:sp>
      <p:pic>
        <p:nvPicPr>
          <p:cNvPr id="36" name="Picture 35" descr="A diagram illustrating a two-step process of reading and synchronizing data between two servers (S1 and S2) and a client:&#10;&#10;1. **Step 1:**&#10;   - Server S1 is at version V1.&#10;   - Server S2 is at version V0.&#10;   - Server S1 is in the process of synchronizing the update to Server S2 by sending V1.&#10;   - An arrow labeled &quot;V1&quot; points from Server S1 to Server S2, indicating the synchronization.&#10;   - The client initiates a read operation to retrieve the version from Server S2.&#10;   - An arrow labeled &quot;Read&quot; points from the client to Server S2, indicating the read request.&#10;&#10;2. **Step 2:**&#10;   - Server S1 remains at version V1.&#10;   - Server S2 is still at version V0 as the synchronization is not yet complete.&#10;   - The client receives the outdated version V0 from Server S2.&#10;   - An arrow labeled &quot;V0&quot; points from Server S2 to the client, indicating the response with the outdated version information.&#10;&#10;This diagram demonstrates the issue of reading stale data from a server that has not yet completed synchronization, showing the flow of a read request and the response from one of the servers.">
            <a:extLst>
              <a:ext uri="{FF2B5EF4-FFF2-40B4-BE49-F238E27FC236}">
                <a16:creationId xmlns:a16="http://schemas.microsoft.com/office/drawing/2014/main" id="{A367659B-5D57-C012-CC86-5353FADF3B38}"/>
              </a:ext>
            </a:extLst>
          </p:cNvPr>
          <p:cNvPicPr>
            <a:picLocks noChangeAspect="1"/>
          </p:cNvPicPr>
          <p:nvPr/>
        </p:nvPicPr>
        <p:blipFill>
          <a:blip r:embed="rId3"/>
          <a:stretch>
            <a:fillRect/>
          </a:stretch>
        </p:blipFill>
        <p:spPr>
          <a:xfrm>
            <a:off x="2054369" y="2055236"/>
            <a:ext cx="14303952" cy="3474893"/>
          </a:xfrm>
          <a:prstGeom prst="rect">
            <a:avLst/>
          </a:prstGeom>
        </p:spPr>
      </p:pic>
    </p:spTree>
    <p:custDataLst>
      <p:tags r:id="rId1"/>
    </p:custDataLst>
    <p:extLst>
      <p:ext uri="{BB962C8B-B14F-4D97-AF65-F5344CB8AC3E}">
        <p14:creationId xmlns:p14="http://schemas.microsoft.com/office/powerpoint/2010/main" val="3857115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Distributed Database System </a:t>
            </a:r>
            <a:br>
              <a:rPr lang="en-US" dirty="0"/>
            </a:br>
            <a:r>
              <a:rPr lang="en-US" sz="4650" dirty="0"/>
              <a:t>Availability</a:t>
            </a:r>
          </a:p>
        </p:txBody>
      </p:sp>
      <p:sp>
        <p:nvSpPr>
          <p:cNvPr id="3" name="Content Placeholder 2"/>
          <p:cNvSpPr>
            <a:spLocks noGrp="1"/>
          </p:cNvSpPr>
          <p:nvPr>
            <p:ph idx="1"/>
          </p:nvPr>
        </p:nvSpPr>
        <p:spPr/>
        <p:txBody>
          <a:bodyPr/>
          <a:lstStyle/>
          <a:p>
            <a:pPr marL="0" indent="0" algn="ctr" fontAlgn="base">
              <a:buNone/>
            </a:pPr>
            <a:r>
              <a:rPr lang="en-US" dirty="0"/>
              <a:t>Every request received by a non-failing node in the system must result in a response</a:t>
            </a:r>
          </a:p>
          <a:p>
            <a:pPr marL="0" indent="0" algn="ctr" fontAlgn="base">
              <a:buNone/>
            </a:pPr>
            <a:r>
              <a:rPr lang="en-US" dirty="0"/>
              <a:t>In an available system, if our client sends a request to a server and the server has not crashed, then the server must eventually respond to the client</a:t>
            </a:r>
          </a:p>
          <a:p>
            <a:pPr marL="0" indent="0" algn="ctr" fontAlgn="base">
              <a:buNone/>
            </a:pPr>
            <a:r>
              <a:rPr lang="en-US" dirty="0"/>
              <a:t>The server is not allowed to ignore the client's requests</a:t>
            </a:r>
          </a:p>
          <a:p>
            <a:endParaRPr lang="en-US" dirty="0"/>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10</a:t>
            </a:fld>
            <a:endParaRPr lang="en-US" dirty="0"/>
          </a:p>
        </p:txBody>
      </p:sp>
    </p:spTree>
    <p:custDataLst>
      <p:tags r:id="rId1"/>
    </p:custDataLst>
    <p:extLst>
      <p:ext uri="{BB962C8B-B14F-4D97-AF65-F5344CB8AC3E}">
        <p14:creationId xmlns:p14="http://schemas.microsoft.com/office/powerpoint/2010/main" val="3584136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Distributed Database System</a:t>
            </a:r>
            <a:br>
              <a:rPr lang="en-US" dirty="0"/>
            </a:br>
            <a:r>
              <a:rPr lang="en-US" sz="4650" dirty="0"/>
              <a:t>Example of Availability</a:t>
            </a:r>
          </a:p>
        </p:txBody>
      </p:sp>
      <p:sp>
        <p:nvSpPr>
          <p:cNvPr id="3" name="Content Placeholder 2"/>
          <p:cNvSpPr>
            <a:spLocks noGrp="1"/>
          </p:cNvSpPr>
          <p:nvPr>
            <p:ph idx="1"/>
          </p:nvPr>
        </p:nvSpPr>
        <p:spPr>
          <a:xfrm>
            <a:off x="2971800" y="7543800"/>
            <a:ext cx="12344400" cy="2400300"/>
          </a:xfrm>
        </p:spPr>
        <p:txBody>
          <a:bodyPr/>
          <a:lstStyle/>
          <a:p>
            <a:pPr marL="0" indent="0" algn="ctr">
              <a:buNone/>
            </a:pPr>
            <a:r>
              <a:rPr lang="en-US" dirty="0"/>
              <a:t>Even though S1 has failed, this does not impact the ability of S2 to service requests</a:t>
            </a:r>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11</a:t>
            </a:fld>
            <a:endParaRPr lang="en-US" dirty="0"/>
          </a:p>
        </p:txBody>
      </p:sp>
      <p:pic>
        <p:nvPicPr>
          <p:cNvPr id="6" name="Picture 5" descr="A diagram illustrating a two-step process of handling server failure and reading data from a synchronized server:&#10;&#10;1. **Step 1:**&#10;   - Server S1 is at version V1 but is marked with an &quot;X&quot; to indicate it is down or unavailable.&#10;   - Server S2 is at version V1.&#10;   - The client initiates a read operation.&#10;   - An arrow labeled &quot;Read&quot; points from the client to Server S2, indicating the read request.&#10;&#10;2. **Step 2:**&#10;   - Server S1 remains down and marked with an &quot;X&quot;.&#10;   - Server S2 is still at version V1.&#10;   - The client receives the version V1 from Server S2.&#10;   - An arrow labeled &quot;V1&quot; points from Server S2 to the client, indicating the response with the current version information.&#10;&#10;This diagram demonstrates how a client can read data from an available and synchronized server (S2) when the primary server (S1) is down, ensuring data availability and consistency.">
            <a:extLst>
              <a:ext uri="{FF2B5EF4-FFF2-40B4-BE49-F238E27FC236}">
                <a16:creationId xmlns:a16="http://schemas.microsoft.com/office/drawing/2014/main" id="{2AC6EF50-19A7-AD3C-A3F2-15C27096BB7A}"/>
              </a:ext>
            </a:extLst>
          </p:cNvPr>
          <p:cNvPicPr>
            <a:picLocks noChangeAspect="1"/>
          </p:cNvPicPr>
          <p:nvPr/>
        </p:nvPicPr>
        <p:blipFill>
          <a:blip r:embed="rId3"/>
          <a:stretch>
            <a:fillRect/>
          </a:stretch>
        </p:blipFill>
        <p:spPr>
          <a:xfrm>
            <a:off x="1072428" y="2575646"/>
            <a:ext cx="16101579" cy="4491470"/>
          </a:xfrm>
          <a:prstGeom prst="rect">
            <a:avLst/>
          </a:prstGeom>
        </p:spPr>
      </p:pic>
    </p:spTree>
    <p:custDataLst>
      <p:tags r:id="rId1"/>
    </p:custDataLst>
    <p:extLst>
      <p:ext uri="{BB962C8B-B14F-4D97-AF65-F5344CB8AC3E}">
        <p14:creationId xmlns:p14="http://schemas.microsoft.com/office/powerpoint/2010/main" val="197367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Distributed Database System </a:t>
            </a:r>
            <a:br>
              <a:rPr lang="en-US" dirty="0"/>
            </a:br>
            <a:r>
              <a:rPr lang="en-US" sz="4650" dirty="0"/>
              <a:t>Partition Tolerance</a:t>
            </a:r>
            <a:endParaRPr lang="en-US" dirty="0"/>
          </a:p>
        </p:txBody>
      </p:sp>
      <p:sp>
        <p:nvSpPr>
          <p:cNvPr id="3" name="Content Placeholder 2"/>
          <p:cNvSpPr>
            <a:spLocks noGrp="1"/>
          </p:cNvSpPr>
          <p:nvPr>
            <p:ph idx="1"/>
          </p:nvPr>
        </p:nvSpPr>
        <p:spPr/>
        <p:txBody>
          <a:bodyPr/>
          <a:lstStyle/>
          <a:p>
            <a:pPr fontAlgn="base"/>
            <a:r>
              <a:rPr lang="en-US" sz="3600" dirty="0"/>
              <a:t>Network Partition</a:t>
            </a:r>
          </a:p>
          <a:p>
            <a:pPr lvl="1"/>
            <a:r>
              <a:rPr lang="en-US" sz="3200" dirty="0"/>
              <a:t>A breakdown in communication between different parts of a distributed system, such as among nodes in a NoSQL database cluster</a:t>
            </a:r>
          </a:p>
          <a:p>
            <a:pPr lvl="1"/>
            <a:r>
              <a:rPr lang="en-US" sz="3200" dirty="0"/>
              <a:t>Under this condition the network can lose arbitrarily many messages sent from one node to another</a:t>
            </a:r>
          </a:p>
          <a:p>
            <a:r>
              <a:rPr lang="en-US" sz="3600" dirty="0"/>
              <a:t>Partition Tolerance</a:t>
            </a:r>
          </a:p>
          <a:p>
            <a:pPr lvl="1"/>
            <a:r>
              <a:rPr lang="en-US" sz="3200" dirty="0"/>
              <a:t>Within the CAP theorem, network partition tolerance refers to a distributed system's ability to continue operating</a:t>
            </a:r>
          </a:p>
          <a:p>
            <a:pPr lvl="1"/>
            <a:r>
              <a:rPr lang="en-US" sz="3200" dirty="0"/>
              <a:t>And this must be the case even when a partition disrupts communication between different nodes</a:t>
            </a:r>
          </a:p>
          <a:p>
            <a:pPr lvl="1"/>
            <a:endParaRPr lang="en-US" dirty="0"/>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12</a:t>
            </a:fld>
            <a:endParaRPr lang="en-US" dirty="0"/>
          </a:p>
        </p:txBody>
      </p:sp>
    </p:spTree>
    <p:custDataLst>
      <p:tags r:id="rId1"/>
    </p:custDataLst>
    <p:extLst>
      <p:ext uri="{BB962C8B-B14F-4D97-AF65-F5344CB8AC3E}">
        <p14:creationId xmlns:p14="http://schemas.microsoft.com/office/powerpoint/2010/main" val="2608108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Distributed Database System </a:t>
            </a:r>
            <a:br>
              <a:rPr lang="en-US" dirty="0"/>
            </a:br>
            <a:r>
              <a:rPr lang="en-US" sz="4650" dirty="0"/>
              <a:t>Example of Partition Tolerance</a:t>
            </a:r>
            <a:endParaRPr lang="en-US" dirty="0"/>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13</a:t>
            </a:fld>
            <a:endParaRPr lang="en-US" dirty="0"/>
          </a:p>
        </p:txBody>
      </p:sp>
      <p:sp>
        <p:nvSpPr>
          <p:cNvPr id="11" name="Content Placeholder 2"/>
          <p:cNvSpPr>
            <a:spLocks noGrp="1"/>
          </p:cNvSpPr>
          <p:nvPr>
            <p:ph idx="1"/>
          </p:nvPr>
        </p:nvSpPr>
        <p:spPr>
          <a:xfrm>
            <a:off x="1290917" y="6508381"/>
            <a:ext cx="15558247" cy="2400300"/>
          </a:xfrm>
        </p:spPr>
        <p:txBody>
          <a:bodyPr/>
          <a:lstStyle/>
          <a:p>
            <a:r>
              <a:rPr lang="en-US" sz="3200" dirty="0"/>
              <a:t>Even though the connection between S1 and S2 has failed, this does not impact the ability of S1 or S2 to service requests</a:t>
            </a:r>
          </a:p>
          <a:p>
            <a:r>
              <a:rPr lang="en-US" sz="3200" dirty="0"/>
              <a:t>But the response may be a value for V (either current or stale) or an error notice of some kind, just not silence, or something random</a:t>
            </a:r>
          </a:p>
        </p:txBody>
      </p:sp>
      <p:pic>
        <p:nvPicPr>
          <p:cNvPr id="7" name="Picture 6" descr="A diagram illustrating a two-step process of handling server failure and reading data or receiving an error response from a synchronized server:&#10;&#10;1. **Step 1:**&#10;   - Server S1 is at version V1.&#10;   - Server S2 is also at version V1 but is marked with an &quot;X&quot; to indicate it is down or unavailable.&#10;   - The client initiates a read operation.&#10;   - An arrow labeled &quot;Read&quot; points from the client to Server S2, indicating the read request.&#10;&#10;2. **Step 2:**&#10;   - Server S1 remains at version V1.&#10;   - Server S2 is still down and marked with an &quot;X&quot;.&#10;   - The client receives &quot;some response&quot; which could be either version V1 from Server S1 or an error notice due to Server S2 being down.&#10;   - An arrow labeled &quot;Some response (V1, or error notice)&quot; points from Server S1 to the client.&#10;&#10;This diagram demonstrates how a client handles read operations when one server is down, showing that the client can either receive data from an available server or an error notice if the request fails.">
            <a:extLst>
              <a:ext uri="{FF2B5EF4-FFF2-40B4-BE49-F238E27FC236}">
                <a16:creationId xmlns:a16="http://schemas.microsoft.com/office/drawing/2014/main" id="{6E787BF4-6E1C-08DE-F8D4-D29034AAEA6F}"/>
              </a:ext>
            </a:extLst>
          </p:cNvPr>
          <p:cNvPicPr>
            <a:picLocks noChangeAspect="1"/>
          </p:cNvPicPr>
          <p:nvPr/>
        </p:nvPicPr>
        <p:blipFill>
          <a:blip r:embed="rId3"/>
          <a:stretch>
            <a:fillRect/>
          </a:stretch>
        </p:blipFill>
        <p:spPr>
          <a:xfrm>
            <a:off x="685800" y="2061729"/>
            <a:ext cx="17041090" cy="4376304"/>
          </a:xfrm>
          <a:prstGeom prst="rect">
            <a:avLst/>
          </a:prstGeom>
        </p:spPr>
      </p:pic>
    </p:spTree>
    <p:custDataLst>
      <p:tags r:id="rId1"/>
    </p:custDataLst>
    <p:extLst>
      <p:ext uri="{BB962C8B-B14F-4D97-AF65-F5344CB8AC3E}">
        <p14:creationId xmlns:p14="http://schemas.microsoft.com/office/powerpoint/2010/main" val="1382158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 Theorem</a:t>
            </a:r>
          </a:p>
        </p:txBody>
      </p:sp>
      <p:sp>
        <p:nvSpPr>
          <p:cNvPr id="3" name="Content Placeholder 2"/>
          <p:cNvSpPr>
            <a:spLocks noGrp="1"/>
          </p:cNvSpPr>
          <p:nvPr>
            <p:ph idx="1"/>
          </p:nvPr>
        </p:nvSpPr>
        <p:spPr>
          <a:xfrm>
            <a:off x="2971800" y="1943100"/>
            <a:ext cx="12344400" cy="2015837"/>
          </a:xfrm>
        </p:spPr>
        <p:txBody>
          <a:bodyPr/>
          <a:lstStyle/>
          <a:p>
            <a:pPr marL="0" indent="0" algn="ctr">
              <a:buNone/>
            </a:pPr>
            <a:r>
              <a:rPr lang="en-US" dirty="0"/>
              <a:t>In the face of a network partition a distributed database must choose to be either available or consistent, but it cannot choose both</a:t>
            </a:r>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14</a:t>
            </a:fld>
            <a:endParaRPr lang="en-US" dirty="0"/>
          </a:p>
        </p:txBody>
      </p:sp>
      <p:pic>
        <p:nvPicPr>
          <p:cNvPr id="19" name="Picture 18" descr="A Venn diagram illustrating the CAP theorem, which explains the trade-offs between Consistency, Availability, and Partition Tolerance in distributed systems:&#10;&#10;1. **Consistency (C):**&#10;   - Represented by the top circle in the Venn diagram.&#10;   - Systems that prioritize consistency ensure that all nodes see the same data at the same time.&#10;   - Examples: MongoDB, HBase, Redis (CP systems)&#10;&#10;2. **Availability (A):**&#10;   - Represented by the left circle in the Venn diagram.&#10;   - Systems that prioritize availability ensure that every request receives a response, without guarantee that it contains the most recent write.&#10;   - Examples: Cassandra, DynamoDB, Riak, CouchDB (AP systems)&#10;&#10;3. **Partition Tolerance (P):**&#10;   - Represented by the right circle in the Venn diagram.&#10;   - Systems that prioritize partition tolerance can continue to operate despite network partitions that prevent some nodes from communicating.&#10;&#10;4. **Combinations:**&#10;   - **CP (Consistency and Partition Tolerance):** Systems that ensure consistency and partition tolerance but may not always be available.&#10;   - **AP (Availability and Partition Tolerance):** Systems that ensure availability and partition tolerance but may not always be consistent.&#10;&#10;This diagram shows how different distributed systems make trade-offs between consistency, availability, and partition tolerance, highlighting specific examples of systems that prioritize certain properties.">
            <a:extLst>
              <a:ext uri="{FF2B5EF4-FFF2-40B4-BE49-F238E27FC236}">
                <a16:creationId xmlns:a16="http://schemas.microsoft.com/office/drawing/2014/main" id="{EFEB1FB6-7293-742D-DEC9-98807623D52F}"/>
              </a:ext>
            </a:extLst>
          </p:cNvPr>
          <p:cNvPicPr>
            <a:picLocks noChangeAspect="1"/>
          </p:cNvPicPr>
          <p:nvPr/>
        </p:nvPicPr>
        <p:blipFill>
          <a:blip r:embed="rId3"/>
          <a:stretch>
            <a:fillRect/>
          </a:stretch>
        </p:blipFill>
        <p:spPr>
          <a:xfrm>
            <a:off x="5812847" y="3952875"/>
            <a:ext cx="10631631" cy="4978977"/>
          </a:xfrm>
          <a:prstGeom prst="rect">
            <a:avLst/>
          </a:prstGeom>
        </p:spPr>
      </p:pic>
    </p:spTree>
    <p:custDataLst>
      <p:tags r:id="rId1"/>
    </p:custDataLst>
    <p:extLst>
      <p:ext uri="{BB962C8B-B14F-4D97-AF65-F5344CB8AC3E}">
        <p14:creationId xmlns:p14="http://schemas.microsoft.com/office/powerpoint/2010/main" val="1704123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 Theorem</a:t>
            </a:r>
          </a:p>
        </p:txBody>
      </p:sp>
      <p:sp>
        <p:nvSpPr>
          <p:cNvPr id="3" name="Content Placeholder 2"/>
          <p:cNvSpPr>
            <a:spLocks noGrp="1"/>
          </p:cNvSpPr>
          <p:nvPr>
            <p:ph idx="1"/>
          </p:nvPr>
        </p:nvSpPr>
        <p:spPr>
          <a:xfrm>
            <a:off x="1436298" y="1905000"/>
            <a:ext cx="9122434" cy="7658100"/>
          </a:xfrm>
        </p:spPr>
        <p:txBody>
          <a:bodyPr>
            <a:normAutofit fontScale="85000" lnSpcReduction="20000"/>
          </a:bodyPr>
          <a:lstStyle/>
          <a:p>
            <a:r>
              <a:rPr lang="en-US" dirty="0"/>
              <a:t>The CAP theorem demands you answer this question…</a:t>
            </a:r>
          </a:p>
          <a:p>
            <a:pPr marL="0" indent="0">
              <a:buNone/>
            </a:pPr>
            <a:endParaRPr lang="en-US" dirty="0"/>
          </a:p>
          <a:p>
            <a:pPr marL="0" indent="0">
              <a:buNone/>
            </a:pPr>
            <a:r>
              <a:rPr lang="en-US" i="1" dirty="0">
                <a:solidFill>
                  <a:srgbClr val="0070C0"/>
                </a:solidFill>
              </a:rPr>
              <a:t>Do I give up strict consistency, or give up ensured availability? </a:t>
            </a:r>
          </a:p>
          <a:p>
            <a:pPr marL="0" indent="0">
              <a:buNone/>
            </a:pPr>
            <a:endParaRPr lang="en-US" i="1" dirty="0">
              <a:solidFill>
                <a:srgbClr val="0070C0"/>
              </a:solidFill>
            </a:endParaRPr>
          </a:p>
          <a:p>
            <a:r>
              <a:rPr lang="en-US" dirty="0"/>
              <a:t>Do we lock out requests until consistency can be enforced across all nodes? </a:t>
            </a:r>
          </a:p>
          <a:p>
            <a:r>
              <a:rPr lang="en-US" dirty="0"/>
              <a:t>Or do we service requests and accept that data on nodes may be (or become) inconsistent?</a:t>
            </a:r>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15</a:t>
            </a:fld>
            <a:endParaRPr lang="en-US" dirty="0"/>
          </a:p>
        </p:txBody>
      </p:sp>
      <p:graphicFrame>
        <p:nvGraphicFramePr>
          <p:cNvPr id="6" name="Diagram 5"/>
          <p:cNvGraphicFramePr/>
          <p:nvPr>
            <p:extLst>
              <p:ext uri="{D42A27DB-BD31-4B8C-83A1-F6EECF244321}">
                <p14:modId xmlns:p14="http://schemas.microsoft.com/office/powerpoint/2010/main" val="1157966621"/>
              </p:ext>
            </p:extLst>
          </p:nvPr>
        </p:nvGraphicFramePr>
        <p:xfrm>
          <a:off x="10798113" y="2592238"/>
          <a:ext cx="61722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2115262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CAP Theorem</a:t>
            </a:r>
            <a:br>
              <a:rPr lang="en-US" dirty="0"/>
            </a:br>
            <a:r>
              <a:rPr lang="en-US" sz="4050" dirty="0"/>
              <a:t>AP: Available, Partition Tolerant, Not Consistent (Write Phase)</a:t>
            </a:r>
            <a:r>
              <a:rPr lang="en-US" dirty="0"/>
              <a:t> </a:t>
            </a:r>
          </a:p>
        </p:txBody>
      </p:sp>
      <p:sp>
        <p:nvSpPr>
          <p:cNvPr id="7" name="Content Placeholder 2"/>
          <p:cNvSpPr txBox="1">
            <a:spLocks/>
          </p:cNvSpPr>
          <p:nvPr/>
        </p:nvSpPr>
        <p:spPr>
          <a:xfrm>
            <a:off x="2971800" y="7543800"/>
            <a:ext cx="12344400" cy="24003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3600" dirty="0"/>
              <a:t>Since our system is available S1 must respond</a:t>
            </a:r>
          </a:p>
          <a:p>
            <a:r>
              <a:rPr lang="en-US" sz="3600" dirty="0"/>
              <a:t>Since the network is partitioned S1 cannot replicate its data to </a:t>
            </a:r>
            <a:r>
              <a:rPr lang="en-US" sz="3600" i="1" dirty="0"/>
              <a:t>S2</a:t>
            </a:r>
            <a:endParaRPr lang="en-US" sz="3600" dirty="0"/>
          </a:p>
        </p:txBody>
      </p:sp>
      <p:pic>
        <p:nvPicPr>
          <p:cNvPr id="26" name="Picture 25" descr="A diagram illustrating a two-step process of writing data in a distributed system where one server is down:&#10;&#10;1. **Step 1:**&#10;   - Server S1 is at version V0.&#10;   - Server S2 is at version V1 but is marked with an &quot;X&quot; to indicate it is down or unavailable.&#10;   - The client initiates a write operation to update Server S1 to version V1.&#10;   - An arrow labeled &quot;write V1&quot; points from the client to Server S1, indicating the write request.&#10;&#10;2. **Step 2:**&#10;   - Server S1 is updated to version V1.&#10;   - Server S2 remains at version V0 and is still down, marked with an &quot;X&quot;.&#10;   - The client receives confirmation labeled &quot;Done&quot; from Server S1.&#10;&#10;This diagram demonstrates how a client writes data to an available server (S1) when another server (S2) is down, ensuring that the update is acknowledged despite partial system unavailability.">
            <a:extLst>
              <a:ext uri="{FF2B5EF4-FFF2-40B4-BE49-F238E27FC236}">
                <a16:creationId xmlns:a16="http://schemas.microsoft.com/office/drawing/2014/main" id="{E5DE08E3-0DC2-C22D-F99A-7EEB57399AB3}"/>
              </a:ext>
            </a:extLst>
          </p:cNvPr>
          <p:cNvPicPr>
            <a:picLocks noChangeAspect="1"/>
          </p:cNvPicPr>
          <p:nvPr/>
        </p:nvPicPr>
        <p:blipFill>
          <a:blip r:embed="rId3"/>
          <a:stretch>
            <a:fillRect/>
          </a:stretch>
        </p:blipFill>
        <p:spPr>
          <a:xfrm>
            <a:off x="642938" y="2576945"/>
            <a:ext cx="16461797" cy="4343400"/>
          </a:xfrm>
          <a:prstGeom prst="rect">
            <a:avLst/>
          </a:prstGeom>
        </p:spPr>
      </p:pic>
    </p:spTree>
    <p:custDataLst>
      <p:tags r:id="rId1"/>
    </p:custDataLst>
    <p:extLst>
      <p:ext uri="{BB962C8B-B14F-4D97-AF65-F5344CB8AC3E}">
        <p14:creationId xmlns:p14="http://schemas.microsoft.com/office/powerpoint/2010/main" val="3272401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CAP Theorem</a:t>
            </a:r>
            <a:br>
              <a:rPr lang="en-US" dirty="0"/>
            </a:br>
            <a:r>
              <a:rPr lang="en-US" sz="4050" dirty="0"/>
              <a:t>AP: Available, Partition Tolerant, Not Consistent (Read Phase)</a:t>
            </a:r>
            <a:r>
              <a:rPr lang="en-US" dirty="0"/>
              <a:t> </a:t>
            </a:r>
          </a:p>
        </p:txBody>
      </p:sp>
      <p:sp>
        <p:nvSpPr>
          <p:cNvPr id="7" name="Content Placeholder 2"/>
          <p:cNvSpPr txBox="1">
            <a:spLocks/>
          </p:cNvSpPr>
          <p:nvPr/>
        </p:nvSpPr>
        <p:spPr>
          <a:xfrm>
            <a:off x="1104181" y="6858000"/>
            <a:ext cx="16269419" cy="30861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ctr">
              <a:buNone/>
            </a:pPr>
            <a:r>
              <a:rPr lang="en-US" sz="3600" dirty="0"/>
              <a:t>Since our system is available, S2 must respond</a:t>
            </a:r>
          </a:p>
          <a:p>
            <a:pPr marL="0" indent="0" algn="ctr">
              <a:buNone/>
            </a:pPr>
            <a:r>
              <a:rPr lang="en-US" sz="3600" dirty="0"/>
              <a:t>And since the network is partitioned, S2 cannot update its value from S1</a:t>
            </a:r>
          </a:p>
          <a:p>
            <a:pPr marL="0" indent="0" algn="ctr">
              <a:buNone/>
            </a:pPr>
            <a:r>
              <a:rPr lang="en-US" sz="3600" dirty="0"/>
              <a:t>So a client would obtain different values of V depending on whether it issues a read to S1 or S2</a:t>
            </a:r>
          </a:p>
        </p:txBody>
      </p:sp>
      <p:pic>
        <p:nvPicPr>
          <p:cNvPr id="34" name="Picture 33" descr="A diagram illustrating a two-step process of reading data in a distributed system where one server is down:&#10;&#10;1. **Step 1:**&#10;   - Server S1 is at version V1.&#10;   - Server S2 is at version V0 but is marked with an &quot;X&quot; to indicate it is down or unavailable.&#10;   - The client initiates a read operation to retrieve data.&#10;   - An arrow labeled &quot;Read&quot; points from the client to Server S2, indicating the read request.&#10;&#10;2. **Step 2:**&#10;   - Server S1 remains at version V1.&#10;   - Server S2 is still at version V0 and is still down, marked with an &quot;X&quot;.&#10;   - The client receives the outdated version V0 from Server S2.&#10;   - An arrow labeled &quot;V0&quot; points from Server S2 to the client, indicating the response with the outdated version information.&#10;&#10;This diagram demonstrates how a client reads data from a server (S2) that is down, resulting in receiving outdated information due to the unavailability of the server.">
            <a:extLst>
              <a:ext uri="{FF2B5EF4-FFF2-40B4-BE49-F238E27FC236}">
                <a16:creationId xmlns:a16="http://schemas.microsoft.com/office/drawing/2014/main" id="{081D9DDD-411B-C165-F1C5-A13F6B856460}"/>
              </a:ext>
            </a:extLst>
          </p:cNvPr>
          <p:cNvPicPr>
            <a:picLocks noChangeAspect="1"/>
          </p:cNvPicPr>
          <p:nvPr/>
        </p:nvPicPr>
        <p:blipFill>
          <a:blip r:embed="rId3"/>
          <a:stretch>
            <a:fillRect/>
          </a:stretch>
        </p:blipFill>
        <p:spPr>
          <a:xfrm>
            <a:off x="1176770" y="2290329"/>
            <a:ext cx="15934459" cy="3919104"/>
          </a:xfrm>
          <a:prstGeom prst="rect">
            <a:avLst/>
          </a:prstGeom>
        </p:spPr>
      </p:pic>
    </p:spTree>
    <p:custDataLst>
      <p:tags r:id="rId1"/>
    </p:custDataLst>
    <p:extLst>
      <p:ext uri="{BB962C8B-B14F-4D97-AF65-F5344CB8AC3E}">
        <p14:creationId xmlns:p14="http://schemas.microsoft.com/office/powerpoint/2010/main" val="1940975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CAP Theorem</a:t>
            </a:r>
            <a:br>
              <a:rPr lang="en-US" dirty="0"/>
            </a:br>
            <a:r>
              <a:rPr lang="en-US" sz="4050" dirty="0"/>
              <a:t>CP: Consistent, Partition Tolerant, Not Available</a:t>
            </a:r>
          </a:p>
        </p:txBody>
      </p:sp>
      <p:sp>
        <p:nvSpPr>
          <p:cNvPr id="7" name="Content Placeholder 2"/>
          <p:cNvSpPr txBox="1">
            <a:spLocks/>
          </p:cNvSpPr>
          <p:nvPr/>
        </p:nvSpPr>
        <p:spPr>
          <a:xfrm>
            <a:off x="914400" y="6972300"/>
            <a:ext cx="16459200" cy="2971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ctr">
              <a:buNone/>
            </a:pPr>
            <a:r>
              <a:rPr lang="en-US" sz="3600" dirty="0"/>
              <a:t>Since the network is partitioned S1 cannot replicate its data to </a:t>
            </a:r>
            <a:r>
              <a:rPr lang="en-US" sz="3600" i="1" dirty="0"/>
              <a:t>S2</a:t>
            </a:r>
            <a:endParaRPr lang="en-US" sz="3600" dirty="0"/>
          </a:p>
          <a:p>
            <a:pPr marL="0" indent="0" algn="ctr">
              <a:buNone/>
            </a:pPr>
            <a:r>
              <a:rPr lang="en-US" sz="3600" dirty="0"/>
              <a:t>To remain consistent the write must be delayed (or fail) until S1 and S2 can communicate</a:t>
            </a:r>
          </a:p>
        </p:txBody>
      </p:sp>
      <p:pic>
        <p:nvPicPr>
          <p:cNvPr id="6" name="Picture 5" descr="A diagram illustrating a two-step process of attempting to write data in a distributed system where both servers are down:&#10;&#10;1. **Step 1:**&#10;   - Both Server S1 and Server S2 are at version V0.&#10;   - Server S2 is marked with an &quot;X&quot; to indicate it is down or unavailable.&#10;   - The client initiates a write operation to update Server S1 to version V1.&#10;   - An arrow labeled &quot;write V1&quot; points from the client to Server S1, indicating the write request.&#10;&#10;2. **Step 2:**&#10;   - Server S1 remains at version V0.&#10;   - Server S2 is still down and marked with an &quot;X&quot;.&#10;   - The client receives an error response.&#10;   - An arrow labeled &quot;Error&quot; points from Server S1 to the client.&#10;&#10;This diagram demonstrates how a client encounters an error when attempting to write data to a server that is down, resulting in the write operation failing.">
            <a:extLst>
              <a:ext uri="{FF2B5EF4-FFF2-40B4-BE49-F238E27FC236}">
                <a16:creationId xmlns:a16="http://schemas.microsoft.com/office/drawing/2014/main" id="{15BFF43C-85F9-17B9-0DF3-1A56EB26814D}"/>
              </a:ext>
            </a:extLst>
          </p:cNvPr>
          <p:cNvPicPr>
            <a:picLocks noChangeAspect="1"/>
          </p:cNvPicPr>
          <p:nvPr/>
        </p:nvPicPr>
        <p:blipFill>
          <a:blip r:embed="rId3"/>
          <a:stretch>
            <a:fillRect/>
          </a:stretch>
        </p:blipFill>
        <p:spPr>
          <a:xfrm>
            <a:off x="464127" y="2047443"/>
            <a:ext cx="17338964" cy="4654261"/>
          </a:xfrm>
          <a:prstGeom prst="rect">
            <a:avLst/>
          </a:prstGeom>
        </p:spPr>
      </p:pic>
    </p:spTree>
    <p:custDataLst>
      <p:tags r:id="rId1"/>
    </p:custDataLst>
    <p:extLst>
      <p:ext uri="{BB962C8B-B14F-4D97-AF65-F5344CB8AC3E}">
        <p14:creationId xmlns:p14="http://schemas.microsoft.com/office/powerpoint/2010/main" val="1493079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this is important?</a:t>
            </a:r>
          </a:p>
        </p:txBody>
      </p:sp>
      <p:sp>
        <p:nvSpPr>
          <p:cNvPr id="3" name="Content Placeholder 2"/>
          <p:cNvSpPr>
            <a:spLocks noGrp="1"/>
          </p:cNvSpPr>
          <p:nvPr>
            <p:ph idx="1"/>
          </p:nvPr>
        </p:nvSpPr>
        <p:spPr>
          <a:xfrm>
            <a:off x="2971800" y="2126461"/>
            <a:ext cx="12344400" cy="7062788"/>
          </a:xfrm>
        </p:spPr>
        <p:txBody>
          <a:bodyPr>
            <a:normAutofit/>
          </a:bodyPr>
          <a:lstStyle/>
          <a:p>
            <a:pPr marL="0" indent="0" algn="ctr">
              <a:buNone/>
            </a:pPr>
            <a:r>
              <a:rPr lang="en-US" sz="3200" dirty="0"/>
              <a:t>The future of databases is distributed</a:t>
            </a:r>
          </a:p>
          <a:p>
            <a:pPr marL="0" indent="0" algn="ctr">
              <a:buNone/>
            </a:pPr>
            <a:r>
              <a:rPr lang="en-US" sz="3200" dirty="0"/>
              <a:t>The CAP theorem describes some of the tradeoffs involved in distributed systems</a:t>
            </a:r>
          </a:p>
          <a:p>
            <a:pPr marL="0" indent="0" algn="ctr">
              <a:buNone/>
            </a:pPr>
            <a:r>
              <a:rPr lang="en-US" sz="3200" dirty="0"/>
              <a:t>A proper understanding of the CAP theorem is essential to making decisions about the future of distributed database design</a:t>
            </a:r>
          </a:p>
          <a:p>
            <a:pPr marL="0" indent="0" algn="ctr">
              <a:buNone/>
            </a:pPr>
            <a:r>
              <a:rPr lang="en-US" sz="3200" dirty="0"/>
              <a:t>Misunderstanding can lead to erroneous or inappropriate design choices</a:t>
            </a:r>
          </a:p>
          <a:p>
            <a:pPr marL="0" indent="0" algn="ctr">
              <a:buNone/>
            </a:pPr>
            <a:r>
              <a:rPr lang="en-US" sz="3200" dirty="0"/>
              <a:t>NoSQL databases can be categorized as to whether they prioritize availability over consistency or consistency over availability</a:t>
            </a:r>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19</a:t>
            </a:fld>
            <a:endParaRPr lang="en-US" dirty="0"/>
          </a:p>
        </p:txBody>
      </p:sp>
    </p:spTree>
    <p:custDataLst>
      <p:tags r:id="rId1"/>
    </p:custDataLst>
    <p:extLst>
      <p:ext uri="{BB962C8B-B14F-4D97-AF65-F5344CB8AC3E}">
        <p14:creationId xmlns:p14="http://schemas.microsoft.com/office/powerpoint/2010/main" val="2409026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this is important?</a:t>
            </a:r>
          </a:p>
        </p:txBody>
      </p:sp>
      <p:sp>
        <p:nvSpPr>
          <p:cNvPr id="3" name="Content Placeholder 2"/>
          <p:cNvSpPr>
            <a:spLocks noGrp="1"/>
          </p:cNvSpPr>
          <p:nvPr>
            <p:ph idx="1"/>
          </p:nvPr>
        </p:nvSpPr>
        <p:spPr>
          <a:xfrm>
            <a:off x="2971800" y="2126461"/>
            <a:ext cx="12344400" cy="7062788"/>
          </a:xfrm>
        </p:spPr>
        <p:txBody>
          <a:bodyPr>
            <a:normAutofit/>
          </a:bodyPr>
          <a:lstStyle/>
          <a:p>
            <a:pPr marL="0" indent="0" algn="ctr">
              <a:buNone/>
            </a:pPr>
            <a:r>
              <a:rPr lang="en-US" sz="3200" dirty="0"/>
              <a:t>NoSQL databases can be categorized as to whether they prioritize availability over consistency or consistency over availability</a:t>
            </a:r>
          </a:p>
          <a:p>
            <a:pPr marL="0" indent="0" algn="ctr">
              <a:buNone/>
            </a:pPr>
            <a:r>
              <a:rPr lang="en-US" sz="3200" dirty="0"/>
              <a:t>It's important to note that many modern NoSQL databases offer configurable consistency levels, allowing users to adjust the balance between consistency, availability, and partition tolerance based on specific use cases and requirements</a:t>
            </a:r>
          </a:p>
          <a:p>
            <a:pPr marL="0" indent="0" algn="ctr">
              <a:buNone/>
            </a:pPr>
            <a:r>
              <a:rPr lang="en-US" sz="3200" dirty="0"/>
              <a:t>Additionally, the classification of databases into strict AP or CP categories is often oversimplified, as real-world systems often involve trade-offs and nuances not fully captured by the CAP theorem</a:t>
            </a:r>
          </a:p>
          <a:p>
            <a:pPr marL="0" indent="0" algn="ctr">
              <a:buNone/>
            </a:pPr>
            <a:endParaRPr lang="en-US" sz="3200" dirty="0"/>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11</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20</a:t>
            </a:fld>
            <a:endParaRPr lang="en-US" dirty="0"/>
          </a:p>
        </p:txBody>
      </p:sp>
    </p:spTree>
    <p:custDataLst>
      <p:tags r:id="rId1"/>
    </p:custDataLst>
    <p:extLst>
      <p:ext uri="{BB962C8B-B14F-4D97-AF65-F5344CB8AC3E}">
        <p14:creationId xmlns:p14="http://schemas.microsoft.com/office/powerpoint/2010/main" val="4887739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Props1.xml><?xml version="1.0" encoding="utf-8"?>
<ds:datastoreItem xmlns:ds="http://schemas.openxmlformats.org/officeDocument/2006/customXml" ds:itemID="{EC0932AD-74C5-4E74-9850-C5F3848E65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docProps/app.xml><?xml version="1.0" encoding="utf-8"?>
<Properties xmlns="http://schemas.openxmlformats.org/officeDocument/2006/extended-properties" xmlns:vt="http://schemas.openxmlformats.org/officeDocument/2006/docPropsVTypes">
  <Template/>
  <TotalTime>112097</TotalTime>
  <Words>1398</Words>
  <Application>Microsoft Office PowerPoint</Application>
  <PresentationFormat>Custom</PresentationFormat>
  <Paragraphs>260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Breeze</vt:lpstr>
      <vt:lpstr>Module 7: Lesson 5 NoSQL Database Classifications (Part 2)</vt:lpstr>
      <vt:lpstr>Handling Failure Conditions The CAP Theorem</vt:lpstr>
      <vt:lpstr>Handling Failure Conditions  The CAP Theorem</vt:lpstr>
      <vt:lpstr>Distributed Database System Model</vt:lpstr>
      <vt:lpstr>Distributed Database System (Strong) Consistency</vt:lpstr>
      <vt:lpstr>Distributed Database System Example of a Consistent System (Write Phase)</vt:lpstr>
      <vt:lpstr>Distributed Database System  Example of a Consistent System (Read Phase)</vt:lpstr>
      <vt:lpstr>Distributed Database System  Example of a Inconsistent System (Write Phase)</vt:lpstr>
      <vt:lpstr>Distributed Database System  Example of a Inconsistent System (Read Phase)</vt:lpstr>
      <vt:lpstr>Distributed Database System  Availability</vt:lpstr>
      <vt:lpstr>Distributed Database System Example of Availability</vt:lpstr>
      <vt:lpstr>Distributed Database System  Partition Tolerance</vt:lpstr>
      <vt:lpstr>Distributed Database System  Example of Partition Tolerance</vt:lpstr>
      <vt:lpstr>CAP Theorem</vt:lpstr>
      <vt:lpstr>CAP Theorem</vt:lpstr>
      <vt:lpstr>CAP Theorem AP: Available, Partition Tolerant, Not Consistent (Write Phase) </vt:lpstr>
      <vt:lpstr>CAP Theorem AP: Available, Partition Tolerant, Not Consistent (Read Phase) </vt:lpstr>
      <vt:lpstr>CAP Theorem CP: Consistent, Partition Tolerant, Not Available</vt:lpstr>
      <vt:lpstr>Why this is important?</vt:lpstr>
      <vt:lpstr>Why this is important?</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458</cp:revision>
  <cp:lastPrinted>2024-03-15T21:28:47Z</cp:lastPrinted>
  <dcterms:created xsi:type="dcterms:W3CDTF">2019-02-13T16:04:21Z</dcterms:created>
  <dcterms:modified xsi:type="dcterms:W3CDTF">2024-07-12T19:21:37Z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3698EC26-6A4B-4C51-845D-0C7CD82B27BC</vt:lpwstr>
  </property>
  <property fmtid="{D5CDD505-2E9C-101B-9397-08002B2CF9AE}" pid="4" name="ArticulatePath">
    <vt:lpwstr>Module 7 03202024</vt:lpwstr>
  </property>
  <property fmtid="{D5CDD505-2E9C-101B-9397-08002B2CF9AE}" pid="5" name="MediaServiceImageTags">
    <vt:lpwstr/>
  </property>
</Properties>
</file>