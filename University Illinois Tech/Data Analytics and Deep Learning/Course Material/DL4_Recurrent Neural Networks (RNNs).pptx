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54"/>
  </p:notesMasterIdLst>
  <p:sldIdLst>
    <p:sldId id="266" r:id="rId5"/>
    <p:sldId id="267" r:id="rId6"/>
    <p:sldId id="268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303" r:id="rId30"/>
    <p:sldId id="304" r:id="rId31"/>
    <p:sldId id="305" r:id="rId32"/>
    <p:sldId id="306" r:id="rId33"/>
    <p:sldId id="307" r:id="rId34"/>
    <p:sldId id="308" r:id="rId35"/>
    <p:sldId id="309" r:id="rId36"/>
    <p:sldId id="310" r:id="rId37"/>
    <p:sldId id="311" r:id="rId38"/>
    <p:sldId id="312" r:id="rId39"/>
    <p:sldId id="313" r:id="rId40"/>
    <p:sldId id="314" r:id="rId41"/>
    <p:sldId id="315" r:id="rId42"/>
    <p:sldId id="316" r:id="rId43"/>
    <p:sldId id="317" r:id="rId44"/>
    <p:sldId id="318" r:id="rId45"/>
    <p:sldId id="319" r:id="rId46"/>
    <p:sldId id="320" r:id="rId47"/>
    <p:sldId id="321" r:id="rId48"/>
    <p:sldId id="322" r:id="rId49"/>
    <p:sldId id="323" r:id="rId50"/>
    <p:sldId id="324" r:id="rId51"/>
    <p:sldId id="325" r:id="rId52"/>
    <p:sldId id="326" r:id="rId53"/>
  </p:sldIdLst>
  <p:sldSz cx="18288000" cy="10287000"/>
  <p:notesSz cx="6858000" cy="9144000"/>
  <p:custDataLst>
    <p:tags r:id="rId55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1" userDrawn="1">
          <p15:clr>
            <a:srgbClr val="A4A3A4"/>
          </p15:clr>
        </p15:guide>
        <p15:guide id="2" pos="57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85DCE5-B1EE-4333-B127-9388B410F052}" v="154" dt="2024-02-26T04:48:51.0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/>
    <p:restoredTop sz="93813"/>
  </p:normalViewPr>
  <p:slideViewPr>
    <p:cSldViewPr snapToGrid="0" snapToObjects="1" showGuides="1">
      <p:cViewPr varScale="1">
        <p:scale>
          <a:sx n="70" d="100"/>
          <a:sy n="70" d="100"/>
        </p:scale>
        <p:origin x="774" y="66"/>
      </p:cViewPr>
      <p:guideLst>
        <p:guide orient="horz" pos="3241"/>
        <p:guide pos="57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ags" Target="tags/tag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microsoft.com/office/2015/10/relationships/revisionInfo" Target="revisionInfo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ang Wen" userId="a219f04c-ae7d-4ada-9001-a33e528312f1" providerId="ADAL" clId="{7885DCE5-B1EE-4333-B127-9388B410F052}"/>
    <pc:docChg chg="undo custSel addSld delSld modSld">
      <pc:chgData name="Kaiang Wen" userId="a219f04c-ae7d-4ada-9001-a33e528312f1" providerId="ADAL" clId="{7885DCE5-B1EE-4333-B127-9388B410F052}" dt="2024-02-26T05:08:16.681" v="290" actId="47"/>
      <pc:docMkLst>
        <pc:docMk/>
      </pc:docMkLst>
      <pc:sldChg chg="del">
        <pc:chgData name="Kaiang Wen" userId="a219f04c-ae7d-4ada-9001-a33e528312f1" providerId="ADAL" clId="{7885DCE5-B1EE-4333-B127-9388B410F052}" dt="2024-02-26T04:49:05.617" v="287" actId="47"/>
        <pc:sldMkLst>
          <pc:docMk/>
          <pc:sldMk cId="0" sldId="260"/>
        </pc:sldMkLst>
      </pc:sldChg>
      <pc:sldChg chg="del">
        <pc:chgData name="Kaiang Wen" userId="a219f04c-ae7d-4ada-9001-a33e528312f1" providerId="ADAL" clId="{7885DCE5-B1EE-4333-B127-9388B410F052}" dt="2024-02-26T04:49:07.846" v="289" actId="47"/>
        <pc:sldMkLst>
          <pc:docMk/>
          <pc:sldMk cId="0" sldId="261"/>
        </pc:sldMkLst>
      </pc:sldChg>
      <pc:sldChg chg="del">
        <pc:chgData name="Kaiang Wen" userId="a219f04c-ae7d-4ada-9001-a33e528312f1" providerId="ADAL" clId="{7885DCE5-B1EE-4333-B127-9388B410F052}" dt="2024-02-26T04:49:05.060" v="286" actId="47"/>
        <pc:sldMkLst>
          <pc:docMk/>
          <pc:sldMk cId="0" sldId="262"/>
        </pc:sldMkLst>
      </pc:sldChg>
      <pc:sldChg chg="del">
        <pc:chgData name="Kaiang Wen" userId="a219f04c-ae7d-4ada-9001-a33e528312f1" providerId="ADAL" clId="{7885DCE5-B1EE-4333-B127-9388B410F052}" dt="2024-02-26T04:49:05.982" v="288" actId="47"/>
        <pc:sldMkLst>
          <pc:docMk/>
          <pc:sldMk cId="0" sldId="263"/>
        </pc:sldMkLst>
      </pc:sldChg>
      <pc:sldChg chg="modAnim">
        <pc:chgData name="Kaiang Wen" userId="a219f04c-ae7d-4ada-9001-a33e528312f1" providerId="ADAL" clId="{7885DCE5-B1EE-4333-B127-9388B410F052}" dt="2024-02-26T04:31:06.164" v="0"/>
        <pc:sldMkLst>
          <pc:docMk/>
          <pc:sldMk cId="0" sldId="268"/>
        </pc:sldMkLst>
      </pc:sldChg>
      <pc:sldChg chg="addSp delSp modSp mod modAnim">
        <pc:chgData name="Kaiang Wen" userId="a219f04c-ae7d-4ada-9001-a33e528312f1" providerId="ADAL" clId="{7885DCE5-B1EE-4333-B127-9388B410F052}" dt="2024-02-26T04:36:13.254" v="54" actId="1036"/>
        <pc:sldMkLst>
          <pc:docMk/>
          <pc:sldMk cId="0" sldId="269"/>
        </pc:sldMkLst>
        <pc:spChg chg="mod">
          <ac:chgData name="Kaiang Wen" userId="a219f04c-ae7d-4ada-9001-a33e528312f1" providerId="ADAL" clId="{7885DCE5-B1EE-4333-B127-9388B410F052}" dt="2024-02-26T04:32:44.690" v="5" actId="1076"/>
          <ac:spMkLst>
            <pc:docMk/>
            <pc:sldMk cId="0" sldId="269"/>
            <ac:spMk id="6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2:22.762" v="1" actId="207"/>
          <ac:spMkLst>
            <pc:docMk/>
            <pc:sldMk cId="0" sldId="269"/>
            <ac:spMk id="10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3:13.893" v="34" actId="1037"/>
          <ac:spMkLst>
            <pc:docMk/>
            <pc:sldMk cId="0" sldId="269"/>
            <ac:spMk id="12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6:13.254" v="54" actId="1036"/>
          <ac:spMkLst>
            <pc:docMk/>
            <pc:sldMk cId="0" sldId="269"/>
            <ac:spMk id="13" creationId="{00000000-0000-0000-0000-000000000000}"/>
          </ac:spMkLst>
        </pc:spChg>
        <pc:picChg chg="add mod ord">
          <ac:chgData name="Kaiang Wen" userId="a219f04c-ae7d-4ada-9001-a33e528312f1" providerId="ADAL" clId="{7885DCE5-B1EE-4333-B127-9388B410F052}" dt="2024-02-26T04:33:06.602" v="12" actId="14100"/>
          <ac:picMkLst>
            <pc:docMk/>
            <pc:sldMk cId="0" sldId="269"/>
            <ac:picMk id="4" creationId="{84E3485A-6CA0-01F8-E97D-22FC4808ACFD}"/>
          </ac:picMkLst>
        </pc:picChg>
        <pc:picChg chg="add mod ord">
          <ac:chgData name="Kaiang Wen" userId="a219f04c-ae7d-4ada-9001-a33e528312f1" providerId="ADAL" clId="{7885DCE5-B1EE-4333-B127-9388B410F052}" dt="2024-02-26T04:36:06.588" v="40" actId="167"/>
          <ac:picMkLst>
            <pc:docMk/>
            <pc:sldMk cId="0" sldId="269"/>
            <ac:picMk id="14" creationId="{926FC032-8AFF-2019-91F8-01AEA4DC359D}"/>
          </ac:picMkLst>
        </pc:picChg>
        <pc:picChg chg="del">
          <ac:chgData name="Kaiang Wen" userId="a219f04c-ae7d-4ada-9001-a33e528312f1" providerId="ADAL" clId="{7885DCE5-B1EE-4333-B127-9388B410F052}" dt="2024-02-26T04:32:53.952" v="7" actId="478"/>
          <ac:picMkLst>
            <pc:docMk/>
            <pc:sldMk cId="0" sldId="269"/>
            <ac:picMk id="15" creationId="{00000000-0000-0000-0000-000000000000}"/>
          </ac:picMkLst>
        </pc:picChg>
        <pc:picChg chg="del">
          <ac:chgData name="Kaiang Wen" userId="a219f04c-ae7d-4ada-9001-a33e528312f1" providerId="ADAL" clId="{7885DCE5-B1EE-4333-B127-9388B410F052}" dt="2024-02-26T04:35:53.833" v="35" actId="478"/>
          <ac:picMkLst>
            <pc:docMk/>
            <pc:sldMk cId="0" sldId="269"/>
            <ac:picMk id="14340" creationId="{00000000-0000-0000-0000-000000000000}"/>
          </ac:picMkLst>
        </pc:picChg>
      </pc:sldChg>
      <pc:sldChg chg="addSp delSp modSp mod modAnim">
        <pc:chgData name="Kaiang Wen" userId="a219f04c-ae7d-4ada-9001-a33e528312f1" providerId="ADAL" clId="{7885DCE5-B1EE-4333-B127-9388B410F052}" dt="2024-02-26T04:38:32.668" v="87" actId="14100"/>
        <pc:sldMkLst>
          <pc:docMk/>
          <pc:sldMk cId="0" sldId="270"/>
        </pc:sldMkLst>
        <pc:spChg chg="mod">
          <ac:chgData name="Kaiang Wen" userId="a219f04c-ae7d-4ada-9001-a33e528312f1" providerId="ADAL" clId="{7885DCE5-B1EE-4333-B127-9388B410F052}" dt="2024-02-26T04:37:43.789" v="66" actId="14100"/>
          <ac:spMkLst>
            <pc:docMk/>
            <pc:sldMk cId="0" sldId="270"/>
            <ac:spMk id="3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8:07.662" v="83" actId="14100"/>
          <ac:spMkLst>
            <pc:docMk/>
            <pc:sldMk cId="0" sldId="270"/>
            <ac:spMk id="4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8:12.647" v="84" actId="1076"/>
          <ac:spMkLst>
            <pc:docMk/>
            <pc:sldMk cId="0" sldId="270"/>
            <ac:spMk id="6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7:48.705" v="67" actId="1076"/>
          <ac:spMkLst>
            <pc:docMk/>
            <pc:sldMk cId="0" sldId="270"/>
            <ac:spMk id="7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8:24.124" v="85" actId="14100"/>
          <ac:spMkLst>
            <pc:docMk/>
            <pc:sldMk cId="0" sldId="270"/>
            <ac:spMk id="8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8:01.730" v="81" actId="1038"/>
          <ac:spMkLst>
            <pc:docMk/>
            <pc:sldMk cId="0" sldId="270"/>
            <ac:spMk id="9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8:27.947" v="86" actId="1076"/>
          <ac:spMkLst>
            <pc:docMk/>
            <pc:sldMk cId="0" sldId="270"/>
            <ac:spMk id="12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8:32.668" v="87" actId="14100"/>
          <ac:spMkLst>
            <pc:docMk/>
            <pc:sldMk cId="0" sldId="270"/>
            <ac:spMk id="13" creationId="{00000000-0000-0000-0000-000000000000}"/>
          </ac:spMkLst>
        </pc:spChg>
        <pc:picChg chg="del">
          <ac:chgData name="Kaiang Wen" userId="a219f04c-ae7d-4ada-9001-a33e528312f1" providerId="ADAL" clId="{7885DCE5-B1EE-4333-B127-9388B410F052}" dt="2024-02-26T04:37:35.266" v="64" actId="478"/>
          <ac:picMkLst>
            <pc:docMk/>
            <pc:sldMk cId="0" sldId="270"/>
            <ac:picMk id="5" creationId="{00000000-0000-0000-0000-000000000000}"/>
          </ac:picMkLst>
        </pc:picChg>
        <pc:picChg chg="add mod">
          <ac:chgData name="Kaiang Wen" userId="a219f04c-ae7d-4ada-9001-a33e528312f1" providerId="ADAL" clId="{7885DCE5-B1EE-4333-B127-9388B410F052}" dt="2024-02-26T04:38:01.730" v="81" actId="1038"/>
          <ac:picMkLst>
            <pc:docMk/>
            <pc:sldMk cId="0" sldId="270"/>
            <ac:picMk id="10" creationId="{2E1070A5-9F94-4506-386F-552D30A3425A}"/>
          </ac:picMkLst>
        </pc:picChg>
        <pc:picChg chg="add mod">
          <ac:chgData name="Kaiang Wen" userId="a219f04c-ae7d-4ada-9001-a33e528312f1" providerId="ADAL" clId="{7885DCE5-B1EE-4333-B127-9388B410F052}" dt="2024-02-26T04:37:27.616" v="60" actId="1076"/>
          <ac:picMkLst>
            <pc:docMk/>
            <pc:sldMk cId="0" sldId="270"/>
            <ac:picMk id="1026" creationId="{EE5AA5A4-3742-3B86-B06B-32BA27E36080}"/>
          </ac:picMkLst>
        </pc:picChg>
        <pc:picChg chg="del">
          <ac:chgData name="Kaiang Wen" userId="a219f04c-ae7d-4ada-9001-a33e528312f1" providerId="ADAL" clId="{7885DCE5-B1EE-4333-B127-9388B410F052}" dt="2024-02-26T04:37:14.825" v="55" actId="478"/>
          <ac:picMkLst>
            <pc:docMk/>
            <pc:sldMk cId="0" sldId="270"/>
            <ac:picMk id="16386" creationId="{00000000-0000-0000-0000-000000000000}"/>
          </ac:picMkLst>
        </pc:picChg>
      </pc:sldChg>
      <pc:sldChg chg="addSp delSp modSp mod delAnim modAnim">
        <pc:chgData name="Kaiang Wen" userId="a219f04c-ae7d-4ada-9001-a33e528312f1" providerId="ADAL" clId="{7885DCE5-B1EE-4333-B127-9388B410F052}" dt="2024-02-26T04:41:55.870" v="179"/>
        <pc:sldMkLst>
          <pc:docMk/>
          <pc:sldMk cId="0" sldId="271"/>
        </pc:sldMkLst>
        <pc:spChg chg="mod">
          <ac:chgData name="Kaiang Wen" userId="a219f04c-ae7d-4ada-9001-a33e528312f1" providerId="ADAL" clId="{7885DCE5-B1EE-4333-B127-9388B410F052}" dt="2024-02-26T04:41:20.226" v="166" actId="14100"/>
          <ac:spMkLst>
            <pc:docMk/>
            <pc:sldMk cId="0" sldId="271"/>
            <ac:spMk id="2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3" creationId="{4EBAECE0-431E-CB2C-3D9E-25C01FD3C49A}"/>
          </ac:spMkLst>
        </pc:spChg>
        <pc:spChg chg="mod">
          <ac:chgData name="Kaiang Wen" userId="a219f04c-ae7d-4ada-9001-a33e528312f1" providerId="ADAL" clId="{7885DCE5-B1EE-4333-B127-9388B410F052}" dt="2024-02-26T04:41:33.121" v="167" actId="13822"/>
          <ac:spMkLst>
            <pc:docMk/>
            <pc:sldMk cId="0" sldId="271"/>
            <ac:spMk id="6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7" creationId="{A4A61319-D239-C1B4-E460-2DE4806826B7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1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2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3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0:33.647" v="126" actId="478"/>
          <ac:spMkLst>
            <pc:docMk/>
            <pc:sldMk cId="0" sldId="271"/>
            <ac:spMk id="14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0:44.628" v="129" actId="478"/>
          <ac:spMkLst>
            <pc:docMk/>
            <pc:sldMk cId="0" sldId="271"/>
            <ac:spMk id="15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6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7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8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9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20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21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23" creationId="{00000000-0000-0000-0000-000000000000}"/>
          </ac:spMkLst>
        </pc:spChg>
        <pc:picChg chg="mod">
          <ac:chgData name="Kaiang Wen" userId="a219f04c-ae7d-4ada-9001-a33e528312f1" providerId="ADAL" clId="{7885DCE5-B1EE-4333-B127-9388B410F052}" dt="2024-02-26T04:41:13.372" v="164" actId="1038"/>
          <ac:picMkLst>
            <pc:docMk/>
            <pc:sldMk cId="0" sldId="271"/>
            <ac:picMk id="12290" creationId="{00000000-0000-0000-0000-000000000000}"/>
          </ac:picMkLst>
        </pc:picChg>
      </pc:sldChg>
      <pc:sldChg chg="addSp delSp modSp mod addAnim delAnim modAnim">
        <pc:chgData name="Kaiang Wen" userId="a219f04c-ae7d-4ada-9001-a33e528312f1" providerId="ADAL" clId="{7885DCE5-B1EE-4333-B127-9388B410F052}" dt="2024-02-26T04:47:31.825" v="270"/>
        <pc:sldMkLst>
          <pc:docMk/>
          <pc:sldMk cId="0" sldId="272"/>
        </pc:sldMkLst>
        <pc:spChg chg="mod">
          <ac:chgData name="Kaiang Wen" userId="a219f04c-ae7d-4ada-9001-a33e528312f1" providerId="ADAL" clId="{7885DCE5-B1EE-4333-B127-9388B410F052}" dt="2024-02-26T04:46:32.880" v="241" actId="404"/>
          <ac:spMkLst>
            <pc:docMk/>
            <pc:sldMk cId="0" sldId="272"/>
            <ac:spMk id="3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5" creationId="{E628D2AA-8C8B-74C1-F283-9846A82B1FED}"/>
          </ac:spMkLst>
        </pc:spChg>
        <pc:spChg chg="mod">
          <ac:chgData name="Kaiang Wen" userId="a219f04c-ae7d-4ada-9001-a33e528312f1" providerId="ADAL" clId="{7885DCE5-B1EE-4333-B127-9388B410F052}" dt="2024-02-26T04:43:07.929" v="194" actId="207"/>
          <ac:spMkLst>
            <pc:docMk/>
            <pc:sldMk cId="0" sldId="272"/>
            <ac:spMk id="6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6:35.071" v="242" actId="404"/>
          <ac:spMkLst>
            <pc:docMk/>
            <pc:sldMk cId="0" sldId="272"/>
            <ac:spMk id="7" creationId="{00000000-0000-0000-0000-000000000000}"/>
          </ac:spMkLst>
        </pc:spChg>
        <pc:spChg chg="add del mod">
          <ac:chgData name="Kaiang Wen" userId="a219f04c-ae7d-4ada-9001-a33e528312f1" providerId="ADAL" clId="{7885DCE5-B1EE-4333-B127-9388B410F052}" dt="2024-02-26T04:45:59.648" v="234" actId="20577"/>
          <ac:spMkLst>
            <pc:docMk/>
            <pc:sldMk cId="0" sldId="272"/>
            <ac:spMk id="8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9" creationId="{FB0485FD-97DC-CD21-EF09-B015848204F6}"/>
          </ac:spMkLst>
        </pc:spChg>
        <pc:spChg chg="mod">
          <ac:chgData name="Kaiang Wen" userId="a219f04c-ae7d-4ada-9001-a33e528312f1" providerId="ADAL" clId="{7885DCE5-B1EE-4333-B127-9388B410F052}" dt="2024-02-26T04:46:30.372" v="240" actId="14100"/>
          <ac:spMkLst>
            <pc:docMk/>
            <pc:sldMk cId="0" sldId="272"/>
            <ac:spMk id="10" creationId="{00000000-0000-0000-0000-000000000000}"/>
          </ac:spMkLst>
        </pc:spChg>
        <pc:spChg chg="del mod">
          <ac:chgData name="Kaiang Wen" userId="a219f04c-ae7d-4ada-9001-a33e528312f1" providerId="ADAL" clId="{7885DCE5-B1EE-4333-B127-9388B410F052}" dt="2024-02-26T04:42:44.808" v="183" actId="478"/>
          <ac:spMkLst>
            <pc:docMk/>
            <pc:sldMk cId="0" sldId="272"/>
            <ac:spMk id="11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43.087" v="181" actId="478"/>
          <ac:spMkLst>
            <pc:docMk/>
            <pc:sldMk cId="0" sldId="272"/>
            <ac:spMk id="12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46.274" v="185" actId="478"/>
          <ac:spMkLst>
            <pc:docMk/>
            <pc:sldMk cId="0" sldId="272"/>
            <ac:spMk id="13" creationId="{00000000-0000-0000-0000-000000000000}"/>
          </ac:spMkLst>
        </pc:spChg>
        <pc:spChg chg="del mod">
          <ac:chgData name="Kaiang Wen" userId="a219f04c-ae7d-4ada-9001-a33e528312f1" providerId="ADAL" clId="{7885DCE5-B1EE-4333-B127-9388B410F052}" dt="2024-02-26T04:42:48.938" v="188" actId="478"/>
          <ac:spMkLst>
            <pc:docMk/>
            <pc:sldMk cId="0" sldId="272"/>
            <ac:spMk id="14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49.975" v="189" actId="478"/>
          <ac:spMkLst>
            <pc:docMk/>
            <pc:sldMk cId="0" sldId="272"/>
            <ac:spMk id="15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54.371" v="192" actId="478"/>
          <ac:spMkLst>
            <pc:docMk/>
            <pc:sldMk cId="0" sldId="272"/>
            <ac:spMk id="16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52.554" v="191" actId="478"/>
          <ac:spMkLst>
            <pc:docMk/>
            <pc:sldMk cId="0" sldId="272"/>
            <ac:spMk id="17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45.425" v="184" actId="478"/>
          <ac:spMkLst>
            <pc:docMk/>
            <pc:sldMk cId="0" sldId="272"/>
            <ac:spMk id="18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48.136" v="187" actId="478"/>
          <ac:spMkLst>
            <pc:docMk/>
            <pc:sldMk cId="0" sldId="272"/>
            <ac:spMk id="19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51.309" v="190" actId="478"/>
          <ac:spMkLst>
            <pc:docMk/>
            <pc:sldMk cId="0" sldId="272"/>
            <ac:spMk id="20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51.309" v="190" actId="478"/>
          <ac:spMkLst>
            <pc:docMk/>
            <pc:sldMk cId="0" sldId="272"/>
            <ac:spMk id="21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51.309" v="190" actId="478"/>
          <ac:spMkLst>
            <pc:docMk/>
            <pc:sldMk cId="0" sldId="272"/>
            <ac:spMk id="23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24" creationId="{38D24A46-604F-7AC0-C0BF-AD69BF7D50AF}"/>
          </ac:spMkLst>
        </pc:spChg>
        <pc:spChg chg="del mod">
          <ac:chgData name="Kaiang Wen" userId="a219f04c-ae7d-4ada-9001-a33e528312f1" providerId="ADAL" clId="{7885DCE5-B1EE-4333-B127-9388B410F052}" dt="2024-02-26T04:44:30.310" v="219" actId="478"/>
          <ac:spMkLst>
            <pc:docMk/>
            <pc:sldMk cId="0" sldId="272"/>
            <ac:spMk id="25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27" creationId="{642FFB74-61F4-4C53-A49F-0D4AEF48F05C}"/>
          </ac:spMkLst>
        </pc:spChg>
        <pc:spChg chg="mod">
          <ac:chgData name="Kaiang Wen" userId="a219f04c-ae7d-4ada-9001-a33e528312f1" providerId="ADAL" clId="{7885DCE5-B1EE-4333-B127-9388B410F052}" dt="2024-02-26T04:43:12.264" v="195" actId="207"/>
          <ac:spMkLst>
            <pc:docMk/>
            <pc:sldMk cId="0" sldId="272"/>
            <ac:spMk id="29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0" creationId="{7F18B519-A71B-ED9E-F517-8C5EB485B8D3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2" creationId="{CC90AAAC-19E8-DE97-96EC-3E107917E23E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3" creationId="{1E37A8F3-BFB1-F170-7E13-7CD6E0E8C45A}"/>
          </ac:spMkLst>
        </pc:spChg>
        <pc:spChg chg="mod">
          <ac:chgData name="Kaiang Wen" userId="a219f04c-ae7d-4ada-9001-a33e528312f1" providerId="ADAL" clId="{7885DCE5-B1EE-4333-B127-9388B410F052}" dt="2024-02-26T04:43:15.128" v="196" actId="207"/>
          <ac:spMkLst>
            <pc:docMk/>
            <pc:sldMk cId="0" sldId="272"/>
            <ac:spMk id="35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6" creationId="{CFA0D467-C70B-972A-9A27-983133BBF9A7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7" creationId="{5C5711FB-128E-7C34-B676-371400CC3AB6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8" creationId="{D4368688-BA49-E26F-2533-BB020E04BF6F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9" creationId="{F202AEC2-04A0-4A18-C30B-AC44D98F7E41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40" creationId="{52958F62-C316-F520-5BD0-8FDA11441000}"/>
          </ac:spMkLst>
        </pc:spChg>
        <pc:spChg chg="add mod">
          <ac:chgData name="Kaiang Wen" userId="a219f04c-ae7d-4ada-9001-a33e528312f1" providerId="ADAL" clId="{7885DCE5-B1EE-4333-B127-9388B410F052}" dt="2024-02-26T04:46:37.161" v="243" actId="404"/>
          <ac:spMkLst>
            <pc:docMk/>
            <pc:sldMk cId="0" sldId="272"/>
            <ac:spMk id="41" creationId="{7A2A8E56-D96A-A590-8DB8-180A0682122B}"/>
          </ac:spMkLst>
        </pc:spChg>
        <pc:picChg chg="add mod">
          <ac:chgData name="Kaiang Wen" userId="a219f04c-ae7d-4ada-9001-a33e528312f1" providerId="ADAL" clId="{7885DCE5-B1EE-4333-B127-9388B410F052}" dt="2024-02-26T04:42:55.443" v="193"/>
          <ac:picMkLst>
            <pc:docMk/>
            <pc:sldMk cId="0" sldId="272"/>
            <ac:picMk id="4" creationId="{56E26D14-FAD1-F9D7-E322-B13FE0ECDF23}"/>
          </ac:picMkLst>
        </pc:picChg>
        <pc:picChg chg="del">
          <ac:chgData name="Kaiang Wen" userId="a219f04c-ae7d-4ada-9001-a33e528312f1" providerId="ADAL" clId="{7885DCE5-B1EE-4333-B127-9388B410F052}" dt="2024-02-26T04:42:42.518" v="180" actId="478"/>
          <ac:picMkLst>
            <pc:docMk/>
            <pc:sldMk cId="0" sldId="272"/>
            <ac:picMk id="12290" creationId="{00000000-0000-0000-0000-000000000000}"/>
          </ac:picMkLst>
        </pc:picChg>
        <pc:cxnChg chg="mod">
          <ac:chgData name="Kaiang Wen" userId="a219f04c-ae7d-4ada-9001-a33e528312f1" providerId="ADAL" clId="{7885DCE5-B1EE-4333-B127-9388B410F052}" dt="2024-02-26T04:46:30.372" v="240" actId="14100"/>
          <ac:cxnSpMkLst>
            <pc:docMk/>
            <pc:sldMk cId="0" sldId="272"/>
            <ac:cxnSpMk id="26" creationId="{00000000-0000-0000-0000-000000000000}"/>
          </ac:cxnSpMkLst>
        </pc:cxnChg>
        <pc:cxnChg chg="mod">
          <ac:chgData name="Kaiang Wen" userId="a219f04c-ae7d-4ada-9001-a33e528312f1" providerId="ADAL" clId="{7885DCE5-B1EE-4333-B127-9388B410F052}" dt="2024-02-26T04:46:30.372" v="240" actId="14100"/>
          <ac:cxnSpMkLst>
            <pc:docMk/>
            <pc:sldMk cId="0" sldId="272"/>
            <ac:cxnSpMk id="28" creationId="{00000000-0000-0000-0000-000000000000}"/>
          </ac:cxnSpMkLst>
        </pc:cxnChg>
        <pc:cxnChg chg="mod">
          <ac:chgData name="Kaiang Wen" userId="a219f04c-ae7d-4ada-9001-a33e528312f1" providerId="ADAL" clId="{7885DCE5-B1EE-4333-B127-9388B410F052}" dt="2024-02-26T04:44:30.310" v="219" actId="478"/>
          <ac:cxnSpMkLst>
            <pc:docMk/>
            <pc:sldMk cId="0" sldId="272"/>
            <ac:cxnSpMk id="31" creationId="{00000000-0000-0000-0000-000000000000}"/>
          </ac:cxnSpMkLst>
        </pc:cxnChg>
        <pc:cxnChg chg="mod">
          <ac:chgData name="Kaiang Wen" userId="a219f04c-ae7d-4ada-9001-a33e528312f1" providerId="ADAL" clId="{7885DCE5-B1EE-4333-B127-9388B410F052}" dt="2024-02-26T04:44:30.310" v="219" actId="478"/>
          <ac:cxnSpMkLst>
            <pc:docMk/>
            <pc:sldMk cId="0" sldId="272"/>
            <ac:cxnSpMk id="34" creationId="{00000000-0000-0000-0000-000000000000}"/>
          </ac:cxnSpMkLst>
        </pc:cxnChg>
      </pc:sldChg>
      <pc:sldChg chg="del">
        <pc:chgData name="Kaiang Wen" userId="a219f04c-ae7d-4ada-9001-a33e528312f1" providerId="ADAL" clId="{7885DCE5-B1EE-4333-B127-9388B410F052}" dt="2024-02-26T04:49:00.878" v="285" actId="47"/>
        <pc:sldMkLst>
          <pc:docMk/>
          <pc:sldMk cId="0" sldId="273"/>
        </pc:sldMkLst>
      </pc:sldChg>
      <pc:sldChg chg="addSp modSp add del mod modAnim">
        <pc:chgData name="Kaiang Wen" userId="a219f04c-ae7d-4ada-9001-a33e528312f1" providerId="ADAL" clId="{7885DCE5-B1EE-4333-B127-9388B410F052}" dt="2024-02-26T05:08:16.681" v="290" actId="47"/>
        <pc:sldMkLst>
          <pc:docMk/>
          <pc:sldMk cId="4075367127" sldId="274"/>
        </pc:sldMkLst>
        <pc:spChg chg="add mod">
          <ac:chgData name="Kaiang Wen" userId="a219f04c-ae7d-4ada-9001-a33e528312f1" providerId="ADAL" clId="{7885DCE5-B1EE-4333-B127-9388B410F052}" dt="2024-02-26T04:48:43.852" v="282" actId="14100"/>
          <ac:spMkLst>
            <pc:docMk/>
            <pc:sldMk cId="4075367127" sldId="274"/>
            <ac:spMk id="8" creationId="{0B6D0284-59FE-8E24-A08F-1FF98FDCE0AA}"/>
          </ac:spMkLst>
        </pc:spChg>
        <pc:spChg chg="add mod">
          <ac:chgData name="Kaiang Wen" userId="a219f04c-ae7d-4ada-9001-a33e528312f1" providerId="ADAL" clId="{7885DCE5-B1EE-4333-B127-9388B410F052}" dt="2024-02-26T04:48:38.199" v="280" actId="14100"/>
          <ac:spMkLst>
            <pc:docMk/>
            <pc:sldMk cId="4075367127" sldId="274"/>
            <ac:spMk id="10" creationId="{373B0847-250D-0DDD-D804-864B7AC44D7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7B3EA9-8A8A-4E6A-8D24-8CF68123622F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82F45B-314B-45C8-B772-D24407714C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458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DAE2-1044-44AA-8E16-BB9FD2E2B3CC}" type="slidenum">
              <a:rPr lang="zh-TW" altLang="en-US" smtClean="0"/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83D9E2-21C9-4F43-833B-72DB5414AF97}" type="slidenum">
              <a:rPr lang="zh-TW" altLang="en-US" smtClean="0"/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525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11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12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13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14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15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The same input can have </a:t>
            </a:r>
            <a:r>
              <a:rPr lang="en-US" altLang="zh-TW" dirty="0" err="1"/>
              <a:t>totoally</a:t>
            </a:r>
            <a:r>
              <a:rPr lang="en-US" altLang="zh-TW" dirty="0"/>
              <a:t> different output.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DAE2-1044-44AA-8E16-BB9FD2E2B3CC}" type="slidenum">
              <a:rPr lang="zh-TW" altLang="en-US" smtClean="0"/>
              <a:t>16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19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21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22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23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24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96133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26039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1812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41718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3194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7957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31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32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33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34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35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DAE2-1044-44AA-8E16-BB9FD2E2B3CC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80465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38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40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41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42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44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45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500565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47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48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257300" y="9534527"/>
            <a:ext cx="4114800" cy="547688"/>
          </a:xfrm>
        </p:spPr>
        <p:txBody>
          <a:bodyPr/>
          <a:lstStyle/>
          <a:p>
            <a:fld id="{CEBBACED-B8E9-4509-8BE7-E750025DDBA8}" type="datetimeFigureOut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57900" y="9534527"/>
            <a:ext cx="6172200" cy="547688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2915900" y="9534527"/>
            <a:ext cx="4114800" cy="547688"/>
          </a:xfrm>
        </p:spPr>
        <p:txBody>
          <a:bodyPr/>
          <a:lstStyle/>
          <a:p>
            <a:fld id="{DBA3D241-4C98-4CC4-A8E0-1604E5745E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0161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anose="05020102010507070707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anose="05020102010507070707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9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3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wmf"/><Relationship Id="rId1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image" Target="../media/image10.png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9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2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wmf"/><Relationship Id="rId1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image" Target="../media/image14.png"/><Relationship Id="rId10" Type="http://schemas.openxmlformats.org/officeDocument/2006/relationships/image" Target="../media/image7.wmf"/><Relationship Id="rId19" Type="http://schemas.openxmlformats.org/officeDocument/2006/relationships/image" Target="../media/image13.png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9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1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wmf"/><Relationship Id="rId1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4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image" Target="../media/image15.png"/><Relationship Id="rId10" Type="http://schemas.openxmlformats.org/officeDocument/2006/relationships/image" Target="../media/image7.wmf"/><Relationship Id="rId19" Type="http://schemas.openxmlformats.org/officeDocument/2006/relationships/image" Target="../media/image12.png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9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0.png"/><Relationship Id="rId1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openxmlformats.org/officeDocument/2006/relationships/image" Target="../media/image8.png"/><Relationship Id="rId12" Type="http://schemas.openxmlformats.org/officeDocument/2006/relationships/image" Target="../media/image130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0.png"/><Relationship Id="rId5" Type="http://schemas.openxmlformats.org/officeDocument/2006/relationships/image" Target="../media/image6.png"/><Relationship Id="rId15" Type="http://schemas.openxmlformats.org/officeDocument/2006/relationships/image" Target="../media/image160.png"/><Relationship Id="rId10" Type="http://schemas.openxmlformats.org/officeDocument/2006/relationships/image" Target="../media/image110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0.png"/><Relationship Id="rId14" Type="http://schemas.openxmlformats.org/officeDocument/2006/relationships/image" Target="../media/image15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0.png"/><Relationship Id="rId4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111.png"/><Relationship Id="rId4" Type="http://schemas.openxmlformats.org/officeDocument/2006/relationships/image" Target="../media/image10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tif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wmf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image" Target="../media/image112.png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9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image" Target="../media/image151.png"/><Relationship Id="rId7" Type="http://schemas.openxmlformats.org/officeDocument/2006/relationships/image" Target="../media/image19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11" Type="http://schemas.openxmlformats.org/officeDocument/2006/relationships/image" Target="../media/image220.png"/><Relationship Id="rId5" Type="http://schemas.openxmlformats.org/officeDocument/2006/relationships/image" Target="../media/image170.png"/><Relationship Id="rId10" Type="http://schemas.openxmlformats.org/officeDocument/2006/relationships/image" Target="../media/image141.png"/><Relationship Id="rId4" Type="http://schemas.openxmlformats.org/officeDocument/2006/relationships/image" Target="../media/image161.png"/><Relationship Id="rId9" Type="http://schemas.openxmlformats.org/officeDocument/2006/relationships/image" Target="../media/image210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74" y="3127376"/>
            <a:ext cx="13326534" cy="1199092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6000" dirty="0"/>
              <a:t>Recurrent Neural Network (RNN)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4" y="5503333"/>
            <a:ext cx="12998450" cy="779781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Shape 667"/>
          <p:cNvSpPr>
            <a:spLocks noGrp="1"/>
          </p:cNvSpPr>
          <p:nvPr>
            <p:ph type="title"/>
          </p:nvPr>
        </p:nvSpPr>
        <p:spPr>
          <a:xfrm>
            <a:off x="2286000" y="796115"/>
            <a:ext cx="13716000" cy="9314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Overview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2D3AAC-6B4E-ECBF-1393-2D37092F4283}"/>
              </a:ext>
            </a:extLst>
          </p:cNvPr>
          <p:cNvSpPr txBox="1"/>
          <p:nvPr/>
        </p:nvSpPr>
        <p:spPr>
          <a:xfrm>
            <a:off x="4555066" y="2709648"/>
            <a:ext cx="9431867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sz="3600" dirty="0">
              <a:latin typeface="Times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" pitchFamily="2" charset="0"/>
              </a:rPr>
              <a:t>Vanilla RNN</a:t>
            </a:r>
          </a:p>
          <a:p>
            <a:pPr marL="13716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" pitchFamily="2" charset="0"/>
              </a:rPr>
              <a:t>Sequential data - neural network needs memory</a:t>
            </a:r>
          </a:p>
          <a:p>
            <a:pPr marL="13716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" pitchFamily="2" charset="0"/>
              </a:rPr>
              <a:t>RNN structures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" pitchFamily="2" charset="0"/>
              </a:rPr>
              <a:t>Long-short Term Memory (LSTM)</a:t>
            </a:r>
          </a:p>
          <a:p>
            <a:pPr marL="13716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" pitchFamily="2" charset="0"/>
              </a:rPr>
              <a:t>Model (4 inputs, 1 output)</a:t>
            </a:r>
          </a:p>
          <a:p>
            <a:pPr marL="13716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" pitchFamily="2" charset="0"/>
              </a:rPr>
              <a:t>Examples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" pitchFamily="2" charset="0"/>
              </a:rPr>
              <a:t>Learning on RNN and Applications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sz="3600" dirty="0">
              <a:latin typeface="Times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0322" y="1778000"/>
            <a:ext cx="15667355" cy="258762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br>
              <a:rPr lang="en-US" sz="6600" dirty="0"/>
            </a:br>
            <a:r>
              <a:rPr lang="en-US" sz="6600" dirty="0"/>
              <a:t>Recurrent Neural Network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514540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Application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Slot Filling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5048927" y="4072160"/>
            <a:ext cx="97644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sz="3200" dirty="0"/>
              <a:t>I would like to arrive </a:t>
            </a:r>
            <a:r>
              <a:rPr lang="en-US" altLang="zh-TW" sz="3200" dirty="0">
                <a:solidFill>
                  <a:srgbClr val="FF0000"/>
                </a:solidFill>
              </a:rPr>
              <a:t>Taipei </a:t>
            </a:r>
            <a:r>
              <a:rPr lang="en-US" altLang="zh-TW" sz="3200" dirty="0"/>
              <a:t>on </a:t>
            </a:r>
            <a:r>
              <a:rPr lang="en-US" altLang="zh-TW" sz="3200" dirty="0">
                <a:solidFill>
                  <a:srgbClr val="0000FF"/>
                </a:solidFill>
              </a:rPr>
              <a:t>November 2</a:t>
            </a:r>
            <a:r>
              <a:rPr lang="en-US" altLang="zh-TW" sz="3200" baseline="30000" dirty="0">
                <a:solidFill>
                  <a:srgbClr val="0000FF"/>
                </a:solidFill>
              </a:rPr>
              <a:t>nd</a:t>
            </a:r>
            <a:r>
              <a:rPr lang="en-US" altLang="zh-TW" sz="3200" dirty="0">
                <a:solidFill>
                  <a:srgbClr val="CC0099"/>
                </a:solidFill>
              </a:rPr>
              <a:t>.</a:t>
            </a:r>
            <a:r>
              <a:rPr lang="en-US" altLang="zh-TW" sz="3200" dirty="0"/>
              <a:t> </a:t>
            </a:r>
            <a:endParaRPr lang="en-US" altLang="zh-TW" sz="3200" dirty="0">
              <a:solidFill>
                <a:srgbClr val="FFC000"/>
              </a:solidFill>
            </a:endParaRPr>
          </a:p>
        </p:txBody>
      </p:sp>
      <p:pic>
        <p:nvPicPr>
          <p:cNvPr id="7" name="Picture 8" descr="User Symbol Blue Clip Ar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2980" y="4859339"/>
            <a:ext cx="745671" cy="1145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圓角矩形圖說文字 5"/>
          <p:cNvSpPr/>
          <p:nvPr/>
        </p:nvSpPr>
        <p:spPr>
          <a:xfrm>
            <a:off x="5757182" y="4019283"/>
            <a:ext cx="8839200" cy="767790"/>
          </a:xfrm>
          <a:prstGeom prst="wedgeRoundRectCallout">
            <a:avLst>
              <a:gd name="adj1" fmla="val -50882"/>
              <a:gd name="adj2" fmla="val 105034"/>
              <a:gd name="adj3" fmla="val 16667"/>
            </a:avLst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" name="矩形 7"/>
          <p:cNvSpPr/>
          <p:nvPr/>
        </p:nvSpPr>
        <p:spPr>
          <a:xfrm>
            <a:off x="7991469" y="5935691"/>
            <a:ext cx="4713515" cy="91368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chemeClr val="tx1"/>
                </a:solidFill>
              </a:rPr>
              <a:t>ticket booking system</a:t>
            </a:r>
            <a:endParaRPr lang="zh-TW" altLang="en-US" sz="3600" dirty="0">
              <a:solidFill>
                <a:schemeClr val="tx1"/>
              </a:solidFill>
            </a:endParaRPr>
          </a:p>
        </p:txBody>
      </p:sp>
      <p:sp>
        <p:nvSpPr>
          <p:cNvPr id="10" name="向下箭號 9"/>
          <p:cNvSpPr/>
          <p:nvPr/>
        </p:nvSpPr>
        <p:spPr>
          <a:xfrm>
            <a:off x="9931170" y="5086335"/>
            <a:ext cx="834119" cy="742950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" name="向下箭號 11"/>
          <p:cNvSpPr/>
          <p:nvPr/>
        </p:nvSpPr>
        <p:spPr>
          <a:xfrm>
            <a:off x="9931170" y="7051775"/>
            <a:ext cx="834119" cy="742950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" name="文字方塊 10"/>
          <p:cNvSpPr txBox="1"/>
          <p:nvPr/>
        </p:nvSpPr>
        <p:spPr>
          <a:xfrm>
            <a:off x="7351256" y="7997129"/>
            <a:ext cx="29969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Destination:</a:t>
            </a:r>
            <a:endParaRPr lang="zh-TW" altLang="en-US" sz="36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7351256" y="8775351"/>
            <a:ext cx="29969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time of arrival:</a:t>
            </a:r>
            <a:endParaRPr lang="zh-TW" altLang="en-US" sz="36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10771409" y="7997129"/>
            <a:ext cx="159204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Taipei</a:t>
            </a:r>
            <a:endParaRPr lang="zh-TW" altLang="en-US" sz="36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10788904" y="8775351"/>
            <a:ext cx="473684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November 2</a:t>
            </a:r>
            <a:r>
              <a:rPr lang="en-US" altLang="zh-TW" sz="3600" baseline="30000" dirty="0"/>
              <a:t>nd</a:t>
            </a:r>
            <a:r>
              <a:rPr lang="en-US" altLang="zh-TW" sz="3600" dirty="0"/>
              <a:t> </a:t>
            </a:r>
            <a:endParaRPr lang="zh-TW" altLang="en-US" sz="3600" dirty="0"/>
          </a:p>
        </p:txBody>
      </p:sp>
      <p:grpSp>
        <p:nvGrpSpPr>
          <p:cNvPr id="13" name="群組 12"/>
          <p:cNvGrpSpPr/>
          <p:nvPr/>
        </p:nvGrpSpPr>
        <p:grpSpPr>
          <a:xfrm>
            <a:off x="5348651" y="7853064"/>
            <a:ext cx="2002605" cy="1673124"/>
            <a:chOff x="2041767" y="5235376"/>
            <a:chExt cx="1335070" cy="1115416"/>
          </a:xfrm>
        </p:grpSpPr>
        <p:sp>
          <p:nvSpPr>
            <p:cNvPr id="4" name="文字方塊 3"/>
            <p:cNvSpPr txBox="1"/>
            <p:nvPr/>
          </p:nvSpPr>
          <p:spPr>
            <a:xfrm>
              <a:off x="2041767" y="5524129"/>
              <a:ext cx="898744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4200" dirty="0"/>
                <a:t>Slot</a:t>
              </a:r>
              <a:endParaRPr lang="zh-TW" altLang="en-US" sz="4200" dirty="0"/>
            </a:p>
          </p:txBody>
        </p:sp>
        <p:sp>
          <p:nvSpPr>
            <p:cNvPr id="9" name="左大括弧 8"/>
            <p:cNvSpPr/>
            <p:nvPr/>
          </p:nvSpPr>
          <p:spPr>
            <a:xfrm>
              <a:off x="2938072" y="5235376"/>
              <a:ext cx="438765" cy="1115416"/>
            </a:xfrm>
            <a:prstGeom prst="leftBrace">
              <a:avLst>
                <a:gd name="adj1" fmla="val 35665"/>
                <a:gd name="adj2" fmla="val 50000"/>
              </a:avLst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ldLvl="0" animBg="1"/>
      <p:bldP spid="8" grpId="0" bldLvl="0" animBg="1"/>
      <p:bldP spid="10" grpId="0" bldLvl="0" animBg="1"/>
      <p:bldP spid="12" grpId="0" bldLvl="0" animBg="1"/>
      <p:bldP spid="11" grpId="0"/>
      <p:bldP spid="14" grpId="0"/>
      <p:bldP spid="15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Application</a:t>
            </a:r>
            <a:endParaRPr lang="zh-TW" altLang="en-US" dirty="0"/>
          </a:p>
        </p:txBody>
      </p:sp>
      <p:cxnSp>
        <p:nvCxnSpPr>
          <p:cNvPr id="4" name="直線單箭頭接點 3"/>
          <p:cNvCxnSpPr/>
          <p:nvPr/>
        </p:nvCxnSpPr>
        <p:spPr>
          <a:xfrm rot="16200000">
            <a:off x="13248843" y="3692462"/>
            <a:ext cx="9834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/>
          <p:cNvCxnSpPr/>
          <p:nvPr/>
        </p:nvCxnSpPr>
        <p:spPr>
          <a:xfrm rot="16200000">
            <a:off x="10778364" y="3643935"/>
            <a:ext cx="97351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群組 5"/>
          <p:cNvGrpSpPr/>
          <p:nvPr/>
        </p:nvGrpSpPr>
        <p:grpSpPr>
          <a:xfrm>
            <a:off x="10980749" y="8525813"/>
            <a:ext cx="514350" cy="692943"/>
            <a:chOff x="1882729" y="2137119"/>
            <a:chExt cx="342900" cy="461962"/>
          </a:xfrm>
        </p:grpSpPr>
        <p:sp>
          <p:nvSpPr>
            <p:cNvPr id="7" name="矩形 6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8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2" imgW="3657600" imgH="5181600" progId="Equation.3">
                    <p:embed/>
                  </p:oleObj>
                </mc:Choice>
                <mc:Fallback>
                  <p:oleObj name="方程式" r:id="rId2" imgW="3657600" imgH="5181600" progId="Equation.3">
                    <p:embed/>
                    <p:pic>
                      <p:nvPicPr>
                        <p:cNvPr id="8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群組 8"/>
          <p:cNvGrpSpPr/>
          <p:nvPr/>
        </p:nvGrpSpPr>
        <p:grpSpPr>
          <a:xfrm>
            <a:off x="13391645" y="8572500"/>
            <a:ext cx="564357" cy="692945"/>
            <a:chOff x="1876911" y="2719848"/>
            <a:chExt cx="376238" cy="461963"/>
          </a:xfrm>
        </p:grpSpPr>
        <p:sp>
          <p:nvSpPr>
            <p:cNvPr id="10" name="矩形 9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11" name="Object 12"/>
            <p:cNvGraphicFramePr>
              <a:graphicFrameLocks noChangeAspect="1"/>
            </p:cNvGraphicFramePr>
            <p:nvPr/>
          </p:nvGraphicFramePr>
          <p:xfrm>
            <a:off x="1900724" y="2719848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4" imgW="3962400" imgH="5181600" progId="Equation.3">
                    <p:embed/>
                  </p:oleObj>
                </mc:Choice>
                <mc:Fallback>
                  <p:oleObj name="方程式" r:id="rId4" imgW="3962400" imgH="5181600" progId="Equation.3">
                    <p:embed/>
                    <p:pic>
                      <p:nvPicPr>
                        <p:cNvPr id="1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0724" y="2719848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橢圓 11"/>
          <p:cNvSpPr/>
          <p:nvPr/>
        </p:nvSpPr>
        <p:spPr>
          <a:xfrm rot="16200000">
            <a:off x="10885013" y="6160817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橢圓 12"/>
          <p:cNvSpPr/>
          <p:nvPr/>
        </p:nvSpPr>
        <p:spPr>
          <a:xfrm rot="16200000">
            <a:off x="13206555" y="6221283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" name="橢圓 13"/>
          <p:cNvSpPr/>
          <p:nvPr/>
        </p:nvSpPr>
        <p:spPr>
          <a:xfrm rot="16200000">
            <a:off x="10834502" y="3643935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" name="橢圓 14"/>
          <p:cNvSpPr/>
          <p:nvPr/>
        </p:nvSpPr>
        <p:spPr>
          <a:xfrm rot="16200000">
            <a:off x="13193516" y="3659094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6" name="群組 15"/>
          <p:cNvGrpSpPr/>
          <p:nvPr/>
        </p:nvGrpSpPr>
        <p:grpSpPr>
          <a:xfrm rot="16200000">
            <a:off x="11696621" y="6619485"/>
            <a:ext cx="1555833" cy="2457450"/>
            <a:chOff x="1013669" y="3459098"/>
            <a:chExt cx="1588876" cy="1638300"/>
          </a:xfrm>
        </p:grpSpPr>
        <p:cxnSp>
          <p:nvCxnSpPr>
            <p:cNvPr id="17" name="直線單箭頭接點 16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群組 17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19" name="直線單箭頭接點 18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線單箭頭接點 19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線單箭頭接點 20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22" name="Object 12"/>
          <p:cNvGraphicFramePr>
            <a:graphicFrameLocks noChangeAspect="1"/>
          </p:cNvGraphicFramePr>
          <p:nvPr/>
        </p:nvGraphicFramePr>
        <p:xfrm>
          <a:off x="13456025" y="2343131"/>
          <a:ext cx="56911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6" imgW="4267200" imgH="5181600" progId="Equation.3">
                  <p:embed/>
                </p:oleObj>
              </mc:Choice>
              <mc:Fallback>
                <p:oleObj name="方程式" r:id="rId6" imgW="4267200" imgH="5181600" progId="Equation.3">
                  <p:embed/>
                  <p:pic>
                    <p:nvPicPr>
                      <p:cNvPr id="2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56025" y="2343131"/>
                        <a:ext cx="56911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2"/>
          <p:cNvGraphicFramePr>
            <a:graphicFrameLocks noChangeAspect="1"/>
          </p:cNvGraphicFramePr>
          <p:nvPr/>
        </p:nvGraphicFramePr>
        <p:xfrm>
          <a:off x="11080832" y="2348255"/>
          <a:ext cx="52863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8" imgW="3962400" imgH="5181600" progId="Equation.3">
                  <p:embed/>
                </p:oleObj>
              </mc:Choice>
              <mc:Fallback>
                <p:oleObj name="方程式" r:id="rId8" imgW="3962400" imgH="5181600" progId="Equation.3">
                  <p:embed/>
                  <p:pic>
                    <p:nvPicPr>
                      <p:cNvPr id="2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80832" y="2348255"/>
                        <a:ext cx="52863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群組 29"/>
          <p:cNvGrpSpPr/>
          <p:nvPr/>
        </p:nvGrpSpPr>
        <p:grpSpPr>
          <a:xfrm rot="16200000">
            <a:off x="11696621" y="4125698"/>
            <a:ext cx="1555833" cy="2457450"/>
            <a:chOff x="1013669" y="3459098"/>
            <a:chExt cx="1588876" cy="1638300"/>
          </a:xfrm>
        </p:grpSpPr>
        <p:cxnSp>
          <p:nvCxnSpPr>
            <p:cNvPr id="31" name="直線單箭頭接點 30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群組 31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33" name="直線單箭頭接點 32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線單箭頭接點 33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線單箭頭接點 34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0" name="手繪多邊形 39"/>
          <p:cNvSpPr/>
          <p:nvPr/>
        </p:nvSpPr>
        <p:spPr>
          <a:xfrm>
            <a:off x="10950759" y="3807929"/>
            <a:ext cx="628721" cy="548238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1" name="手繪多邊形 40"/>
          <p:cNvSpPr/>
          <p:nvPr/>
        </p:nvSpPr>
        <p:spPr>
          <a:xfrm>
            <a:off x="13327281" y="3835016"/>
            <a:ext cx="628721" cy="548238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2" name="手繪多邊形 41"/>
          <p:cNvSpPr/>
          <p:nvPr/>
        </p:nvSpPr>
        <p:spPr>
          <a:xfrm>
            <a:off x="13356758" y="6362328"/>
            <a:ext cx="628721" cy="548238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3" name="手繪多邊形 42"/>
          <p:cNvSpPr/>
          <p:nvPr/>
        </p:nvSpPr>
        <p:spPr>
          <a:xfrm>
            <a:off x="10999797" y="6330638"/>
            <a:ext cx="628721" cy="548238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7" name="矩形 46"/>
          <p:cNvSpPr/>
          <p:nvPr/>
        </p:nvSpPr>
        <p:spPr>
          <a:xfrm>
            <a:off x="7600295" y="8525813"/>
            <a:ext cx="1576070" cy="7372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200" dirty="0">
                <a:solidFill>
                  <a:srgbClr val="FF0000"/>
                </a:solidFill>
              </a:rPr>
              <a:t>Taipei</a:t>
            </a:r>
            <a:endParaRPr lang="zh-TW" altLang="en-US" sz="4200" dirty="0">
              <a:solidFill>
                <a:srgbClr val="FF0000"/>
              </a:solidFill>
            </a:endParaRPr>
          </a:p>
        </p:txBody>
      </p:sp>
      <p:sp>
        <p:nvSpPr>
          <p:cNvPr id="48" name="向右箭號 47"/>
          <p:cNvSpPr/>
          <p:nvPr/>
        </p:nvSpPr>
        <p:spPr>
          <a:xfrm>
            <a:off x="9186150" y="8668688"/>
            <a:ext cx="1302921" cy="5967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9" name="矩形 48"/>
          <p:cNvSpPr/>
          <p:nvPr/>
        </p:nvSpPr>
        <p:spPr>
          <a:xfrm>
            <a:off x="10834502" y="8461124"/>
            <a:ext cx="3220252" cy="8612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4" name="文字方塊 23"/>
          <p:cNvSpPr txBox="1"/>
          <p:nvPr/>
        </p:nvSpPr>
        <p:spPr>
          <a:xfrm>
            <a:off x="3537265" y="4004790"/>
            <a:ext cx="300445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Input: a word</a:t>
            </a:r>
            <a:endParaRPr lang="zh-TW" altLang="en-US" sz="3600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4754570" y="4704168"/>
            <a:ext cx="5150861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(Each word is represented as a vector)</a:t>
            </a:r>
            <a:endParaRPr lang="zh-TW" altLang="en-US" sz="3600" dirty="0"/>
          </a:p>
        </p:txBody>
      </p:sp>
      <p:sp>
        <p:nvSpPr>
          <p:cNvPr id="70" name="文字方塊 69"/>
          <p:cNvSpPr txBox="1"/>
          <p:nvPr/>
        </p:nvSpPr>
        <p:spPr>
          <a:xfrm>
            <a:off x="3537266" y="2677313"/>
            <a:ext cx="5440101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Solving slot filling by Feedforward network?</a:t>
            </a:r>
            <a:endParaRPr lang="zh-TW" alt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 bldLvl="0" animBg="1"/>
      <p:bldP spid="49" grpId="0" bldLvl="0" animBg="1"/>
      <p:bldP spid="24" grpId="0"/>
      <p:bldP spid="6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1-of-N encoding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814809" y="5840756"/>
            <a:ext cx="7201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Each dimension corresponds to a word in the lexicon </a:t>
            </a:r>
            <a:endParaRPr lang="zh-TW" altLang="en-US" sz="36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1814810" y="7341165"/>
            <a:ext cx="66618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altLang="zh-TW" sz="3600" dirty="0"/>
              <a:t>The dimension for the word</a:t>
            </a:r>
            <a:r>
              <a:rPr lang="en-US" altLang="zh-TW" sz="3600" baseline="-25000" dirty="0"/>
              <a:t> </a:t>
            </a:r>
            <a:r>
              <a:rPr lang="en-US" altLang="zh-TW" sz="3600" dirty="0"/>
              <a:t>is 1, and others are 0</a:t>
            </a:r>
            <a:endParaRPr lang="en-US" altLang="zh-TW" sz="3600" baseline="-250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6583631" y="4070961"/>
            <a:ext cx="109829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lexicon = {apple, bag, cat, dog, elephant}</a:t>
            </a:r>
            <a:endParaRPr lang="zh-TW" altLang="en-US" sz="36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10297086" y="4926365"/>
            <a:ext cx="6094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apple     = [ 1   0   0   0   0]</a:t>
            </a:r>
            <a:endParaRPr lang="zh-TW" altLang="en-US" sz="3600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10297083" y="5611428"/>
            <a:ext cx="6094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bag      = [ 0   1   0   0   0]</a:t>
            </a:r>
            <a:endParaRPr lang="zh-TW" altLang="en-US" sz="36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10297082" y="6429123"/>
            <a:ext cx="6094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cat       = [ 0   0   1   0   0]</a:t>
            </a:r>
            <a:endParaRPr lang="zh-TW" altLang="en-US" sz="36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10297081" y="7166358"/>
            <a:ext cx="6094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dog      = [ 0   0   0   1   0]</a:t>
            </a:r>
            <a:endParaRPr lang="zh-TW" altLang="en-US" sz="36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10297080" y="7935813"/>
            <a:ext cx="6094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elephant  = [ 0   0   0   0   1]</a:t>
            </a:r>
            <a:endParaRPr lang="zh-TW" altLang="en-US" sz="36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814810" y="5055926"/>
            <a:ext cx="6661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The vector is lexicon size.</a:t>
            </a:r>
            <a:endParaRPr lang="zh-TW" altLang="en-US" sz="3600" dirty="0"/>
          </a:p>
        </p:txBody>
      </p:sp>
      <p:sp>
        <p:nvSpPr>
          <p:cNvPr id="3" name="矩形 2"/>
          <p:cNvSpPr/>
          <p:nvPr/>
        </p:nvSpPr>
        <p:spPr>
          <a:xfrm>
            <a:off x="1807609" y="4061709"/>
            <a:ext cx="37497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b="1" i="1" u="sng" dirty="0"/>
              <a:t>1-of-N Encoding</a:t>
            </a:r>
            <a:endParaRPr lang="zh-TW" altLang="en-US" sz="3600" b="1" i="1" u="sng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2547608" y="3150258"/>
            <a:ext cx="10817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How to represent each word as a vector?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4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Beyond 1-of-N encoding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2699117" y="7948590"/>
            <a:ext cx="285369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w = “apple” </a:t>
            </a:r>
            <a:endParaRPr lang="zh-TW" altLang="en-US" sz="4200" dirty="0"/>
          </a:p>
        </p:txBody>
      </p:sp>
      <p:sp>
        <p:nvSpPr>
          <p:cNvPr id="12" name="矩形 11"/>
          <p:cNvSpPr/>
          <p:nvPr/>
        </p:nvSpPr>
        <p:spPr>
          <a:xfrm rot="5400000">
            <a:off x="9039675" y="5767650"/>
            <a:ext cx="5057246" cy="79938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橢圓 12"/>
          <p:cNvSpPr/>
          <p:nvPr/>
        </p:nvSpPr>
        <p:spPr>
          <a:xfrm rot="5400000">
            <a:off x="11347557" y="3797060"/>
            <a:ext cx="475659" cy="475659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" name="橢圓 13"/>
          <p:cNvSpPr/>
          <p:nvPr/>
        </p:nvSpPr>
        <p:spPr>
          <a:xfrm rot="5400000">
            <a:off x="11367923" y="4376694"/>
            <a:ext cx="475659" cy="475659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" name="橢圓 14"/>
          <p:cNvSpPr/>
          <p:nvPr/>
        </p:nvSpPr>
        <p:spPr>
          <a:xfrm rot="5400000">
            <a:off x="11347557" y="5363670"/>
            <a:ext cx="475659" cy="475659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0" name="文字方塊 19"/>
          <p:cNvSpPr txBox="1"/>
          <p:nvPr/>
        </p:nvSpPr>
        <p:spPr>
          <a:xfrm>
            <a:off x="9460931" y="3678948"/>
            <a:ext cx="15134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a-a-a</a:t>
            </a:r>
            <a:endParaRPr lang="zh-TW" altLang="en-US" sz="36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9474900" y="4315473"/>
            <a:ext cx="15134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a-a-b</a:t>
            </a:r>
            <a:endParaRPr lang="zh-TW" altLang="en-US" sz="36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9472800" y="7300115"/>
            <a:ext cx="15134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p-p-l</a:t>
            </a:r>
            <a:endParaRPr lang="zh-TW" altLang="en-US" sz="36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12794439" y="5838729"/>
            <a:ext cx="35504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26 X 26 X 26</a:t>
            </a:r>
            <a:endParaRPr lang="zh-TW" altLang="en-US" sz="4200" b="1" dirty="0"/>
          </a:p>
        </p:txBody>
      </p:sp>
      <p:sp>
        <p:nvSpPr>
          <p:cNvPr id="25" name="文字方塊 24"/>
          <p:cNvSpPr txBox="1"/>
          <p:nvPr/>
        </p:nvSpPr>
        <p:spPr>
          <a:xfrm rot="5400000">
            <a:off x="9939062" y="4733991"/>
            <a:ext cx="542382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…</a:t>
            </a:r>
            <a:endParaRPr lang="zh-TW" altLang="en-US" sz="4200" b="1" dirty="0"/>
          </a:p>
        </p:txBody>
      </p:sp>
      <p:sp>
        <p:nvSpPr>
          <p:cNvPr id="26" name="文字方塊 25"/>
          <p:cNvSpPr txBox="1"/>
          <p:nvPr/>
        </p:nvSpPr>
        <p:spPr>
          <a:xfrm rot="5400000">
            <a:off x="9936119" y="5684253"/>
            <a:ext cx="542382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…</a:t>
            </a:r>
            <a:endParaRPr lang="zh-TW" altLang="en-US" sz="4200" b="1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9474900" y="5216082"/>
            <a:ext cx="15134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a-p-p</a:t>
            </a:r>
            <a:endParaRPr lang="zh-TW" altLang="en-US" sz="3600" dirty="0"/>
          </a:p>
        </p:txBody>
      </p:sp>
      <p:sp>
        <p:nvSpPr>
          <p:cNvPr id="28" name="文字方塊 27"/>
          <p:cNvSpPr txBox="1"/>
          <p:nvPr/>
        </p:nvSpPr>
        <p:spPr>
          <a:xfrm rot="5400000">
            <a:off x="9924384" y="7855721"/>
            <a:ext cx="542382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…</a:t>
            </a:r>
            <a:endParaRPr lang="zh-TW" altLang="en-US" sz="4200" b="1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9503631" y="6289712"/>
            <a:ext cx="15134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p-l-e</a:t>
            </a:r>
            <a:endParaRPr lang="zh-TW" altLang="en-US" sz="3600" dirty="0"/>
          </a:p>
        </p:txBody>
      </p:sp>
      <p:sp>
        <p:nvSpPr>
          <p:cNvPr id="30" name="文字方塊 29"/>
          <p:cNvSpPr txBox="1"/>
          <p:nvPr/>
        </p:nvSpPr>
        <p:spPr>
          <a:xfrm rot="5400000">
            <a:off x="9931484" y="6753540"/>
            <a:ext cx="542382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…</a:t>
            </a:r>
            <a:endParaRPr lang="zh-TW" altLang="en-US" sz="4200" b="1" dirty="0"/>
          </a:p>
        </p:txBody>
      </p:sp>
      <p:sp>
        <p:nvSpPr>
          <p:cNvPr id="33" name="文字方塊 32"/>
          <p:cNvSpPr txBox="1"/>
          <p:nvPr/>
        </p:nvSpPr>
        <p:spPr>
          <a:xfrm rot="5400000">
            <a:off x="11484600" y="4692408"/>
            <a:ext cx="542382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…</a:t>
            </a:r>
            <a:endParaRPr lang="zh-TW" altLang="en-US" sz="4200" b="1" dirty="0"/>
          </a:p>
        </p:txBody>
      </p:sp>
      <p:sp>
        <p:nvSpPr>
          <p:cNvPr id="34" name="文字方塊 33"/>
          <p:cNvSpPr txBox="1"/>
          <p:nvPr/>
        </p:nvSpPr>
        <p:spPr>
          <a:xfrm rot="5400000">
            <a:off x="11477210" y="5717505"/>
            <a:ext cx="542382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…</a:t>
            </a:r>
            <a:endParaRPr lang="zh-TW" altLang="en-US" sz="4200" b="1" dirty="0"/>
          </a:p>
        </p:txBody>
      </p:sp>
      <p:sp>
        <p:nvSpPr>
          <p:cNvPr id="35" name="文字方塊 34"/>
          <p:cNvSpPr txBox="1"/>
          <p:nvPr/>
        </p:nvSpPr>
        <p:spPr>
          <a:xfrm rot="5400000">
            <a:off x="11463033" y="7756577"/>
            <a:ext cx="542382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…</a:t>
            </a:r>
            <a:endParaRPr lang="zh-TW" altLang="en-US" sz="4200" b="1" dirty="0"/>
          </a:p>
        </p:txBody>
      </p:sp>
      <p:sp>
        <p:nvSpPr>
          <p:cNvPr id="36" name="文字方塊 35"/>
          <p:cNvSpPr txBox="1"/>
          <p:nvPr/>
        </p:nvSpPr>
        <p:spPr>
          <a:xfrm rot="5400000">
            <a:off x="11452677" y="6728555"/>
            <a:ext cx="542382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…</a:t>
            </a:r>
            <a:endParaRPr lang="zh-TW" altLang="en-US" sz="4200" b="1" dirty="0"/>
          </a:p>
        </p:txBody>
      </p:sp>
      <p:sp>
        <p:nvSpPr>
          <p:cNvPr id="37" name="橢圓 36"/>
          <p:cNvSpPr/>
          <p:nvPr/>
        </p:nvSpPr>
        <p:spPr>
          <a:xfrm rot="5400000">
            <a:off x="11347557" y="6391692"/>
            <a:ext cx="475659" cy="475659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8" name="橢圓 37"/>
          <p:cNvSpPr/>
          <p:nvPr/>
        </p:nvSpPr>
        <p:spPr>
          <a:xfrm rot="5400000">
            <a:off x="11314395" y="7408533"/>
            <a:ext cx="475659" cy="475659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9" name="文字方塊 38"/>
          <p:cNvSpPr txBox="1"/>
          <p:nvPr/>
        </p:nvSpPr>
        <p:spPr>
          <a:xfrm>
            <a:off x="11323845" y="5243976"/>
            <a:ext cx="56381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</a:rPr>
              <a:t>1</a:t>
            </a:r>
            <a:endParaRPr lang="zh-TW" altLang="en-US" sz="3600" b="1" dirty="0">
              <a:solidFill>
                <a:srgbClr val="FF0000"/>
              </a:solidFill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11320256" y="6291308"/>
            <a:ext cx="56381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rgbClr val="00B050"/>
                </a:solidFill>
              </a:rPr>
              <a:t>1</a:t>
            </a:r>
            <a:endParaRPr lang="zh-TW" altLang="en-US" sz="3600" b="1" dirty="0">
              <a:solidFill>
                <a:srgbClr val="00B050"/>
              </a:solidFill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11320256" y="7323803"/>
            <a:ext cx="56381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11328846" y="3667824"/>
            <a:ext cx="56381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11345814" y="4294679"/>
            <a:ext cx="56381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44" name="左大括弧 43"/>
          <p:cNvSpPr/>
          <p:nvPr/>
        </p:nvSpPr>
        <p:spPr>
          <a:xfrm flipH="1">
            <a:off x="12186870" y="3667824"/>
            <a:ext cx="473583" cy="5065596"/>
          </a:xfrm>
          <a:prstGeom prst="leftBrace">
            <a:avLst>
              <a:gd name="adj1" fmla="val 104874"/>
              <a:gd name="adj2" fmla="val 50000"/>
            </a:avLst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" name="矩形 6"/>
          <p:cNvSpPr/>
          <p:nvPr/>
        </p:nvSpPr>
        <p:spPr>
          <a:xfrm>
            <a:off x="10286379" y="2536033"/>
            <a:ext cx="3727450" cy="7372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200" b="1" i="1" u="sng" dirty="0"/>
              <a:t>Word hashing</a:t>
            </a:r>
            <a:endParaRPr lang="zh-TW" altLang="en-US" sz="4200" b="1" i="1" u="sng" dirty="0"/>
          </a:p>
        </p:txBody>
      </p:sp>
      <p:sp>
        <p:nvSpPr>
          <p:cNvPr id="45" name="矩形 44"/>
          <p:cNvSpPr/>
          <p:nvPr/>
        </p:nvSpPr>
        <p:spPr>
          <a:xfrm>
            <a:off x="3128922" y="2521749"/>
            <a:ext cx="5871845" cy="7372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200" b="1" i="1" u="sng" dirty="0"/>
              <a:t>Dimension for “Other”</a:t>
            </a:r>
            <a:endParaRPr lang="zh-TW" altLang="en-US" sz="4200" b="1" i="1" u="sng" dirty="0"/>
          </a:p>
        </p:txBody>
      </p:sp>
      <p:sp>
        <p:nvSpPr>
          <p:cNvPr id="46" name="文字方塊 45"/>
          <p:cNvSpPr txBox="1"/>
          <p:nvPr/>
        </p:nvSpPr>
        <p:spPr>
          <a:xfrm>
            <a:off x="5748576" y="9075563"/>
            <a:ext cx="339542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 = “</a:t>
            </a:r>
            <a:r>
              <a:rPr lang="en-US" altLang="zh-TW" sz="3600" dirty="0" err="1"/>
              <a:t>Sauron</a:t>
            </a:r>
            <a:r>
              <a:rPr lang="en-US" altLang="zh-TW" sz="3600" dirty="0"/>
              <a:t>” </a:t>
            </a:r>
            <a:endParaRPr lang="zh-TW" altLang="en-US" sz="3600" dirty="0"/>
          </a:p>
        </p:txBody>
      </p:sp>
      <p:grpSp>
        <p:nvGrpSpPr>
          <p:cNvPr id="63" name="群組 62"/>
          <p:cNvGrpSpPr/>
          <p:nvPr/>
        </p:nvGrpSpPr>
        <p:grpSpPr>
          <a:xfrm>
            <a:off x="5555447" y="3711464"/>
            <a:ext cx="891668" cy="4662221"/>
            <a:chOff x="5573899" y="1757769"/>
            <a:chExt cx="594445" cy="3108147"/>
          </a:xfrm>
        </p:grpSpPr>
        <p:grpSp>
          <p:nvGrpSpPr>
            <p:cNvPr id="71" name="群組 70"/>
            <p:cNvGrpSpPr/>
            <p:nvPr/>
          </p:nvGrpSpPr>
          <p:grpSpPr>
            <a:xfrm>
              <a:off x="5573899" y="1757769"/>
              <a:ext cx="594445" cy="3108147"/>
              <a:chOff x="5720499" y="4355529"/>
              <a:chExt cx="594445" cy="3108147"/>
            </a:xfrm>
          </p:grpSpPr>
          <p:grpSp>
            <p:nvGrpSpPr>
              <p:cNvPr id="74" name="群組 73"/>
              <p:cNvGrpSpPr/>
              <p:nvPr/>
            </p:nvGrpSpPr>
            <p:grpSpPr>
              <a:xfrm rot="5400000">
                <a:off x="4463648" y="5612380"/>
                <a:ext cx="3108147" cy="594445"/>
                <a:chOff x="-1832609" y="4494767"/>
                <a:chExt cx="4854734" cy="928487"/>
              </a:xfrm>
            </p:grpSpPr>
            <p:sp>
              <p:nvSpPr>
                <p:cNvPr id="76" name="矩形 75"/>
                <p:cNvSpPr/>
                <p:nvPr/>
              </p:nvSpPr>
              <p:spPr>
                <a:xfrm>
                  <a:off x="-1832609" y="4713637"/>
                  <a:ext cx="4854734" cy="709617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0"/>
                </a:p>
              </p:txBody>
            </p:sp>
            <p:sp>
              <p:nvSpPr>
                <p:cNvPr id="77" name="橢圓 76"/>
                <p:cNvSpPr/>
                <p:nvPr/>
              </p:nvSpPr>
              <p:spPr>
                <a:xfrm>
                  <a:off x="-1671298" y="4820782"/>
                  <a:ext cx="495300" cy="495300"/>
                </a:xfrm>
                <a:prstGeom prst="ellipse">
                  <a:avLst/>
                </a:prstGeom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0"/>
                </a:p>
              </p:txBody>
            </p:sp>
            <p:sp>
              <p:nvSpPr>
                <p:cNvPr id="78" name="橢圓 77"/>
                <p:cNvSpPr/>
                <p:nvPr/>
              </p:nvSpPr>
              <p:spPr>
                <a:xfrm>
                  <a:off x="-966448" y="4820782"/>
                  <a:ext cx="495300" cy="495300"/>
                </a:xfrm>
                <a:prstGeom prst="ellipse">
                  <a:avLst/>
                </a:prstGeom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0"/>
                </a:p>
              </p:txBody>
            </p:sp>
            <p:sp>
              <p:nvSpPr>
                <p:cNvPr id="79" name="文字方塊 78"/>
                <p:cNvSpPr txBox="1"/>
                <p:nvPr/>
              </p:nvSpPr>
              <p:spPr>
                <a:xfrm>
                  <a:off x="1782914" y="4494767"/>
                  <a:ext cx="662543" cy="7676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4200" b="1" dirty="0"/>
                    <a:t>…</a:t>
                  </a:r>
                  <a:endParaRPr lang="zh-TW" altLang="en-US" sz="4200" b="1" dirty="0"/>
                </a:p>
              </p:txBody>
            </p:sp>
          </p:grpSp>
          <p:sp>
            <p:nvSpPr>
              <p:cNvPr id="75" name="橢圓 74"/>
              <p:cNvSpPr/>
              <p:nvPr/>
            </p:nvSpPr>
            <p:spPr>
              <a:xfrm rot="5400000">
                <a:off x="5789104" y="5354358"/>
                <a:ext cx="317106" cy="317107"/>
              </a:xfrm>
              <a:prstGeom prst="ellipse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</p:grpSp>
        <p:sp>
          <p:nvSpPr>
            <p:cNvPr id="72" name="橢圓 71"/>
            <p:cNvSpPr/>
            <p:nvPr/>
          </p:nvSpPr>
          <p:spPr>
            <a:xfrm rot="5400000">
              <a:off x="5642504" y="3213561"/>
              <a:ext cx="317106" cy="317107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73" name="橢圓 72"/>
            <p:cNvSpPr/>
            <p:nvPr/>
          </p:nvSpPr>
          <p:spPr>
            <a:xfrm rot="5400000">
              <a:off x="5649614" y="3672267"/>
              <a:ext cx="317106" cy="317107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sp>
        <p:nvSpPr>
          <p:cNvPr id="64" name="文字方塊 63"/>
          <p:cNvSpPr txBox="1"/>
          <p:nvPr/>
        </p:nvSpPr>
        <p:spPr>
          <a:xfrm>
            <a:off x="4155947" y="3711462"/>
            <a:ext cx="141657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apple</a:t>
            </a:r>
            <a:endParaRPr lang="zh-TW" altLang="en-US" sz="3600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4444497" y="4342035"/>
            <a:ext cx="11103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bag</a:t>
            </a:r>
            <a:endParaRPr lang="zh-TW" altLang="en-US" sz="3600" dirty="0"/>
          </a:p>
        </p:txBody>
      </p:sp>
      <p:sp>
        <p:nvSpPr>
          <p:cNvPr id="66" name="文字方塊 65"/>
          <p:cNvSpPr txBox="1"/>
          <p:nvPr/>
        </p:nvSpPr>
        <p:spPr>
          <a:xfrm>
            <a:off x="4487411" y="5045282"/>
            <a:ext cx="11103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cat</a:t>
            </a:r>
            <a:endParaRPr lang="zh-TW" altLang="en-US" sz="3600" dirty="0"/>
          </a:p>
        </p:txBody>
      </p:sp>
      <p:sp>
        <p:nvSpPr>
          <p:cNvPr id="67" name="文字方塊 66"/>
          <p:cNvSpPr txBox="1"/>
          <p:nvPr/>
        </p:nvSpPr>
        <p:spPr>
          <a:xfrm>
            <a:off x="4496256" y="5732439"/>
            <a:ext cx="11103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dog</a:t>
            </a:r>
            <a:endParaRPr lang="zh-TW" altLang="en-US" sz="3600" dirty="0"/>
          </a:p>
        </p:txBody>
      </p:sp>
      <p:sp>
        <p:nvSpPr>
          <p:cNvPr id="68" name="橢圓 67"/>
          <p:cNvSpPr/>
          <p:nvPr/>
        </p:nvSpPr>
        <p:spPr>
          <a:xfrm rot="5400000">
            <a:off x="5658315" y="7803411"/>
            <a:ext cx="475659" cy="475661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9" name="文字方塊 68"/>
          <p:cNvSpPr txBox="1"/>
          <p:nvPr/>
        </p:nvSpPr>
        <p:spPr>
          <a:xfrm>
            <a:off x="3599103" y="6457320"/>
            <a:ext cx="201646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elephant</a:t>
            </a:r>
            <a:endParaRPr lang="zh-TW" altLang="en-US" sz="3600" dirty="0"/>
          </a:p>
        </p:txBody>
      </p:sp>
      <p:sp>
        <p:nvSpPr>
          <p:cNvPr id="70" name="文字方塊 69"/>
          <p:cNvSpPr txBox="1"/>
          <p:nvPr/>
        </p:nvSpPr>
        <p:spPr>
          <a:xfrm>
            <a:off x="3629934" y="7710658"/>
            <a:ext cx="193746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“other”</a:t>
            </a:r>
            <a:endParaRPr lang="zh-TW" altLang="en-US" sz="3600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6310080" y="3777168"/>
            <a:ext cx="4572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6310080" y="4452119"/>
            <a:ext cx="4572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82" name="文字方塊 81"/>
          <p:cNvSpPr txBox="1"/>
          <p:nvPr/>
        </p:nvSpPr>
        <p:spPr>
          <a:xfrm>
            <a:off x="6310080" y="5121411"/>
            <a:ext cx="4572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83" name="文字方塊 82"/>
          <p:cNvSpPr txBox="1"/>
          <p:nvPr/>
        </p:nvSpPr>
        <p:spPr>
          <a:xfrm>
            <a:off x="6310080" y="5753231"/>
            <a:ext cx="4572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6322767" y="6451511"/>
            <a:ext cx="4572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6259233" y="7715190"/>
            <a:ext cx="4572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2694037" y="9127262"/>
            <a:ext cx="339542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 = “Gandalf” </a:t>
            </a:r>
            <a:endParaRPr lang="zh-TW" altLang="en-US" sz="3600" dirty="0"/>
          </a:p>
        </p:txBody>
      </p:sp>
      <p:cxnSp>
        <p:nvCxnSpPr>
          <p:cNvPr id="4" name="直線單箭頭接點 3"/>
          <p:cNvCxnSpPr/>
          <p:nvPr/>
        </p:nvCxnSpPr>
        <p:spPr>
          <a:xfrm flipV="1">
            <a:off x="4556520" y="8010617"/>
            <a:ext cx="1350170" cy="12175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 flipH="1" flipV="1">
            <a:off x="5945354" y="8041241"/>
            <a:ext cx="467948" cy="12002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13867851" y="8695968"/>
            <a:ext cx="83285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接點 85"/>
          <p:cNvCxnSpPr/>
          <p:nvPr/>
        </p:nvCxnSpPr>
        <p:spPr>
          <a:xfrm>
            <a:off x="14125965" y="8782661"/>
            <a:ext cx="832856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14499528" y="8871725"/>
            <a:ext cx="816671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>
          <a:xfrm>
            <a:off x="11972925" y="9534527"/>
            <a:ext cx="3086100" cy="547688"/>
          </a:xfrm>
        </p:spPr>
        <p:txBody>
          <a:bodyPr/>
          <a:lstStyle/>
          <a:p>
            <a:fld id="{C5A9EFA0-3966-4D15-8C7E-765B7BB5697B}" type="slidenum">
              <a:rPr lang="zh-TW" altLang="en-US" sz="100" smtClean="0"/>
              <a:t>7</a:t>
            </a:fld>
            <a:endParaRPr lang="zh-TW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 bldLvl="0" animBg="1"/>
      <p:bldP spid="13" grpId="0" bldLvl="0" animBg="1"/>
      <p:bldP spid="14" grpId="0" bldLvl="0" animBg="1"/>
      <p:bldP spid="15" grpId="0" bldLvl="0" animBg="1"/>
      <p:bldP spid="20" grpId="0"/>
      <p:bldP spid="21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3" grpId="0"/>
      <p:bldP spid="34" grpId="0"/>
      <p:bldP spid="35" grpId="0"/>
      <p:bldP spid="36" grpId="0"/>
      <p:bldP spid="37" grpId="0" bldLvl="0" animBg="1"/>
      <p:bldP spid="38" grpId="0" bldLvl="0" animBg="1"/>
      <p:bldP spid="39" grpId="0"/>
      <p:bldP spid="40" grpId="0"/>
      <p:bldP spid="41" grpId="0"/>
      <p:bldP spid="42" grpId="0"/>
      <p:bldP spid="43" grpId="0"/>
      <p:bldP spid="44" grpId="0" bldLvl="0" animBg="1"/>
      <p:bldP spid="46" grpId="0"/>
      <p:bldP spid="64" grpId="0"/>
      <p:bldP spid="65" grpId="0"/>
      <p:bldP spid="66" grpId="0"/>
      <p:bldP spid="67" grpId="0"/>
      <p:bldP spid="68" grpId="0" bldLvl="0" animBg="1"/>
      <p:bldP spid="69" grpId="0"/>
      <p:bldP spid="70" grpId="0"/>
      <p:bldP spid="80" grpId="0"/>
      <p:bldP spid="81" grpId="0"/>
      <p:bldP spid="82" grpId="0"/>
      <p:bldP spid="83" grpId="0"/>
      <p:bldP spid="84" grpId="0"/>
      <p:bldP spid="85" grpId="0"/>
      <p:bldP spid="5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Application</a:t>
            </a:r>
            <a:endParaRPr lang="zh-TW" altLang="en-US" dirty="0"/>
          </a:p>
        </p:txBody>
      </p:sp>
      <p:cxnSp>
        <p:nvCxnSpPr>
          <p:cNvPr id="4" name="直線單箭頭接點 3"/>
          <p:cNvCxnSpPr/>
          <p:nvPr/>
        </p:nvCxnSpPr>
        <p:spPr>
          <a:xfrm rot="16200000">
            <a:off x="13248843" y="3692462"/>
            <a:ext cx="9834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/>
          <p:cNvCxnSpPr/>
          <p:nvPr/>
        </p:nvCxnSpPr>
        <p:spPr>
          <a:xfrm rot="16200000">
            <a:off x="10778364" y="3643935"/>
            <a:ext cx="97351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群組 5"/>
          <p:cNvGrpSpPr/>
          <p:nvPr/>
        </p:nvGrpSpPr>
        <p:grpSpPr>
          <a:xfrm>
            <a:off x="10980749" y="8525813"/>
            <a:ext cx="514350" cy="692943"/>
            <a:chOff x="1882729" y="2137119"/>
            <a:chExt cx="342900" cy="461962"/>
          </a:xfrm>
        </p:grpSpPr>
        <p:sp>
          <p:nvSpPr>
            <p:cNvPr id="7" name="矩形 6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8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2" imgW="3657600" imgH="5181600" progId="Equation.3">
                    <p:embed/>
                  </p:oleObj>
                </mc:Choice>
                <mc:Fallback>
                  <p:oleObj name="方程式" r:id="rId2" imgW="3657600" imgH="5181600" progId="Equation.3">
                    <p:embed/>
                    <p:pic>
                      <p:nvPicPr>
                        <p:cNvPr id="8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群組 8"/>
          <p:cNvGrpSpPr/>
          <p:nvPr/>
        </p:nvGrpSpPr>
        <p:grpSpPr>
          <a:xfrm>
            <a:off x="13391645" y="8572500"/>
            <a:ext cx="564357" cy="692945"/>
            <a:chOff x="1876911" y="2719848"/>
            <a:chExt cx="376238" cy="461963"/>
          </a:xfrm>
        </p:grpSpPr>
        <p:sp>
          <p:nvSpPr>
            <p:cNvPr id="10" name="矩形 9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11" name="Object 12"/>
            <p:cNvGraphicFramePr>
              <a:graphicFrameLocks noChangeAspect="1"/>
            </p:cNvGraphicFramePr>
            <p:nvPr/>
          </p:nvGraphicFramePr>
          <p:xfrm>
            <a:off x="1900724" y="2719848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4" imgW="3962400" imgH="5181600" progId="Equation.3">
                    <p:embed/>
                  </p:oleObj>
                </mc:Choice>
                <mc:Fallback>
                  <p:oleObj name="方程式" r:id="rId4" imgW="3962400" imgH="5181600" progId="Equation.3">
                    <p:embed/>
                    <p:pic>
                      <p:nvPicPr>
                        <p:cNvPr id="1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0724" y="2719848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橢圓 11"/>
          <p:cNvSpPr/>
          <p:nvPr/>
        </p:nvSpPr>
        <p:spPr>
          <a:xfrm rot="16200000">
            <a:off x="10885013" y="6160817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橢圓 12"/>
          <p:cNvSpPr/>
          <p:nvPr/>
        </p:nvSpPr>
        <p:spPr>
          <a:xfrm rot="16200000">
            <a:off x="13206555" y="6221283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" name="橢圓 13"/>
          <p:cNvSpPr/>
          <p:nvPr/>
        </p:nvSpPr>
        <p:spPr>
          <a:xfrm rot="16200000">
            <a:off x="10834502" y="3643935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" name="橢圓 14"/>
          <p:cNvSpPr/>
          <p:nvPr/>
        </p:nvSpPr>
        <p:spPr>
          <a:xfrm rot="16200000">
            <a:off x="13193516" y="3659094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6" name="群組 15"/>
          <p:cNvGrpSpPr/>
          <p:nvPr/>
        </p:nvGrpSpPr>
        <p:grpSpPr>
          <a:xfrm rot="16200000">
            <a:off x="11696621" y="6619485"/>
            <a:ext cx="1555833" cy="2457450"/>
            <a:chOff x="1013669" y="3459098"/>
            <a:chExt cx="1588876" cy="1638300"/>
          </a:xfrm>
        </p:grpSpPr>
        <p:cxnSp>
          <p:nvCxnSpPr>
            <p:cNvPr id="17" name="直線單箭頭接點 16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群組 17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19" name="直線單箭頭接點 18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線單箭頭接點 19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線單箭頭接點 20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22" name="Object 12"/>
          <p:cNvGraphicFramePr>
            <a:graphicFrameLocks noChangeAspect="1"/>
          </p:cNvGraphicFramePr>
          <p:nvPr/>
        </p:nvGraphicFramePr>
        <p:xfrm>
          <a:off x="13456025" y="2343131"/>
          <a:ext cx="56911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6" imgW="4267200" imgH="5181600" progId="Equation.3">
                  <p:embed/>
                </p:oleObj>
              </mc:Choice>
              <mc:Fallback>
                <p:oleObj name="方程式" r:id="rId6" imgW="4267200" imgH="5181600" progId="Equation.3">
                  <p:embed/>
                  <p:pic>
                    <p:nvPicPr>
                      <p:cNvPr id="2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56025" y="2343131"/>
                        <a:ext cx="56911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2"/>
          <p:cNvGraphicFramePr>
            <a:graphicFrameLocks noChangeAspect="1"/>
          </p:cNvGraphicFramePr>
          <p:nvPr/>
        </p:nvGraphicFramePr>
        <p:xfrm>
          <a:off x="11080832" y="2348255"/>
          <a:ext cx="52863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8" imgW="3962400" imgH="5181600" progId="Equation.3">
                  <p:embed/>
                </p:oleObj>
              </mc:Choice>
              <mc:Fallback>
                <p:oleObj name="方程式" r:id="rId8" imgW="3962400" imgH="5181600" progId="Equation.3">
                  <p:embed/>
                  <p:pic>
                    <p:nvPicPr>
                      <p:cNvPr id="2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80832" y="2348255"/>
                        <a:ext cx="52863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群組 29"/>
          <p:cNvGrpSpPr/>
          <p:nvPr/>
        </p:nvGrpSpPr>
        <p:grpSpPr>
          <a:xfrm rot="16200000">
            <a:off x="11696621" y="4125698"/>
            <a:ext cx="1555833" cy="2457450"/>
            <a:chOff x="1013669" y="3459098"/>
            <a:chExt cx="1588876" cy="1638300"/>
          </a:xfrm>
        </p:grpSpPr>
        <p:cxnSp>
          <p:nvCxnSpPr>
            <p:cNvPr id="31" name="直線單箭頭接點 30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群組 31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33" name="直線單箭頭接點 32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線單箭頭接點 33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線單箭頭接點 34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0" name="手繪多邊形 39"/>
          <p:cNvSpPr/>
          <p:nvPr/>
        </p:nvSpPr>
        <p:spPr>
          <a:xfrm>
            <a:off x="10950759" y="3807929"/>
            <a:ext cx="628721" cy="548238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1" name="手繪多邊形 40"/>
          <p:cNvSpPr/>
          <p:nvPr/>
        </p:nvSpPr>
        <p:spPr>
          <a:xfrm>
            <a:off x="13327281" y="3835016"/>
            <a:ext cx="628721" cy="548238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2" name="手繪多邊形 41"/>
          <p:cNvSpPr/>
          <p:nvPr/>
        </p:nvSpPr>
        <p:spPr>
          <a:xfrm>
            <a:off x="13356758" y="6362328"/>
            <a:ext cx="628721" cy="548238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3" name="手繪多邊形 42"/>
          <p:cNvSpPr/>
          <p:nvPr/>
        </p:nvSpPr>
        <p:spPr>
          <a:xfrm>
            <a:off x="10999797" y="6330638"/>
            <a:ext cx="628721" cy="548238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7" name="矩形 46"/>
          <p:cNvSpPr/>
          <p:nvPr/>
        </p:nvSpPr>
        <p:spPr>
          <a:xfrm>
            <a:off x="7600295" y="8525813"/>
            <a:ext cx="1576070" cy="7372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200" dirty="0">
                <a:solidFill>
                  <a:srgbClr val="FF0000"/>
                </a:solidFill>
              </a:rPr>
              <a:t>Taipei</a:t>
            </a:r>
            <a:endParaRPr lang="zh-TW" altLang="en-US" sz="4200" dirty="0">
              <a:solidFill>
                <a:srgbClr val="FF0000"/>
              </a:solidFill>
            </a:endParaRPr>
          </a:p>
        </p:txBody>
      </p:sp>
      <p:sp>
        <p:nvSpPr>
          <p:cNvPr id="48" name="向右箭號 47"/>
          <p:cNvSpPr/>
          <p:nvPr/>
        </p:nvSpPr>
        <p:spPr>
          <a:xfrm>
            <a:off x="9186150" y="8668688"/>
            <a:ext cx="1302921" cy="5967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9" name="矩形 48"/>
          <p:cNvSpPr/>
          <p:nvPr/>
        </p:nvSpPr>
        <p:spPr>
          <a:xfrm>
            <a:off x="10629693" y="8461124"/>
            <a:ext cx="3754569" cy="9420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0" name="文字方塊 49"/>
          <p:cNvSpPr txBox="1"/>
          <p:nvPr/>
        </p:nvSpPr>
        <p:spPr>
          <a:xfrm>
            <a:off x="10777839" y="1765302"/>
            <a:ext cx="142022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 err="1">
                <a:solidFill>
                  <a:srgbClr val="FF0000"/>
                </a:solidFill>
              </a:rPr>
              <a:t>dest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12952146" y="1245738"/>
            <a:ext cx="325611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time of departure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3537265" y="4004790"/>
            <a:ext cx="300445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Input: a word</a:t>
            </a:r>
            <a:endParaRPr lang="zh-TW" altLang="en-US" sz="3600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4754570" y="4704168"/>
            <a:ext cx="5150861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(Each word is represented as a vector)</a:t>
            </a:r>
            <a:endParaRPr lang="zh-TW" altLang="en-US" sz="3600" dirty="0"/>
          </a:p>
        </p:txBody>
      </p:sp>
      <p:sp>
        <p:nvSpPr>
          <p:cNvPr id="68" name="文字方塊 67"/>
          <p:cNvSpPr txBox="1"/>
          <p:nvPr/>
        </p:nvSpPr>
        <p:spPr>
          <a:xfrm>
            <a:off x="3537264" y="5995824"/>
            <a:ext cx="300445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Output:</a:t>
            </a:r>
            <a:endParaRPr lang="zh-TW" altLang="en-US" sz="3600" dirty="0"/>
          </a:p>
        </p:txBody>
      </p:sp>
      <p:sp>
        <p:nvSpPr>
          <p:cNvPr id="69" name="文字方塊 68"/>
          <p:cNvSpPr txBox="1"/>
          <p:nvPr/>
        </p:nvSpPr>
        <p:spPr>
          <a:xfrm>
            <a:off x="4350197" y="6710990"/>
            <a:ext cx="595960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Probability distribution that the input word belonging to the slots</a:t>
            </a:r>
            <a:endParaRPr lang="zh-TW" altLang="en-US" sz="3600" dirty="0"/>
          </a:p>
        </p:txBody>
      </p:sp>
      <p:sp>
        <p:nvSpPr>
          <p:cNvPr id="70" name="文字方塊 69"/>
          <p:cNvSpPr txBox="1"/>
          <p:nvPr/>
        </p:nvSpPr>
        <p:spPr>
          <a:xfrm>
            <a:off x="3537266" y="2677313"/>
            <a:ext cx="5440101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Solving slot filling by Feedforward network?</a:t>
            </a:r>
            <a:endParaRPr lang="zh-TW" alt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68" grpId="0"/>
      <p:bldP spid="6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Application</a:t>
            </a:r>
            <a:endParaRPr lang="zh-TW" altLang="en-US" dirty="0"/>
          </a:p>
        </p:txBody>
      </p:sp>
      <p:cxnSp>
        <p:nvCxnSpPr>
          <p:cNvPr id="4" name="直線單箭頭接點 3"/>
          <p:cNvCxnSpPr/>
          <p:nvPr/>
        </p:nvCxnSpPr>
        <p:spPr>
          <a:xfrm rot="16200000">
            <a:off x="13248843" y="3692462"/>
            <a:ext cx="9834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/>
          <p:cNvCxnSpPr/>
          <p:nvPr/>
        </p:nvCxnSpPr>
        <p:spPr>
          <a:xfrm rot="16200000">
            <a:off x="10778364" y="3643935"/>
            <a:ext cx="97351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群組 5"/>
          <p:cNvGrpSpPr/>
          <p:nvPr/>
        </p:nvGrpSpPr>
        <p:grpSpPr>
          <a:xfrm>
            <a:off x="10980749" y="8525813"/>
            <a:ext cx="514350" cy="692943"/>
            <a:chOff x="1882729" y="2137119"/>
            <a:chExt cx="342900" cy="461962"/>
          </a:xfrm>
        </p:grpSpPr>
        <p:sp>
          <p:nvSpPr>
            <p:cNvPr id="7" name="矩形 6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8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2" imgW="3657600" imgH="5181600" progId="Equation.3">
                    <p:embed/>
                  </p:oleObj>
                </mc:Choice>
                <mc:Fallback>
                  <p:oleObj name="方程式" r:id="rId2" imgW="3657600" imgH="5181600" progId="Equation.3">
                    <p:embed/>
                    <p:pic>
                      <p:nvPicPr>
                        <p:cNvPr id="8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群組 8"/>
          <p:cNvGrpSpPr/>
          <p:nvPr/>
        </p:nvGrpSpPr>
        <p:grpSpPr>
          <a:xfrm>
            <a:off x="13391645" y="8572500"/>
            <a:ext cx="564357" cy="692945"/>
            <a:chOff x="1876911" y="2719848"/>
            <a:chExt cx="376238" cy="461963"/>
          </a:xfrm>
        </p:grpSpPr>
        <p:sp>
          <p:nvSpPr>
            <p:cNvPr id="10" name="矩形 9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11" name="Object 12"/>
            <p:cNvGraphicFramePr>
              <a:graphicFrameLocks noChangeAspect="1"/>
            </p:cNvGraphicFramePr>
            <p:nvPr/>
          </p:nvGraphicFramePr>
          <p:xfrm>
            <a:off x="1900724" y="2719848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4" imgW="3962400" imgH="5181600" progId="Equation.3">
                    <p:embed/>
                  </p:oleObj>
                </mc:Choice>
                <mc:Fallback>
                  <p:oleObj name="方程式" r:id="rId4" imgW="3962400" imgH="5181600" progId="Equation.3">
                    <p:embed/>
                    <p:pic>
                      <p:nvPicPr>
                        <p:cNvPr id="1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0724" y="2719848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橢圓 11"/>
          <p:cNvSpPr/>
          <p:nvPr/>
        </p:nvSpPr>
        <p:spPr>
          <a:xfrm rot="16200000">
            <a:off x="10885013" y="6160817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橢圓 12"/>
          <p:cNvSpPr/>
          <p:nvPr/>
        </p:nvSpPr>
        <p:spPr>
          <a:xfrm rot="16200000">
            <a:off x="13206555" y="6221283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" name="橢圓 13"/>
          <p:cNvSpPr/>
          <p:nvPr/>
        </p:nvSpPr>
        <p:spPr>
          <a:xfrm rot="16200000">
            <a:off x="10834502" y="3643935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" name="橢圓 14"/>
          <p:cNvSpPr/>
          <p:nvPr/>
        </p:nvSpPr>
        <p:spPr>
          <a:xfrm rot="16200000">
            <a:off x="13193516" y="3659094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6" name="群組 15"/>
          <p:cNvGrpSpPr/>
          <p:nvPr/>
        </p:nvGrpSpPr>
        <p:grpSpPr>
          <a:xfrm rot="16200000">
            <a:off x="11696621" y="6619485"/>
            <a:ext cx="1555833" cy="2457450"/>
            <a:chOff x="1013669" y="3459098"/>
            <a:chExt cx="1588876" cy="1638300"/>
          </a:xfrm>
        </p:grpSpPr>
        <p:cxnSp>
          <p:nvCxnSpPr>
            <p:cNvPr id="17" name="直線單箭頭接點 16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群組 17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19" name="直線單箭頭接點 18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線單箭頭接點 19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線單箭頭接點 20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22" name="Object 12"/>
          <p:cNvGraphicFramePr>
            <a:graphicFrameLocks noChangeAspect="1"/>
          </p:cNvGraphicFramePr>
          <p:nvPr/>
        </p:nvGraphicFramePr>
        <p:xfrm>
          <a:off x="13456025" y="2343131"/>
          <a:ext cx="56911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6" imgW="4267200" imgH="5181600" progId="Equation.3">
                  <p:embed/>
                </p:oleObj>
              </mc:Choice>
              <mc:Fallback>
                <p:oleObj name="方程式" r:id="rId6" imgW="4267200" imgH="5181600" progId="Equation.3">
                  <p:embed/>
                  <p:pic>
                    <p:nvPicPr>
                      <p:cNvPr id="2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56025" y="2343131"/>
                        <a:ext cx="56911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2"/>
          <p:cNvGraphicFramePr>
            <a:graphicFrameLocks noChangeAspect="1"/>
          </p:cNvGraphicFramePr>
          <p:nvPr/>
        </p:nvGraphicFramePr>
        <p:xfrm>
          <a:off x="11080832" y="2348255"/>
          <a:ext cx="52863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8" imgW="3962400" imgH="5181600" progId="Equation.3">
                  <p:embed/>
                </p:oleObj>
              </mc:Choice>
              <mc:Fallback>
                <p:oleObj name="方程式" r:id="rId8" imgW="3962400" imgH="5181600" progId="Equation.3">
                  <p:embed/>
                  <p:pic>
                    <p:nvPicPr>
                      <p:cNvPr id="2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80832" y="2348255"/>
                        <a:ext cx="52863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群組 29"/>
          <p:cNvGrpSpPr/>
          <p:nvPr/>
        </p:nvGrpSpPr>
        <p:grpSpPr>
          <a:xfrm rot="16200000">
            <a:off x="11696621" y="4125698"/>
            <a:ext cx="1555833" cy="2457450"/>
            <a:chOff x="1013669" y="3459098"/>
            <a:chExt cx="1588876" cy="1638300"/>
          </a:xfrm>
        </p:grpSpPr>
        <p:cxnSp>
          <p:nvCxnSpPr>
            <p:cNvPr id="31" name="直線單箭頭接點 30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群組 31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33" name="直線單箭頭接點 32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線單箭頭接點 33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線單箭頭接點 34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0" name="手繪多邊形 39"/>
          <p:cNvSpPr/>
          <p:nvPr/>
        </p:nvSpPr>
        <p:spPr>
          <a:xfrm>
            <a:off x="10950759" y="3807929"/>
            <a:ext cx="628721" cy="548238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1" name="手繪多邊形 40"/>
          <p:cNvSpPr/>
          <p:nvPr/>
        </p:nvSpPr>
        <p:spPr>
          <a:xfrm>
            <a:off x="13327281" y="3835016"/>
            <a:ext cx="628721" cy="548238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2" name="手繪多邊形 41"/>
          <p:cNvSpPr/>
          <p:nvPr/>
        </p:nvSpPr>
        <p:spPr>
          <a:xfrm>
            <a:off x="13356758" y="6362328"/>
            <a:ext cx="628721" cy="548238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3" name="手繪多邊形 42"/>
          <p:cNvSpPr/>
          <p:nvPr/>
        </p:nvSpPr>
        <p:spPr>
          <a:xfrm>
            <a:off x="10999797" y="6330638"/>
            <a:ext cx="628721" cy="548238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7" name="矩形 46"/>
          <p:cNvSpPr/>
          <p:nvPr/>
        </p:nvSpPr>
        <p:spPr>
          <a:xfrm>
            <a:off x="7600295" y="8525813"/>
            <a:ext cx="1576070" cy="7372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200" dirty="0">
                <a:solidFill>
                  <a:srgbClr val="FF0000"/>
                </a:solidFill>
              </a:rPr>
              <a:t>Taipei</a:t>
            </a:r>
            <a:endParaRPr lang="zh-TW" altLang="en-US" sz="4200" dirty="0">
              <a:solidFill>
                <a:srgbClr val="FF0000"/>
              </a:solidFill>
            </a:endParaRPr>
          </a:p>
        </p:txBody>
      </p:sp>
      <p:sp>
        <p:nvSpPr>
          <p:cNvPr id="48" name="向右箭號 47"/>
          <p:cNvSpPr/>
          <p:nvPr/>
        </p:nvSpPr>
        <p:spPr>
          <a:xfrm>
            <a:off x="9186150" y="8668688"/>
            <a:ext cx="1302921" cy="5967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9" name="矩形 48"/>
          <p:cNvSpPr/>
          <p:nvPr/>
        </p:nvSpPr>
        <p:spPr>
          <a:xfrm>
            <a:off x="10629693" y="8461124"/>
            <a:ext cx="3754569" cy="9420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4" name="矩形 53"/>
          <p:cNvSpPr/>
          <p:nvPr/>
        </p:nvSpPr>
        <p:spPr>
          <a:xfrm>
            <a:off x="2025935" y="2764224"/>
            <a:ext cx="838269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sz="3200" dirty="0"/>
              <a:t>arrive     </a:t>
            </a:r>
            <a:r>
              <a:rPr lang="en-US" altLang="zh-TW" sz="3200" dirty="0">
                <a:solidFill>
                  <a:srgbClr val="FF0000"/>
                </a:solidFill>
              </a:rPr>
              <a:t>Taipei     </a:t>
            </a:r>
            <a:r>
              <a:rPr lang="en-US" altLang="zh-TW" sz="3200" dirty="0"/>
              <a:t>on     </a:t>
            </a:r>
            <a:r>
              <a:rPr lang="en-US" altLang="zh-TW" sz="3200" dirty="0">
                <a:solidFill>
                  <a:srgbClr val="0000FF"/>
                </a:solidFill>
              </a:rPr>
              <a:t>November     2</a:t>
            </a:r>
            <a:r>
              <a:rPr lang="en-US" altLang="zh-TW" sz="3200" baseline="30000" dirty="0">
                <a:solidFill>
                  <a:srgbClr val="0000FF"/>
                </a:solidFill>
              </a:rPr>
              <a:t>nd</a:t>
            </a:r>
            <a:r>
              <a:rPr lang="en-US" altLang="zh-TW" sz="3200" dirty="0"/>
              <a:t> </a:t>
            </a:r>
            <a:endParaRPr lang="en-US" altLang="zh-TW" sz="3200" dirty="0">
              <a:solidFill>
                <a:srgbClr val="FFC000"/>
              </a:solidFill>
            </a:endParaRPr>
          </a:p>
        </p:txBody>
      </p:sp>
      <p:cxnSp>
        <p:nvCxnSpPr>
          <p:cNvPr id="55" name="直線單箭頭接點 54"/>
          <p:cNvCxnSpPr/>
          <p:nvPr/>
        </p:nvCxnSpPr>
        <p:spPr>
          <a:xfrm>
            <a:off x="3395526" y="3390956"/>
            <a:ext cx="0" cy="6762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/>
          <p:nvPr/>
        </p:nvCxnSpPr>
        <p:spPr>
          <a:xfrm>
            <a:off x="5152205" y="3390956"/>
            <a:ext cx="0" cy="6762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>
            <a:off x="6433938" y="3390956"/>
            <a:ext cx="0" cy="6762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/>
          <p:nvPr/>
        </p:nvCxnSpPr>
        <p:spPr>
          <a:xfrm>
            <a:off x="8121224" y="3390956"/>
            <a:ext cx="0" cy="6762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>
            <a:off x="9664418" y="3390956"/>
            <a:ext cx="0" cy="6762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字方塊 59"/>
          <p:cNvSpPr txBox="1"/>
          <p:nvPr/>
        </p:nvSpPr>
        <p:spPr>
          <a:xfrm>
            <a:off x="2806104" y="4122606"/>
            <a:ext cx="140526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algn="ctr">
              <a:defRPr/>
            </a:pPr>
            <a:r>
              <a:rPr lang="en-US" altLang="zh-TW" sz="3600" dirty="0"/>
              <a:t>other</a:t>
            </a:r>
            <a:endParaRPr lang="zh-TW" altLang="en-US" sz="36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5744516" y="4134046"/>
            <a:ext cx="140526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algn="ctr">
              <a:defRPr/>
            </a:pPr>
            <a:r>
              <a:rPr lang="en-US" altLang="zh-TW" sz="3600" dirty="0"/>
              <a:t>other</a:t>
            </a:r>
            <a:endParaRPr lang="zh-TW" altLang="en-US" sz="3600" dirty="0"/>
          </a:p>
        </p:txBody>
      </p:sp>
      <p:sp>
        <p:nvSpPr>
          <p:cNvPr id="62" name="文字方塊 61"/>
          <p:cNvSpPr txBox="1"/>
          <p:nvPr/>
        </p:nvSpPr>
        <p:spPr>
          <a:xfrm>
            <a:off x="4503134" y="4081176"/>
            <a:ext cx="129814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>
                <a:solidFill>
                  <a:srgbClr val="FF0000"/>
                </a:solidFill>
              </a:rPr>
              <a:t>dest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7406637" y="4119753"/>
            <a:ext cx="142917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time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9028842" y="4130691"/>
            <a:ext cx="142917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time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2126111" y="6087979"/>
            <a:ext cx="838269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sz="3200" dirty="0"/>
              <a:t>leave     </a:t>
            </a:r>
            <a:r>
              <a:rPr lang="en-US" altLang="zh-TW" sz="3200" dirty="0">
                <a:solidFill>
                  <a:srgbClr val="00B050"/>
                </a:solidFill>
              </a:rPr>
              <a:t>Taipei</a:t>
            </a:r>
            <a:r>
              <a:rPr lang="en-US" altLang="zh-TW" sz="3200" dirty="0">
                <a:solidFill>
                  <a:srgbClr val="FF0000"/>
                </a:solidFill>
              </a:rPr>
              <a:t>     </a:t>
            </a:r>
            <a:r>
              <a:rPr lang="en-US" altLang="zh-TW" sz="3200" dirty="0"/>
              <a:t>on     </a:t>
            </a:r>
            <a:r>
              <a:rPr lang="en-US" altLang="zh-TW" sz="3200" dirty="0">
                <a:solidFill>
                  <a:srgbClr val="0000FF"/>
                </a:solidFill>
              </a:rPr>
              <a:t>November     2</a:t>
            </a:r>
            <a:r>
              <a:rPr lang="en-US" altLang="zh-TW" sz="3200" baseline="30000" dirty="0">
                <a:solidFill>
                  <a:srgbClr val="0000FF"/>
                </a:solidFill>
              </a:rPr>
              <a:t>nd</a:t>
            </a:r>
            <a:r>
              <a:rPr lang="en-US" altLang="zh-TW" sz="3200" dirty="0"/>
              <a:t> </a:t>
            </a:r>
            <a:endParaRPr lang="en-US" altLang="zh-TW" sz="3200" dirty="0">
              <a:solidFill>
                <a:srgbClr val="FFC000"/>
              </a:solidFill>
            </a:endParaRPr>
          </a:p>
        </p:txBody>
      </p:sp>
      <p:cxnSp>
        <p:nvCxnSpPr>
          <p:cNvPr id="77" name="直線單箭頭接點 76"/>
          <p:cNvCxnSpPr/>
          <p:nvPr/>
        </p:nvCxnSpPr>
        <p:spPr>
          <a:xfrm>
            <a:off x="5155712" y="6723359"/>
            <a:ext cx="0" cy="6762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字方塊 77"/>
          <p:cNvSpPr txBox="1"/>
          <p:nvPr/>
        </p:nvSpPr>
        <p:spPr>
          <a:xfrm>
            <a:off x="3395526" y="7374311"/>
            <a:ext cx="438809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B050"/>
                </a:solidFill>
              </a:rPr>
              <a:t>place of departure</a:t>
            </a:r>
            <a:endParaRPr lang="zh-TW" altLang="en-US" sz="3600" dirty="0">
              <a:solidFill>
                <a:srgbClr val="00B050"/>
              </a:solidFill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2695683" y="8365209"/>
            <a:ext cx="4614500" cy="1383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4200" dirty="0"/>
              <a:t>Neural network needs memory!</a:t>
            </a:r>
            <a:endParaRPr lang="zh-TW" altLang="en-US" sz="4200" dirty="0"/>
          </a:p>
        </p:txBody>
      </p:sp>
      <p:sp>
        <p:nvSpPr>
          <p:cNvPr id="82" name="文字方塊 81"/>
          <p:cNvSpPr txBox="1"/>
          <p:nvPr/>
        </p:nvSpPr>
        <p:spPr>
          <a:xfrm>
            <a:off x="10777839" y="1765302"/>
            <a:ext cx="142022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 err="1">
                <a:solidFill>
                  <a:srgbClr val="FF0000"/>
                </a:solidFill>
              </a:rPr>
              <a:t>dest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83" name="文字方塊 82"/>
          <p:cNvSpPr txBox="1"/>
          <p:nvPr/>
        </p:nvSpPr>
        <p:spPr>
          <a:xfrm>
            <a:off x="12952146" y="1245738"/>
            <a:ext cx="325611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time of departure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2648752" y="4956019"/>
            <a:ext cx="2635082" cy="73723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4200" dirty="0"/>
              <a:t>Problem?</a:t>
            </a:r>
            <a:endParaRPr lang="zh-TW" altLang="en-US" sz="4200" dirty="0"/>
          </a:p>
        </p:txBody>
      </p:sp>
      <p:sp>
        <p:nvSpPr>
          <p:cNvPr id="85" name="圓角矩形圖說文字 84"/>
          <p:cNvSpPr/>
          <p:nvPr/>
        </p:nvSpPr>
        <p:spPr>
          <a:xfrm>
            <a:off x="2648753" y="2646722"/>
            <a:ext cx="7809261" cy="767790"/>
          </a:xfrm>
          <a:prstGeom prst="wedgeRoundRectCallout">
            <a:avLst>
              <a:gd name="adj1" fmla="val -55064"/>
              <a:gd name="adj2" fmla="val 51158"/>
              <a:gd name="adj3" fmla="val 16667"/>
            </a:avLst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6" name="圓角矩形圖說文字 85"/>
          <p:cNvSpPr/>
          <p:nvPr/>
        </p:nvSpPr>
        <p:spPr>
          <a:xfrm>
            <a:off x="2647032" y="6010964"/>
            <a:ext cx="7809261" cy="767790"/>
          </a:xfrm>
          <a:prstGeom prst="wedgeRoundRectCallout">
            <a:avLst>
              <a:gd name="adj1" fmla="val -55064"/>
              <a:gd name="adj2" fmla="val 51158"/>
              <a:gd name="adj3" fmla="val 16667"/>
            </a:avLst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7" name="矩形 86"/>
          <p:cNvSpPr/>
          <p:nvPr/>
        </p:nvSpPr>
        <p:spPr>
          <a:xfrm>
            <a:off x="2806104" y="2807762"/>
            <a:ext cx="1393245" cy="5060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8" name="矩形 87"/>
          <p:cNvSpPr/>
          <p:nvPr/>
        </p:nvSpPr>
        <p:spPr>
          <a:xfrm>
            <a:off x="2826963" y="6141839"/>
            <a:ext cx="1393245" cy="5060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0" grpId="0"/>
      <p:bldP spid="61" grpId="0"/>
      <p:bldP spid="62" grpId="0"/>
      <p:bldP spid="63" grpId="0"/>
      <p:bldP spid="64" grpId="0"/>
      <p:bldP spid="66" grpId="0"/>
      <p:bldP spid="78" grpId="0"/>
      <p:bldP spid="79" grpId="0" bldLvl="0" animBg="1"/>
      <p:bldP spid="84" grpId="0" bldLvl="0" animBg="1"/>
      <p:bldP spid="85" grpId="0" bldLvl="0" animBg="1"/>
      <p:bldP spid="86" grpId="0" bldLvl="0" animBg="1"/>
      <p:bldP spid="87" grpId="0" bldLvl="0" animBg="1"/>
      <p:bldP spid="88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0325" y="2286001"/>
            <a:ext cx="15667355" cy="19304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6600" dirty="0"/>
              <a:t>RNN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514540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Recurrent Neural Network (RNN)</a:t>
            </a:r>
            <a:endParaRPr lang="zh-TW" altLang="en-US" dirty="0"/>
          </a:p>
        </p:txBody>
      </p:sp>
      <p:cxnSp>
        <p:nvCxnSpPr>
          <p:cNvPr id="4" name="直線單箭頭接點 3"/>
          <p:cNvCxnSpPr/>
          <p:nvPr/>
        </p:nvCxnSpPr>
        <p:spPr>
          <a:xfrm rot="16200000">
            <a:off x="12944043" y="3556368"/>
            <a:ext cx="9834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/>
          <p:cNvCxnSpPr/>
          <p:nvPr/>
        </p:nvCxnSpPr>
        <p:spPr>
          <a:xfrm rot="16200000">
            <a:off x="10473564" y="3507842"/>
            <a:ext cx="97351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群組 5"/>
          <p:cNvGrpSpPr/>
          <p:nvPr/>
        </p:nvGrpSpPr>
        <p:grpSpPr>
          <a:xfrm>
            <a:off x="10675949" y="8389719"/>
            <a:ext cx="514350" cy="692943"/>
            <a:chOff x="1882729" y="2137119"/>
            <a:chExt cx="342900" cy="461962"/>
          </a:xfrm>
        </p:grpSpPr>
        <p:sp>
          <p:nvSpPr>
            <p:cNvPr id="7" name="矩形 6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8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" imgW="3657600" imgH="5181600" progId="Equation.3">
                    <p:embed/>
                  </p:oleObj>
                </mc:Choice>
                <mc:Fallback>
                  <p:oleObj name="方程式" r:id="rId3" imgW="3657600" imgH="5181600" progId="Equation.3">
                    <p:embed/>
                    <p:pic>
                      <p:nvPicPr>
                        <p:cNvPr id="8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群組 8"/>
          <p:cNvGrpSpPr/>
          <p:nvPr/>
        </p:nvGrpSpPr>
        <p:grpSpPr>
          <a:xfrm>
            <a:off x="13086845" y="8436407"/>
            <a:ext cx="564357" cy="692945"/>
            <a:chOff x="1876911" y="2719848"/>
            <a:chExt cx="376238" cy="461963"/>
          </a:xfrm>
        </p:grpSpPr>
        <p:sp>
          <p:nvSpPr>
            <p:cNvPr id="10" name="矩形 9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11" name="Object 12"/>
            <p:cNvGraphicFramePr>
              <a:graphicFrameLocks noChangeAspect="1"/>
            </p:cNvGraphicFramePr>
            <p:nvPr/>
          </p:nvGraphicFramePr>
          <p:xfrm>
            <a:off x="1900724" y="2719848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5" imgW="3962400" imgH="5181600" progId="Equation.3">
                    <p:embed/>
                  </p:oleObj>
                </mc:Choice>
                <mc:Fallback>
                  <p:oleObj name="方程式" r:id="rId5" imgW="3962400" imgH="5181600" progId="Equation.3">
                    <p:embed/>
                    <p:pic>
                      <p:nvPicPr>
                        <p:cNvPr id="1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0724" y="2719848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橢圓 11"/>
          <p:cNvSpPr/>
          <p:nvPr/>
        </p:nvSpPr>
        <p:spPr>
          <a:xfrm rot="16200000">
            <a:off x="10580213" y="6024723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橢圓 12"/>
          <p:cNvSpPr/>
          <p:nvPr/>
        </p:nvSpPr>
        <p:spPr>
          <a:xfrm rot="16200000">
            <a:off x="12901755" y="6085190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" name="橢圓 13"/>
          <p:cNvSpPr/>
          <p:nvPr/>
        </p:nvSpPr>
        <p:spPr>
          <a:xfrm rot="16200000">
            <a:off x="10529702" y="3507842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" name="橢圓 14"/>
          <p:cNvSpPr/>
          <p:nvPr/>
        </p:nvSpPr>
        <p:spPr>
          <a:xfrm rot="16200000">
            <a:off x="12888716" y="3523001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8" name="群組 17"/>
          <p:cNvGrpSpPr/>
          <p:nvPr/>
        </p:nvGrpSpPr>
        <p:grpSpPr>
          <a:xfrm rot="16200000">
            <a:off x="11391821" y="6483392"/>
            <a:ext cx="1555833" cy="2457450"/>
            <a:chOff x="1013669" y="3459098"/>
            <a:chExt cx="1588876" cy="1638300"/>
          </a:xfrm>
        </p:grpSpPr>
        <p:cxnSp>
          <p:nvCxnSpPr>
            <p:cNvPr id="19" name="直線單箭頭接點 18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群組 19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21" name="直線單箭頭接點 20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單箭頭接點 21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單箭頭接點 22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36" name="Object 12"/>
          <p:cNvGraphicFramePr>
            <a:graphicFrameLocks noChangeAspect="1"/>
          </p:cNvGraphicFramePr>
          <p:nvPr/>
        </p:nvGraphicFramePr>
        <p:xfrm>
          <a:off x="13151225" y="2207037"/>
          <a:ext cx="56911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4267200" imgH="5181600" progId="Equation.3">
                  <p:embed/>
                </p:oleObj>
              </mc:Choice>
              <mc:Fallback>
                <p:oleObj name="方程式" r:id="rId7" imgW="4267200" imgH="5181600" progId="Equation.3">
                  <p:embed/>
                  <p:pic>
                    <p:nvPicPr>
                      <p:cNvPr id="3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51225" y="2207037"/>
                        <a:ext cx="56911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2"/>
          <p:cNvGraphicFramePr>
            <a:graphicFrameLocks noChangeAspect="1"/>
          </p:cNvGraphicFramePr>
          <p:nvPr/>
        </p:nvGraphicFramePr>
        <p:xfrm>
          <a:off x="10776032" y="2212161"/>
          <a:ext cx="52863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3962400" imgH="5181600" progId="Equation.3">
                  <p:embed/>
                </p:oleObj>
              </mc:Choice>
              <mc:Fallback>
                <p:oleObj name="方程式" r:id="rId9" imgW="3962400" imgH="5181600" progId="Equation.3">
                  <p:embed/>
                  <p:pic>
                    <p:nvPicPr>
                      <p:cNvPr id="3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76032" y="2212161"/>
                        <a:ext cx="52863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" name="群組 54"/>
          <p:cNvGrpSpPr/>
          <p:nvPr/>
        </p:nvGrpSpPr>
        <p:grpSpPr>
          <a:xfrm>
            <a:off x="5436545" y="6002145"/>
            <a:ext cx="514350" cy="692943"/>
            <a:chOff x="1882729" y="2137119"/>
            <a:chExt cx="342900" cy="461962"/>
          </a:xfrm>
        </p:grpSpPr>
        <p:sp>
          <p:nvSpPr>
            <p:cNvPr id="56" name="矩形 55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57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1" imgW="3657600" imgH="5181600" progId="Equation.3">
                    <p:embed/>
                  </p:oleObj>
                </mc:Choice>
                <mc:Fallback>
                  <p:oleObj name="方程式" r:id="rId11" imgW="3657600" imgH="5181600" progId="Equation.3">
                    <p:embed/>
                    <p:pic>
                      <p:nvPicPr>
                        <p:cNvPr id="57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" name="群組 57"/>
          <p:cNvGrpSpPr/>
          <p:nvPr/>
        </p:nvGrpSpPr>
        <p:grpSpPr>
          <a:xfrm>
            <a:off x="7847441" y="6005198"/>
            <a:ext cx="586550" cy="692945"/>
            <a:chOff x="1876911" y="2719786"/>
            <a:chExt cx="391033" cy="461963"/>
          </a:xfrm>
        </p:grpSpPr>
        <p:sp>
          <p:nvSpPr>
            <p:cNvPr id="59" name="矩形 58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60" name="Object 12"/>
            <p:cNvGraphicFramePr>
              <a:graphicFrameLocks noChangeAspect="1"/>
            </p:cNvGraphicFramePr>
            <p:nvPr/>
          </p:nvGraphicFramePr>
          <p:xfrm>
            <a:off x="1888532" y="2719786"/>
            <a:ext cx="379412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3" imgW="4267200" imgH="5181600" progId="Equation.3">
                    <p:embed/>
                  </p:oleObj>
                </mc:Choice>
                <mc:Fallback>
                  <p:oleObj name="方程式" r:id="rId13" imgW="4267200" imgH="5181600" progId="Equation.3">
                    <p:embed/>
                    <p:pic>
                      <p:nvPicPr>
                        <p:cNvPr id="6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8532" y="2719786"/>
                          <a:ext cx="379412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" name="文字方塊 60"/>
          <p:cNvSpPr txBox="1"/>
          <p:nvPr/>
        </p:nvSpPr>
        <p:spPr>
          <a:xfrm>
            <a:off x="3438740" y="8331363"/>
            <a:ext cx="69961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Memory can be considered as  another input.</a:t>
            </a:r>
            <a:endParaRPr lang="zh-TW" altLang="en-US" sz="4200" dirty="0"/>
          </a:p>
        </p:txBody>
      </p:sp>
      <p:sp>
        <p:nvSpPr>
          <p:cNvPr id="63" name="文字方塊 62"/>
          <p:cNvSpPr txBox="1"/>
          <p:nvPr/>
        </p:nvSpPr>
        <p:spPr>
          <a:xfrm>
            <a:off x="3438739" y="3251504"/>
            <a:ext cx="6610367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The output of hidden layer are stored in the memory.</a:t>
            </a:r>
            <a:endParaRPr lang="zh-TW" altLang="en-US" sz="4200" dirty="0"/>
          </a:p>
        </p:txBody>
      </p:sp>
      <p:grpSp>
        <p:nvGrpSpPr>
          <p:cNvPr id="64" name="群組 63"/>
          <p:cNvGrpSpPr/>
          <p:nvPr/>
        </p:nvGrpSpPr>
        <p:grpSpPr>
          <a:xfrm rot="16200000">
            <a:off x="11391821" y="3989604"/>
            <a:ext cx="1555833" cy="2457450"/>
            <a:chOff x="1013669" y="3459098"/>
            <a:chExt cx="1588876" cy="1638300"/>
          </a:xfrm>
        </p:grpSpPr>
        <p:cxnSp>
          <p:nvCxnSpPr>
            <p:cNvPr id="65" name="直線單箭頭接點 64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群組 65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67" name="直線單箭頭接點 66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線單箭頭接點 67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線單箭頭接點 68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0" name="手繪多邊形 69"/>
          <p:cNvSpPr/>
          <p:nvPr/>
        </p:nvSpPr>
        <p:spPr>
          <a:xfrm>
            <a:off x="8124825" y="6667500"/>
            <a:ext cx="2743200" cy="479747"/>
          </a:xfrm>
          <a:custGeom>
            <a:avLst/>
            <a:gdLst>
              <a:gd name="connsiteX0" fmla="*/ 0 w 1828800"/>
              <a:gd name="connsiteY0" fmla="*/ 0 h 319831"/>
              <a:gd name="connsiteX1" fmla="*/ 1016000 w 1828800"/>
              <a:gd name="connsiteY1" fmla="*/ 317500 h 319831"/>
              <a:gd name="connsiteX2" fmla="*/ 1828800 w 1828800"/>
              <a:gd name="connsiteY2" fmla="*/ 152400 h 3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8800" h="319831">
                <a:moveTo>
                  <a:pt x="0" y="0"/>
                </a:moveTo>
                <a:cubicBezTo>
                  <a:pt x="355600" y="146050"/>
                  <a:pt x="711200" y="292100"/>
                  <a:pt x="1016000" y="317500"/>
                </a:cubicBezTo>
                <a:cubicBezTo>
                  <a:pt x="1320800" y="342900"/>
                  <a:pt x="1828800" y="152400"/>
                  <a:pt x="1828800" y="15240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1" name="手繪多邊形 70"/>
          <p:cNvSpPr/>
          <p:nvPr/>
        </p:nvSpPr>
        <p:spPr>
          <a:xfrm>
            <a:off x="8105775" y="6686550"/>
            <a:ext cx="5124450" cy="936662"/>
          </a:xfrm>
          <a:custGeom>
            <a:avLst/>
            <a:gdLst>
              <a:gd name="connsiteX0" fmla="*/ 0 w 3416300"/>
              <a:gd name="connsiteY0" fmla="*/ 0 h 624441"/>
              <a:gd name="connsiteX1" fmla="*/ 1854200 w 3416300"/>
              <a:gd name="connsiteY1" fmla="*/ 622300 h 624441"/>
              <a:gd name="connsiteX2" fmla="*/ 3416300 w 3416300"/>
              <a:gd name="connsiteY2" fmla="*/ 165100 h 624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16300" h="624441">
                <a:moveTo>
                  <a:pt x="0" y="0"/>
                </a:moveTo>
                <a:cubicBezTo>
                  <a:pt x="642408" y="297391"/>
                  <a:pt x="1284817" y="594783"/>
                  <a:pt x="1854200" y="622300"/>
                </a:cubicBezTo>
                <a:cubicBezTo>
                  <a:pt x="2423583" y="649817"/>
                  <a:pt x="2919941" y="407458"/>
                  <a:pt x="3416300" y="16510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2" name="手繪多邊形 71"/>
          <p:cNvSpPr/>
          <p:nvPr/>
        </p:nvSpPr>
        <p:spPr>
          <a:xfrm>
            <a:off x="5686425" y="6667500"/>
            <a:ext cx="5219700" cy="766832"/>
          </a:xfrm>
          <a:custGeom>
            <a:avLst/>
            <a:gdLst>
              <a:gd name="connsiteX0" fmla="*/ 0 w 3479800"/>
              <a:gd name="connsiteY0" fmla="*/ 0 h 511221"/>
              <a:gd name="connsiteX1" fmla="*/ 1600200 w 3479800"/>
              <a:gd name="connsiteY1" fmla="*/ 508000 h 511221"/>
              <a:gd name="connsiteX2" fmla="*/ 3479800 w 3479800"/>
              <a:gd name="connsiteY2" fmla="*/ 177800 h 51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79800" h="511221">
                <a:moveTo>
                  <a:pt x="0" y="0"/>
                </a:moveTo>
                <a:cubicBezTo>
                  <a:pt x="510116" y="239183"/>
                  <a:pt x="1020233" y="478367"/>
                  <a:pt x="1600200" y="508000"/>
                </a:cubicBezTo>
                <a:cubicBezTo>
                  <a:pt x="2180167" y="537633"/>
                  <a:pt x="2829983" y="357716"/>
                  <a:pt x="3479800" y="1778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3" name="手繪多邊形 72"/>
          <p:cNvSpPr/>
          <p:nvPr/>
        </p:nvSpPr>
        <p:spPr>
          <a:xfrm>
            <a:off x="5705475" y="6667500"/>
            <a:ext cx="7715250" cy="1507478"/>
          </a:xfrm>
          <a:custGeom>
            <a:avLst/>
            <a:gdLst>
              <a:gd name="connsiteX0" fmla="*/ 0 w 5143500"/>
              <a:gd name="connsiteY0" fmla="*/ 0 h 1004985"/>
              <a:gd name="connsiteX1" fmla="*/ 2438400 w 5143500"/>
              <a:gd name="connsiteY1" fmla="*/ 1003300 h 1004985"/>
              <a:gd name="connsiteX2" fmla="*/ 5143500 w 5143500"/>
              <a:gd name="connsiteY2" fmla="*/ 190500 h 10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43500" h="1004985">
                <a:moveTo>
                  <a:pt x="0" y="0"/>
                </a:moveTo>
                <a:cubicBezTo>
                  <a:pt x="790575" y="485775"/>
                  <a:pt x="1581150" y="971550"/>
                  <a:pt x="2438400" y="1003300"/>
                </a:cubicBezTo>
                <a:cubicBezTo>
                  <a:pt x="3295650" y="1035050"/>
                  <a:pt x="4219575" y="612775"/>
                  <a:pt x="5143500" y="1905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1" name="手繪多邊形 40"/>
          <p:cNvSpPr/>
          <p:nvPr/>
        </p:nvSpPr>
        <p:spPr>
          <a:xfrm>
            <a:off x="10645959" y="3671835"/>
            <a:ext cx="628721" cy="548238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2" name="手繪多邊形 41"/>
          <p:cNvSpPr/>
          <p:nvPr/>
        </p:nvSpPr>
        <p:spPr>
          <a:xfrm>
            <a:off x="13022481" y="3698922"/>
            <a:ext cx="628721" cy="548238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3" name="手繪多邊形 42"/>
          <p:cNvSpPr/>
          <p:nvPr/>
        </p:nvSpPr>
        <p:spPr>
          <a:xfrm>
            <a:off x="13051958" y="6226235"/>
            <a:ext cx="628721" cy="548238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4" name="手繪多邊形 43"/>
          <p:cNvSpPr/>
          <p:nvPr/>
        </p:nvSpPr>
        <p:spPr>
          <a:xfrm>
            <a:off x="10694997" y="6194544"/>
            <a:ext cx="628721" cy="548238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" name="手繪多邊形 2"/>
          <p:cNvSpPr/>
          <p:nvPr/>
        </p:nvSpPr>
        <p:spPr>
          <a:xfrm>
            <a:off x="5743977" y="5021508"/>
            <a:ext cx="5138672" cy="1102397"/>
          </a:xfrm>
          <a:custGeom>
            <a:avLst/>
            <a:gdLst>
              <a:gd name="connsiteX0" fmla="*/ 3425781 w 3425781"/>
              <a:gd name="connsiteY0" fmla="*/ 619021 h 734931"/>
              <a:gd name="connsiteX1" fmla="*/ 1854558 w 3425781"/>
              <a:gd name="connsiteY1" fmla="*/ 835 h 734931"/>
              <a:gd name="connsiteX2" fmla="*/ 0 w 3425781"/>
              <a:gd name="connsiteY2" fmla="*/ 734931 h 73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5781" h="734931">
                <a:moveTo>
                  <a:pt x="3425781" y="619021"/>
                </a:moveTo>
                <a:cubicBezTo>
                  <a:pt x="2925651" y="300269"/>
                  <a:pt x="2425521" y="-18483"/>
                  <a:pt x="1854558" y="835"/>
                </a:cubicBezTo>
                <a:cubicBezTo>
                  <a:pt x="1283594" y="20153"/>
                  <a:pt x="641797" y="377542"/>
                  <a:pt x="0" y="734931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" name="文字方塊 15"/>
          <p:cNvSpPr txBox="1"/>
          <p:nvPr/>
        </p:nvSpPr>
        <p:spPr>
          <a:xfrm>
            <a:off x="6226974" y="4754102"/>
            <a:ext cx="14511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store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47" name="手繪多邊形 46"/>
          <p:cNvSpPr/>
          <p:nvPr/>
        </p:nvSpPr>
        <p:spPr>
          <a:xfrm>
            <a:off x="8161076" y="5019404"/>
            <a:ext cx="5138672" cy="1102397"/>
          </a:xfrm>
          <a:custGeom>
            <a:avLst/>
            <a:gdLst>
              <a:gd name="connsiteX0" fmla="*/ 3425781 w 3425781"/>
              <a:gd name="connsiteY0" fmla="*/ 619021 h 734931"/>
              <a:gd name="connsiteX1" fmla="*/ 1854558 w 3425781"/>
              <a:gd name="connsiteY1" fmla="*/ 835 h 734931"/>
              <a:gd name="connsiteX2" fmla="*/ 0 w 3425781"/>
              <a:gd name="connsiteY2" fmla="*/ 734931 h 73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5781" h="734931">
                <a:moveTo>
                  <a:pt x="3425781" y="619021"/>
                </a:moveTo>
                <a:cubicBezTo>
                  <a:pt x="2925651" y="300269"/>
                  <a:pt x="2425521" y="-18483"/>
                  <a:pt x="1854558" y="835"/>
                </a:cubicBezTo>
                <a:cubicBezTo>
                  <a:pt x="1283594" y="20153"/>
                  <a:pt x="641797" y="377542"/>
                  <a:pt x="0" y="734931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3" grpId="0"/>
      <p:bldP spid="70" grpId="0" bldLvl="0" animBg="1"/>
      <p:bldP spid="71" grpId="0" bldLvl="0" animBg="1"/>
      <p:bldP spid="72" grpId="0" bldLvl="0" animBg="1"/>
      <p:bldP spid="73" grpId="0" bldLvl="0" animBg="1"/>
      <p:bldP spid="3" grpId="0" bldLvl="0" animBg="1"/>
      <p:bldP spid="16" grpId="0"/>
      <p:bldP spid="47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</a:t>
            </a:r>
            <a:endParaRPr lang="zh-TW" altLang="en-US" dirty="0"/>
          </a:p>
        </p:txBody>
      </p:sp>
      <p:cxnSp>
        <p:nvCxnSpPr>
          <p:cNvPr id="4" name="直線單箭頭接點 3"/>
          <p:cNvCxnSpPr/>
          <p:nvPr/>
        </p:nvCxnSpPr>
        <p:spPr>
          <a:xfrm rot="16200000">
            <a:off x="12944043" y="3556368"/>
            <a:ext cx="9834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/>
          <p:cNvCxnSpPr/>
          <p:nvPr/>
        </p:nvCxnSpPr>
        <p:spPr>
          <a:xfrm rot="16200000">
            <a:off x="10473564" y="3507842"/>
            <a:ext cx="97351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群組 5"/>
          <p:cNvGrpSpPr/>
          <p:nvPr/>
        </p:nvGrpSpPr>
        <p:grpSpPr>
          <a:xfrm>
            <a:off x="10675949" y="8389719"/>
            <a:ext cx="514350" cy="692943"/>
            <a:chOff x="1882729" y="2137119"/>
            <a:chExt cx="342900" cy="461962"/>
          </a:xfrm>
        </p:grpSpPr>
        <p:sp>
          <p:nvSpPr>
            <p:cNvPr id="7" name="矩形 6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8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" imgW="3657600" imgH="5181600" progId="Equation.3">
                    <p:embed/>
                  </p:oleObj>
                </mc:Choice>
                <mc:Fallback>
                  <p:oleObj name="方程式" r:id="rId3" imgW="3657600" imgH="5181600" progId="Equation.3">
                    <p:embed/>
                    <p:pic>
                      <p:nvPicPr>
                        <p:cNvPr id="8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群組 8"/>
          <p:cNvGrpSpPr/>
          <p:nvPr/>
        </p:nvGrpSpPr>
        <p:grpSpPr>
          <a:xfrm>
            <a:off x="13086845" y="8436407"/>
            <a:ext cx="564357" cy="692945"/>
            <a:chOff x="1876911" y="2719848"/>
            <a:chExt cx="376238" cy="461963"/>
          </a:xfrm>
        </p:grpSpPr>
        <p:sp>
          <p:nvSpPr>
            <p:cNvPr id="10" name="矩形 9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11" name="Object 12"/>
            <p:cNvGraphicFramePr>
              <a:graphicFrameLocks noChangeAspect="1"/>
            </p:cNvGraphicFramePr>
            <p:nvPr/>
          </p:nvGraphicFramePr>
          <p:xfrm>
            <a:off x="1900724" y="2719848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5" imgW="3962400" imgH="5181600" progId="Equation.3">
                    <p:embed/>
                  </p:oleObj>
                </mc:Choice>
                <mc:Fallback>
                  <p:oleObj name="方程式" r:id="rId5" imgW="3962400" imgH="5181600" progId="Equation.3">
                    <p:embed/>
                    <p:pic>
                      <p:nvPicPr>
                        <p:cNvPr id="1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0724" y="2719848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橢圓 11"/>
          <p:cNvSpPr/>
          <p:nvPr/>
        </p:nvSpPr>
        <p:spPr>
          <a:xfrm rot="16200000">
            <a:off x="10580213" y="6024723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橢圓 12"/>
          <p:cNvSpPr/>
          <p:nvPr/>
        </p:nvSpPr>
        <p:spPr>
          <a:xfrm rot="16200000">
            <a:off x="12901755" y="6085190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" name="橢圓 13"/>
          <p:cNvSpPr/>
          <p:nvPr/>
        </p:nvSpPr>
        <p:spPr>
          <a:xfrm rot="16200000">
            <a:off x="10529702" y="3507842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" name="橢圓 14"/>
          <p:cNvSpPr/>
          <p:nvPr/>
        </p:nvSpPr>
        <p:spPr>
          <a:xfrm rot="16200000">
            <a:off x="12888716" y="3523001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8" name="群組 17"/>
          <p:cNvGrpSpPr/>
          <p:nvPr/>
        </p:nvGrpSpPr>
        <p:grpSpPr>
          <a:xfrm rot="16200000">
            <a:off x="11391821" y="6483392"/>
            <a:ext cx="1555833" cy="2457450"/>
            <a:chOff x="1013669" y="3459098"/>
            <a:chExt cx="1588876" cy="1638300"/>
          </a:xfrm>
        </p:grpSpPr>
        <p:cxnSp>
          <p:nvCxnSpPr>
            <p:cNvPr id="19" name="直線單箭頭接點 18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群組 19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21" name="直線單箭頭接點 20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單箭頭接點 21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單箭頭接點 22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36" name="Object 12"/>
          <p:cNvGraphicFramePr>
            <a:graphicFrameLocks noChangeAspect="1"/>
          </p:cNvGraphicFramePr>
          <p:nvPr/>
        </p:nvGraphicFramePr>
        <p:xfrm>
          <a:off x="13151225" y="2207037"/>
          <a:ext cx="56911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4267200" imgH="5181600" progId="Equation.3">
                  <p:embed/>
                </p:oleObj>
              </mc:Choice>
              <mc:Fallback>
                <p:oleObj name="方程式" r:id="rId7" imgW="4267200" imgH="5181600" progId="Equation.3">
                  <p:embed/>
                  <p:pic>
                    <p:nvPicPr>
                      <p:cNvPr id="3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51225" y="2207037"/>
                        <a:ext cx="56911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2"/>
          <p:cNvGraphicFramePr>
            <a:graphicFrameLocks noChangeAspect="1"/>
          </p:cNvGraphicFramePr>
          <p:nvPr/>
        </p:nvGraphicFramePr>
        <p:xfrm>
          <a:off x="10776032" y="2212161"/>
          <a:ext cx="52863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3962400" imgH="5181600" progId="Equation.3">
                  <p:embed/>
                </p:oleObj>
              </mc:Choice>
              <mc:Fallback>
                <p:oleObj name="方程式" r:id="rId9" imgW="3962400" imgH="5181600" progId="Equation.3">
                  <p:embed/>
                  <p:pic>
                    <p:nvPicPr>
                      <p:cNvPr id="3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76032" y="2212161"/>
                        <a:ext cx="52863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" name="群組 54"/>
          <p:cNvGrpSpPr/>
          <p:nvPr/>
        </p:nvGrpSpPr>
        <p:grpSpPr>
          <a:xfrm>
            <a:off x="5436545" y="6002145"/>
            <a:ext cx="514350" cy="692943"/>
            <a:chOff x="1882729" y="2137119"/>
            <a:chExt cx="342900" cy="461962"/>
          </a:xfrm>
        </p:grpSpPr>
        <p:sp>
          <p:nvSpPr>
            <p:cNvPr id="56" name="矩形 55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57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1" imgW="3657600" imgH="5181600" progId="Equation.3">
                    <p:embed/>
                  </p:oleObj>
                </mc:Choice>
                <mc:Fallback>
                  <p:oleObj name="方程式" r:id="rId11" imgW="3657600" imgH="5181600" progId="Equation.3">
                    <p:embed/>
                    <p:pic>
                      <p:nvPicPr>
                        <p:cNvPr id="57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" name="群組 57"/>
          <p:cNvGrpSpPr/>
          <p:nvPr/>
        </p:nvGrpSpPr>
        <p:grpSpPr>
          <a:xfrm>
            <a:off x="7847441" y="6005198"/>
            <a:ext cx="586550" cy="692945"/>
            <a:chOff x="1876911" y="2719786"/>
            <a:chExt cx="391033" cy="461963"/>
          </a:xfrm>
        </p:grpSpPr>
        <p:sp>
          <p:nvSpPr>
            <p:cNvPr id="59" name="矩形 58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60" name="Object 12"/>
            <p:cNvGraphicFramePr>
              <a:graphicFrameLocks noChangeAspect="1"/>
            </p:cNvGraphicFramePr>
            <p:nvPr/>
          </p:nvGraphicFramePr>
          <p:xfrm>
            <a:off x="1888532" y="2719786"/>
            <a:ext cx="379412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3" imgW="4267200" imgH="5181600" progId="Equation.3">
                    <p:embed/>
                  </p:oleObj>
                </mc:Choice>
                <mc:Fallback>
                  <p:oleObj name="方程式" r:id="rId13" imgW="4267200" imgH="5181600" progId="Equation.3">
                    <p:embed/>
                    <p:pic>
                      <p:nvPicPr>
                        <p:cNvPr id="6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8532" y="2719786"/>
                          <a:ext cx="379412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4" name="群組 63"/>
          <p:cNvGrpSpPr/>
          <p:nvPr/>
        </p:nvGrpSpPr>
        <p:grpSpPr>
          <a:xfrm rot="16200000">
            <a:off x="11391821" y="3989604"/>
            <a:ext cx="1555833" cy="2457450"/>
            <a:chOff x="1013669" y="3459098"/>
            <a:chExt cx="1588876" cy="1638300"/>
          </a:xfrm>
        </p:grpSpPr>
        <p:cxnSp>
          <p:nvCxnSpPr>
            <p:cNvPr id="65" name="直線單箭頭接點 64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群組 65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67" name="直線單箭頭接點 66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線單箭頭接點 67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線單箭頭接點 68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0" name="手繪多邊形 69"/>
          <p:cNvSpPr/>
          <p:nvPr/>
        </p:nvSpPr>
        <p:spPr>
          <a:xfrm>
            <a:off x="8124825" y="6667500"/>
            <a:ext cx="2743200" cy="479747"/>
          </a:xfrm>
          <a:custGeom>
            <a:avLst/>
            <a:gdLst>
              <a:gd name="connsiteX0" fmla="*/ 0 w 1828800"/>
              <a:gd name="connsiteY0" fmla="*/ 0 h 319831"/>
              <a:gd name="connsiteX1" fmla="*/ 1016000 w 1828800"/>
              <a:gd name="connsiteY1" fmla="*/ 317500 h 319831"/>
              <a:gd name="connsiteX2" fmla="*/ 1828800 w 1828800"/>
              <a:gd name="connsiteY2" fmla="*/ 152400 h 3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8800" h="319831">
                <a:moveTo>
                  <a:pt x="0" y="0"/>
                </a:moveTo>
                <a:cubicBezTo>
                  <a:pt x="355600" y="146050"/>
                  <a:pt x="711200" y="292100"/>
                  <a:pt x="1016000" y="317500"/>
                </a:cubicBezTo>
                <a:cubicBezTo>
                  <a:pt x="1320800" y="342900"/>
                  <a:pt x="1828800" y="152400"/>
                  <a:pt x="1828800" y="15240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1" name="手繪多邊形 70"/>
          <p:cNvSpPr/>
          <p:nvPr/>
        </p:nvSpPr>
        <p:spPr>
          <a:xfrm>
            <a:off x="8105775" y="6686550"/>
            <a:ext cx="5124450" cy="936662"/>
          </a:xfrm>
          <a:custGeom>
            <a:avLst/>
            <a:gdLst>
              <a:gd name="connsiteX0" fmla="*/ 0 w 3416300"/>
              <a:gd name="connsiteY0" fmla="*/ 0 h 624441"/>
              <a:gd name="connsiteX1" fmla="*/ 1854200 w 3416300"/>
              <a:gd name="connsiteY1" fmla="*/ 622300 h 624441"/>
              <a:gd name="connsiteX2" fmla="*/ 3416300 w 3416300"/>
              <a:gd name="connsiteY2" fmla="*/ 165100 h 624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16300" h="624441">
                <a:moveTo>
                  <a:pt x="0" y="0"/>
                </a:moveTo>
                <a:cubicBezTo>
                  <a:pt x="642408" y="297391"/>
                  <a:pt x="1284817" y="594783"/>
                  <a:pt x="1854200" y="622300"/>
                </a:cubicBezTo>
                <a:cubicBezTo>
                  <a:pt x="2423583" y="649817"/>
                  <a:pt x="2919941" y="407458"/>
                  <a:pt x="3416300" y="16510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2" name="手繪多邊形 71"/>
          <p:cNvSpPr/>
          <p:nvPr/>
        </p:nvSpPr>
        <p:spPr>
          <a:xfrm>
            <a:off x="5686425" y="6667500"/>
            <a:ext cx="5219700" cy="766832"/>
          </a:xfrm>
          <a:custGeom>
            <a:avLst/>
            <a:gdLst>
              <a:gd name="connsiteX0" fmla="*/ 0 w 3479800"/>
              <a:gd name="connsiteY0" fmla="*/ 0 h 511221"/>
              <a:gd name="connsiteX1" fmla="*/ 1600200 w 3479800"/>
              <a:gd name="connsiteY1" fmla="*/ 508000 h 511221"/>
              <a:gd name="connsiteX2" fmla="*/ 3479800 w 3479800"/>
              <a:gd name="connsiteY2" fmla="*/ 177800 h 51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79800" h="511221">
                <a:moveTo>
                  <a:pt x="0" y="0"/>
                </a:moveTo>
                <a:cubicBezTo>
                  <a:pt x="510116" y="239183"/>
                  <a:pt x="1020233" y="478367"/>
                  <a:pt x="1600200" y="508000"/>
                </a:cubicBezTo>
                <a:cubicBezTo>
                  <a:pt x="2180167" y="537633"/>
                  <a:pt x="2829983" y="357716"/>
                  <a:pt x="3479800" y="1778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3" name="手繪多邊形 72"/>
          <p:cNvSpPr/>
          <p:nvPr/>
        </p:nvSpPr>
        <p:spPr>
          <a:xfrm>
            <a:off x="5705475" y="6667500"/>
            <a:ext cx="7715250" cy="1507478"/>
          </a:xfrm>
          <a:custGeom>
            <a:avLst/>
            <a:gdLst>
              <a:gd name="connsiteX0" fmla="*/ 0 w 5143500"/>
              <a:gd name="connsiteY0" fmla="*/ 0 h 1004985"/>
              <a:gd name="connsiteX1" fmla="*/ 2438400 w 5143500"/>
              <a:gd name="connsiteY1" fmla="*/ 1003300 h 1004985"/>
              <a:gd name="connsiteX2" fmla="*/ 5143500 w 5143500"/>
              <a:gd name="connsiteY2" fmla="*/ 190500 h 10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43500" h="1004985">
                <a:moveTo>
                  <a:pt x="0" y="0"/>
                </a:moveTo>
                <a:cubicBezTo>
                  <a:pt x="790575" y="485775"/>
                  <a:pt x="1581150" y="971550"/>
                  <a:pt x="2438400" y="1003300"/>
                </a:cubicBezTo>
                <a:cubicBezTo>
                  <a:pt x="3295650" y="1035050"/>
                  <a:pt x="4219575" y="612775"/>
                  <a:pt x="5143500" y="1905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" name="手繪多邊形 2"/>
          <p:cNvSpPr/>
          <p:nvPr/>
        </p:nvSpPr>
        <p:spPr>
          <a:xfrm>
            <a:off x="5743977" y="5021508"/>
            <a:ext cx="5138672" cy="1102397"/>
          </a:xfrm>
          <a:custGeom>
            <a:avLst/>
            <a:gdLst>
              <a:gd name="connsiteX0" fmla="*/ 3425781 w 3425781"/>
              <a:gd name="connsiteY0" fmla="*/ 619021 h 734931"/>
              <a:gd name="connsiteX1" fmla="*/ 1854558 w 3425781"/>
              <a:gd name="connsiteY1" fmla="*/ 835 h 734931"/>
              <a:gd name="connsiteX2" fmla="*/ 0 w 3425781"/>
              <a:gd name="connsiteY2" fmla="*/ 734931 h 73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5781" h="734931">
                <a:moveTo>
                  <a:pt x="3425781" y="619021"/>
                </a:moveTo>
                <a:cubicBezTo>
                  <a:pt x="2925651" y="300269"/>
                  <a:pt x="2425521" y="-18483"/>
                  <a:pt x="1854558" y="835"/>
                </a:cubicBezTo>
                <a:cubicBezTo>
                  <a:pt x="1283594" y="20153"/>
                  <a:pt x="641797" y="377542"/>
                  <a:pt x="0" y="734931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" name="文字方塊 15"/>
          <p:cNvSpPr txBox="1"/>
          <p:nvPr/>
        </p:nvSpPr>
        <p:spPr>
          <a:xfrm>
            <a:off x="6226974" y="4754102"/>
            <a:ext cx="14511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store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3157047" y="8254188"/>
            <a:ext cx="6465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All the weights are “1”, no bias</a:t>
            </a:r>
            <a:endParaRPr lang="zh-TW" altLang="en-US" sz="360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3157047" y="9046944"/>
            <a:ext cx="69209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All activation functions are linear</a:t>
            </a:r>
            <a:endParaRPr lang="zh-TW" altLang="en-US" sz="3600" dirty="0"/>
          </a:p>
        </p:txBody>
      </p:sp>
      <p:cxnSp>
        <p:nvCxnSpPr>
          <p:cNvPr id="25" name="直線接點 24"/>
          <p:cNvCxnSpPr/>
          <p:nvPr/>
        </p:nvCxnSpPr>
        <p:spPr>
          <a:xfrm flipH="1">
            <a:off x="10745832" y="3744386"/>
            <a:ext cx="437322" cy="4867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 flipH="1">
            <a:off x="13121318" y="3713012"/>
            <a:ext cx="437322" cy="4867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 flipH="1">
            <a:off x="10796907" y="6239961"/>
            <a:ext cx="437322" cy="4867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 flipH="1">
            <a:off x="13135743" y="6290145"/>
            <a:ext cx="437322" cy="4867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群組 23"/>
          <p:cNvGrpSpPr/>
          <p:nvPr/>
        </p:nvGrpSpPr>
        <p:grpSpPr>
          <a:xfrm>
            <a:off x="2594344" y="1937569"/>
            <a:ext cx="6966740" cy="1279359"/>
            <a:chOff x="3463673" y="119351"/>
            <a:chExt cx="4389012" cy="852906"/>
          </a:xfrm>
        </p:grpSpPr>
        <p:sp>
          <p:nvSpPr>
            <p:cNvPr id="26" name="文字方塊 25"/>
            <p:cNvSpPr txBox="1"/>
            <p:nvPr/>
          </p:nvSpPr>
          <p:spPr>
            <a:xfrm>
              <a:off x="3463673" y="173004"/>
              <a:ext cx="2195749" cy="7992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3600" dirty="0"/>
                <a:t>Input sequence:</a:t>
              </a:r>
              <a:endParaRPr lang="zh-TW" altLang="en-US" sz="3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字方塊 26"/>
                <p:cNvSpPr txBox="1"/>
                <p:nvPr/>
              </p:nvSpPr>
              <p:spPr>
                <a:xfrm>
                  <a:off x="5790380" y="119351"/>
                  <a:ext cx="391160" cy="6074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36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7" name="文字方塊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0380" y="119351"/>
                  <a:ext cx="391160" cy="607483"/>
                </a:xfrm>
                <a:prstGeom prst="rect">
                  <a:avLst/>
                </a:prstGeom>
                <a:blipFill rotWithShape="1">
                  <a:blip r:embed="rId1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字方塊 61"/>
                <p:cNvSpPr txBox="1"/>
                <p:nvPr/>
              </p:nvSpPr>
              <p:spPr>
                <a:xfrm>
                  <a:off x="6309285" y="119351"/>
                  <a:ext cx="391160" cy="6074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36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62" name="文字方塊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9285" y="119351"/>
                  <a:ext cx="391160" cy="607483"/>
                </a:xfrm>
                <a:prstGeom prst="rect">
                  <a:avLst/>
                </a:prstGeom>
                <a:blipFill rotWithShape="1">
                  <a:blip r:embed="rId1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字方塊 73"/>
                <p:cNvSpPr txBox="1"/>
                <p:nvPr/>
              </p:nvSpPr>
              <p:spPr>
                <a:xfrm>
                  <a:off x="6825367" y="119351"/>
                  <a:ext cx="391160" cy="6074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36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74" name="文字方塊 7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5367" y="119351"/>
                  <a:ext cx="391160" cy="607483"/>
                </a:xfrm>
                <a:prstGeom prst="rect">
                  <a:avLst/>
                </a:prstGeom>
                <a:blipFill rotWithShape="1">
                  <a:blip r:embed="rId1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字方塊 74"/>
                <p:cNvSpPr txBox="1"/>
                <p:nvPr/>
              </p:nvSpPr>
              <p:spPr>
                <a:xfrm>
                  <a:off x="7394638" y="176816"/>
                  <a:ext cx="458047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75" name="文字方塊 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4638" y="176816"/>
                  <a:ext cx="458047" cy="369147"/>
                </a:xfrm>
                <a:prstGeom prst="rect">
                  <a:avLst/>
                </a:prstGeom>
                <a:blipFill rotWithShape="1">
                  <a:blip r:embed="rId1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文字方塊 28"/>
          <p:cNvSpPr txBox="1"/>
          <p:nvPr/>
        </p:nvSpPr>
        <p:spPr>
          <a:xfrm>
            <a:off x="10668000" y="8544381"/>
            <a:ext cx="544287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13064927" y="8565602"/>
            <a:ext cx="544287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5436090" y="6013001"/>
            <a:ext cx="544287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7833017" y="6034221"/>
            <a:ext cx="544287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2849525" y="5725368"/>
            <a:ext cx="2547959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given Initial values</a:t>
            </a:r>
            <a:endParaRPr lang="zh-TW" altLang="en-US" sz="3600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11299960" y="5482557"/>
            <a:ext cx="544287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</a:t>
            </a:r>
            <a:endParaRPr lang="zh-TW" altLang="en-US" sz="3600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13611014" y="5482557"/>
            <a:ext cx="544287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</a:t>
            </a:r>
            <a:endParaRPr lang="zh-TW" altLang="en-US" sz="3600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11247834" y="2871153"/>
            <a:ext cx="544287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4</a:t>
            </a:r>
            <a:endParaRPr lang="zh-TW" altLang="en-US" sz="3600" dirty="0"/>
          </a:p>
        </p:txBody>
      </p:sp>
      <p:sp>
        <p:nvSpPr>
          <p:cNvPr id="82" name="文字方塊 81"/>
          <p:cNvSpPr txBox="1"/>
          <p:nvPr/>
        </p:nvSpPr>
        <p:spPr>
          <a:xfrm>
            <a:off x="13651202" y="2913050"/>
            <a:ext cx="544287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4</a:t>
            </a:r>
            <a:endParaRPr lang="zh-TW" altLang="en-US" sz="36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2599609" y="3063465"/>
            <a:ext cx="368343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output sequence: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字方塊 84"/>
              <p:cNvSpPr txBox="1"/>
              <p:nvPr/>
            </p:nvSpPr>
            <p:spPr>
              <a:xfrm>
                <a:off x="6474360" y="2941244"/>
                <a:ext cx="586740" cy="9093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85" name="文字方塊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4360" y="2941244"/>
                <a:ext cx="586740" cy="909320"/>
              </a:xfrm>
              <a:prstGeom prst="rect">
                <a:avLst/>
              </a:prstGeom>
              <a:blipFill>
                <a:blip r:embed="rId18"/>
                <a:stretch>
                  <a:fillRect b="-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手繪多邊形 46"/>
          <p:cNvSpPr/>
          <p:nvPr/>
        </p:nvSpPr>
        <p:spPr>
          <a:xfrm>
            <a:off x="8161076" y="5019404"/>
            <a:ext cx="5138672" cy="1102397"/>
          </a:xfrm>
          <a:custGeom>
            <a:avLst/>
            <a:gdLst>
              <a:gd name="connsiteX0" fmla="*/ 3425781 w 3425781"/>
              <a:gd name="connsiteY0" fmla="*/ 619021 h 734931"/>
              <a:gd name="connsiteX1" fmla="*/ 1854558 w 3425781"/>
              <a:gd name="connsiteY1" fmla="*/ 835 h 734931"/>
              <a:gd name="connsiteX2" fmla="*/ 0 w 3425781"/>
              <a:gd name="connsiteY2" fmla="*/ 734931 h 73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5781" h="734931">
                <a:moveTo>
                  <a:pt x="3425781" y="619021"/>
                </a:moveTo>
                <a:cubicBezTo>
                  <a:pt x="2925651" y="300269"/>
                  <a:pt x="2425521" y="-18483"/>
                  <a:pt x="1854558" y="835"/>
                </a:cubicBezTo>
                <a:cubicBezTo>
                  <a:pt x="1283594" y="20153"/>
                  <a:pt x="641797" y="377542"/>
                  <a:pt x="0" y="734931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49" grpId="0"/>
      <p:bldP spid="29" grpId="0" bldLvl="0" animBg="1"/>
      <p:bldP spid="76" grpId="0" bldLvl="0" animBg="1"/>
      <p:bldP spid="77" grpId="0" bldLvl="0" animBg="1"/>
      <p:bldP spid="78" grpId="0" bldLvl="0" animBg="1"/>
      <p:bldP spid="30" grpId="0"/>
      <p:bldP spid="79" grpId="0" bldLvl="0" animBg="1"/>
      <p:bldP spid="80" grpId="0" bldLvl="0" animBg="1"/>
      <p:bldP spid="81" grpId="0" bldLvl="0" animBg="1"/>
      <p:bldP spid="82" grpId="0" bldLvl="0" animBg="1"/>
      <p:bldP spid="84" grpId="0"/>
      <p:bldP spid="8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</a:t>
            </a:r>
            <a:endParaRPr lang="zh-TW" altLang="en-US" dirty="0"/>
          </a:p>
        </p:txBody>
      </p:sp>
      <p:cxnSp>
        <p:nvCxnSpPr>
          <p:cNvPr id="4" name="直線單箭頭接點 3"/>
          <p:cNvCxnSpPr/>
          <p:nvPr/>
        </p:nvCxnSpPr>
        <p:spPr>
          <a:xfrm rot="16200000">
            <a:off x="12944043" y="3556368"/>
            <a:ext cx="9834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/>
          <p:cNvCxnSpPr/>
          <p:nvPr/>
        </p:nvCxnSpPr>
        <p:spPr>
          <a:xfrm rot="16200000">
            <a:off x="10473564" y="3507842"/>
            <a:ext cx="97351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群組 5"/>
          <p:cNvGrpSpPr/>
          <p:nvPr/>
        </p:nvGrpSpPr>
        <p:grpSpPr>
          <a:xfrm>
            <a:off x="10675949" y="8389719"/>
            <a:ext cx="514350" cy="692943"/>
            <a:chOff x="1882729" y="2137119"/>
            <a:chExt cx="342900" cy="461962"/>
          </a:xfrm>
        </p:grpSpPr>
        <p:sp>
          <p:nvSpPr>
            <p:cNvPr id="7" name="矩形 6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8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" imgW="3657600" imgH="5181600" progId="Equation.3">
                    <p:embed/>
                  </p:oleObj>
                </mc:Choice>
                <mc:Fallback>
                  <p:oleObj name="方程式" r:id="rId3" imgW="3657600" imgH="5181600" progId="Equation.3">
                    <p:embed/>
                    <p:pic>
                      <p:nvPicPr>
                        <p:cNvPr id="8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群組 8"/>
          <p:cNvGrpSpPr/>
          <p:nvPr/>
        </p:nvGrpSpPr>
        <p:grpSpPr>
          <a:xfrm>
            <a:off x="13086845" y="8436407"/>
            <a:ext cx="564357" cy="692945"/>
            <a:chOff x="1876911" y="2719848"/>
            <a:chExt cx="376238" cy="461963"/>
          </a:xfrm>
        </p:grpSpPr>
        <p:sp>
          <p:nvSpPr>
            <p:cNvPr id="10" name="矩形 9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11" name="Object 12"/>
            <p:cNvGraphicFramePr>
              <a:graphicFrameLocks noChangeAspect="1"/>
            </p:cNvGraphicFramePr>
            <p:nvPr/>
          </p:nvGraphicFramePr>
          <p:xfrm>
            <a:off x="1900724" y="2719848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5" imgW="3962400" imgH="5181600" progId="Equation.3">
                    <p:embed/>
                  </p:oleObj>
                </mc:Choice>
                <mc:Fallback>
                  <p:oleObj name="方程式" r:id="rId5" imgW="3962400" imgH="5181600" progId="Equation.3">
                    <p:embed/>
                    <p:pic>
                      <p:nvPicPr>
                        <p:cNvPr id="1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0724" y="2719848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橢圓 11"/>
          <p:cNvSpPr/>
          <p:nvPr/>
        </p:nvSpPr>
        <p:spPr>
          <a:xfrm rot="16200000">
            <a:off x="10580213" y="6024723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橢圓 12"/>
          <p:cNvSpPr/>
          <p:nvPr/>
        </p:nvSpPr>
        <p:spPr>
          <a:xfrm rot="16200000">
            <a:off x="12901755" y="6085190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" name="橢圓 13"/>
          <p:cNvSpPr/>
          <p:nvPr/>
        </p:nvSpPr>
        <p:spPr>
          <a:xfrm rot="16200000">
            <a:off x="10529702" y="3507842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" name="橢圓 14"/>
          <p:cNvSpPr/>
          <p:nvPr/>
        </p:nvSpPr>
        <p:spPr>
          <a:xfrm rot="16200000">
            <a:off x="12888716" y="3523001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8" name="群組 17"/>
          <p:cNvGrpSpPr/>
          <p:nvPr/>
        </p:nvGrpSpPr>
        <p:grpSpPr>
          <a:xfrm rot="16200000">
            <a:off x="11391821" y="6483392"/>
            <a:ext cx="1555833" cy="2457450"/>
            <a:chOff x="1013669" y="3459098"/>
            <a:chExt cx="1588876" cy="1638300"/>
          </a:xfrm>
        </p:grpSpPr>
        <p:cxnSp>
          <p:nvCxnSpPr>
            <p:cNvPr id="19" name="直線單箭頭接點 18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群組 19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21" name="直線單箭頭接點 20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單箭頭接點 21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單箭頭接點 22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36" name="Object 12"/>
          <p:cNvGraphicFramePr>
            <a:graphicFrameLocks noChangeAspect="1"/>
          </p:cNvGraphicFramePr>
          <p:nvPr/>
        </p:nvGraphicFramePr>
        <p:xfrm>
          <a:off x="13151225" y="2207037"/>
          <a:ext cx="56911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4267200" imgH="5181600" progId="Equation.3">
                  <p:embed/>
                </p:oleObj>
              </mc:Choice>
              <mc:Fallback>
                <p:oleObj name="方程式" r:id="rId7" imgW="4267200" imgH="5181600" progId="Equation.3">
                  <p:embed/>
                  <p:pic>
                    <p:nvPicPr>
                      <p:cNvPr id="3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51225" y="2207037"/>
                        <a:ext cx="56911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2"/>
          <p:cNvGraphicFramePr>
            <a:graphicFrameLocks noChangeAspect="1"/>
          </p:cNvGraphicFramePr>
          <p:nvPr/>
        </p:nvGraphicFramePr>
        <p:xfrm>
          <a:off x="10776032" y="2212161"/>
          <a:ext cx="52863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3962400" imgH="5181600" progId="Equation.3">
                  <p:embed/>
                </p:oleObj>
              </mc:Choice>
              <mc:Fallback>
                <p:oleObj name="方程式" r:id="rId9" imgW="3962400" imgH="5181600" progId="Equation.3">
                  <p:embed/>
                  <p:pic>
                    <p:nvPicPr>
                      <p:cNvPr id="3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76032" y="2212161"/>
                        <a:ext cx="52863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" name="群組 54"/>
          <p:cNvGrpSpPr/>
          <p:nvPr/>
        </p:nvGrpSpPr>
        <p:grpSpPr>
          <a:xfrm>
            <a:off x="5436545" y="6002145"/>
            <a:ext cx="514350" cy="692943"/>
            <a:chOff x="1882729" y="2137119"/>
            <a:chExt cx="342900" cy="461962"/>
          </a:xfrm>
        </p:grpSpPr>
        <p:sp>
          <p:nvSpPr>
            <p:cNvPr id="56" name="矩形 55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57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1" imgW="3657600" imgH="5181600" progId="Equation.3">
                    <p:embed/>
                  </p:oleObj>
                </mc:Choice>
                <mc:Fallback>
                  <p:oleObj name="方程式" r:id="rId11" imgW="3657600" imgH="5181600" progId="Equation.3">
                    <p:embed/>
                    <p:pic>
                      <p:nvPicPr>
                        <p:cNvPr id="57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" name="群組 57"/>
          <p:cNvGrpSpPr/>
          <p:nvPr/>
        </p:nvGrpSpPr>
        <p:grpSpPr>
          <a:xfrm>
            <a:off x="7847441" y="6005198"/>
            <a:ext cx="586550" cy="692945"/>
            <a:chOff x="1876911" y="2719786"/>
            <a:chExt cx="391033" cy="461963"/>
          </a:xfrm>
        </p:grpSpPr>
        <p:sp>
          <p:nvSpPr>
            <p:cNvPr id="59" name="矩形 58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60" name="Object 12"/>
            <p:cNvGraphicFramePr>
              <a:graphicFrameLocks noChangeAspect="1"/>
            </p:cNvGraphicFramePr>
            <p:nvPr/>
          </p:nvGraphicFramePr>
          <p:xfrm>
            <a:off x="1888532" y="2719786"/>
            <a:ext cx="379412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3" imgW="4267200" imgH="5181600" progId="Equation.3">
                    <p:embed/>
                  </p:oleObj>
                </mc:Choice>
                <mc:Fallback>
                  <p:oleObj name="方程式" r:id="rId13" imgW="4267200" imgH="5181600" progId="Equation.3">
                    <p:embed/>
                    <p:pic>
                      <p:nvPicPr>
                        <p:cNvPr id="6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8532" y="2719786"/>
                          <a:ext cx="379412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4" name="群組 63"/>
          <p:cNvGrpSpPr/>
          <p:nvPr/>
        </p:nvGrpSpPr>
        <p:grpSpPr>
          <a:xfrm rot="16200000">
            <a:off x="11391821" y="3989604"/>
            <a:ext cx="1555833" cy="2457450"/>
            <a:chOff x="1013669" y="3459098"/>
            <a:chExt cx="1588876" cy="1638300"/>
          </a:xfrm>
        </p:grpSpPr>
        <p:cxnSp>
          <p:nvCxnSpPr>
            <p:cNvPr id="65" name="直線單箭頭接點 64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群組 65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67" name="直線單箭頭接點 66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線單箭頭接點 67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線單箭頭接點 68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0" name="手繪多邊形 69"/>
          <p:cNvSpPr/>
          <p:nvPr/>
        </p:nvSpPr>
        <p:spPr>
          <a:xfrm>
            <a:off x="8124825" y="6667500"/>
            <a:ext cx="2743200" cy="479747"/>
          </a:xfrm>
          <a:custGeom>
            <a:avLst/>
            <a:gdLst>
              <a:gd name="connsiteX0" fmla="*/ 0 w 1828800"/>
              <a:gd name="connsiteY0" fmla="*/ 0 h 319831"/>
              <a:gd name="connsiteX1" fmla="*/ 1016000 w 1828800"/>
              <a:gd name="connsiteY1" fmla="*/ 317500 h 319831"/>
              <a:gd name="connsiteX2" fmla="*/ 1828800 w 1828800"/>
              <a:gd name="connsiteY2" fmla="*/ 152400 h 3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8800" h="319831">
                <a:moveTo>
                  <a:pt x="0" y="0"/>
                </a:moveTo>
                <a:cubicBezTo>
                  <a:pt x="355600" y="146050"/>
                  <a:pt x="711200" y="292100"/>
                  <a:pt x="1016000" y="317500"/>
                </a:cubicBezTo>
                <a:cubicBezTo>
                  <a:pt x="1320800" y="342900"/>
                  <a:pt x="1828800" y="152400"/>
                  <a:pt x="1828800" y="15240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1" name="手繪多邊形 70"/>
          <p:cNvSpPr/>
          <p:nvPr/>
        </p:nvSpPr>
        <p:spPr>
          <a:xfrm>
            <a:off x="8105775" y="6686550"/>
            <a:ext cx="5124450" cy="936662"/>
          </a:xfrm>
          <a:custGeom>
            <a:avLst/>
            <a:gdLst>
              <a:gd name="connsiteX0" fmla="*/ 0 w 3416300"/>
              <a:gd name="connsiteY0" fmla="*/ 0 h 624441"/>
              <a:gd name="connsiteX1" fmla="*/ 1854200 w 3416300"/>
              <a:gd name="connsiteY1" fmla="*/ 622300 h 624441"/>
              <a:gd name="connsiteX2" fmla="*/ 3416300 w 3416300"/>
              <a:gd name="connsiteY2" fmla="*/ 165100 h 624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16300" h="624441">
                <a:moveTo>
                  <a:pt x="0" y="0"/>
                </a:moveTo>
                <a:cubicBezTo>
                  <a:pt x="642408" y="297391"/>
                  <a:pt x="1284817" y="594783"/>
                  <a:pt x="1854200" y="622300"/>
                </a:cubicBezTo>
                <a:cubicBezTo>
                  <a:pt x="2423583" y="649817"/>
                  <a:pt x="2919941" y="407458"/>
                  <a:pt x="3416300" y="16510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2" name="手繪多邊形 71"/>
          <p:cNvSpPr/>
          <p:nvPr/>
        </p:nvSpPr>
        <p:spPr>
          <a:xfrm>
            <a:off x="5686425" y="6667500"/>
            <a:ext cx="5219700" cy="766832"/>
          </a:xfrm>
          <a:custGeom>
            <a:avLst/>
            <a:gdLst>
              <a:gd name="connsiteX0" fmla="*/ 0 w 3479800"/>
              <a:gd name="connsiteY0" fmla="*/ 0 h 511221"/>
              <a:gd name="connsiteX1" fmla="*/ 1600200 w 3479800"/>
              <a:gd name="connsiteY1" fmla="*/ 508000 h 511221"/>
              <a:gd name="connsiteX2" fmla="*/ 3479800 w 3479800"/>
              <a:gd name="connsiteY2" fmla="*/ 177800 h 51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79800" h="511221">
                <a:moveTo>
                  <a:pt x="0" y="0"/>
                </a:moveTo>
                <a:cubicBezTo>
                  <a:pt x="510116" y="239183"/>
                  <a:pt x="1020233" y="478367"/>
                  <a:pt x="1600200" y="508000"/>
                </a:cubicBezTo>
                <a:cubicBezTo>
                  <a:pt x="2180167" y="537633"/>
                  <a:pt x="2829983" y="357716"/>
                  <a:pt x="3479800" y="1778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3" name="手繪多邊形 72"/>
          <p:cNvSpPr/>
          <p:nvPr/>
        </p:nvSpPr>
        <p:spPr>
          <a:xfrm>
            <a:off x="5705475" y="6667500"/>
            <a:ext cx="7715250" cy="1507478"/>
          </a:xfrm>
          <a:custGeom>
            <a:avLst/>
            <a:gdLst>
              <a:gd name="connsiteX0" fmla="*/ 0 w 5143500"/>
              <a:gd name="connsiteY0" fmla="*/ 0 h 1004985"/>
              <a:gd name="connsiteX1" fmla="*/ 2438400 w 5143500"/>
              <a:gd name="connsiteY1" fmla="*/ 1003300 h 1004985"/>
              <a:gd name="connsiteX2" fmla="*/ 5143500 w 5143500"/>
              <a:gd name="connsiteY2" fmla="*/ 190500 h 10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43500" h="1004985">
                <a:moveTo>
                  <a:pt x="0" y="0"/>
                </a:moveTo>
                <a:cubicBezTo>
                  <a:pt x="790575" y="485775"/>
                  <a:pt x="1581150" y="971550"/>
                  <a:pt x="2438400" y="1003300"/>
                </a:cubicBezTo>
                <a:cubicBezTo>
                  <a:pt x="3295650" y="1035050"/>
                  <a:pt x="4219575" y="612775"/>
                  <a:pt x="5143500" y="1905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" name="手繪多邊形 2"/>
          <p:cNvSpPr/>
          <p:nvPr/>
        </p:nvSpPr>
        <p:spPr>
          <a:xfrm>
            <a:off x="5743977" y="5021508"/>
            <a:ext cx="5138672" cy="1102397"/>
          </a:xfrm>
          <a:custGeom>
            <a:avLst/>
            <a:gdLst>
              <a:gd name="connsiteX0" fmla="*/ 3425781 w 3425781"/>
              <a:gd name="connsiteY0" fmla="*/ 619021 h 734931"/>
              <a:gd name="connsiteX1" fmla="*/ 1854558 w 3425781"/>
              <a:gd name="connsiteY1" fmla="*/ 835 h 734931"/>
              <a:gd name="connsiteX2" fmla="*/ 0 w 3425781"/>
              <a:gd name="connsiteY2" fmla="*/ 734931 h 73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5781" h="734931">
                <a:moveTo>
                  <a:pt x="3425781" y="619021"/>
                </a:moveTo>
                <a:cubicBezTo>
                  <a:pt x="2925651" y="300269"/>
                  <a:pt x="2425521" y="-18483"/>
                  <a:pt x="1854558" y="835"/>
                </a:cubicBezTo>
                <a:cubicBezTo>
                  <a:pt x="1283594" y="20153"/>
                  <a:pt x="641797" y="377542"/>
                  <a:pt x="0" y="734931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" name="文字方塊 15"/>
          <p:cNvSpPr txBox="1"/>
          <p:nvPr/>
        </p:nvSpPr>
        <p:spPr>
          <a:xfrm>
            <a:off x="6226974" y="4754102"/>
            <a:ext cx="14511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store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3157047" y="8254188"/>
            <a:ext cx="607736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All the weights are “1”, no bias</a:t>
            </a:r>
            <a:endParaRPr lang="zh-TW" altLang="en-US" sz="360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3157047" y="9046944"/>
            <a:ext cx="69209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All activation functions are linear</a:t>
            </a:r>
            <a:endParaRPr lang="zh-TW" altLang="en-US" sz="3600" dirty="0"/>
          </a:p>
        </p:txBody>
      </p:sp>
      <p:cxnSp>
        <p:nvCxnSpPr>
          <p:cNvPr id="25" name="直線接點 24"/>
          <p:cNvCxnSpPr/>
          <p:nvPr/>
        </p:nvCxnSpPr>
        <p:spPr>
          <a:xfrm flipH="1">
            <a:off x="10745832" y="3744386"/>
            <a:ext cx="437322" cy="4867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 flipH="1">
            <a:off x="13121318" y="3713012"/>
            <a:ext cx="437322" cy="4867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 flipH="1">
            <a:off x="10796907" y="6239961"/>
            <a:ext cx="437322" cy="4867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 flipH="1">
            <a:off x="13135743" y="6290145"/>
            <a:ext cx="437322" cy="4867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/>
          <p:cNvSpPr txBox="1"/>
          <p:nvPr/>
        </p:nvSpPr>
        <p:spPr>
          <a:xfrm>
            <a:off x="10668000" y="8544381"/>
            <a:ext cx="544287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13064927" y="8565602"/>
            <a:ext cx="544287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5436090" y="6013001"/>
            <a:ext cx="544287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</a:t>
            </a:r>
            <a:endParaRPr lang="zh-TW" altLang="en-US" sz="36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7833017" y="6034221"/>
            <a:ext cx="544287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</a:t>
            </a:r>
            <a:endParaRPr lang="zh-TW" altLang="en-US" sz="3600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11299960" y="5482557"/>
            <a:ext cx="544287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6</a:t>
            </a:r>
            <a:endParaRPr lang="zh-TW" altLang="en-US" sz="3600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13611014" y="5482557"/>
            <a:ext cx="544287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6</a:t>
            </a:r>
            <a:endParaRPr lang="zh-TW" altLang="en-US" sz="3600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11247834" y="2871153"/>
            <a:ext cx="877905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12</a:t>
            </a:r>
            <a:endParaRPr lang="zh-TW" altLang="en-US" sz="3600" dirty="0"/>
          </a:p>
        </p:txBody>
      </p:sp>
      <p:sp>
        <p:nvSpPr>
          <p:cNvPr id="82" name="文字方塊 81"/>
          <p:cNvSpPr txBox="1"/>
          <p:nvPr/>
        </p:nvSpPr>
        <p:spPr>
          <a:xfrm>
            <a:off x="13651200" y="2913050"/>
            <a:ext cx="861727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12</a:t>
            </a:r>
            <a:endParaRPr lang="zh-TW" altLang="en-US" sz="3600" dirty="0"/>
          </a:p>
        </p:txBody>
      </p:sp>
      <p:sp>
        <p:nvSpPr>
          <p:cNvPr id="89" name="手繪多邊形 46"/>
          <p:cNvSpPr/>
          <p:nvPr/>
        </p:nvSpPr>
        <p:spPr>
          <a:xfrm>
            <a:off x="8161076" y="5019404"/>
            <a:ext cx="5138672" cy="1102397"/>
          </a:xfrm>
          <a:custGeom>
            <a:avLst/>
            <a:gdLst>
              <a:gd name="connsiteX0" fmla="*/ 3425781 w 3425781"/>
              <a:gd name="connsiteY0" fmla="*/ 619021 h 734931"/>
              <a:gd name="connsiteX1" fmla="*/ 1854558 w 3425781"/>
              <a:gd name="connsiteY1" fmla="*/ 835 h 734931"/>
              <a:gd name="connsiteX2" fmla="*/ 0 w 3425781"/>
              <a:gd name="connsiteY2" fmla="*/ 734931 h 73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5781" h="734931">
                <a:moveTo>
                  <a:pt x="3425781" y="619021"/>
                </a:moveTo>
                <a:cubicBezTo>
                  <a:pt x="2925651" y="300269"/>
                  <a:pt x="2425521" y="-18483"/>
                  <a:pt x="1854558" y="835"/>
                </a:cubicBezTo>
                <a:cubicBezTo>
                  <a:pt x="1283594" y="20153"/>
                  <a:pt x="641797" y="377542"/>
                  <a:pt x="0" y="734931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字方塊 82"/>
              <p:cNvSpPr txBox="1"/>
              <p:nvPr/>
            </p:nvSpPr>
            <p:spPr>
              <a:xfrm>
                <a:off x="7143043" y="2943737"/>
                <a:ext cx="840105" cy="911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83" name="文字方塊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3043" y="2943737"/>
                <a:ext cx="840105" cy="911225"/>
              </a:xfrm>
              <a:prstGeom prst="rect">
                <a:avLst/>
              </a:prstGeom>
              <a:blipFill>
                <a:blip r:embed="rId15"/>
                <a:stretch>
                  <a:fillRect b="-6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3">
            <a:extLst>
              <a:ext uri="{FF2B5EF4-FFF2-40B4-BE49-F238E27FC236}">
                <a16:creationId xmlns:a16="http://schemas.microsoft.com/office/drawing/2014/main" id="{0D504745-80D0-DE56-B4F2-8D164104610C}"/>
              </a:ext>
            </a:extLst>
          </p:cNvPr>
          <p:cNvGrpSpPr/>
          <p:nvPr/>
        </p:nvGrpSpPr>
        <p:grpSpPr>
          <a:xfrm>
            <a:off x="2594344" y="1937569"/>
            <a:ext cx="6966740" cy="1279359"/>
            <a:chOff x="3463673" y="119351"/>
            <a:chExt cx="4389012" cy="852906"/>
          </a:xfrm>
        </p:grpSpPr>
        <p:sp>
          <p:nvSpPr>
            <p:cNvPr id="30" name="文字方塊 25">
              <a:extLst>
                <a:ext uri="{FF2B5EF4-FFF2-40B4-BE49-F238E27FC236}">
                  <a16:creationId xmlns:a16="http://schemas.microsoft.com/office/drawing/2014/main" id="{633F2632-26A0-26F0-D8A9-A1B42A08E2DE}"/>
                </a:ext>
              </a:extLst>
            </p:cNvPr>
            <p:cNvSpPr txBox="1"/>
            <p:nvPr/>
          </p:nvSpPr>
          <p:spPr>
            <a:xfrm>
              <a:off x="3463673" y="173004"/>
              <a:ext cx="2195749" cy="7992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3600" dirty="0"/>
                <a:t>Input sequence:</a:t>
              </a:r>
              <a:endParaRPr lang="zh-TW" altLang="en-US" sz="3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26">
                  <a:extLst>
                    <a:ext uri="{FF2B5EF4-FFF2-40B4-BE49-F238E27FC236}">
                      <a16:creationId xmlns:a16="http://schemas.microsoft.com/office/drawing/2014/main" id="{161BE1FA-51F9-516A-A1B1-E4DF94A89E63}"/>
                    </a:ext>
                  </a:extLst>
                </p:cNvPr>
                <p:cNvSpPr txBox="1"/>
                <p:nvPr/>
              </p:nvSpPr>
              <p:spPr>
                <a:xfrm>
                  <a:off x="5790380" y="119351"/>
                  <a:ext cx="391160" cy="6074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36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7" name="文字方塊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0380" y="119351"/>
                  <a:ext cx="391160" cy="607483"/>
                </a:xfrm>
                <a:prstGeom prst="rect">
                  <a:avLst/>
                </a:prstGeom>
                <a:blipFill rotWithShape="1">
                  <a:blip r:embed="rId1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字方塊 61">
                  <a:extLst>
                    <a:ext uri="{FF2B5EF4-FFF2-40B4-BE49-F238E27FC236}">
                      <a16:creationId xmlns:a16="http://schemas.microsoft.com/office/drawing/2014/main" id="{42C01872-FF6A-A54D-44CE-8630118C761E}"/>
                    </a:ext>
                  </a:extLst>
                </p:cNvPr>
                <p:cNvSpPr txBox="1"/>
                <p:nvPr/>
              </p:nvSpPr>
              <p:spPr>
                <a:xfrm>
                  <a:off x="6309285" y="119351"/>
                  <a:ext cx="391160" cy="6074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36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62" name="文字方塊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9285" y="119351"/>
                  <a:ext cx="391160" cy="607483"/>
                </a:xfrm>
                <a:prstGeom prst="rect">
                  <a:avLst/>
                </a:prstGeom>
                <a:blipFill rotWithShape="1">
                  <a:blip r:embed="rId1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字方塊 73">
                  <a:extLst>
                    <a:ext uri="{FF2B5EF4-FFF2-40B4-BE49-F238E27FC236}">
                      <a16:creationId xmlns:a16="http://schemas.microsoft.com/office/drawing/2014/main" id="{18E1ECE4-C1E2-BC2F-CB7F-011E3A09E823}"/>
                    </a:ext>
                  </a:extLst>
                </p:cNvPr>
                <p:cNvSpPr txBox="1"/>
                <p:nvPr/>
              </p:nvSpPr>
              <p:spPr>
                <a:xfrm>
                  <a:off x="6825367" y="119351"/>
                  <a:ext cx="391160" cy="6074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36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74" name="文字方塊 7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5367" y="119351"/>
                  <a:ext cx="391160" cy="607483"/>
                </a:xfrm>
                <a:prstGeom prst="rect">
                  <a:avLst/>
                </a:prstGeom>
                <a:blipFill rotWithShape="1">
                  <a:blip r:embed="rId1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字方塊 74">
                  <a:extLst>
                    <a:ext uri="{FF2B5EF4-FFF2-40B4-BE49-F238E27FC236}">
                      <a16:creationId xmlns:a16="http://schemas.microsoft.com/office/drawing/2014/main" id="{563DDD5D-051F-6E7A-E1EC-CA9FF0DFF1B1}"/>
                    </a:ext>
                  </a:extLst>
                </p:cNvPr>
                <p:cNvSpPr txBox="1"/>
                <p:nvPr/>
              </p:nvSpPr>
              <p:spPr>
                <a:xfrm>
                  <a:off x="7394638" y="176816"/>
                  <a:ext cx="458047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75" name="文字方塊 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4638" y="176816"/>
                  <a:ext cx="458047" cy="369147"/>
                </a:xfrm>
                <a:prstGeom prst="rect">
                  <a:avLst/>
                </a:prstGeom>
                <a:blipFill rotWithShape="1">
                  <a:blip r:embed="rId1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5" name="文字方塊 83">
            <a:extLst>
              <a:ext uri="{FF2B5EF4-FFF2-40B4-BE49-F238E27FC236}">
                <a16:creationId xmlns:a16="http://schemas.microsoft.com/office/drawing/2014/main" id="{69F4FC29-A4B4-39C6-F025-8709437EC266}"/>
              </a:ext>
            </a:extLst>
          </p:cNvPr>
          <p:cNvSpPr txBox="1"/>
          <p:nvPr/>
        </p:nvSpPr>
        <p:spPr>
          <a:xfrm>
            <a:off x="2599609" y="3063465"/>
            <a:ext cx="368343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output sequence: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84">
                <a:extLst>
                  <a:ext uri="{FF2B5EF4-FFF2-40B4-BE49-F238E27FC236}">
                    <a16:creationId xmlns:a16="http://schemas.microsoft.com/office/drawing/2014/main" id="{BC668D30-AF0A-F53F-DEBC-6206A05A7C6E}"/>
                  </a:ext>
                </a:extLst>
              </p:cNvPr>
              <p:cNvSpPr txBox="1"/>
              <p:nvPr/>
            </p:nvSpPr>
            <p:spPr>
              <a:xfrm>
                <a:off x="6474360" y="2941244"/>
                <a:ext cx="586740" cy="9093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38" name="文字方塊 84">
                <a:extLst>
                  <a:ext uri="{FF2B5EF4-FFF2-40B4-BE49-F238E27FC236}">
                    <a16:creationId xmlns:a16="http://schemas.microsoft.com/office/drawing/2014/main" id="{BC668D30-AF0A-F53F-DEBC-6206A05A7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4360" y="2941244"/>
                <a:ext cx="586740" cy="909320"/>
              </a:xfrm>
              <a:prstGeom prst="rect">
                <a:avLst/>
              </a:prstGeom>
              <a:blipFill>
                <a:blip r:embed="rId19"/>
                <a:stretch>
                  <a:fillRect b="-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ldLvl="0" animBg="1"/>
      <p:bldP spid="76" grpId="0" bldLvl="0" animBg="1"/>
      <p:bldP spid="79" grpId="0" bldLvl="0" animBg="1"/>
      <p:bldP spid="80" grpId="0" bldLvl="0" animBg="1"/>
      <p:bldP spid="81" grpId="0" bldLvl="0" animBg="1"/>
      <p:bldP spid="82" grpId="0" bldLvl="0" animBg="1"/>
      <p:bldP spid="8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</a:t>
            </a:r>
            <a:endParaRPr lang="zh-TW" altLang="en-US" dirty="0"/>
          </a:p>
        </p:txBody>
      </p:sp>
      <p:cxnSp>
        <p:nvCxnSpPr>
          <p:cNvPr id="4" name="直線單箭頭接點 3"/>
          <p:cNvCxnSpPr/>
          <p:nvPr/>
        </p:nvCxnSpPr>
        <p:spPr>
          <a:xfrm rot="16200000">
            <a:off x="12944043" y="3556368"/>
            <a:ext cx="9834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/>
          <p:cNvCxnSpPr/>
          <p:nvPr/>
        </p:nvCxnSpPr>
        <p:spPr>
          <a:xfrm rot="16200000">
            <a:off x="10473564" y="3507842"/>
            <a:ext cx="97351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群組 5"/>
          <p:cNvGrpSpPr/>
          <p:nvPr/>
        </p:nvGrpSpPr>
        <p:grpSpPr>
          <a:xfrm>
            <a:off x="10675949" y="8389719"/>
            <a:ext cx="514350" cy="692943"/>
            <a:chOff x="1882729" y="2137119"/>
            <a:chExt cx="342900" cy="461962"/>
          </a:xfrm>
        </p:grpSpPr>
        <p:sp>
          <p:nvSpPr>
            <p:cNvPr id="7" name="矩形 6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8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" imgW="3657600" imgH="5181600" progId="Equation.3">
                    <p:embed/>
                  </p:oleObj>
                </mc:Choice>
                <mc:Fallback>
                  <p:oleObj name="方程式" r:id="rId3" imgW="3657600" imgH="5181600" progId="Equation.3">
                    <p:embed/>
                    <p:pic>
                      <p:nvPicPr>
                        <p:cNvPr id="8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群組 8"/>
          <p:cNvGrpSpPr/>
          <p:nvPr/>
        </p:nvGrpSpPr>
        <p:grpSpPr>
          <a:xfrm>
            <a:off x="13086845" y="8436407"/>
            <a:ext cx="564357" cy="692945"/>
            <a:chOff x="1876911" y="2719848"/>
            <a:chExt cx="376238" cy="461963"/>
          </a:xfrm>
        </p:grpSpPr>
        <p:sp>
          <p:nvSpPr>
            <p:cNvPr id="10" name="矩形 9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11" name="Object 12"/>
            <p:cNvGraphicFramePr>
              <a:graphicFrameLocks noChangeAspect="1"/>
            </p:cNvGraphicFramePr>
            <p:nvPr/>
          </p:nvGraphicFramePr>
          <p:xfrm>
            <a:off x="1900724" y="2719848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5" imgW="3962400" imgH="5181600" progId="Equation.3">
                    <p:embed/>
                  </p:oleObj>
                </mc:Choice>
                <mc:Fallback>
                  <p:oleObj name="方程式" r:id="rId5" imgW="3962400" imgH="5181600" progId="Equation.3">
                    <p:embed/>
                    <p:pic>
                      <p:nvPicPr>
                        <p:cNvPr id="1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0724" y="2719848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橢圓 11"/>
          <p:cNvSpPr/>
          <p:nvPr/>
        </p:nvSpPr>
        <p:spPr>
          <a:xfrm rot="16200000">
            <a:off x="10580213" y="6024723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橢圓 12"/>
          <p:cNvSpPr/>
          <p:nvPr/>
        </p:nvSpPr>
        <p:spPr>
          <a:xfrm rot="16200000">
            <a:off x="12901755" y="6085190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" name="橢圓 13"/>
          <p:cNvSpPr/>
          <p:nvPr/>
        </p:nvSpPr>
        <p:spPr>
          <a:xfrm rot="16200000">
            <a:off x="10529702" y="3507842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" name="橢圓 14"/>
          <p:cNvSpPr/>
          <p:nvPr/>
        </p:nvSpPr>
        <p:spPr>
          <a:xfrm rot="16200000">
            <a:off x="12888716" y="3523001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8" name="群組 17"/>
          <p:cNvGrpSpPr/>
          <p:nvPr/>
        </p:nvGrpSpPr>
        <p:grpSpPr>
          <a:xfrm rot="16200000">
            <a:off x="11391821" y="6483392"/>
            <a:ext cx="1555833" cy="2457450"/>
            <a:chOff x="1013669" y="3459098"/>
            <a:chExt cx="1588876" cy="1638300"/>
          </a:xfrm>
        </p:grpSpPr>
        <p:cxnSp>
          <p:nvCxnSpPr>
            <p:cNvPr id="19" name="直線單箭頭接點 18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群組 19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21" name="直線單箭頭接點 20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單箭頭接點 21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單箭頭接點 22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36" name="Object 12"/>
          <p:cNvGraphicFramePr>
            <a:graphicFrameLocks noChangeAspect="1"/>
          </p:cNvGraphicFramePr>
          <p:nvPr/>
        </p:nvGraphicFramePr>
        <p:xfrm>
          <a:off x="13151225" y="2207037"/>
          <a:ext cx="56911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4267200" imgH="5181600" progId="Equation.3">
                  <p:embed/>
                </p:oleObj>
              </mc:Choice>
              <mc:Fallback>
                <p:oleObj name="方程式" r:id="rId7" imgW="4267200" imgH="5181600" progId="Equation.3">
                  <p:embed/>
                  <p:pic>
                    <p:nvPicPr>
                      <p:cNvPr id="3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51225" y="2207037"/>
                        <a:ext cx="56911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2"/>
          <p:cNvGraphicFramePr>
            <a:graphicFrameLocks noChangeAspect="1"/>
          </p:cNvGraphicFramePr>
          <p:nvPr/>
        </p:nvGraphicFramePr>
        <p:xfrm>
          <a:off x="10776032" y="2212161"/>
          <a:ext cx="52863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3962400" imgH="5181600" progId="Equation.3">
                  <p:embed/>
                </p:oleObj>
              </mc:Choice>
              <mc:Fallback>
                <p:oleObj name="方程式" r:id="rId9" imgW="3962400" imgH="5181600" progId="Equation.3">
                  <p:embed/>
                  <p:pic>
                    <p:nvPicPr>
                      <p:cNvPr id="3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76032" y="2212161"/>
                        <a:ext cx="52863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" name="群組 54"/>
          <p:cNvGrpSpPr/>
          <p:nvPr/>
        </p:nvGrpSpPr>
        <p:grpSpPr>
          <a:xfrm>
            <a:off x="5436545" y="6002145"/>
            <a:ext cx="514350" cy="692943"/>
            <a:chOff x="1882729" y="2137119"/>
            <a:chExt cx="342900" cy="461962"/>
          </a:xfrm>
        </p:grpSpPr>
        <p:sp>
          <p:nvSpPr>
            <p:cNvPr id="56" name="矩形 55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57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1" imgW="3657600" imgH="5181600" progId="Equation.3">
                    <p:embed/>
                  </p:oleObj>
                </mc:Choice>
                <mc:Fallback>
                  <p:oleObj name="方程式" r:id="rId11" imgW="3657600" imgH="5181600" progId="Equation.3">
                    <p:embed/>
                    <p:pic>
                      <p:nvPicPr>
                        <p:cNvPr id="57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" name="群組 57"/>
          <p:cNvGrpSpPr/>
          <p:nvPr/>
        </p:nvGrpSpPr>
        <p:grpSpPr>
          <a:xfrm>
            <a:off x="7847441" y="6005198"/>
            <a:ext cx="586550" cy="692945"/>
            <a:chOff x="1876911" y="2719786"/>
            <a:chExt cx="391033" cy="461963"/>
          </a:xfrm>
        </p:grpSpPr>
        <p:sp>
          <p:nvSpPr>
            <p:cNvPr id="59" name="矩形 58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60" name="Object 12"/>
            <p:cNvGraphicFramePr>
              <a:graphicFrameLocks noChangeAspect="1"/>
            </p:cNvGraphicFramePr>
            <p:nvPr/>
          </p:nvGraphicFramePr>
          <p:xfrm>
            <a:off x="1888532" y="2719786"/>
            <a:ext cx="379412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3" imgW="4267200" imgH="5181600" progId="Equation.3">
                    <p:embed/>
                  </p:oleObj>
                </mc:Choice>
                <mc:Fallback>
                  <p:oleObj name="方程式" r:id="rId13" imgW="4267200" imgH="5181600" progId="Equation.3">
                    <p:embed/>
                    <p:pic>
                      <p:nvPicPr>
                        <p:cNvPr id="6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8532" y="2719786"/>
                          <a:ext cx="379412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4" name="群組 63"/>
          <p:cNvGrpSpPr/>
          <p:nvPr/>
        </p:nvGrpSpPr>
        <p:grpSpPr>
          <a:xfrm rot="16200000">
            <a:off x="11391821" y="3989604"/>
            <a:ext cx="1555833" cy="2457450"/>
            <a:chOff x="1013669" y="3459098"/>
            <a:chExt cx="1588876" cy="1638300"/>
          </a:xfrm>
        </p:grpSpPr>
        <p:cxnSp>
          <p:nvCxnSpPr>
            <p:cNvPr id="65" name="直線單箭頭接點 64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群組 65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67" name="直線單箭頭接點 66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線單箭頭接點 67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線單箭頭接點 68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0" name="手繪多邊形 69"/>
          <p:cNvSpPr/>
          <p:nvPr/>
        </p:nvSpPr>
        <p:spPr>
          <a:xfrm>
            <a:off x="8124825" y="6667500"/>
            <a:ext cx="2743200" cy="479747"/>
          </a:xfrm>
          <a:custGeom>
            <a:avLst/>
            <a:gdLst>
              <a:gd name="connsiteX0" fmla="*/ 0 w 1828800"/>
              <a:gd name="connsiteY0" fmla="*/ 0 h 319831"/>
              <a:gd name="connsiteX1" fmla="*/ 1016000 w 1828800"/>
              <a:gd name="connsiteY1" fmla="*/ 317500 h 319831"/>
              <a:gd name="connsiteX2" fmla="*/ 1828800 w 1828800"/>
              <a:gd name="connsiteY2" fmla="*/ 152400 h 3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8800" h="319831">
                <a:moveTo>
                  <a:pt x="0" y="0"/>
                </a:moveTo>
                <a:cubicBezTo>
                  <a:pt x="355600" y="146050"/>
                  <a:pt x="711200" y="292100"/>
                  <a:pt x="1016000" y="317500"/>
                </a:cubicBezTo>
                <a:cubicBezTo>
                  <a:pt x="1320800" y="342900"/>
                  <a:pt x="1828800" y="152400"/>
                  <a:pt x="1828800" y="15240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1" name="手繪多邊形 70"/>
          <p:cNvSpPr/>
          <p:nvPr/>
        </p:nvSpPr>
        <p:spPr>
          <a:xfrm>
            <a:off x="8105775" y="6686550"/>
            <a:ext cx="5124450" cy="936662"/>
          </a:xfrm>
          <a:custGeom>
            <a:avLst/>
            <a:gdLst>
              <a:gd name="connsiteX0" fmla="*/ 0 w 3416300"/>
              <a:gd name="connsiteY0" fmla="*/ 0 h 624441"/>
              <a:gd name="connsiteX1" fmla="*/ 1854200 w 3416300"/>
              <a:gd name="connsiteY1" fmla="*/ 622300 h 624441"/>
              <a:gd name="connsiteX2" fmla="*/ 3416300 w 3416300"/>
              <a:gd name="connsiteY2" fmla="*/ 165100 h 624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16300" h="624441">
                <a:moveTo>
                  <a:pt x="0" y="0"/>
                </a:moveTo>
                <a:cubicBezTo>
                  <a:pt x="642408" y="297391"/>
                  <a:pt x="1284817" y="594783"/>
                  <a:pt x="1854200" y="622300"/>
                </a:cubicBezTo>
                <a:cubicBezTo>
                  <a:pt x="2423583" y="649817"/>
                  <a:pt x="2919941" y="407458"/>
                  <a:pt x="3416300" y="16510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2" name="手繪多邊形 71"/>
          <p:cNvSpPr/>
          <p:nvPr/>
        </p:nvSpPr>
        <p:spPr>
          <a:xfrm>
            <a:off x="5686425" y="6667500"/>
            <a:ext cx="5219700" cy="766832"/>
          </a:xfrm>
          <a:custGeom>
            <a:avLst/>
            <a:gdLst>
              <a:gd name="connsiteX0" fmla="*/ 0 w 3479800"/>
              <a:gd name="connsiteY0" fmla="*/ 0 h 511221"/>
              <a:gd name="connsiteX1" fmla="*/ 1600200 w 3479800"/>
              <a:gd name="connsiteY1" fmla="*/ 508000 h 511221"/>
              <a:gd name="connsiteX2" fmla="*/ 3479800 w 3479800"/>
              <a:gd name="connsiteY2" fmla="*/ 177800 h 51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79800" h="511221">
                <a:moveTo>
                  <a:pt x="0" y="0"/>
                </a:moveTo>
                <a:cubicBezTo>
                  <a:pt x="510116" y="239183"/>
                  <a:pt x="1020233" y="478367"/>
                  <a:pt x="1600200" y="508000"/>
                </a:cubicBezTo>
                <a:cubicBezTo>
                  <a:pt x="2180167" y="537633"/>
                  <a:pt x="2829983" y="357716"/>
                  <a:pt x="3479800" y="1778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3" name="手繪多邊形 72"/>
          <p:cNvSpPr/>
          <p:nvPr/>
        </p:nvSpPr>
        <p:spPr>
          <a:xfrm>
            <a:off x="5705475" y="6667500"/>
            <a:ext cx="7715250" cy="1507478"/>
          </a:xfrm>
          <a:custGeom>
            <a:avLst/>
            <a:gdLst>
              <a:gd name="connsiteX0" fmla="*/ 0 w 5143500"/>
              <a:gd name="connsiteY0" fmla="*/ 0 h 1004985"/>
              <a:gd name="connsiteX1" fmla="*/ 2438400 w 5143500"/>
              <a:gd name="connsiteY1" fmla="*/ 1003300 h 1004985"/>
              <a:gd name="connsiteX2" fmla="*/ 5143500 w 5143500"/>
              <a:gd name="connsiteY2" fmla="*/ 190500 h 10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43500" h="1004985">
                <a:moveTo>
                  <a:pt x="0" y="0"/>
                </a:moveTo>
                <a:cubicBezTo>
                  <a:pt x="790575" y="485775"/>
                  <a:pt x="1581150" y="971550"/>
                  <a:pt x="2438400" y="1003300"/>
                </a:cubicBezTo>
                <a:cubicBezTo>
                  <a:pt x="3295650" y="1035050"/>
                  <a:pt x="4219575" y="612775"/>
                  <a:pt x="5143500" y="1905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" name="手繪多邊形 2"/>
          <p:cNvSpPr/>
          <p:nvPr/>
        </p:nvSpPr>
        <p:spPr>
          <a:xfrm>
            <a:off x="5743977" y="5021508"/>
            <a:ext cx="5138672" cy="1102397"/>
          </a:xfrm>
          <a:custGeom>
            <a:avLst/>
            <a:gdLst>
              <a:gd name="connsiteX0" fmla="*/ 3425781 w 3425781"/>
              <a:gd name="connsiteY0" fmla="*/ 619021 h 734931"/>
              <a:gd name="connsiteX1" fmla="*/ 1854558 w 3425781"/>
              <a:gd name="connsiteY1" fmla="*/ 835 h 734931"/>
              <a:gd name="connsiteX2" fmla="*/ 0 w 3425781"/>
              <a:gd name="connsiteY2" fmla="*/ 734931 h 73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5781" h="734931">
                <a:moveTo>
                  <a:pt x="3425781" y="619021"/>
                </a:moveTo>
                <a:cubicBezTo>
                  <a:pt x="2925651" y="300269"/>
                  <a:pt x="2425521" y="-18483"/>
                  <a:pt x="1854558" y="835"/>
                </a:cubicBezTo>
                <a:cubicBezTo>
                  <a:pt x="1283594" y="20153"/>
                  <a:pt x="641797" y="377542"/>
                  <a:pt x="0" y="734931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" name="文字方塊 15"/>
          <p:cNvSpPr txBox="1"/>
          <p:nvPr/>
        </p:nvSpPr>
        <p:spPr>
          <a:xfrm>
            <a:off x="6226974" y="4754102"/>
            <a:ext cx="14511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store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3157046" y="8254188"/>
            <a:ext cx="6561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All the weights are “1”, no bias</a:t>
            </a:r>
            <a:endParaRPr lang="zh-TW" altLang="en-US" sz="360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3157047" y="9046944"/>
            <a:ext cx="69209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All activation functions are linear</a:t>
            </a:r>
            <a:endParaRPr lang="zh-TW" altLang="en-US" sz="3600" dirty="0"/>
          </a:p>
        </p:txBody>
      </p:sp>
      <p:cxnSp>
        <p:nvCxnSpPr>
          <p:cNvPr id="25" name="直線接點 24"/>
          <p:cNvCxnSpPr/>
          <p:nvPr/>
        </p:nvCxnSpPr>
        <p:spPr>
          <a:xfrm flipH="1">
            <a:off x="10745832" y="3744386"/>
            <a:ext cx="437322" cy="4867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 flipH="1">
            <a:off x="13121318" y="3713012"/>
            <a:ext cx="437322" cy="4867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 flipH="1">
            <a:off x="10796907" y="6239961"/>
            <a:ext cx="437322" cy="4867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 flipH="1">
            <a:off x="13135743" y="6290145"/>
            <a:ext cx="437322" cy="4867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/>
          <p:cNvSpPr txBox="1"/>
          <p:nvPr/>
        </p:nvSpPr>
        <p:spPr>
          <a:xfrm>
            <a:off x="10668000" y="8544381"/>
            <a:ext cx="544287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</a:t>
            </a:r>
            <a:endParaRPr lang="zh-TW" altLang="en-US" sz="3600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13064927" y="8565602"/>
            <a:ext cx="544287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</a:t>
            </a:r>
            <a:endParaRPr lang="zh-TW" altLang="en-US" sz="36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5436090" y="6013001"/>
            <a:ext cx="544287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6</a:t>
            </a:r>
            <a:endParaRPr lang="zh-TW" altLang="en-US" sz="36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7833017" y="6034221"/>
            <a:ext cx="544287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6</a:t>
            </a:r>
            <a:endParaRPr lang="zh-TW" altLang="en-US" sz="3600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11299959" y="5482557"/>
            <a:ext cx="825779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16</a:t>
            </a:r>
            <a:endParaRPr lang="zh-TW" altLang="en-US" sz="3600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13611014" y="5482557"/>
            <a:ext cx="886149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16</a:t>
            </a:r>
            <a:endParaRPr lang="zh-TW" altLang="en-US" sz="3600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11247834" y="2871153"/>
            <a:ext cx="877905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32</a:t>
            </a:r>
            <a:endParaRPr lang="zh-TW" altLang="en-US" sz="3600" dirty="0"/>
          </a:p>
        </p:txBody>
      </p:sp>
      <p:sp>
        <p:nvSpPr>
          <p:cNvPr id="82" name="文字方塊 81"/>
          <p:cNvSpPr txBox="1"/>
          <p:nvPr/>
        </p:nvSpPr>
        <p:spPr>
          <a:xfrm>
            <a:off x="13651200" y="2913050"/>
            <a:ext cx="861727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32</a:t>
            </a:r>
            <a:endParaRPr lang="zh-TW" altLang="en-US" sz="3600" dirty="0"/>
          </a:p>
        </p:txBody>
      </p:sp>
      <p:sp>
        <p:nvSpPr>
          <p:cNvPr id="89" name="手繪多邊形 46"/>
          <p:cNvSpPr/>
          <p:nvPr/>
        </p:nvSpPr>
        <p:spPr>
          <a:xfrm>
            <a:off x="8161076" y="5019404"/>
            <a:ext cx="5138672" cy="1102397"/>
          </a:xfrm>
          <a:custGeom>
            <a:avLst/>
            <a:gdLst>
              <a:gd name="connsiteX0" fmla="*/ 3425781 w 3425781"/>
              <a:gd name="connsiteY0" fmla="*/ 619021 h 734931"/>
              <a:gd name="connsiteX1" fmla="*/ 1854558 w 3425781"/>
              <a:gd name="connsiteY1" fmla="*/ 835 h 734931"/>
              <a:gd name="connsiteX2" fmla="*/ 0 w 3425781"/>
              <a:gd name="connsiteY2" fmla="*/ 734931 h 73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5781" h="734931">
                <a:moveTo>
                  <a:pt x="3425781" y="619021"/>
                </a:moveTo>
                <a:cubicBezTo>
                  <a:pt x="2925651" y="300269"/>
                  <a:pt x="2425521" y="-18483"/>
                  <a:pt x="1854558" y="835"/>
                </a:cubicBezTo>
                <a:cubicBezTo>
                  <a:pt x="1283594" y="20153"/>
                  <a:pt x="641797" y="377542"/>
                  <a:pt x="0" y="734931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字方塊 85"/>
              <p:cNvSpPr txBox="1"/>
              <p:nvPr/>
            </p:nvSpPr>
            <p:spPr>
              <a:xfrm>
                <a:off x="7996268" y="2921244"/>
                <a:ext cx="727064" cy="98603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e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86" name="文字方塊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6268" y="2921244"/>
                <a:ext cx="727064" cy="986039"/>
              </a:xfrm>
              <a:prstGeom prst="rect">
                <a:avLst/>
              </a:prstGeom>
              <a:blipFill>
                <a:blip r:embed="rId15"/>
                <a:stretch>
                  <a:fillRect r="-109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文字方塊 89"/>
          <p:cNvSpPr txBox="1"/>
          <p:nvPr/>
        </p:nvSpPr>
        <p:spPr>
          <a:xfrm>
            <a:off x="2277760" y="5435237"/>
            <a:ext cx="7031786" cy="1323439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4000" dirty="0"/>
              <a:t>Changing the sequence order will change the output.</a:t>
            </a:r>
            <a:endParaRPr lang="zh-TW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82">
                <a:extLst>
                  <a:ext uri="{FF2B5EF4-FFF2-40B4-BE49-F238E27FC236}">
                    <a16:creationId xmlns:a16="http://schemas.microsoft.com/office/drawing/2014/main" id="{D8A0CB46-2755-9E93-910A-4568723A6DB8}"/>
                  </a:ext>
                </a:extLst>
              </p:cNvPr>
              <p:cNvSpPr txBox="1"/>
              <p:nvPr/>
            </p:nvSpPr>
            <p:spPr>
              <a:xfrm>
                <a:off x="7143043" y="2943737"/>
                <a:ext cx="840105" cy="911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8" name="文字方塊 82">
                <a:extLst>
                  <a:ext uri="{FF2B5EF4-FFF2-40B4-BE49-F238E27FC236}">
                    <a16:creationId xmlns:a16="http://schemas.microsoft.com/office/drawing/2014/main" id="{D8A0CB46-2755-9E93-910A-4568723A6D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3043" y="2943737"/>
                <a:ext cx="840105" cy="911225"/>
              </a:xfrm>
              <a:prstGeom prst="rect">
                <a:avLst/>
              </a:prstGeom>
              <a:blipFill>
                <a:blip r:embed="rId16"/>
                <a:stretch>
                  <a:fillRect b="-6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群組 23">
            <a:extLst>
              <a:ext uri="{FF2B5EF4-FFF2-40B4-BE49-F238E27FC236}">
                <a16:creationId xmlns:a16="http://schemas.microsoft.com/office/drawing/2014/main" id="{777E6AC8-0718-09DA-DA86-D3374E2D6295}"/>
              </a:ext>
            </a:extLst>
          </p:cNvPr>
          <p:cNvGrpSpPr/>
          <p:nvPr/>
        </p:nvGrpSpPr>
        <p:grpSpPr>
          <a:xfrm>
            <a:off x="2594344" y="1937569"/>
            <a:ext cx="6966740" cy="1279359"/>
            <a:chOff x="3463673" y="119351"/>
            <a:chExt cx="4389012" cy="852906"/>
          </a:xfrm>
        </p:grpSpPr>
        <p:sp>
          <p:nvSpPr>
            <p:cNvPr id="31" name="文字方塊 25">
              <a:extLst>
                <a:ext uri="{FF2B5EF4-FFF2-40B4-BE49-F238E27FC236}">
                  <a16:creationId xmlns:a16="http://schemas.microsoft.com/office/drawing/2014/main" id="{E2A5BDC6-3A12-E3BD-5806-9A2242A06F12}"/>
                </a:ext>
              </a:extLst>
            </p:cNvPr>
            <p:cNvSpPr txBox="1"/>
            <p:nvPr/>
          </p:nvSpPr>
          <p:spPr>
            <a:xfrm>
              <a:off x="3463673" y="173004"/>
              <a:ext cx="2195749" cy="7992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3600" dirty="0"/>
                <a:t>Input sequence:</a:t>
              </a:r>
              <a:endParaRPr lang="zh-TW" altLang="en-US" sz="3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字方塊 26">
                  <a:extLst>
                    <a:ext uri="{FF2B5EF4-FFF2-40B4-BE49-F238E27FC236}">
                      <a16:creationId xmlns:a16="http://schemas.microsoft.com/office/drawing/2014/main" id="{E48376CE-EEE3-97C1-CD1A-3209F32A1A4C}"/>
                    </a:ext>
                  </a:extLst>
                </p:cNvPr>
                <p:cNvSpPr txBox="1"/>
                <p:nvPr/>
              </p:nvSpPr>
              <p:spPr>
                <a:xfrm>
                  <a:off x="5790380" y="119351"/>
                  <a:ext cx="391160" cy="6074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36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7" name="文字方塊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0380" y="119351"/>
                  <a:ext cx="391160" cy="607483"/>
                </a:xfrm>
                <a:prstGeom prst="rect">
                  <a:avLst/>
                </a:prstGeom>
                <a:blipFill rotWithShape="1">
                  <a:blip r:embed="rId1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字方塊 61">
                  <a:extLst>
                    <a:ext uri="{FF2B5EF4-FFF2-40B4-BE49-F238E27FC236}">
                      <a16:creationId xmlns:a16="http://schemas.microsoft.com/office/drawing/2014/main" id="{D5A4DDA3-BF9C-ABBC-7F25-9C055083181A}"/>
                    </a:ext>
                  </a:extLst>
                </p:cNvPr>
                <p:cNvSpPr txBox="1"/>
                <p:nvPr/>
              </p:nvSpPr>
              <p:spPr>
                <a:xfrm>
                  <a:off x="6309285" y="119351"/>
                  <a:ext cx="391160" cy="6074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36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62" name="文字方塊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9285" y="119351"/>
                  <a:ext cx="391160" cy="607483"/>
                </a:xfrm>
                <a:prstGeom prst="rect">
                  <a:avLst/>
                </a:prstGeom>
                <a:blipFill rotWithShape="1">
                  <a:blip r:embed="rId1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字方塊 73">
                  <a:extLst>
                    <a:ext uri="{FF2B5EF4-FFF2-40B4-BE49-F238E27FC236}">
                      <a16:creationId xmlns:a16="http://schemas.microsoft.com/office/drawing/2014/main" id="{EC0A7794-4CBC-DADC-80FB-07847DB31866}"/>
                    </a:ext>
                  </a:extLst>
                </p:cNvPr>
                <p:cNvSpPr txBox="1"/>
                <p:nvPr/>
              </p:nvSpPr>
              <p:spPr>
                <a:xfrm>
                  <a:off x="6825367" y="119351"/>
                  <a:ext cx="391160" cy="6074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36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74" name="文字方塊 7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5367" y="119351"/>
                  <a:ext cx="391160" cy="607483"/>
                </a:xfrm>
                <a:prstGeom prst="rect">
                  <a:avLst/>
                </a:prstGeom>
                <a:blipFill rotWithShape="1">
                  <a:blip r:embed="rId1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字方塊 74">
                  <a:extLst>
                    <a:ext uri="{FF2B5EF4-FFF2-40B4-BE49-F238E27FC236}">
                      <a16:creationId xmlns:a16="http://schemas.microsoft.com/office/drawing/2014/main" id="{A8BEBA81-BC15-9975-F2B0-ED2F08F9A4DC}"/>
                    </a:ext>
                  </a:extLst>
                </p:cNvPr>
                <p:cNvSpPr txBox="1"/>
                <p:nvPr/>
              </p:nvSpPr>
              <p:spPr>
                <a:xfrm>
                  <a:off x="7394638" y="176816"/>
                  <a:ext cx="458047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75" name="文字方塊 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4638" y="176816"/>
                  <a:ext cx="458047" cy="369147"/>
                </a:xfrm>
                <a:prstGeom prst="rect">
                  <a:avLst/>
                </a:prstGeom>
                <a:blipFill rotWithShape="1">
                  <a:blip r:embed="rId1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8" name="文字方塊 83">
            <a:extLst>
              <a:ext uri="{FF2B5EF4-FFF2-40B4-BE49-F238E27FC236}">
                <a16:creationId xmlns:a16="http://schemas.microsoft.com/office/drawing/2014/main" id="{44F1D226-2951-A60B-530C-7FA5E4771F38}"/>
              </a:ext>
            </a:extLst>
          </p:cNvPr>
          <p:cNvSpPr txBox="1"/>
          <p:nvPr/>
        </p:nvSpPr>
        <p:spPr>
          <a:xfrm>
            <a:off x="2599609" y="3063465"/>
            <a:ext cx="368343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output sequence: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84">
                <a:extLst>
                  <a:ext uri="{FF2B5EF4-FFF2-40B4-BE49-F238E27FC236}">
                    <a16:creationId xmlns:a16="http://schemas.microsoft.com/office/drawing/2014/main" id="{CEE66024-CDDE-868B-B2FB-C0C76A3B5A4C}"/>
                  </a:ext>
                </a:extLst>
              </p:cNvPr>
              <p:cNvSpPr txBox="1"/>
              <p:nvPr/>
            </p:nvSpPr>
            <p:spPr>
              <a:xfrm>
                <a:off x="6474360" y="2941244"/>
                <a:ext cx="586740" cy="9093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39" name="文字方塊 84">
                <a:extLst>
                  <a:ext uri="{FF2B5EF4-FFF2-40B4-BE49-F238E27FC236}">
                    <a16:creationId xmlns:a16="http://schemas.microsoft.com/office/drawing/2014/main" id="{CEE66024-CDDE-868B-B2FB-C0C76A3B5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4360" y="2941244"/>
                <a:ext cx="586740" cy="909320"/>
              </a:xfrm>
              <a:prstGeom prst="rect">
                <a:avLst/>
              </a:prstGeom>
              <a:blipFill>
                <a:blip r:embed="rId20"/>
                <a:stretch>
                  <a:fillRect b="-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ldLvl="0" animBg="1"/>
      <p:bldP spid="76" grpId="0" bldLvl="0" animBg="1"/>
      <p:bldP spid="79" grpId="0" bldLvl="0" animBg="1"/>
      <p:bldP spid="80" grpId="0" bldLvl="0" animBg="1"/>
      <p:bldP spid="81" grpId="0" bldLvl="0" animBg="1"/>
      <p:bldP spid="82" grpId="0" bldLvl="0" animBg="1"/>
      <p:bldP spid="86" grpId="0"/>
      <p:bldP spid="90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RNN</a:t>
            </a:r>
            <a:endParaRPr lang="zh-TW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4258841" y="7244801"/>
            <a:ext cx="1620000" cy="64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8" name="矩形 37"/>
          <p:cNvSpPr/>
          <p:nvPr/>
        </p:nvSpPr>
        <p:spPr>
          <a:xfrm>
            <a:off x="4287414" y="5522484"/>
            <a:ext cx="1620000" cy="648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1" name="矩形 40"/>
          <p:cNvSpPr/>
          <p:nvPr/>
        </p:nvSpPr>
        <p:spPr>
          <a:xfrm>
            <a:off x="4258841" y="3840446"/>
            <a:ext cx="1620000" cy="64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7" name="矩形 56"/>
          <p:cNvSpPr/>
          <p:nvPr/>
        </p:nvSpPr>
        <p:spPr>
          <a:xfrm>
            <a:off x="8413988" y="7223190"/>
            <a:ext cx="1620000" cy="64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9" name="矩形 58"/>
          <p:cNvSpPr/>
          <p:nvPr/>
        </p:nvSpPr>
        <p:spPr>
          <a:xfrm>
            <a:off x="8442561" y="5552633"/>
            <a:ext cx="1620000" cy="648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0" name="矩形 59"/>
          <p:cNvSpPr/>
          <p:nvPr/>
        </p:nvSpPr>
        <p:spPr>
          <a:xfrm>
            <a:off x="6128165" y="5486156"/>
            <a:ext cx="1620000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5" name="矩形 64"/>
          <p:cNvSpPr/>
          <p:nvPr/>
        </p:nvSpPr>
        <p:spPr>
          <a:xfrm>
            <a:off x="8442561" y="3851747"/>
            <a:ext cx="1620000" cy="64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6" name="矩形 65"/>
          <p:cNvSpPr/>
          <p:nvPr/>
        </p:nvSpPr>
        <p:spPr>
          <a:xfrm>
            <a:off x="12639173" y="7232517"/>
            <a:ext cx="1620000" cy="64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7" name="矩形 66"/>
          <p:cNvSpPr/>
          <p:nvPr/>
        </p:nvSpPr>
        <p:spPr>
          <a:xfrm>
            <a:off x="12667746" y="5561960"/>
            <a:ext cx="1620000" cy="648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8" name="矩形 67"/>
          <p:cNvSpPr/>
          <p:nvPr/>
        </p:nvSpPr>
        <p:spPr>
          <a:xfrm>
            <a:off x="10353350" y="5552633"/>
            <a:ext cx="1620000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9" name="矩形 68"/>
          <p:cNvSpPr/>
          <p:nvPr/>
        </p:nvSpPr>
        <p:spPr>
          <a:xfrm>
            <a:off x="12702176" y="3880175"/>
            <a:ext cx="1620000" cy="64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1" name="向上箭號 70"/>
          <p:cNvSpPr/>
          <p:nvPr/>
        </p:nvSpPr>
        <p:spPr>
          <a:xfrm>
            <a:off x="4775142" y="6267869"/>
            <a:ext cx="580016" cy="869115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4" name="向上箭號 73"/>
          <p:cNvSpPr/>
          <p:nvPr/>
        </p:nvSpPr>
        <p:spPr>
          <a:xfrm>
            <a:off x="4775144" y="4552493"/>
            <a:ext cx="580016" cy="86911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" name="文字方塊 2"/>
          <p:cNvSpPr txBox="1"/>
          <p:nvPr/>
        </p:nvSpPr>
        <p:spPr>
          <a:xfrm>
            <a:off x="6312461" y="4623954"/>
            <a:ext cx="15716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store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78" name="手繪多邊形 77"/>
          <p:cNvSpPr/>
          <p:nvPr/>
        </p:nvSpPr>
        <p:spPr>
          <a:xfrm flipH="1">
            <a:off x="5878839" y="5139458"/>
            <a:ext cx="1008869" cy="479429"/>
          </a:xfrm>
          <a:custGeom>
            <a:avLst/>
            <a:gdLst>
              <a:gd name="connsiteX0" fmla="*/ 3924300 w 3924300"/>
              <a:gd name="connsiteY0" fmla="*/ 628749 h 628749"/>
              <a:gd name="connsiteX1" fmla="*/ 1714500 w 3924300"/>
              <a:gd name="connsiteY1" fmla="*/ 99 h 628749"/>
              <a:gd name="connsiteX2" fmla="*/ 0 w 3924300"/>
              <a:gd name="connsiteY2" fmla="*/ 590649 h 628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24300" h="628749">
                <a:moveTo>
                  <a:pt x="3924300" y="628749"/>
                </a:moveTo>
                <a:cubicBezTo>
                  <a:pt x="3146425" y="317599"/>
                  <a:pt x="2368550" y="6449"/>
                  <a:pt x="1714500" y="99"/>
                </a:cubicBezTo>
                <a:cubicBezTo>
                  <a:pt x="1060450" y="-6251"/>
                  <a:pt x="530225" y="292199"/>
                  <a:pt x="0" y="590649"/>
                </a:cubicBezTo>
              </a:path>
            </a:pathLst>
          </a:custGeom>
          <a:noFill/>
          <a:ln w="38100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9" name="文字方塊 78"/>
          <p:cNvSpPr txBox="1"/>
          <p:nvPr/>
        </p:nvSpPr>
        <p:spPr>
          <a:xfrm>
            <a:off x="10462944" y="4623954"/>
            <a:ext cx="15716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store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460333" y="7207428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1</a:t>
            </a:r>
            <a:endParaRPr lang="zh-TW" altLang="en-US" sz="3600" baseline="30000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8571882" y="7223190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2</a:t>
            </a:r>
            <a:endParaRPr lang="zh-TW" altLang="en-US" sz="3600" baseline="30000" dirty="0"/>
          </a:p>
        </p:txBody>
      </p:sp>
      <p:sp>
        <p:nvSpPr>
          <p:cNvPr id="82" name="文字方塊 81"/>
          <p:cNvSpPr txBox="1"/>
          <p:nvPr/>
        </p:nvSpPr>
        <p:spPr>
          <a:xfrm>
            <a:off x="12831497" y="7217915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3</a:t>
            </a:r>
            <a:endParaRPr lang="zh-TW" altLang="en-US" sz="3600" baseline="30000" dirty="0"/>
          </a:p>
        </p:txBody>
      </p:sp>
      <p:sp>
        <p:nvSpPr>
          <p:cNvPr id="83" name="文字方塊 82"/>
          <p:cNvSpPr txBox="1"/>
          <p:nvPr/>
        </p:nvSpPr>
        <p:spPr>
          <a:xfrm>
            <a:off x="4384470" y="3819590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30000" dirty="0"/>
              <a:t>1</a:t>
            </a:r>
            <a:endParaRPr lang="zh-TW" altLang="en-US" sz="3600" baseline="300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8602256" y="3791370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30000" dirty="0"/>
              <a:t>2</a:t>
            </a:r>
            <a:endParaRPr lang="zh-TW" altLang="en-US" sz="3600" baseline="30000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12897815" y="3827762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30000" dirty="0"/>
              <a:t>3</a:t>
            </a:r>
            <a:endParaRPr lang="zh-TW" altLang="en-US" sz="3600" baseline="30000" dirty="0"/>
          </a:p>
        </p:txBody>
      </p:sp>
      <p:sp>
        <p:nvSpPr>
          <p:cNvPr id="87" name="向上箭號 86"/>
          <p:cNvSpPr/>
          <p:nvPr/>
        </p:nvSpPr>
        <p:spPr>
          <a:xfrm>
            <a:off x="8967665" y="6308112"/>
            <a:ext cx="580016" cy="869115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8" name="向上箭號 87"/>
          <p:cNvSpPr/>
          <p:nvPr/>
        </p:nvSpPr>
        <p:spPr>
          <a:xfrm>
            <a:off x="8967666" y="4592736"/>
            <a:ext cx="580016" cy="86911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9" name="向上箭號 88"/>
          <p:cNvSpPr/>
          <p:nvPr/>
        </p:nvSpPr>
        <p:spPr>
          <a:xfrm>
            <a:off x="13194237" y="6314213"/>
            <a:ext cx="580016" cy="869115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0" name="向上箭號 89"/>
          <p:cNvSpPr/>
          <p:nvPr/>
        </p:nvSpPr>
        <p:spPr>
          <a:xfrm>
            <a:off x="13194239" y="4598837"/>
            <a:ext cx="580016" cy="86911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5" name="弧形箭號 (上彎) 44"/>
          <p:cNvSpPr/>
          <p:nvPr/>
        </p:nvSpPr>
        <p:spPr>
          <a:xfrm>
            <a:off x="6960971" y="6199893"/>
            <a:ext cx="2071526" cy="852974"/>
          </a:xfrm>
          <a:prstGeom prst="curvedUp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46" name="弧形箭號 (上彎) 45"/>
          <p:cNvSpPr/>
          <p:nvPr/>
        </p:nvSpPr>
        <p:spPr>
          <a:xfrm>
            <a:off x="11061492" y="6207786"/>
            <a:ext cx="2071526" cy="852974"/>
          </a:xfrm>
          <a:prstGeom prst="curvedUp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49" name="手繪多邊形 48"/>
          <p:cNvSpPr/>
          <p:nvPr/>
        </p:nvSpPr>
        <p:spPr>
          <a:xfrm flipH="1">
            <a:off x="10023018" y="5129015"/>
            <a:ext cx="1008869" cy="479429"/>
          </a:xfrm>
          <a:custGeom>
            <a:avLst/>
            <a:gdLst>
              <a:gd name="connsiteX0" fmla="*/ 3924300 w 3924300"/>
              <a:gd name="connsiteY0" fmla="*/ 628749 h 628749"/>
              <a:gd name="connsiteX1" fmla="*/ 1714500 w 3924300"/>
              <a:gd name="connsiteY1" fmla="*/ 99 h 628749"/>
              <a:gd name="connsiteX2" fmla="*/ 0 w 3924300"/>
              <a:gd name="connsiteY2" fmla="*/ 590649 h 628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24300" h="628749">
                <a:moveTo>
                  <a:pt x="3924300" y="628749"/>
                </a:moveTo>
                <a:cubicBezTo>
                  <a:pt x="3146425" y="317599"/>
                  <a:pt x="2368550" y="6449"/>
                  <a:pt x="1714500" y="99"/>
                </a:cubicBezTo>
                <a:cubicBezTo>
                  <a:pt x="1060450" y="-6251"/>
                  <a:pt x="530225" y="292199"/>
                  <a:pt x="0" y="590649"/>
                </a:cubicBezTo>
              </a:path>
            </a:pathLst>
          </a:custGeom>
          <a:noFill/>
          <a:ln w="38100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6" name="文字方塊 55"/>
          <p:cNvSpPr txBox="1"/>
          <p:nvPr/>
        </p:nvSpPr>
        <p:spPr>
          <a:xfrm>
            <a:off x="4917102" y="4959966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</a:t>
            </a:r>
            <a:r>
              <a:rPr lang="en-US" altLang="zh-TW" sz="3600" baseline="30000" dirty="0"/>
              <a:t>1</a:t>
            </a:r>
            <a:endParaRPr lang="zh-TW" altLang="en-US" sz="3600" baseline="300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405038" y="5454860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</a:t>
            </a:r>
            <a:r>
              <a:rPr lang="en-US" altLang="zh-TW" sz="3600" baseline="30000" dirty="0"/>
              <a:t>1</a:t>
            </a:r>
            <a:endParaRPr lang="zh-TW" altLang="en-US" sz="3600" baseline="300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10559506" y="5511711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</a:t>
            </a:r>
            <a:r>
              <a:rPr lang="en-US" altLang="zh-TW" sz="3600" baseline="30000" dirty="0"/>
              <a:t>2</a:t>
            </a:r>
            <a:endParaRPr lang="zh-TW" altLang="en-US" sz="3600" baseline="30000" dirty="0"/>
          </a:p>
        </p:txBody>
      </p:sp>
      <p:sp>
        <p:nvSpPr>
          <p:cNvPr id="62" name="文字方塊 61"/>
          <p:cNvSpPr txBox="1"/>
          <p:nvPr/>
        </p:nvSpPr>
        <p:spPr>
          <a:xfrm>
            <a:off x="9315318" y="4989854"/>
            <a:ext cx="85899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</a:t>
            </a:r>
            <a:r>
              <a:rPr lang="en-US" altLang="zh-TW" sz="3600" baseline="30000" dirty="0"/>
              <a:t>2</a:t>
            </a:r>
            <a:endParaRPr lang="zh-TW" altLang="en-US" sz="3600" baseline="30000" dirty="0"/>
          </a:p>
        </p:txBody>
      </p:sp>
      <p:sp>
        <p:nvSpPr>
          <p:cNvPr id="63" name="文字方塊 62"/>
          <p:cNvSpPr txBox="1"/>
          <p:nvPr/>
        </p:nvSpPr>
        <p:spPr>
          <a:xfrm>
            <a:off x="13561580" y="4977281"/>
            <a:ext cx="85899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</a:t>
            </a:r>
            <a:r>
              <a:rPr lang="en-US" altLang="zh-TW" sz="3600" baseline="30000" dirty="0"/>
              <a:t>3</a:t>
            </a:r>
            <a:endParaRPr lang="zh-TW" altLang="en-US" sz="3600" baseline="30000" dirty="0"/>
          </a:p>
        </p:txBody>
      </p:sp>
      <p:sp>
        <p:nvSpPr>
          <p:cNvPr id="64" name="文字方塊 63"/>
          <p:cNvSpPr txBox="1"/>
          <p:nvPr/>
        </p:nvSpPr>
        <p:spPr>
          <a:xfrm>
            <a:off x="7098273" y="1692937"/>
            <a:ext cx="9681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The same network is used again and again.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4949477" y="8844279"/>
            <a:ext cx="838269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sz="3200" dirty="0"/>
              <a:t>arrive     </a:t>
            </a:r>
            <a:r>
              <a:rPr lang="en-US" altLang="zh-TW" sz="3200" dirty="0">
                <a:solidFill>
                  <a:srgbClr val="FF0000"/>
                </a:solidFill>
              </a:rPr>
              <a:t>Taipei     </a:t>
            </a:r>
            <a:r>
              <a:rPr lang="en-US" altLang="zh-TW" sz="3200" dirty="0"/>
              <a:t>on     </a:t>
            </a:r>
            <a:r>
              <a:rPr lang="en-US" altLang="zh-TW" sz="3200" dirty="0">
                <a:solidFill>
                  <a:srgbClr val="0000FF"/>
                </a:solidFill>
              </a:rPr>
              <a:t>November     2</a:t>
            </a:r>
            <a:r>
              <a:rPr lang="en-US" altLang="zh-TW" sz="3200" baseline="30000" dirty="0">
                <a:solidFill>
                  <a:srgbClr val="0000FF"/>
                </a:solidFill>
              </a:rPr>
              <a:t>nd</a:t>
            </a:r>
            <a:r>
              <a:rPr lang="en-US" altLang="zh-TW" sz="3200" dirty="0"/>
              <a:t> </a:t>
            </a:r>
            <a:endParaRPr lang="en-US" altLang="zh-TW" sz="3200" dirty="0">
              <a:solidFill>
                <a:srgbClr val="FFC000"/>
              </a:solidFill>
            </a:endParaRPr>
          </a:p>
        </p:txBody>
      </p:sp>
      <p:pic>
        <p:nvPicPr>
          <p:cNvPr id="55" name="Picture 8" descr="User Symbol Blue Clip Ar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4579" y="8812922"/>
            <a:ext cx="745671" cy="1145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" name="圓角矩形圖說文字 69"/>
          <p:cNvSpPr/>
          <p:nvPr/>
        </p:nvSpPr>
        <p:spPr>
          <a:xfrm>
            <a:off x="5581371" y="8812922"/>
            <a:ext cx="7980209" cy="767790"/>
          </a:xfrm>
          <a:prstGeom prst="wedgeRoundRectCallout">
            <a:avLst>
              <a:gd name="adj1" fmla="val -61795"/>
              <a:gd name="adj2" fmla="val 34144"/>
              <a:gd name="adj3" fmla="val 16667"/>
            </a:avLst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5" name="直線單箭頭接點 4"/>
          <p:cNvCxnSpPr>
            <a:endCxn id="6" idx="2"/>
          </p:cNvCxnSpPr>
          <p:nvPr/>
        </p:nvCxnSpPr>
        <p:spPr>
          <a:xfrm flipH="1" flipV="1">
            <a:off x="9997809" y="11778505"/>
            <a:ext cx="1317983" cy="117876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/>
          <p:nvPr/>
        </p:nvCxnSpPr>
        <p:spPr>
          <a:xfrm flipV="1">
            <a:off x="7991729" y="7865891"/>
            <a:ext cx="1175559" cy="119102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/>
          <p:nvPr/>
        </p:nvCxnSpPr>
        <p:spPr>
          <a:xfrm flipV="1">
            <a:off x="9438582" y="7925165"/>
            <a:ext cx="3755655" cy="112426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3141443" y="2430581"/>
            <a:ext cx="404614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Probability of “arrive” in each slot</a:t>
            </a:r>
            <a:endParaRPr lang="zh-TW" altLang="en-US" sz="3600" dirty="0"/>
          </a:p>
        </p:txBody>
      </p:sp>
      <p:sp>
        <p:nvSpPr>
          <p:cNvPr id="75" name="文字方塊 74"/>
          <p:cNvSpPr txBox="1"/>
          <p:nvPr/>
        </p:nvSpPr>
        <p:spPr>
          <a:xfrm>
            <a:off x="7494278" y="2417846"/>
            <a:ext cx="404614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Probability of “</a:t>
            </a:r>
            <a:r>
              <a:rPr lang="en-US" altLang="zh-TW" sz="3600" dirty="0">
                <a:solidFill>
                  <a:srgbClr val="FF0000"/>
                </a:solidFill>
              </a:rPr>
              <a:t>Taipei</a:t>
            </a:r>
            <a:r>
              <a:rPr lang="en-US" altLang="zh-TW" sz="3600" dirty="0"/>
              <a:t>” in each slot</a:t>
            </a:r>
            <a:endParaRPr lang="zh-TW" altLang="en-US" sz="3600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11867829" y="2433503"/>
            <a:ext cx="3497886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Probability of “on” in each slot</a:t>
            </a:r>
            <a:endParaRPr lang="zh-TW" alt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bldLvl="0" animBg="1"/>
      <p:bldP spid="38" grpId="0" bldLvl="0" animBg="1"/>
      <p:bldP spid="41" grpId="0" bldLvl="0" animBg="1"/>
      <p:bldP spid="57" grpId="0" bldLvl="0" animBg="1"/>
      <p:bldP spid="59" grpId="0" bldLvl="0" animBg="1"/>
      <p:bldP spid="60" grpId="0" bldLvl="0" animBg="1"/>
      <p:bldP spid="65" grpId="0" bldLvl="0" animBg="1"/>
      <p:bldP spid="66" grpId="0" bldLvl="0" animBg="1"/>
      <p:bldP spid="67" grpId="0" bldLvl="0" animBg="1"/>
      <p:bldP spid="68" grpId="0" bldLvl="0" animBg="1"/>
      <p:bldP spid="69" grpId="0" bldLvl="0" animBg="1"/>
      <p:bldP spid="71" grpId="0" bldLvl="0" animBg="1"/>
      <p:bldP spid="74" grpId="0" bldLvl="0" animBg="1"/>
      <p:bldP spid="3" grpId="0"/>
      <p:bldP spid="78" grpId="0" bldLvl="0" animBg="1"/>
      <p:bldP spid="79" grpId="0"/>
      <p:bldP spid="6" grpId="0"/>
      <p:bldP spid="81" grpId="0"/>
      <p:bldP spid="82" grpId="0"/>
      <p:bldP spid="83" grpId="0"/>
      <p:bldP spid="84" grpId="0"/>
      <p:bldP spid="85" grpId="0"/>
      <p:bldP spid="87" grpId="0" bldLvl="0" animBg="1"/>
      <p:bldP spid="88" grpId="0" bldLvl="0" animBg="1"/>
      <p:bldP spid="89" grpId="0" bldLvl="0" animBg="1"/>
      <p:bldP spid="90" grpId="0" bldLvl="0" animBg="1"/>
      <p:bldP spid="45" grpId="0" bldLvl="0" animBg="1"/>
      <p:bldP spid="46" grpId="0" bldLvl="0" animBg="1"/>
      <p:bldP spid="49" grpId="0" bldLvl="0" animBg="1"/>
      <p:bldP spid="56" grpId="0"/>
      <p:bldP spid="58" grpId="0"/>
      <p:bldP spid="61" grpId="0"/>
      <p:bldP spid="62" grpId="0"/>
      <p:bldP spid="63" grpId="0"/>
      <p:bldP spid="64" grpId="0"/>
      <p:bldP spid="52" grpId="0"/>
      <p:bldP spid="70" grpId="0" bldLvl="0" animBg="1"/>
      <p:bldP spid="10" grpId="0"/>
      <p:bldP spid="75" grpId="0"/>
      <p:bldP spid="7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4853" y="-127185"/>
            <a:ext cx="16084552" cy="1551434"/>
          </a:xfrm>
        </p:spPr>
        <p:txBody>
          <a:bodyPr/>
          <a:lstStyle/>
          <a:p>
            <a:r>
              <a:rPr lang="en-US" altLang="zh-TW" dirty="0"/>
              <a:t>RNN</a:t>
            </a:r>
            <a:endParaRPr lang="zh-TW" altLang="en-US" dirty="0"/>
          </a:p>
        </p:txBody>
      </p:sp>
      <p:grpSp>
        <p:nvGrpSpPr>
          <p:cNvPr id="51" name="群組 50"/>
          <p:cNvGrpSpPr/>
          <p:nvPr/>
        </p:nvGrpSpPr>
        <p:grpSpPr>
          <a:xfrm>
            <a:off x="2508768" y="3689198"/>
            <a:ext cx="6131415" cy="4461291"/>
            <a:chOff x="458884" y="2311275"/>
            <a:chExt cx="4087610" cy="2974194"/>
          </a:xfrm>
        </p:grpSpPr>
        <p:grpSp>
          <p:nvGrpSpPr>
            <p:cNvPr id="47" name="群組 46"/>
            <p:cNvGrpSpPr/>
            <p:nvPr/>
          </p:nvGrpSpPr>
          <p:grpSpPr>
            <a:xfrm>
              <a:off x="458884" y="2442140"/>
              <a:ext cx="3486661" cy="2455107"/>
              <a:chOff x="458884" y="2396952"/>
              <a:chExt cx="3943646" cy="2776890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458884" y="4699239"/>
                <a:ext cx="1080000" cy="43200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477933" y="3551028"/>
                <a:ext cx="1080000" cy="432000"/>
              </a:xfrm>
              <a:prstGeom prst="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458884" y="2429669"/>
                <a:ext cx="1080000" cy="432000"/>
              </a:xfrm>
              <a:prstGeom prst="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3228982" y="4684832"/>
                <a:ext cx="1080000" cy="43200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3248031" y="3571127"/>
                <a:ext cx="1080000" cy="432000"/>
              </a:xfrm>
              <a:prstGeom prst="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1705100" y="3526809"/>
                <a:ext cx="1080000" cy="432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3248031" y="2437203"/>
                <a:ext cx="1080000" cy="432000"/>
              </a:xfrm>
              <a:prstGeom prst="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11" name="向上箭號 10"/>
              <p:cNvSpPr/>
              <p:nvPr/>
            </p:nvSpPr>
            <p:spPr>
              <a:xfrm>
                <a:off x="803085" y="4047951"/>
                <a:ext cx="386677" cy="579410"/>
              </a:xfrm>
              <a:prstGeom prst="upArrow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12" name="向上箭號 11"/>
              <p:cNvSpPr/>
              <p:nvPr/>
            </p:nvSpPr>
            <p:spPr>
              <a:xfrm>
                <a:off x="803086" y="2904367"/>
                <a:ext cx="386677" cy="579410"/>
              </a:xfrm>
              <a:prstGeom prst="upArrow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13" name="文字方塊 12"/>
              <p:cNvSpPr txBox="1"/>
              <p:nvPr/>
            </p:nvSpPr>
            <p:spPr>
              <a:xfrm>
                <a:off x="1827964" y="2952008"/>
                <a:ext cx="1047750" cy="486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>
                    <a:solidFill>
                      <a:srgbClr val="0000FF"/>
                    </a:solidFill>
                  </a:rPr>
                  <a:t>store</a:t>
                </a:r>
                <a:endParaRPr lang="zh-TW" altLang="en-US" sz="3600" dirty="0">
                  <a:solidFill>
                    <a:srgbClr val="0000FF"/>
                  </a:solidFill>
                </a:endParaRPr>
              </a:p>
            </p:txBody>
          </p:sp>
          <p:sp>
            <p:nvSpPr>
              <p:cNvPr id="14" name="手繪多邊形 13"/>
              <p:cNvSpPr/>
              <p:nvPr/>
            </p:nvSpPr>
            <p:spPr>
              <a:xfrm flipH="1">
                <a:off x="1538883" y="3295677"/>
                <a:ext cx="672579" cy="319619"/>
              </a:xfrm>
              <a:custGeom>
                <a:avLst/>
                <a:gdLst>
                  <a:gd name="connsiteX0" fmla="*/ 3924300 w 3924300"/>
                  <a:gd name="connsiteY0" fmla="*/ 628749 h 628749"/>
                  <a:gd name="connsiteX1" fmla="*/ 1714500 w 3924300"/>
                  <a:gd name="connsiteY1" fmla="*/ 99 h 628749"/>
                  <a:gd name="connsiteX2" fmla="*/ 0 w 3924300"/>
                  <a:gd name="connsiteY2" fmla="*/ 590649 h 6287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924300" h="628749">
                    <a:moveTo>
                      <a:pt x="3924300" y="628749"/>
                    </a:moveTo>
                    <a:cubicBezTo>
                      <a:pt x="3146425" y="317599"/>
                      <a:pt x="2368550" y="6449"/>
                      <a:pt x="1714500" y="99"/>
                    </a:cubicBezTo>
                    <a:cubicBezTo>
                      <a:pt x="1060450" y="-6251"/>
                      <a:pt x="530225" y="292199"/>
                      <a:pt x="0" y="590649"/>
                    </a:cubicBezTo>
                  </a:path>
                </a:pathLst>
              </a:custGeom>
              <a:noFill/>
              <a:ln w="38100">
                <a:solidFill>
                  <a:srgbClr val="0000FF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15" name="文字方塊 14"/>
              <p:cNvSpPr txBox="1"/>
              <p:nvPr/>
            </p:nvSpPr>
            <p:spPr>
              <a:xfrm>
                <a:off x="593212" y="4674324"/>
                <a:ext cx="907572" cy="486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x</a:t>
                </a:r>
                <a:r>
                  <a:rPr lang="en-US" altLang="zh-TW" sz="3600" baseline="30000" dirty="0"/>
                  <a:t>1</a:t>
                </a:r>
                <a:endParaRPr lang="zh-TW" altLang="en-US" sz="3600" baseline="30000" dirty="0"/>
              </a:p>
            </p:txBody>
          </p:sp>
          <p:sp>
            <p:nvSpPr>
              <p:cNvPr id="16" name="文字方塊 15"/>
              <p:cNvSpPr txBox="1"/>
              <p:nvPr/>
            </p:nvSpPr>
            <p:spPr>
              <a:xfrm>
                <a:off x="3334245" y="4684832"/>
                <a:ext cx="907572" cy="4890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x</a:t>
                </a:r>
                <a:r>
                  <a:rPr lang="en-US" altLang="zh-TW" sz="3600" baseline="30000" dirty="0"/>
                  <a:t>2</a:t>
                </a:r>
                <a:endParaRPr lang="zh-TW" altLang="en-US" sz="3600" baseline="30000" dirty="0"/>
              </a:p>
            </p:txBody>
          </p:sp>
          <p:sp>
            <p:nvSpPr>
              <p:cNvPr id="17" name="文字方塊 16"/>
              <p:cNvSpPr txBox="1"/>
              <p:nvPr/>
            </p:nvSpPr>
            <p:spPr>
              <a:xfrm>
                <a:off x="542637" y="2415765"/>
                <a:ext cx="907572" cy="486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y</a:t>
                </a:r>
                <a:r>
                  <a:rPr lang="en-US" altLang="zh-TW" sz="3600" baseline="30000" dirty="0"/>
                  <a:t>1</a:t>
                </a:r>
                <a:endParaRPr lang="zh-TW" altLang="en-US" sz="3600" baseline="30000" dirty="0"/>
              </a:p>
            </p:txBody>
          </p:sp>
          <p:sp>
            <p:nvSpPr>
              <p:cNvPr id="18" name="文字方塊 17"/>
              <p:cNvSpPr txBox="1"/>
              <p:nvPr/>
            </p:nvSpPr>
            <p:spPr>
              <a:xfrm>
                <a:off x="3354494" y="2396952"/>
                <a:ext cx="907572" cy="486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y</a:t>
                </a:r>
                <a:r>
                  <a:rPr lang="en-US" altLang="zh-TW" sz="3600" baseline="30000" dirty="0"/>
                  <a:t>2</a:t>
                </a:r>
                <a:endParaRPr lang="zh-TW" altLang="en-US" sz="3600" baseline="30000" dirty="0"/>
              </a:p>
            </p:txBody>
          </p:sp>
          <p:sp>
            <p:nvSpPr>
              <p:cNvPr id="19" name="向上箭號 18"/>
              <p:cNvSpPr/>
              <p:nvPr/>
            </p:nvSpPr>
            <p:spPr>
              <a:xfrm>
                <a:off x="3598100" y="4074780"/>
                <a:ext cx="386677" cy="579410"/>
              </a:xfrm>
              <a:prstGeom prst="upArrow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20" name="向上箭號 19"/>
              <p:cNvSpPr/>
              <p:nvPr/>
            </p:nvSpPr>
            <p:spPr>
              <a:xfrm>
                <a:off x="3598101" y="2931196"/>
                <a:ext cx="386677" cy="579410"/>
              </a:xfrm>
              <a:prstGeom prst="upArrow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21" name="弧形箭號 (上彎) 20"/>
              <p:cNvSpPr/>
              <p:nvPr/>
            </p:nvSpPr>
            <p:spPr>
              <a:xfrm>
                <a:off x="2260304" y="4002634"/>
                <a:ext cx="1381017" cy="568649"/>
              </a:xfrm>
              <a:prstGeom prst="curvedUpArrow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文字方塊 21"/>
              <p:cNvSpPr txBox="1"/>
              <p:nvPr/>
            </p:nvSpPr>
            <p:spPr>
              <a:xfrm>
                <a:off x="897725" y="3176016"/>
                <a:ext cx="907572" cy="486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a</a:t>
                </a:r>
                <a:r>
                  <a:rPr lang="en-US" altLang="zh-TW" sz="3600" baseline="30000" dirty="0"/>
                  <a:t>1</a:t>
                </a:r>
                <a:endParaRPr lang="zh-TW" altLang="en-US" sz="3600" baseline="30000" dirty="0"/>
              </a:p>
            </p:txBody>
          </p:sp>
          <p:sp>
            <p:nvSpPr>
              <p:cNvPr id="23" name="文字方塊 22"/>
              <p:cNvSpPr txBox="1"/>
              <p:nvPr/>
            </p:nvSpPr>
            <p:spPr>
              <a:xfrm>
                <a:off x="1889682" y="3505945"/>
                <a:ext cx="907572" cy="486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a</a:t>
                </a:r>
                <a:r>
                  <a:rPr lang="en-US" altLang="zh-TW" sz="3600" baseline="30000" dirty="0"/>
                  <a:t>1</a:t>
                </a:r>
                <a:endParaRPr lang="zh-TW" altLang="en-US" sz="3600" baseline="30000" dirty="0"/>
              </a:p>
            </p:txBody>
          </p:sp>
          <p:sp>
            <p:nvSpPr>
              <p:cNvPr id="24" name="文字方塊 23"/>
              <p:cNvSpPr txBox="1"/>
              <p:nvPr/>
            </p:nvSpPr>
            <p:spPr>
              <a:xfrm>
                <a:off x="3829869" y="3195941"/>
                <a:ext cx="572661" cy="486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a</a:t>
                </a:r>
                <a:r>
                  <a:rPr lang="en-US" altLang="zh-TW" sz="3600" baseline="30000" dirty="0"/>
                  <a:t>2</a:t>
                </a:r>
                <a:endParaRPr lang="zh-TW" altLang="en-US" sz="3600" baseline="30000" dirty="0"/>
              </a:p>
            </p:txBody>
          </p:sp>
        </p:grpSp>
        <p:sp>
          <p:nvSpPr>
            <p:cNvPr id="48" name="文字方塊 47"/>
            <p:cNvSpPr txBox="1"/>
            <p:nvPr/>
          </p:nvSpPr>
          <p:spPr>
            <a:xfrm>
              <a:off x="3822642" y="2311275"/>
              <a:ext cx="711258" cy="92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4200" b="1" dirty="0"/>
                <a:t>……</a:t>
              </a:r>
              <a:endParaRPr lang="zh-TW" altLang="en-US" sz="4200" b="1" dirty="0"/>
            </a:p>
          </p:txBody>
        </p:sp>
        <p:sp>
          <p:nvSpPr>
            <p:cNvPr id="49" name="文字方塊 48"/>
            <p:cNvSpPr txBox="1"/>
            <p:nvPr/>
          </p:nvSpPr>
          <p:spPr>
            <a:xfrm>
              <a:off x="3822642" y="3315458"/>
              <a:ext cx="711258" cy="92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4200" b="1" dirty="0"/>
                <a:t>……</a:t>
              </a:r>
              <a:endParaRPr lang="zh-TW" altLang="en-US" sz="4200" b="1" dirty="0"/>
            </a:p>
          </p:txBody>
        </p:sp>
        <p:sp>
          <p:nvSpPr>
            <p:cNvPr id="50" name="文字方塊 49"/>
            <p:cNvSpPr txBox="1"/>
            <p:nvPr/>
          </p:nvSpPr>
          <p:spPr>
            <a:xfrm>
              <a:off x="3835236" y="4363026"/>
              <a:ext cx="711258" cy="92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4200" b="1" dirty="0"/>
                <a:t>……</a:t>
              </a:r>
              <a:endParaRPr lang="zh-TW" altLang="en-US" sz="4200" b="1" dirty="0"/>
            </a:p>
          </p:txBody>
        </p:sp>
      </p:grpSp>
      <p:grpSp>
        <p:nvGrpSpPr>
          <p:cNvPr id="52" name="群組 51"/>
          <p:cNvGrpSpPr/>
          <p:nvPr/>
        </p:nvGrpSpPr>
        <p:grpSpPr>
          <a:xfrm>
            <a:off x="9670583" y="3689198"/>
            <a:ext cx="6131415" cy="4461291"/>
            <a:chOff x="458884" y="2311275"/>
            <a:chExt cx="4087610" cy="2974194"/>
          </a:xfrm>
        </p:grpSpPr>
        <p:grpSp>
          <p:nvGrpSpPr>
            <p:cNvPr id="53" name="群組 52"/>
            <p:cNvGrpSpPr/>
            <p:nvPr/>
          </p:nvGrpSpPr>
          <p:grpSpPr>
            <a:xfrm>
              <a:off x="458884" y="2442140"/>
              <a:ext cx="3486661" cy="2455107"/>
              <a:chOff x="458884" y="2396952"/>
              <a:chExt cx="3943646" cy="2776890"/>
            </a:xfrm>
          </p:grpSpPr>
          <p:sp>
            <p:nvSpPr>
              <p:cNvPr id="57" name="矩形 56"/>
              <p:cNvSpPr/>
              <p:nvPr/>
            </p:nvSpPr>
            <p:spPr>
              <a:xfrm>
                <a:off x="458884" y="4699239"/>
                <a:ext cx="1080000" cy="43200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58" name="矩形 57"/>
              <p:cNvSpPr/>
              <p:nvPr/>
            </p:nvSpPr>
            <p:spPr>
              <a:xfrm>
                <a:off x="477933" y="3551028"/>
                <a:ext cx="1080000" cy="432000"/>
              </a:xfrm>
              <a:prstGeom prst="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59" name="矩形 58"/>
              <p:cNvSpPr/>
              <p:nvPr/>
            </p:nvSpPr>
            <p:spPr>
              <a:xfrm>
                <a:off x="458884" y="2429669"/>
                <a:ext cx="1080000" cy="432000"/>
              </a:xfrm>
              <a:prstGeom prst="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60" name="矩形 59"/>
              <p:cNvSpPr/>
              <p:nvPr/>
            </p:nvSpPr>
            <p:spPr>
              <a:xfrm>
                <a:off x="3228982" y="4684832"/>
                <a:ext cx="1080000" cy="43200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248031" y="3571127"/>
                <a:ext cx="1080000" cy="432000"/>
              </a:xfrm>
              <a:prstGeom prst="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62" name="矩形 61"/>
              <p:cNvSpPr/>
              <p:nvPr/>
            </p:nvSpPr>
            <p:spPr>
              <a:xfrm>
                <a:off x="1705100" y="3526809"/>
                <a:ext cx="1080000" cy="432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63" name="矩形 62"/>
              <p:cNvSpPr/>
              <p:nvPr/>
            </p:nvSpPr>
            <p:spPr>
              <a:xfrm>
                <a:off x="3248031" y="2437203"/>
                <a:ext cx="1080000" cy="432000"/>
              </a:xfrm>
              <a:prstGeom prst="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64" name="向上箭號 63"/>
              <p:cNvSpPr/>
              <p:nvPr/>
            </p:nvSpPr>
            <p:spPr>
              <a:xfrm>
                <a:off x="803085" y="4047951"/>
                <a:ext cx="386677" cy="579410"/>
              </a:xfrm>
              <a:prstGeom prst="upArrow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65" name="向上箭號 64"/>
              <p:cNvSpPr/>
              <p:nvPr/>
            </p:nvSpPr>
            <p:spPr>
              <a:xfrm>
                <a:off x="803086" y="2904367"/>
                <a:ext cx="386677" cy="579410"/>
              </a:xfrm>
              <a:prstGeom prst="upArrow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66" name="文字方塊 65"/>
              <p:cNvSpPr txBox="1"/>
              <p:nvPr/>
            </p:nvSpPr>
            <p:spPr>
              <a:xfrm>
                <a:off x="1827964" y="2952008"/>
                <a:ext cx="1047750" cy="486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>
                    <a:solidFill>
                      <a:srgbClr val="0000FF"/>
                    </a:solidFill>
                  </a:rPr>
                  <a:t>store</a:t>
                </a:r>
                <a:endParaRPr lang="zh-TW" altLang="en-US" sz="3600" dirty="0">
                  <a:solidFill>
                    <a:srgbClr val="0000FF"/>
                  </a:solidFill>
                </a:endParaRPr>
              </a:p>
            </p:txBody>
          </p:sp>
          <p:sp>
            <p:nvSpPr>
              <p:cNvPr id="67" name="手繪多邊形 66"/>
              <p:cNvSpPr/>
              <p:nvPr/>
            </p:nvSpPr>
            <p:spPr>
              <a:xfrm flipH="1">
                <a:off x="1538883" y="3295677"/>
                <a:ext cx="672579" cy="319619"/>
              </a:xfrm>
              <a:custGeom>
                <a:avLst/>
                <a:gdLst>
                  <a:gd name="connsiteX0" fmla="*/ 3924300 w 3924300"/>
                  <a:gd name="connsiteY0" fmla="*/ 628749 h 628749"/>
                  <a:gd name="connsiteX1" fmla="*/ 1714500 w 3924300"/>
                  <a:gd name="connsiteY1" fmla="*/ 99 h 628749"/>
                  <a:gd name="connsiteX2" fmla="*/ 0 w 3924300"/>
                  <a:gd name="connsiteY2" fmla="*/ 590649 h 6287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924300" h="628749">
                    <a:moveTo>
                      <a:pt x="3924300" y="628749"/>
                    </a:moveTo>
                    <a:cubicBezTo>
                      <a:pt x="3146425" y="317599"/>
                      <a:pt x="2368550" y="6449"/>
                      <a:pt x="1714500" y="99"/>
                    </a:cubicBezTo>
                    <a:cubicBezTo>
                      <a:pt x="1060450" y="-6251"/>
                      <a:pt x="530225" y="292199"/>
                      <a:pt x="0" y="590649"/>
                    </a:cubicBezTo>
                  </a:path>
                </a:pathLst>
              </a:custGeom>
              <a:noFill/>
              <a:ln w="38100">
                <a:solidFill>
                  <a:srgbClr val="0000FF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68" name="文字方塊 67"/>
              <p:cNvSpPr txBox="1"/>
              <p:nvPr/>
            </p:nvSpPr>
            <p:spPr>
              <a:xfrm>
                <a:off x="593212" y="4674324"/>
                <a:ext cx="907572" cy="486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x</a:t>
                </a:r>
                <a:r>
                  <a:rPr lang="en-US" altLang="zh-TW" sz="3600" baseline="30000" dirty="0"/>
                  <a:t>1</a:t>
                </a:r>
                <a:endParaRPr lang="zh-TW" altLang="en-US" sz="3600" baseline="30000" dirty="0"/>
              </a:p>
            </p:txBody>
          </p:sp>
          <p:sp>
            <p:nvSpPr>
              <p:cNvPr id="69" name="文字方塊 68"/>
              <p:cNvSpPr txBox="1"/>
              <p:nvPr/>
            </p:nvSpPr>
            <p:spPr>
              <a:xfrm>
                <a:off x="3334245" y="4684832"/>
                <a:ext cx="907572" cy="4890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x</a:t>
                </a:r>
                <a:r>
                  <a:rPr lang="en-US" altLang="zh-TW" sz="3600" baseline="30000" dirty="0"/>
                  <a:t>2</a:t>
                </a:r>
                <a:endParaRPr lang="zh-TW" altLang="en-US" sz="3600" baseline="30000" dirty="0"/>
              </a:p>
            </p:txBody>
          </p:sp>
          <p:sp>
            <p:nvSpPr>
              <p:cNvPr id="70" name="文字方塊 69"/>
              <p:cNvSpPr txBox="1"/>
              <p:nvPr/>
            </p:nvSpPr>
            <p:spPr>
              <a:xfrm>
                <a:off x="542637" y="2415765"/>
                <a:ext cx="907572" cy="486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y</a:t>
                </a:r>
                <a:r>
                  <a:rPr lang="en-US" altLang="zh-TW" sz="3600" baseline="30000" dirty="0"/>
                  <a:t>1</a:t>
                </a:r>
                <a:endParaRPr lang="zh-TW" altLang="en-US" sz="3600" baseline="30000" dirty="0"/>
              </a:p>
            </p:txBody>
          </p:sp>
          <p:sp>
            <p:nvSpPr>
              <p:cNvPr id="71" name="文字方塊 70"/>
              <p:cNvSpPr txBox="1"/>
              <p:nvPr/>
            </p:nvSpPr>
            <p:spPr>
              <a:xfrm>
                <a:off x="3354494" y="2396952"/>
                <a:ext cx="907572" cy="486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y</a:t>
                </a:r>
                <a:r>
                  <a:rPr lang="en-US" altLang="zh-TW" sz="3600" baseline="30000" dirty="0"/>
                  <a:t>2</a:t>
                </a:r>
                <a:endParaRPr lang="zh-TW" altLang="en-US" sz="3600" baseline="30000" dirty="0"/>
              </a:p>
            </p:txBody>
          </p:sp>
          <p:sp>
            <p:nvSpPr>
              <p:cNvPr id="72" name="向上箭號 71"/>
              <p:cNvSpPr/>
              <p:nvPr/>
            </p:nvSpPr>
            <p:spPr>
              <a:xfrm>
                <a:off x="3598100" y="4074780"/>
                <a:ext cx="386677" cy="579410"/>
              </a:xfrm>
              <a:prstGeom prst="upArrow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73" name="向上箭號 72"/>
              <p:cNvSpPr/>
              <p:nvPr/>
            </p:nvSpPr>
            <p:spPr>
              <a:xfrm>
                <a:off x="3598101" y="2931196"/>
                <a:ext cx="386677" cy="579410"/>
              </a:xfrm>
              <a:prstGeom prst="upArrow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74" name="弧形箭號 (上彎) 73"/>
              <p:cNvSpPr/>
              <p:nvPr/>
            </p:nvSpPr>
            <p:spPr>
              <a:xfrm>
                <a:off x="2260304" y="4002634"/>
                <a:ext cx="1381017" cy="568649"/>
              </a:xfrm>
              <a:prstGeom prst="curvedUpArrow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文字方塊 74"/>
              <p:cNvSpPr txBox="1"/>
              <p:nvPr/>
            </p:nvSpPr>
            <p:spPr>
              <a:xfrm>
                <a:off x="897725" y="3176016"/>
                <a:ext cx="907572" cy="486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a</a:t>
                </a:r>
                <a:r>
                  <a:rPr lang="en-US" altLang="zh-TW" sz="3600" baseline="30000" dirty="0"/>
                  <a:t>1</a:t>
                </a:r>
                <a:endParaRPr lang="zh-TW" altLang="en-US" sz="3600" baseline="30000" dirty="0"/>
              </a:p>
            </p:txBody>
          </p:sp>
          <p:sp>
            <p:nvSpPr>
              <p:cNvPr id="76" name="文字方塊 75"/>
              <p:cNvSpPr txBox="1"/>
              <p:nvPr/>
            </p:nvSpPr>
            <p:spPr>
              <a:xfrm>
                <a:off x="1889682" y="3505945"/>
                <a:ext cx="907572" cy="486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a</a:t>
                </a:r>
                <a:r>
                  <a:rPr lang="en-US" altLang="zh-TW" sz="3600" baseline="30000" dirty="0"/>
                  <a:t>1</a:t>
                </a:r>
                <a:endParaRPr lang="zh-TW" altLang="en-US" sz="3600" baseline="30000" dirty="0"/>
              </a:p>
            </p:txBody>
          </p:sp>
          <p:sp>
            <p:nvSpPr>
              <p:cNvPr id="77" name="文字方塊 76"/>
              <p:cNvSpPr txBox="1"/>
              <p:nvPr/>
            </p:nvSpPr>
            <p:spPr>
              <a:xfrm>
                <a:off x="3829869" y="3195941"/>
                <a:ext cx="572661" cy="486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a</a:t>
                </a:r>
                <a:r>
                  <a:rPr lang="en-US" altLang="zh-TW" sz="3600" baseline="30000" dirty="0"/>
                  <a:t>2</a:t>
                </a:r>
                <a:endParaRPr lang="zh-TW" altLang="en-US" sz="3600" baseline="30000" dirty="0"/>
              </a:p>
            </p:txBody>
          </p:sp>
        </p:grpSp>
        <p:sp>
          <p:nvSpPr>
            <p:cNvPr id="54" name="文字方塊 53"/>
            <p:cNvSpPr txBox="1"/>
            <p:nvPr/>
          </p:nvSpPr>
          <p:spPr>
            <a:xfrm>
              <a:off x="3822642" y="2311275"/>
              <a:ext cx="711258" cy="92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4200" b="1" dirty="0"/>
                <a:t>……</a:t>
              </a:r>
              <a:endParaRPr lang="zh-TW" altLang="en-US" sz="4200" b="1" dirty="0"/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822642" y="3315458"/>
              <a:ext cx="711258" cy="92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4200" b="1" dirty="0"/>
                <a:t>……</a:t>
              </a:r>
              <a:endParaRPr lang="zh-TW" altLang="en-US" sz="4200" b="1" dirty="0"/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3835236" y="4363026"/>
              <a:ext cx="711258" cy="92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4200" b="1" dirty="0"/>
                <a:t>……</a:t>
              </a:r>
              <a:endParaRPr lang="zh-TW" altLang="en-US" sz="4200" b="1" dirty="0"/>
            </a:p>
          </p:txBody>
        </p:sp>
      </p:grpSp>
      <p:sp>
        <p:nvSpPr>
          <p:cNvPr id="78" name="文字方塊 77"/>
          <p:cNvSpPr txBox="1"/>
          <p:nvPr/>
        </p:nvSpPr>
        <p:spPr>
          <a:xfrm>
            <a:off x="2493416" y="7534887"/>
            <a:ext cx="148045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leave</a:t>
            </a:r>
            <a:endParaRPr lang="zh-TW" altLang="en-US" sz="4200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6207684" y="7565477"/>
            <a:ext cx="1752504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>
                <a:solidFill>
                  <a:srgbClr val="FF0000"/>
                </a:solidFill>
              </a:rPr>
              <a:t>Taipei</a:t>
            </a:r>
            <a:endParaRPr lang="zh-TW" altLang="en-US" sz="4200" dirty="0">
              <a:solidFill>
                <a:srgbClr val="FF0000"/>
              </a:solidFill>
            </a:endParaRPr>
          </a:p>
        </p:txBody>
      </p:sp>
      <p:sp>
        <p:nvSpPr>
          <p:cNvPr id="80" name="文字方塊 79"/>
          <p:cNvSpPr txBox="1"/>
          <p:nvPr/>
        </p:nvSpPr>
        <p:spPr>
          <a:xfrm>
            <a:off x="2286000" y="2637795"/>
            <a:ext cx="33572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 err="1"/>
              <a:t>Prob</a:t>
            </a:r>
            <a:r>
              <a:rPr lang="en-US" altLang="zh-TW" sz="3600" dirty="0"/>
              <a:t> of “leave” in each slot</a:t>
            </a:r>
            <a:endParaRPr lang="zh-TW" altLang="en-US" sz="3600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5838674" y="2667392"/>
            <a:ext cx="33572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 err="1"/>
              <a:t>Prob</a:t>
            </a:r>
            <a:r>
              <a:rPr lang="en-US" altLang="zh-TW" sz="3600" dirty="0"/>
              <a:t> of “</a:t>
            </a:r>
            <a:r>
              <a:rPr lang="en-US" altLang="zh-TW" sz="3600" dirty="0">
                <a:solidFill>
                  <a:srgbClr val="FF0000"/>
                </a:solidFill>
              </a:rPr>
              <a:t>Taipei</a:t>
            </a:r>
            <a:r>
              <a:rPr lang="en-US" altLang="zh-TW" sz="3600" dirty="0"/>
              <a:t>” in each slot</a:t>
            </a:r>
            <a:endParaRPr lang="zh-TW" altLang="en-US" sz="3600" dirty="0"/>
          </a:p>
        </p:txBody>
      </p:sp>
      <p:sp>
        <p:nvSpPr>
          <p:cNvPr id="82" name="文字方塊 81"/>
          <p:cNvSpPr txBox="1"/>
          <p:nvPr/>
        </p:nvSpPr>
        <p:spPr>
          <a:xfrm>
            <a:off x="9545649" y="2675241"/>
            <a:ext cx="33572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 err="1"/>
              <a:t>Prob</a:t>
            </a:r>
            <a:r>
              <a:rPr lang="en-US" altLang="zh-TW" sz="3600" dirty="0"/>
              <a:t> of “arrive” in each slot</a:t>
            </a:r>
            <a:endParaRPr lang="zh-TW" altLang="en-US" sz="3600" dirty="0"/>
          </a:p>
        </p:txBody>
      </p:sp>
      <p:sp>
        <p:nvSpPr>
          <p:cNvPr id="83" name="文字方塊 82"/>
          <p:cNvSpPr txBox="1"/>
          <p:nvPr/>
        </p:nvSpPr>
        <p:spPr>
          <a:xfrm>
            <a:off x="12807042" y="2707524"/>
            <a:ext cx="33572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 err="1"/>
              <a:t>Prob</a:t>
            </a:r>
            <a:r>
              <a:rPr lang="en-US" altLang="zh-TW" sz="3600" dirty="0"/>
              <a:t> of “</a:t>
            </a:r>
            <a:r>
              <a:rPr lang="en-US" altLang="zh-TW" sz="3600" dirty="0">
                <a:solidFill>
                  <a:srgbClr val="FF0000"/>
                </a:solidFill>
              </a:rPr>
              <a:t>Taipei</a:t>
            </a:r>
            <a:r>
              <a:rPr lang="en-US" altLang="zh-TW" sz="3600" dirty="0"/>
              <a:t>” in each slot</a:t>
            </a:r>
            <a:endParaRPr lang="zh-TW" altLang="en-US" sz="36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9466716" y="7585803"/>
            <a:ext cx="183348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arrive</a:t>
            </a:r>
            <a:endParaRPr lang="zh-TW" altLang="en-US" sz="4200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13344236" y="7549875"/>
            <a:ext cx="1752504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>
                <a:solidFill>
                  <a:srgbClr val="00B050"/>
                </a:solidFill>
              </a:rPr>
              <a:t>Taipei</a:t>
            </a:r>
            <a:endParaRPr lang="zh-TW" altLang="en-US" sz="4200" dirty="0">
              <a:solidFill>
                <a:srgbClr val="00B050"/>
              </a:solidFill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9167606" y="985151"/>
            <a:ext cx="3373527" cy="73723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Different</a:t>
            </a:r>
            <a:endParaRPr lang="zh-TW" altLang="en-US" sz="4200" dirty="0"/>
          </a:p>
        </p:txBody>
      </p:sp>
      <p:cxnSp>
        <p:nvCxnSpPr>
          <p:cNvPr id="88" name="直線單箭頭接點 87"/>
          <p:cNvCxnSpPr>
            <a:stCxn id="81" idx="0"/>
          </p:cNvCxnSpPr>
          <p:nvPr/>
        </p:nvCxnSpPr>
        <p:spPr>
          <a:xfrm flipV="1">
            <a:off x="13562826" y="3161759"/>
            <a:ext cx="2503610" cy="84008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單箭頭接點 88"/>
          <p:cNvCxnSpPr/>
          <p:nvPr/>
        </p:nvCxnSpPr>
        <p:spPr>
          <a:xfrm flipH="1" flipV="1">
            <a:off x="11486232" y="1823361"/>
            <a:ext cx="2599169" cy="905262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矩形 114"/>
          <p:cNvSpPr/>
          <p:nvPr/>
        </p:nvSpPr>
        <p:spPr>
          <a:xfrm>
            <a:off x="5993007" y="7549875"/>
            <a:ext cx="1967181" cy="78483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6" name="矩形 115"/>
          <p:cNvSpPr/>
          <p:nvPr/>
        </p:nvSpPr>
        <p:spPr>
          <a:xfrm>
            <a:off x="13129559" y="7565477"/>
            <a:ext cx="1967181" cy="78483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17" name="直線單箭頭接點 116"/>
          <p:cNvCxnSpPr/>
          <p:nvPr/>
        </p:nvCxnSpPr>
        <p:spPr>
          <a:xfrm flipV="1">
            <a:off x="4663376" y="5934537"/>
            <a:ext cx="0" cy="294531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單箭頭接點 117"/>
          <p:cNvCxnSpPr/>
          <p:nvPr/>
        </p:nvCxnSpPr>
        <p:spPr>
          <a:xfrm flipV="1">
            <a:off x="11797569" y="5934537"/>
            <a:ext cx="0" cy="325972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文字方塊 118"/>
          <p:cNvSpPr txBox="1"/>
          <p:nvPr/>
        </p:nvSpPr>
        <p:spPr>
          <a:xfrm>
            <a:off x="3090751" y="8879852"/>
            <a:ext cx="10912757" cy="7386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The values stored in the memory is different.</a:t>
            </a:r>
            <a:endParaRPr lang="zh-TW" altLang="en-US" sz="4200" dirty="0"/>
          </a:p>
        </p:txBody>
      </p:sp>
      <p:sp>
        <p:nvSpPr>
          <p:cNvPr id="125" name="矩形 124"/>
          <p:cNvSpPr/>
          <p:nvPr/>
        </p:nvSpPr>
        <p:spPr>
          <a:xfrm>
            <a:off x="5874203" y="2665187"/>
            <a:ext cx="3063677" cy="1162983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6" name="矩形 125"/>
          <p:cNvSpPr/>
          <p:nvPr/>
        </p:nvSpPr>
        <p:spPr>
          <a:xfrm>
            <a:off x="12814718" y="2693486"/>
            <a:ext cx="3063677" cy="1162983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bldLvl="0" animBg="1"/>
      <p:bldP spid="115" grpId="0" bldLvl="0" animBg="1"/>
      <p:bldP spid="116" grpId="0" bldLvl="0" animBg="1"/>
      <p:bldP spid="119" grpId="0" bldLvl="0" animBg="1"/>
      <p:bldP spid="125" grpId="0" bldLvl="0" animBg="1"/>
      <p:bldP spid="126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4991225" y="4222362"/>
            <a:ext cx="1620000" cy="54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Of course it can be deep …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5024217" y="8441586"/>
            <a:ext cx="1620000" cy="540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" name="矩形 5"/>
          <p:cNvSpPr/>
          <p:nvPr/>
        </p:nvSpPr>
        <p:spPr>
          <a:xfrm>
            <a:off x="5056482" y="7175076"/>
            <a:ext cx="1620000" cy="54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" name="矩形 6"/>
          <p:cNvSpPr/>
          <p:nvPr/>
        </p:nvSpPr>
        <p:spPr>
          <a:xfrm>
            <a:off x="8449061" y="8450982"/>
            <a:ext cx="1620000" cy="540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" name="矩形 7"/>
          <p:cNvSpPr/>
          <p:nvPr/>
        </p:nvSpPr>
        <p:spPr>
          <a:xfrm>
            <a:off x="8424198" y="7175076"/>
            <a:ext cx="1620000" cy="54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" name="向上箭號 8"/>
          <p:cNvSpPr/>
          <p:nvPr/>
        </p:nvSpPr>
        <p:spPr>
          <a:xfrm>
            <a:off x="5544210" y="7777586"/>
            <a:ext cx="580016" cy="648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" name="向上箭號 9"/>
          <p:cNvSpPr/>
          <p:nvPr/>
        </p:nvSpPr>
        <p:spPr>
          <a:xfrm>
            <a:off x="8950689" y="7784454"/>
            <a:ext cx="580016" cy="648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" name="向右箭號 10"/>
          <p:cNvSpPr/>
          <p:nvPr/>
        </p:nvSpPr>
        <p:spPr>
          <a:xfrm>
            <a:off x="3574803" y="7165875"/>
            <a:ext cx="1350000" cy="64810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" name="向右箭號 11"/>
          <p:cNvSpPr/>
          <p:nvPr/>
        </p:nvSpPr>
        <p:spPr>
          <a:xfrm>
            <a:off x="6916193" y="7175024"/>
            <a:ext cx="1350000" cy="64810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文字方塊 12"/>
          <p:cNvSpPr txBox="1"/>
          <p:nvPr/>
        </p:nvSpPr>
        <p:spPr>
          <a:xfrm>
            <a:off x="2351313" y="6999683"/>
            <a:ext cx="133615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0000FF"/>
                </a:solidFill>
              </a:rPr>
              <a:t>……</a:t>
            </a:r>
            <a:endParaRPr lang="zh-TW" altLang="en-US" sz="4200" baseline="-25000" dirty="0">
              <a:solidFill>
                <a:srgbClr val="0000FF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14757792" y="6952819"/>
            <a:ext cx="133615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0000FF"/>
                </a:solidFill>
              </a:rPr>
              <a:t>……</a:t>
            </a:r>
            <a:endParaRPr lang="zh-TW" altLang="en-US" sz="4200" baseline="-25000" dirty="0">
              <a:solidFill>
                <a:srgbClr val="0000FF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1845352" y="8450982"/>
            <a:ext cx="1620000" cy="540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" name="矩形 15"/>
          <p:cNvSpPr/>
          <p:nvPr/>
        </p:nvSpPr>
        <p:spPr>
          <a:xfrm>
            <a:off x="11820489" y="7175076"/>
            <a:ext cx="1620000" cy="54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7" name="向上箭號 16"/>
          <p:cNvSpPr/>
          <p:nvPr/>
        </p:nvSpPr>
        <p:spPr>
          <a:xfrm>
            <a:off x="12346980" y="7784454"/>
            <a:ext cx="580016" cy="648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8" name="向右箭號 17"/>
          <p:cNvSpPr/>
          <p:nvPr/>
        </p:nvSpPr>
        <p:spPr>
          <a:xfrm>
            <a:off x="10312484" y="7175024"/>
            <a:ext cx="1350000" cy="64810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9" name="向右箭號 18"/>
          <p:cNvSpPr/>
          <p:nvPr/>
        </p:nvSpPr>
        <p:spPr>
          <a:xfrm>
            <a:off x="13523178" y="7165875"/>
            <a:ext cx="1350000" cy="64810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0" name="文字方塊 19"/>
          <p:cNvSpPr txBox="1"/>
          <p:nvPr/>
        </p:nvSpPr>
        <p:spPr>
          <a:xfrm>
            <a:off x="5190996" y="8363407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/>
              <a:t>x</a:t>
            </a:r>
            <a:r>
              <a:rPr lang="en-US" altLang="zh-TW" sz="3600" baseline="30000" dirty="0" err="1"/>
              <a:t>t</a:t>
            </a:r>
            <a:endParaRPr lang="zh-TW" altLang="en-US" sz="3600" baseline="300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8632832" y="8385180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t+1</a:t>
            </a:r>
            <a:endParaRPr lang="zh-TW" altLang="en-US" sz="3600" baseline="300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12074667" y="8381034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t+2</a:t>
            </a:r>
            <a:endParaRPr lang="zh-TW" altLang="en-US" sz="3600" baseline="30000" dirty="0"/>
          </a:p>
        </p:txBody>
      </p:sp>
      <p:sp>
        <p:nvSpPr>
          <p:cNvPr id="23" name="矩形 22"/>
          <p:cNvSpPr/>
          <p:nvPr/>
        </p:nvSpPr>
        <p:spPr>
          <a:xfrm>
            <a:off x="5024217" y="5799674"/>
            <a:ext cx="1620000" cy="54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4" name="向上箭號 23"/>
          <p:cNvSpPr/>
          <p:nvPr/>
        </p:nvSpPr>
        <p:spPr>
          <a:xfrm>
            <a:off x="5511945" y="6402183"/>
            <a:ext cx="580016" cy="648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5" name="向右箭號 24"/>
          <p:cNvSpPr/>
          <p:nvPr/>
        </p:nvSpPr>
        <p:spPr>
          <a:xfrm>
            <a:off x="3542538" y="5790473"/>
            <a:ext cx="1350000" cy="64810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6" name="文字方塊 25"/>
          <p:cNvSpPr txBox="1"/>
          <p:nvPr/>
        </p:nvSpPr>
        <p:spPr>
          <a:xfrm>
            <a:off x="2319048" y="5624280"/>
            <a:ext cx="133615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0000FF"/>
                </a:solidFill>
              </a:rPr>
              <a:t>……</a:t>
            </a:r>
            <a:endParaRPr lang="zh-TW" altLang="en-US" sz="4200" baseline="-25000" dirty="0">
              <a:solidFill>
                <a:srgbClr val="0000FF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 rot="5400000">
            <a:off x="5268546" y="4892919"/>
            <a:ext cx="1336158" cy="73723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chemeClr val="accent4"/>
                </a:solidFill>
              </a:rPr>
              <a:t>……</a:t>
            </a:r>
            <a:endParaRPr lang="zh-TW" altLang="en-US" sz="4200" baseline="-25000" dirty="0">
              <a:solidFill>
                <a:schemeClr val="accent4"/>
              </a:solidFill>
            </a:endParaRPr>
          </a:p>
        </p:txBody>
      </p:sp>
      <p:sp>
        <p:nvSpPr>
          <p:cNvPr id="28" name="向上箭號 27"/>
          <p:cNvSpPr/>
          <p:nvPr/>
        </p:nvSpPr>
        <p:spPr>
          <a:xfrm>
            <a:off x="5511944" y="3494900"/>
            <a:ext cx="580016" cy="648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9" name="矩形 28"/>
          <p:cNvSpPr/>
          <p:nvPr/>
        </p:nvSpPr>
        <p:spPr>
          <a:xfrm>
            <a:off x="4991951" y="2892453"/>
            <a:ext cx="1620000" cy="540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0" name="文字方塊 29"/>
          <p:cNvSpPr txBox="1"/>
          <p:nvPr/>
        </p:nvSpPr>
        <p:spPr>
          <a:xfrm>
            <a:off x="5153538" y="2816172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/>
              <a:t>y</a:t>
            </a:r>
            <a:r>
              <a:rPr lang="en-US" altLang="zh-TW" sz="3600" baseline="30000" dirty="0" err="1"/>
              <a:t>t</a:t>
            </a:r>
            <a:endParaRPr lang="zh-TW" altLang="en-US" sz="3600" baseline="30000" dirty="0"/>
          </a:p>
        </p:txBody>
      </p:sp>
      <p:sp>
        <p:nvSpPr>
          <p:cNvPr id="32" name="向右箭號 31"/>
          <p:cNvSpPr/>
          <p:nvPr/>
        </p:nvSpPr>
        <p:spPr>
          <a:xfrm>
            <a:off x="3509546" y="4213161"/>
            <a:ext cx="1350000" cy="64810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3" name="文字方塊 32"/>
          <p:cNvSpPr txBox="1"/>
          <p:nvPr/>
        </p:nvSpPr>
        <p:spPr>
          <a:xfrm>
            <a:off x="2286055" y="4046969"/>
            <a:ext cx="133615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0000FF"/>
                </a:solidFill>
              </a:rPr>
              <a:t>……</a:t>
            </a:r>
            <a:endParaRPr lang="zh-TW" altLang="en-US" sz="4200" baseline="-25000" dirty="0">
              <a:solidFill>
                <a:srgbClr val="0000FF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8397026" y="4213161"/>
            <a:ext cx="1620000" cy="54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5" name="矩形 34"/>
          <p:cNvSpPr/>
          <p:nvPr/>
        </p:nvSpPr>
        <p:spPr>
          <a:xfrm>
            <a:off x="8430018" y="5790473"/>
            <a:ext cx="1620000" cy="54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6" name="向上箭號 35"/>
          <p:cNvSpPr/>
          <p:nvPr/>
        </p:nvSpPr>
        <p:spPr>
          <a:xfrm>
            <a:off x="8917746" y="6392982"/>
            <a:ext cx="580016" cy="648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7" name="向右箭號 36"/>
          <p:cNvSpPr/>
          <p:nvPr/>
        </p:nvSpPr>
        <p:spPr>
          <a:xfrm>
            <a:off x="6948339" y="5781272"/>
            <a:ext cx="1350000" cy="64810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8" name="文字方塊 37"/>
          <p:cNvSpPr txBox="1"/>
          <p:nvPr/>
        </p:nvSpPr>
        <p:spPr>
          <a:xfrm rot="5400000">
            <a:off x="8674347" y="4883718"/>
            <a:ext cx="1336158" cy="73723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chemeClr val="accent4"/>
                </a:solidFill>
              </a:rPr>
              <a:t>……</a:t>
            </a:r>
            <a:endParaRPr lang="zh-TW" altLang="en-US" sz="4200" baseline="-25000" dirty="0">
              <a:solidFill>
                <a:schemeClr val="accent4"/>
              </a:solidFill>
            </a:endParaRPr>
          </a:p>
        </p:txBody>
      </p:sp>
      <p:sp>
        <p:nvSpPr>
          <p:cNvPr id="39" name="向上箭號 38"/>
          <p:cNvSpPr/>
          <p:nvPr/>
        </p:nvSpPr>
        <p:spPr>
          <a:xfrm>
            <a:off x="8917745" y="3485699"/>
            <a:ext cx="580016" cy="648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0" name="矩形 39"/>
          <p:cNvSpPr/>
          <p:nvPr/>
        </p:nvSpPr>
        <p:spPr>
          <a:xfrm>
            <a:off x="8397752" y="2883252"/>
            <a:ext cx="1620000" cy="540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1" name="文字方塊 40"/>
          <p:cNvSpPr txBox="1"/>
          <p:nvPr/>
        </p:nvSpPr>
        <p:spPr>
          <a:xfrm>
            <a:off x="8559339" y="2806971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30000" dirty="0"/>
              <a:t>t+1</a:t>
            </a:r>
            <a:endParaRPr lang="zh-TW" altLang="en-US" sz="3600" baseline="30000" dirty="0"/>
          </a:p>
        </p:txBody>
      </p:sp>
      <p:sp>
        <p:nvSpPr>
          <p:cNvPr id="42" name="向右箭號 41"/>
          <p:cNvSpPr/>
          <p:nvPr/>
        </p:nvSpPr>
        <p:spPr>
          <a:xfrm>
            <a:off x="6915347" y="4203960"/>
            <a:ext cx="1350000" cy="64810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3" name="矩形 42"/>
          <p:cNvSpPr/>
          <p:nvPr/>
        </p:nvSpPr>
        <p:spPr>
          <a:xfrm>
            <a:off x="11740566" y="4203960"/>
            <a:ext cx="1620000" cy="54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4" name="矩形 43"/>
          <p:cNvSpPr/>
          <p:nvPr/>
        </p:nvSpPr>
        <p:spPr>
          <a:xfrm>
            <a:off x="11773559" y="5781272"/>
            <a:ext cx="1620000" cy="54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5" name="向上箭號 44"/>
          <p:cNvSpPr/>
          <p:nvPr/>
        </p:nvSpPr>
        <p:spPr>
          <a:xfrm>
            <a:off x="12261287" y="6383781"/>
            <a:ext cx="580016" cy="648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6" name="向右箭號 45"/>
          <p:cNvSpPr/>
          <p:nvPr/>
        </p:nvSpPr>
        <p:spPr>
          <a:xfrm>
            <a:off x="10291880" y="5772071"/>
            <a:ext cx="1350000" cy="64810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7" name="文字方塊 46"/>
          <p:cNvSpPr txBox="1"/>
          <p:nvPr/>
        </p:nvSpPr>
        <p:spPr>
          <a:xfrm rot="5400000">
            <a:off x="12017887" y="4874517"/>
            <a:ext cx="1336158" cy="73723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chemeClr val="accent4"/>
                </a:solidFill>
              </a:rPr>
              <a:t>……</a:t>
            </a:r>
            <a:endParaRPr lang="zh-TW" altLang="en-US" sz="4200" baseline="-25000" dirty="0">
              <a:solidFill>
                <a:schemeClr val="accent4"/>
              </a:solidFill>
            </a:endParaRPr>
          </a:p>
        </p:txBody>
      </p:sp>
      <p:sp>
        <p:nvSpPr>
          <p:cNvPr id="48" name="向上箭號 47"/>
          <p:cNvSpPr/>
          <p:nvPr/>
        </p:nvSpPr>
        <p:spPr>
          <a:xfrm>
            <a:off x="12261285" y="3476498"/>
            <a:ext cx="580016" cy="648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9" name="矩形 48"/>
          <p:cNvSpPr/>
          <p:nvPr/>
        </p:nvSpPr>
        <p:spPr>
          <a:xfrm>
            <a:off x="11741292" y="2874051"/>
            <a:ext cx="1620000" cy="540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0" name="文字方塊 49"/>
          <p:cNvSpPr txBox="1"/>
          <p:nvPr/>
        </p:nvSpPr>
        <p:spPr>
          <a:xfrm>
            <a:off x="11902880" y="2797770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30000" dirty="0"/>
              <a:t>t+2</a:t>
            </a:r>
            <a:endParaRPr lang="zh-TW" altLang="en-US" sz="3600" baseline="30000" dirty="0"/>
          </a:p>
        </p:txBody>
      </p:sp>
      <p:sp>
        <p:nvSpPr>
          <p:cNvPr id="51" name="向右箭號 50"/>
          <p:cNvSpPr/>
          <p:nvPr/>
        </p:nvSpPr>
        <p:spPr>
          <a:xfrm>
            <a:off x="10258887" y="4194759"/>
            <a:ext cx="1350000" cy="64810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2" name="文字方塊 51"/>
          <p:cNvSpPr txBox="1"/>
          <p:nvPr/>
        </p:nvSpPr>
        <p:spPr>
          <a:xfrm>
            <a:off x="14726568" y="5522625"/>
            <a:ext cx="133615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0000FF"/>
                </a:solidFill>
              </a:rPr>
              <a:t>……</a:t>
            </a:r>
            <a:endParaRPr lang="zh-TW" altLang="en-US" sz="4200" baseline="-25000" dirty="0">
              <a:solidFill>
                <a:srgbClr val="0000FF"/>
              </a:solidFill>
            </a:endParaRPr>
          </a:p>
        </p:txBody>
      </p:sp>
      <p:sp>
        <p:nvSpPr>
          <p:cNvPr id="53" name="向右箭號 52"/>
          <p:cNvSpPr/>
          <p:nvPr/>
        </p:nvSpPr>
        <p:spPr>
          <a:xfrm>
            <a:off x="13491954" y="5735681"/>
            <a:ext cx="1350000" cy="64810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4" name="文字方塊 53"/>
          <p:cNvSpPr txBox="1"/>
          <p:nvPr/>
        </p:nvSpPr>
        <p:spPr>
          <a:xfrm>
            <a:off x="14757792" y="3946373"/>
            <a:ext cx="133615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0000FF"/>
                </a:solidFill>
              </a:rPr>
              <a:t>……</a:t>
            </a:r>
            <a:endParaRPr lang="zh-TW" altLang="en-US" sz="4200" baseline="-25000" dirty="0">
              <a:solidFill>
                <a:srgbClr val="0000FF"/>
              </a:solidFill>
            </a:endParaRPr>
          </a:p>
        </p:txBody>
      </p:sp>
      <p:sp>
        <p:nvSpPr>
          <p:cNvPr id="55" name="向右箭號 54"/>
          <p:cNvSpPr/>
          <p:nvPr/>
        </p:nvSpPr>
        <p:spPr>
          <a:xfrm>
            <a:off x="13523178" y="4159428"/>
            <a:ext cx="1350000" cy="64810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ldLvl="0" animBg="1"/>
      <p:bldP spid="5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/>
      <p:bldP spid="14" grpId="0"/>
      <p:bldP spid="15" grpId="0" bldLvl="0" animBg="1"/>
      <p:bldP spid="16" grpId="0" bldLvl="0" animBg="1"/>
      <p:bldP spid="17" grpId="0" bldLvl="0" animBg="1"/>
      <p:bldP spid="18" grpId="0" bldLvl="0" animBg="1"/>
      <p:bldP spid="19" grpId="0" bldLvl="0" animBg="1"/>
      <p:bldP spid="20" grpId="0"/>
      <p:bldP spid="21" grpId="0"/>
      <p:bldP spid="22" grpId="0"/>
      <p:bldP spid="23" grpId="0" bldLvl="0" animBg="1"/>
      <p:bldP spid="24" grpId="0" bldLvl="0" animBg="1"/>
      <p:bldP spid="25" grpId="0" bldLvl="0" animBg="1"/>
      <p:bldP spid="26" grpId="0"/>
      <p:bldP spid="27" grpId="0"/>
      <p:bldP spid="28" grpId="0" bldLvl="0" animBg="1"/>
      <p:bldP spid="29" grpId="0" bldLvl="0" animBg="1"/>
      <p:bldP spid="30" grpId="0"/>
      <p:bldP spid="32" grpId="0" bldLvl="0" animBg="1"/>
      <p:bldP spid="33" grpId="0"/>
      <p:bldP spid="34" grpId="0" bldLvl="0" animBg="1"/>
      <p:bldP spid="35" grpId="0" bldLvl="0" animBg="1"/>
      <p:bldP spid="36" grpId="0" bldLvl="0" animBg="1"/>
      <p:bldP spid="37" grpId="0" bldLvl="0" animBg="1"/>
      <p:bldP spid="38" grpId="0"/>
      <p:bldP spid="39" grpId="0" bldLvl="0" animBg="1"/>
      <p:bldP spid="40" grpId="0" bldLvl="0" animBg="1"/>
      <p:bldP spid="41" grpId="0"/>
      <p:bldP spid="42" grpId="0" bldLvl="0" animBg="1"/>
      <p:bldP spid="43" grpId="0" bldLvl="0" animBg="1"/>
      <p:bldP spid="44" grpId="0" bldLvl="0" animBg="1"/>
      <p:bldP spid="45" grpId="0" bldLvl="0" animBg="1"/>
      <p:bldP spid="46" grpId="0" bldLvl="0" animBg="1"/>
      <p:bldP spid="47" grpId="0"/>
      <p:bldP spid="48" grpId="0" bldLvl="0" animBg="1"/>
      <p:bldP spid="49" grpId="0" bldLvl="0" animBg="1"/>
      <p:bldP spid="50" grpId="0"/>
      <p:bldP spid="51" grpId="0" bldLvl="0" animBg="1"/>
      <p:bldP spid="52" grpId="0"/>
      <p:bldP spid="53" grpId="0" bldLvl="0" animBg="1"/>
      <p:bldP spid="54" grpId="0"/>
      <p:bldP spid="55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Elman Network &amp; Jordan Network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3764414" y="7987428"/>
            <a:ext cx="1620000" cy="64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" name="矩形 9"/>
          <p:cNvSpPr/>
          <p:nvPr/>
        </p:nvSpPr>
        <p:spPr>
          <a:xfrm>
            <a:off x="3792987" y="6316871"/>
            <a:ext cx="1620000" cy="648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" name="矩形 10"/>
          <p:cNvSpPr/>
          <p:nvPr/>
        </p:nvSpPr>
        <p:spPr>
          <a:xfrm>
            <a:off x="3827417" y="4635086"/>
            <a:ext cx="1620000" cy="64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" name="矩形 11"/>
          <p:cNvSpPr/>
          <p:nvPr/>
        </p:nvSpPr>
        <p:spPr>
          <a:xfrm>
            <a:off x="6497618" y="7986344"/>
            <a:ext cx="1620000" cy="64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矩形 12"/>
          <p:cNvSpPr/>
          <p:nvPr/>
        </p:nvSpPr>
        <p:spPr>
          <a:xfrm>
            <a:off x="6526191" y="6315786"/>
            <a:ext cx="1620000" cy="648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" name="矩形 13"/>
          <p:cNvSpPr/>
          <p:nvPr/>
        </p:nvSpPr>
        <p:spPr>
          <a:xfrm>
            <a:off x="6560621" y="4634001"/>
            <a:ext cx="1620000" cy="64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8" name="文字方塊 17"/>
          <p:cNvSpPr txBox="1"/>
          <p:nvPr/>
        </p:nvSpPr>
        <p:spPr>
          <a:xfrm>
            <a:off x="3922308" y="7987428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/>
              <a:t>x</a:t>
            </a:r>
            <a:r>
              <a:rPr lang="en-US" altLang="zh-TW" sz="3600" baseline="30000" dirty="0" err="1"/>
              <a:t>t</a:t>
            </a:r>
            <a:endParaRPr lang="zh-TW" altLang="en-US" sz="3600" baseline="300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6689942" y="7971741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t+1</a:t>
            </a:r>
            <a:endParaRPr lang="zh-TW" altLang="en-US" sz="3600" baseline="300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3956737" y="3924722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/>
              <a:t>y</a:t>
            </a:r>
            <a:r>
              <a:rPr lang="en-US" altLang="zh-TW" sz="3600" baseline="30000" dirty="0" err="1"/>
              <a:t>t</a:t>
            </a:r>
            <a:endParaRPr lang="zh-TW" altLang="en-US" sz="3600" baseline="300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6689942" y="3970457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30000" dirty="0"/>
              <a:t>t+1</a:t>
            </a:r>
            <a:endParaRPr lang="zh-TW" altLang="en-US" sz="3600" baseline="30000" dirty="0"/>
          </a:p>
        </p:txBody>
      </p:sp>
      <p:sp>
        <p:nvSpPr>
          <p:cNvPr id="23" name="向上箭號 22"/>
          <p:cNvSpPr/>
          <p:nvPr/>
        </p:nvSpPr>
        <p:spPr>
          <a:xfrm>
            <a:off x="4318091" y="7072350"/>
            <a:ext cx="580016" cy="869115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4" name="向上箭號 23"/>
          <p:cNvSpPr/>
          <p:nvPr/>
        </p:nvSpPr>
        <p:spPr>
          <a:xfrm>
            <a:off x="4318092" y="5356974"/>
            <a:ext cx="580016" cy="86911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5" name="向上箭號 24"/>
          <p:cNvSpPr/>
          <p:nvPr/>
        </p:nvSpPr>
        <p:spPr>
          <a:xfrm>
            <a:off x="7052682" y="7068039"/>
            <a:ext cx="580016" cy="869115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6" name="向上箭號 25"/>
          <p:cNvSpPr/>
          <p:nvPr/>
        </p:nvSpPr>
        <p:spPr>
          <a:xfrm>
            <a:off x="7052684" y="5352663"/>
            <a:ext cx="580016" cy="86911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8" name="向右箭號 27"/>
          <p:cNvSpPr/>
          <p:nvPr/>
        </p:nvSpPr>
        <p:spPr>
          <a:xfrm>
            <a:off x="5562465" y="6315734"/>
            <a:ext cx="854484" cy="64810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3" name="文字方塊 32"/>
          <p:cNvSpPr txBox="1"/>
          <p:nvPr/>
        </p:nvSpPr>
        <p:spPr>
          <a:xfrm>
            <a:off x="2685900" y="6088511"/>
            <a:ext cx="133615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0000FF"/>
                </a:solidFill>
              </a:rPr>
              <a:t>……</a:t>
            </a:r>
            <a:endParaRPr lang="zh-TW" altLang="en-US" sz="4200" baseline="-25000" dirty="0">
              <a:solidFill>
                <a:srgbClr val="0000FF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5433461" y="6818151"/>
            <a:ext cx="9630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/>
              <a:t>W</a:t>
            </a:r>
            <a:r>
              <a:rPr lang="en-US" altLang="zh-TW" sz="3600" baseline="30000" dirty="0" err="1"/>
              <a:t>h</a:t>
            </a:r>
            <a:endParaRPr lang="zh-TW" altLang="en-US" sz="3600" baseline="30000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4622625" y="7265601"/>
            <a:ext cx="9630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30000" dirty="0"/>
              <a:t>i</a:t>
            </a:r>
            <a:endParaRPr lang="zh-TW" altLang="en-US" sz="3600" baseline="300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4682642" y="5484873"/>
            <a:ext cx="94682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30000" dirty="0"/>
              <a:t>o</a:t>
            </a:r>
            <a:endParaRPr lang="zh-TW" altLang="en-US" sz="3600" baseline="30000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7394883" y="7292454"/>
            <a:ext cx="9630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30000" dirty="0"/>
              <a:t>i</a:t>
            </a:r>
            <a:endParaRPr lang="zh-TW" altLang="en-US" sz="3600" baseline="300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7454900" y="5511726"/>
            <a:ext cx="94682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30000" dirty="0"/>
              <a:t>o</a:t>
            </a:r>
            <a:endParaRPr lang="zh-TW" altLang="en-US" sz="3600" baseline="30000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7880502" y="6068723"/>
            <a:ext cx="133615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0000FF"/>
                </a:solidFill>
              </a:rPr>
              <a:t>……</a:t>
            </a:r>
            <a:endParaRPr lang="zh-TW" altLang="en-US" sz="4200" baseline="-25000" dirty="0">
              <a:solidFill>
                <a:srgbClr val="0000FF"/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0064099" y="7978868"/>
            <a:ext cx="1620000" cy="64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2" name="矩形 41"/>
          <p:cNvSpPr/>
          <p:nvPr/>
        </p:nvSpPr>
        <p:spPr>
          <a:xfrm>
            <a:off x="10092672" y="6308310"/>
            <a:ext cx="1620000" cy="648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3" name="矩形 42"/>
          <p:cNvSpPr/>
          <p:nvPr/>
        </p:nvSpPr>
        <p:spPr>
          <a:xfrm>
            <a:off x="10127102" y="4626525"/>
            <a:ext cx="1620000" cy="64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4" name="矩形 43"/>
          <p:cNvSpPr/>
          <p:nvPr/>
        </p:nvSpPr>
        <p:spPr>
          <a:xfrm>
            <a:off x="12797303" y="7977783"/>
            <a:ext cx="1620000" cy="64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5" name="矩形 44"/>
          <p:cNvSpPr/>
          <p:nvPr/>
        </p:nvSpPr>
        <p:spPr>
          <a:xfrm>
            <a:off x="12825876" y="6307226"/>
            <a:ext cx="1620000" cy="648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6" name="矩形 45"/>
          <p:cNvSpPr/>
          <p:nvPr/>
        </p:nvSpPr>
        <p:spPr>
          <a:xfrm>
            <a:off x="12860306" y="4625441"/>
            <a:ext cx="1620000" cy="64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7" name="文字方塊 46"/>
          <p:cNvSpPr txBox="1"/>
          <p:nvPr/>
        </p:nvSpPr>
        <p:spPr>
          <a:xfrm>
            <a:off x="10221993" y="7978868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/>
              <a:t>x</a:t>
            </a:r>
            <a:r>
              <a:rPr lang="en-US" altLang="zh-TW" sz="3600" baseline="30000" dirty="0" err="1"/>
              <a:t>t</a:t>
            </a:r>
            <a:endParaRPr lang="zh-TW" altLang="en-US" sz="3600" baseline="30000" dirty="0"/>
          </a:p>
        </p:txBody>
      </p:sp>
      <p:sp>
        <p:nvSpPr>
          <p:cNvPr id="48" name="文字方塊 47"/>
          <p:cNvSpPr txBox="1"/>
          <p:nvPr/>
        </p:nvSpPr>
        <p:spPr>
          <a:xfrm>
            <a:off x="12989627" y="7963181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t+1</a:t>
            </a:r>
            <a:endParaRPr lang="zh-TW" altLang="en-US" sz="3600" baseline="3000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10256422" y="3916161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/>
              <a:t>y</a:t>
            </a:r>
            <a:r>
              <a:rPr lang="en-US" altLang="zh-TW" sz="3600" baseline="30000" dirty="0" err="1"/>
              <a:t>t</a:t>
            </a:r>
            <a:endParaRPr lang="zh-TW" altLang="en-US" sz="3600" baseline="30000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12989627" y="3961896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30000" dirty="0"/>
              <a:t>t+1</a:t>
            </a:r>
            <a:endParaRPr lang="zh-TW" altLang="en-US" sz="3600" baseline="30000" dirty="0"/>
          </a:p>
        </p:txBody>
      </p:sp>
      <p:sp>
        <p:nvSpPr>
          <p:cNvPr id="51" name="向上箭號 50"/>
          <p:cNvSpPr/>
          <p:nvPr/>
        </p:nvSpPr>
        <p:spPr>
          <a:xfrm>
            <a:off x="10617776" y="7063790"/>
            <a:ext cx="580016" cy="869115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2" name="向上箭號 51"/>
          <p:cNvSpPr/>
          <p:nvPr/>
        </p:nvSpPr>
        <p:spPr>
          <a:xfrm>
            <a:off x="10617777" y="5348414"/>
            <a:ext cx="580016" cy="86911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3" name="向上箭號 52"/>
          <p:cNvSpPr/>
          <p:nvPr/>
        </p:nvSpPr>
        <p:spPr>
          <a:xfrm>
            <a:off x="13352367" y="7059479"/>
            <a:ext cx="580016" cy="869115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4" name="向上箭號 53"/>
          <p:cNvSpPr/>
          <p:nvPr/>
        </p:nvSpPr>
        <p:spPr>
          <a:xfrm>
            <a:off x="13352369" y="5344103"/>
            <a:ext cx="580016" cy="86911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5" name="向右箭號 54"/>
          <p:cNvSpPr/>
          <p:nvPr/>
        </p:nvSpPr>
        <p:spPr>
          <a:xfrm rot="3381697">
            <a:off x="11287716" y="5388287"/>
            <a:ext cx="1971540" cy="64810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6" name="文字方塊 55"/>
          <p:cNvSpPr txBox="1"/>
          <p:nvPr/>
        </p:nvSpPr>
        <p:spPr>
          <a:xfrm>
            <a:off x="8985585" y="6079950"/>
            <a:ext cx="133615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0000FF"/>
                </a:solidFill>
              </a:rPr>
              <a:t>……</a:t>
            </a:r>
            <a:endParaRPr lang="zh-TW" altLang="en-US" sz="4200" baseline="-25000" dirty="0">
              <a:solidFill>
                <a:srgbClr val="0000FF"/>
              </a:solidFill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12101838" y="5091527"/>
            <a:ext cx="9630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/>
              <a:t>W</a:t>
            </a:r>
            <a:r>
              <a:rPr lang="en-US" altLang="zh-TW" sz="3600" baseline="30000" dirty="0" err="1"/>
              <a:t>h</a:t>
            </a:r>
            <a:endParaRPr lang="zh-TW" altLang="en-US" sz="3600" baseline="300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10922310" y="7257041"/>
            <a:ext cx="9630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30000" dirty="0"/>
              <a:t>i</a:t>
            </a:r>
            <a:endParaRPr lang="zh-TW" altLang="en-US" sz="3600" baseline="300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0982326" y="5476313"/>
            <a:ext cx="94682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30000" dirty="0"/>
              <a:t>o</a:t>
            </a:r>
            <a:endParaRPr lang="zh-TW" altLang="en-US" sz="3600" baseline="30000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13694568" y="7283894"/>
            <a:ext cx="9630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30000" dirty="0"/>
              <a:t>i</a:t>
            </a:r>
            <a:endParaRPr lang="zh-TW" altLang="en-US" sz="3600" baseline="300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13754585" y="5503166"/>
            <a:ext cx="94682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30000" dirty="0"/>
              <a:t>o</a:t>
            </a:r>
            <a:endParaRPr lang="zh-TW" altLang="en-US" sz="3600" baseline="30000" dirty="0"/>
          </a:p>
        </p:txBody>
      </p:sp>
      <p:sp>
        <p:nvSpPr>
          <p:cNvPr id="62" name="文字方塊 61"/>
          <p:cNvSpPr txBox="1"/>
          <p:nvPr/>
        </p:nvSpPr>
        <p:spPr>
          <a:xfrm>
            <a:off x="14180187" y="6060162"/>
            <a:ext cx="133615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0000FF"/>
                </a:solidFill>
              </a:rPr>
              <a:t>……</a:t>
            </a:r>
            <a:endParaRPr lang="zh-TW" altLang="en-US" sz="4200" baseline="-25000" dirty="0">
              <a:solidFill>
                <a:srgbClr val="0000FF"/>
              </a:solidFill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3853180" y="3112956"/>
            <a:ext cx="443940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b="1" i="1" u="sng" dirty="0"/>
              <a:t>Elman Network</a:t>
            </a:r>
            <a:endParaRPr lang="zh-TW" altLang="en-US" sz="4200" b="1" i="1" u="sng" dirty="0"/>
          </a:p>
        </p:txBody>
      </p:sp>
      <p:sp>
        <p:nvSpPr>
          <p:cNvPr id="64" name="文字方塊 63"/>
          <p:cNvSpPr txBox="1"/>
          <p:nvPr/>
        </p:nvSpPr>
        <p:spPr>
          <a:xfrm>
            <a:off x="10082262" y="3058253"/>
            <a:ext cx="443940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b="1" i="1" u="sng" dirty="0"/>
              <a:t>Jordan Network</a:t>
            </a:r>
            <a:endParaRPr lang="zh-TW" altLang="en-US" sz="4200" b="1" i="1" u="sng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8" grpId="0"/>
      <p:bldP spid="19" grpId="0"/>
      <p:bldP spid="21" grpId="0"/>
      <p:bldP spid="22" grpId="0"/>
      <p:bldP spid="23" grpId="0" bldLvl="0" animBg="1"/>
      <p:bldP spid="24" grpId="0" bldLvl="0" animBg="1"/>
      <p:bldP spid="25" grpId="0" bldLvl="0" animBg="1"/>
      <p:bldP spid="26" grpId="0" bldLvl="0" animBg="1"/>
      <p:bldP spid="28" grpId="0" bldLvl="0" animBg="1"/>
      <p:bldP spid="33" grpId="0"/>
      <p:bldP spid="35" grpId="0"/>
      <p:bldP spid="36" grpId="0"/>
      <p:bldP spid="37" grpId="0"/>
      <p:bldP spid="38" grpId="0"/>
      <p:bldP spid="39" grpId="0"/>
      <p:bldP spid="40" grpId="0"/>
      <p:bldP spid="41" grpId="0" bldLvl="0" animBg="1"/>
      <p:bldP spid="42" grpId="0" bldLvl="0" animBg="1"/>
      <p:bldP spid="43" grpId="0" bldLvl="0" animBg="1"/>
      <p:bldP spid="44" grpId="0" bldLvl="0" animBg="1"/>
      <p:bldP spid="45" grpId="0" bldLvl="0" animBg="1"/>
      <p:bldP spid="46" grpId="0" bldLvl="0" animBg="1"/>
      <p:bldP spid="47" grpId="0"/>
      <p:bldP spid="48" grpId="0"/>
      <p:bldP spid="49" grpId="0"/>
      <p:bldP spid="50" grpId="0"/>
      <p:bldP spid="51" grpId="0" bldLvl="0" animBg="1"/>
      <p:bldP spid="52" grpId="0" bldLvl="0" animBg="1"/>
      <p:bldP spid="53" grpId="0" bldLvl="0" animBg="1"/>
      <p:bldP spid="54" grpId="0" bldLvl="0" animBg="1"/>
      <p:bldP spid="55" grpId="0" bldLvl="0" animBg="1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 rot="5400000" flipH="1" flipV="1">
            <a:off x="6020133" y="5774942"/>
            <a:ext cx="1586688" cy="54167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5" name="矩形 54"/>
          <p:cNvSpPr/>
          <p:nvPr/>
        </p:nvSpPr>
        <p:spPr>
          <a:xfrm rot="5400000" flipH="1" flipV="1">
            <a:off x="9386279" y="5810036"/>
            <a:ext cx="1586688" cy="54167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8" name="矩形 57"/>
          <p:cNvSpPr/>
          <p:nvPr/>
        </p:nvSpPr>
        <p:spPr>
          <a:xfrm rot="5400000" flipH="1" flipV="1">
            <a:off x="12793715" y="5772225"/>
            <a:ext cx="1586688" cy="54167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Bidirectional RNN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9622772" y="5676819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30000" dirty="0"/>
              <a:t>t+1</a:t>
            </a:r>
            <a:endParaRPr lang="zh-TW" altLang="en-US" sz="3600" baseline="30000" dirty="0"/>
          </a:p>
        </p:txBody>
      </p:sp>
      <p:grpSp>
        <p:nvGrpSpPr>
          <p:cNvPr id="8" name="群組 7"/>
          <p:cNvGrpSpPr/>
          <p:nvPr/>
        </p:nvGrpSpPr>
        <p:grpSpPr>
          <a:xfrm>
            <a:off x="2237592" y="7037928"/>
            <a:ext cx="13742637" cy="2038163"/>
            <a:chOff x="-79576" y="5208739"/>
            <a:chExt cx="9161758" cy="1358775"/>
          </a:xfrm>
        </p:grpSpPr>
        <p:sp>
          <p:nvSpPr>
            <p:cNvPr id="9" name="矩形 8"/>
            <p:cNvSpPr/>
            <p:nvPr/>
          </p:nvSpPr>
          <p:spPr>
            <a:xfrm>
              <a:off x="1702360" y="6201250"/>
              <a:ext cx="1080000" cy="3600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0" name="矩形 9"/>
            <p:cNvSpPr/>
            <p:nvPr/>
          </p:nvSpPr>
          <p:spPr>
            <a:xfrm>
              <a:off x="1723870" y="5356910"/>
              <a:ext cx="1080000" cy="360000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1" name="矩形 10"/>
            <p:cNvSpPr/>
            <p:nvPr/>
          </p:nvSpPr>
          <p:spPr>
            <a:xfrm>
              <a:off x="3985589" y="6207514"/>
              <a:ext cx="1080000" cy="3600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2" name="矩形 11"/>
            <p:cNvSpPr/>
            <p:nvPr/>
          </p:nvSpPr>
          <p:spPr>
            <a:xfrm>
              <a:off x="3969014" y="5356910"/>
              <a:ext cx="1080000" cy="360000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3" name="向上箭號 12"/>
            <p:cNvSpPr/>
            <p:nvPr/>
          </p:nvSpPr>
          <p:spPr>
            <a:xfrm>
              <a:off x="2049022" y="5758583"/>
              <a:ext cx="386677" cy="432000"/>
            </a:xfrm>
            <a:prstGeom prst="up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4" name="向上箭號 13"/>
            <p:cNvSpPr/>
            <p:nvPr/>
          </p:nvSpPr>
          <p:spPr>
            <a:xfrm>
              <a:off x="4320008" y="5763162"/>
              <a:ext cx="386677" cy="432000"/>
            </a:xfrm>
            <a:prstGeom prst="up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5" name="向右箭號 14"/>
            <p:cNvSpPr/>
            <p:nvPr/>
          </p:nvSpPr>
          <p:spPr>
            <a:xfrm>
              <a:off x="736084" y="5350776"/>
              <a:ext cx="900000" cy="432067"/>
            </a:xfrm>
            <a:prstGeom prst="right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6" name="向右箭號 15"/>
            <p:cNvSpPr/>
            <p:nvPr/>
          </p:nvSpPr>
          <p:spPr>
            <a:xfrm>
              <a:off x="2963677" y="5356875"/>
              <a:ext cx="900000" cy="432067"/>
            </a:xfrm>
            <a:prstGeom prst="right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-79576" y="5239981"/>
              <a:ext cx="890772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4200" dirty="0">
                  <a:solidFill>
                    <a:srgbClr val="0000FF"/>
                  </a:solidFill>
                </a:rPr>
                <a:t>……</a:t>
              </a:r>
              <a:endParaRPr lang="zh-TW" altLang="en-US" sz="4200" baseline="-25000" dirty="0">
                <a:solidFill>
                  <a:srgbClr val="0000FF"/>
                </a:solidFill>
              </a:endParaRP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8191410" y="5208739"/>
              <a:ext cx="890772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4200" dirty="0">
                  <a:solidFill>
                    <a:srgbClr val="0000FF"/>
                  </a:solidFill>
                </a:rPr>
                <a:t>……</a:t>
              </a:r>
              <a:endParaRPr lang="zh-TW" altLang="en-US" sz="4200" baseline="-25000" dirty="0">
                <a:solidFill>
                  <a:srgbClr val="0000FF"/>
                </a:solidFill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6249783" y="6207514"/>
              <a:ext cx="1080000" cy="3600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0" name="矩形 19"/>
            <p:cNvSpPr/>
            <p:nvPr/>
          </p:nvSpPr>
          <p:spPr>
            <a:xfrm>
              <a:off x="6233208" y="5356910"/>
              <a:ext cx="1080000" cy="360000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1" name="向上箭號 20"/>
            <p:cNvSpPr/>
            <p:nvPr/>
          </p:nvSpPr>
          <p:spPr>
            <a:xfrm>
              <a:off x="6584202" y="5763162"/>
              <a:ext cx="386677" cy="432000"/>
            </a:xfrm>
            <a:prstGeom prst="up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2" name="向右箭號 21"/>
            <p:cNvSpPr/>
            <p:nvPr/>
          </p:nvSpPr>
          <p:spPr>
            <a:xfrm>
              <a:off x="5227871" y="5356875"/>
              <a:ext cx="900000" cy="432067"/>
            </a:xfrm>
            <a:prstGeom prst="right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3" name="向右箭號 22"/>
            <p:cNvSpPr/>
            <p:nvPr/>
          </p:nvSpPr>
          <p:spPr>
            <a:xfrm>
              <a:off x="7368334" y="5350776"/>
              <a:ext cx="900000" cy="432067"/>
            </a:xfrm>
            <a:prstGeom prst="right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grpSp>
        <p:nvGrpSpPr>
          <p:cNvPr id="24" name="群組 23"/>
          <p:cNvGrpSpPr/>
          <p:nvPr/>
        </p:nvGrpSpPr>
        <p:grpSpPr>
          <a:xfrm rot="10800000">
            <a:off x="2237592" y="2925668"/>
            <a:ext cx="13742637" cy="2038163"/>
            <a:chOff x="-79576" y="5208739"/>
            <a:chExt cx="9161758" cy="1358775"/>
          </a:xfrm>
        </p:grpSpPr>
        <p:sp>
          <p:nvSpPr>
            <p:cNvPr id="25" name="矩形 24"/>
            <p:cNvSpPr/>
            <p:nvPr/>
          </p:nvSpPr>
          <p:spPr>
            <a:xfrm>
              <a:off x="1702360" y="6201250"/>
              <a:ext cx="1080000" cy="3600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6" name="矩形 25"/>
            <p:cNvSpPr/>
            <p:nvPr/>
          </p:nvSpPr>
          <p:spPr>
            <a:xfrm>
              <a:off x="1723870" y="5356910"/>
              <a:ext cx="1080000" cy="360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7" name="矩形 26"/>
            <p:cNvSpPr/>
            <p:nvPr/>
          </p:nvSpPr>
          <p:spPr>
            <a:xfrm>
              <a:off x="3985589" y="6207514"/>
              <a:ext cx="1080000" cy="3600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8" name="矩形 27"/>
            <p:cNvSpPr/>
            <p:nvPr/>
          </p:nvSpPr>
          <p:spPr>
            <a:xfrm>
              <a:off x="3969014" y="5356910"/>
              <a:ext cx="1080000" cy="360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9" name="向上箭號 28"/>
            <p:cNvSpPr/>
            <p:nvPr/>
          </p:nvSpPr>
          <p:spPr>
            <a:xfrm>
              <a:off x="2049022" y="5758583"/>
              <a:ext cx="386677" cy="432000"/>
            </a:xfrm>
            <a:prstGeom prst="upArrow">
              <a:avLst/>
            </a:prstGeom>
            <a:solidFill>
              <a:srgbClr val="FFFF00"/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0" name="向上箭號 29"/>
            <p:cNvSpPr/>
            <p:nvPr/>
          </p:nvSpPr>
          <p:spPr>
            <a:xfrm>
              <a:off x="4320008" y="5763162"/>
              <a:ext cx="386677" cy="432000"/>
            </a:xfrm>
            <a:prstGeom prst="upArrow">
              <a:avLst/>
            </a:prstGeom>
            <a:solidFill>
              <a:srgbClr val="FFFF00"/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1" name="向右箭號 30"/>
            <p:cNvSpPr/>
            <p:nvPr/>
          </p:nvSpPr>
          <p:spPr>
            <a:xfrm>
              <a:off x="736084" y="5350776"/>
              <a:ext cx="900000" cy="432067"/>
            </a:xfrm>
            <a:prstGeom prst="rightArrow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2" name="向右箭號 31"/>
            <p:cNvSpPr/>
            <p:nvPr/>
          </p:nvSpPr>
          <p:spPr>
            <a:xfrm>
              <a:off x="2963677" y="5356875"/>
              <a:ext cx="900000" cy="432067"/>
            </a:xfrm>
            <a:prstGeom prst="rightArrow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3" name="文字方塊 32"/>
            <p:cNvSpPr txBox="1"/>
            <p:nvPr/>
          </p:nvSpPr>
          <p:spPr>
            <a:xfrm>
              <a:off x="-79576" y="5239981"/>
              <a:ext cx="890772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4200" dirty="0">
                  <a:solidFill>
                    <a:srgbClr val="0000FF"/>
                  </a:solidFill>
                </a:rPr>
                <a:t>……</a:t>
              </a:r>
              <a:endParaRPr lang="zh-TW" altLang="en-US" sz="4200" baseline="-25000" dirty="0">
                <a:solidFill>
                  <a:srgbClr val="0000FF"/>
                </a:solidFill>
              </a:endParaRPr>
            </a:p>
          </p:txBody>
        </p:sp>
        <p:sp>
          <p:nvSpPr>
            <p:cNvPr id="34" name="文字方塊 33"/>
            <p:cNvSpPr txBox="1"/>
            <p:nvPr/>
          </p:nvSpPr>
          <p:spPr>
            <a:xfrm>
              <a:off x="8191410" y="5208739"/>
              <a:ext cx="890772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4200" dirty="0">
                  <a:solidFill>
                    <a:srgbClr val="0000FF"/>
                  </a:solidFill>
                </a:rPr>
                <a:t>……</a:t>
              </a:r>
              <a:endParaRPr lang="zh-TW" altLang="en-US" sz="4200" baseline="-25000" dirty="0">
                <a:solidFill>
                  <a:srgbClr val="0000FF"/>
                </a:solidFill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6249783" y="6207514"/>
              <a:ext cx="1080000" cy="3600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6" name="矩形 35"/>
            <p:cNvSpPr/>
            <p:nvPr/>
          </p:nvSpPr>
          <p:spPr>
            <a:xfrm>
              <a:off x="6233208" y="5356910"/>
              <a:ext cx="1080000" cy="360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7" name="向上箭號 36"/>
            <p:cNvSpPr/>
            <p:nvPr/>
          </p:nvSpPr>
          <p:spPr>
            <a:xfrm>
              <a:off x="6584202" y="5763162"/>
              <a:ext cx="386677" cy="432000"/>
            </a:xfrm>
            <a:prstGeom prst="upArrow">
              <a:avLst/>
            </a:prstGeom>
            <a:solidFill>
              <a:srgbClr val="FFFF00"/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8" name="向右箭號 37"/>
            <p:cNvSpPr/>
            <p:nvPr/>
          </p:nvSpPr>
          <p:spPr>
            <a:xfrm>
              <a:off x="5227871" y="5356875"/>
              <a:ext cx="900000" cy="432067"/>
            </a:xfrm>
            <a:prstGeom prst="rightArrow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9" name="向右箭號 38"/>
            <p:cNvSpPr/>
            <p:nvPr/>
          </p:nvSpPr>
          <p:spPr>
            <a:xfrm>
              <a:off x="7368334" y="5350776"/>
              <a:ext cx="900000" cy="432067"/>
            </a:xfrm>
            <a:prstGeom prst="rightArrow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sp>
        <p:nvSpPr>
          <p:cNvPr id="40" name="文字方塊 39"/>
          <p:cNvSpPr txBox="1"/>
          <p:nvPr/>
        </p:nvSpPr>
        <p:spPr>
          <a:xfrm>
            <a:off x="13077854" y="5696813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30000" dirty="0"/>
              <a:t>t+2</a:t>
            </a:r>
            <a:endParaRPr lang="zh-TW" altLang="en-US" sz="3600" baseline="30000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6167690" y="5696813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/>
              <a:t>y</a:t>
            </a:r>
            <a:r>
              <a:rPr lang="en-US" altLang="zh-TW" sz="3600" baseline="30000" dirty="0" err="1"/>
              <a:t>t</a:t>
            </a:r>
            <a:endParaRPr lang="zh-TW" altLang="en-US" sz="3600" baseline="30000" dirty="0"/>
          </a:p>
        </p:txBody>
      </p:sp>
      <p:sp>
        <p:nvSpPr>
          <p:cNvPr id="46" name="右彎箭號 45"/>
          <p:cNvSpPr/>
          <p:nvPr/>
        </p:nvSpPr>
        <p:spPr>
          <a:xfrm>
            <a:off x="5575137" y="6074670"/>
            <a:ext cx="930764" cy="1049018"/>
          </a:xfrm>
          <a:prstGeom prst="bentArrow">
            <a:avLst>
              <a:gd name="adj1" fmla="val 35233"/>
              <a:gd name="adj2" fmla="val 36257"/>
              <a:gd name="adj3" fmla="val 25000"/>
              <a:gd name="adj4" fmla="val 4375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5067231" y="8467152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/>
              <a:t>x</a:t>
            </a:r>
            <a:r>
              <a:rPr lang="en-US" altLang="zh-TW" sz="3600" baseline="30000" dirty="0" err="1"/>
              <a:t>t</a:t>
            </a:r>
            <a:endParaRPr lang="zh-TW" altLang="en-US" sz="3600" baseline="3000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8519111" y="8470289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t+1</a:t>
            </a:r>
            <a:endParaRPr lang="zh-TW" altLang="en-US" sz="3600" baseline="30000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11960745" y="8467151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t+2</a:t>
            </a:r>
            <a:endParaRPr lang="zh-TW" altLang="en-US" sz="3600" baseline="300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5068054" y="2850357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/>
              <a:t>x</a:t>
            </a:r>
            <a:r>
              <a:rPr lang="en-US" altLang="zh-TW" sz="3600" baseline="30000" dirty="0" err="1"/>
              <a:t>t</a:t>
            </a:r>
            <a:endParaRPr lang="zh-TW" altLang="en-US" sz="3600" baseline="30000" dirty="0"/>
          </a:p>
        </p:txBody>
      </p:sp>
      <p:sp>
        <p:nvSpPr>
          <p:cNvPr id="52" name="文字方塊 51"/>
          <p:cNvSpPr txBox="1"/>
          <p:nvPr/>
        </p:nvSpPr>
        <p:spPr>
          <a:xfrm>
            <a:off x="8476392" y="2875265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t+1</a:t>
            </a:r>
            <a:endParaRPr lang="zh-TW" altLang="en-US" sz="3600" baseline="30000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11961568" y="2850356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t+2</a:t>
            </a:r>
            <a:endParaRPr lang="zh-TW" altLang="en-US" sz="3600" baseline="30000" dirty="0"/>
          </a:p>
        </p:txBody>
      </p:sp>
      <p:sp>
        <p:nvSpPr>
          <p:cNvPr id="54" name="右彎箭號 53"/>
          <p:cNvSpPr/>
          <p:nvPr/>
        </p:nvSpPr>
        <p:spPr>
          <a:xfrm flipV="1">
            <a:off x="5590685" y="4889156"/>
            <a:ext cx="930764" cy="1049018"/>
          </a:xfrm>
          <a:prstGeom prst="bentArrow">
            <a:avLst>
              <a:gd name="adj1" fmla="val 35233"/>
              <a:gd name="adj2" fmla="val 36257"/>
              <a:gd name="adj3" fmla="val 25000"/>
              <a:gd name="adj4" fmla="val 4375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56" name="右彎箭號 55"/>
          <p:cNvSpPr/>
          <p:nvPr/>
        </p:nvSpPr>
        <p:spPr>
          <a:xfrm>
            <a:off x="8941283" y="6109764"/>
            <a:ext cx="930764" cy="1049018"/>
          </a:xfrm>
          <a:prstGeom prst="bentArrow">
            <a:avLst>
              <a:gd name="adj1" fmla="val 35233"/>
              <a:gd name="adj2" fmla="val 36257"/>
              <a:gd name="adj3" fmla="val 25000"/>
              <a:gd name="adj4" fmla="val 4375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57" name="右彎箭號 56"/>
          <p:cNvSpPr/>
          <p:nvPr/>
        </p:nvSpPr>
        <p:spPr>
          <a:xfrm flipV="1">
            <a:off x="8956830" y="4924250"/>
            <a:ext cx="930764" cy="1049018"/>
          </a:xfrm>
          <a:prstGeom prst="bentArrow">
            <a:avLst>
              <a:gd name="adj1" fmla="val 35233"/>
              <a:gd name="adj2" fmla="val 36257"/>
              <a:gd name="adj3" fmla="val 25000"/>
              <a:gd name="adj4" fmla="val 4375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59" name="右彎箭號 58"/>
          <p:cNvSpPr/>
          <p:nvPr/>
        </p:nvSpPr>
        <p:spPr>
          <a:xfrm>
            <a:off x="12348719" y="6071954"/>
            <a:ext cx="930764" cy="1049018"/>
          </a:xfrm>
          <a:prstGeom prst="bentArrow">
            <a:avLst>
              <a:gd name="adj1" fmla="val 35233"/>
              <a:gd name="adj2" fmla="val 36257"/>
              <a:gd name="adj3" fmla="val 25000"/>
              <a:gd name="adj4" fmla="val 4375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60" name="右彎箭號 59"/>
          <p:cNvSpPr/>
          <p:nvPr/>
        </p:nvSpPr>
        <p:spPr>
          <a:xfrm flipV="1">
            <a:off x="12364266" y="4886439"/>
            <a:ext cx="930764" cy="1049018"/>
          </a:xfrm>
          <a:prstGeom prst="bentArrow">
            <a:avLst>
              <a:gd name="adj1" fmla="val 35233"/>
              <a:gd name="adj2" fmla="val 36257"/>
              <a:gd name="adj3" fmla="val 25000"/>
              <a:gd name="adj4" fmla="val 4375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ldLvl="0" animBg="1"/>
      <p:bldP spid="55" grpId="0" bldLvl="0" animBg="1"/>
      <p:bldP spid="58" grpId="0" bldLvl="0" animBg="1"/>
      <p:bldP spid="4" grpId="0"/>
      <p:bldP spid="40" grpId="0"/>
      <p:bldP spid="44" grpId="0"/>
      <p:bldP spid="46" grpId="0" bldLvl="0" animBg="1"/>
      <p:bldP spid="48" grpId="0"/>
      <p:bldP spid="49" grpId="0"/>
      <p:bldP spid="50" grpId="0"/>
      <p:bldP spid="51" grpId="0"/>
      <p:bldP spid="52" grpId="0"/>
      <p:bldP spid="53" grpId="0"/>
      <p:bldP spid="54" grpId="0" bldLvl="0" animBg="1"/>
      <p:bldP spid="56" grpId="0" bldLvl="0" animBg="1"/>
      <p:bldP spid="57" grpId="0" bldLvl="0" animBg="1"/>
      <p:bldP spid="59" grpId="0" bldLvl="0" animBg="1"/>
      <p:bldP spid="60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0322" y="2082800"/>
            <a:ext cx="15667355" cy="258762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br>
              <a:rPr lang="en-US" sz="6600" dirty="0"/>
            </a:br>
            <a:r>
              <a:rPr lang="en-US" sz="6600" dirty="0"/>
              <a:t>LSTM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514540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流程圖: 磁碟 24"/>
          <p:cNvSpPr/>
          <p:nvPr/>
        </p:nvSpPr>
        <p:spPr>
          <a:xfrm>
            <a:off x="6633612" y="4929513"/>
            <a:ext cx="2588760" cy="1734470"/>
          </a:xfrm>
          <a:prstGeom prst="flowChartMagneticDisk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Memory</a:t>
            </a:r>
          </a:p>
          <a:p>
            <a:pPr algn="ctr"/>
            <a:r>
              <a:rPr lang="en-US" altLang="zh-TW" sz="3600" dirty="0"/>
              <a:t>Cell</a:t>
            </a:r>
            <a:endParaRPr lang="zh-TW" altLang="en-US" sz="36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 Long Short-term Memory (LSTM)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5946993" y="7730556"/>
            <a:ext cx="3985404" cy="85401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Input Gate</a:t>
            </a:r>
            <a:endParaRPr lang="zh-TW" altLang="en-US" sz="3600" dirty="0"/>
          </a:p>
        </p:txBody>
      </p:sp>
      <p:sp>
        <p:nvSpPr>
          <p:cNvPr id="8" name="矩形 7"/>
          <p:cNvSpPr/>
          <p:nvPr/>
        </p:nvSpPr>
        <p:spPr>
          <a:xfrm>
            <a:off x="5946993" y="3303108"/>
            <a:ext cx="3985404" cy="85401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Output Gate</a:t>
            </a:r>
            <a:endParaRPr lang="zh-TW" altLang="en-US" sz="36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2401743" y="7534314"/>
            <a:ext cx="31313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Signal control the input gate</a:t>
            </a:r>
            <a:endParaRPr lang="zh-TW" altLang="en-US" sz="36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2401745" y="3106866"/>
            <a:ext cx="3382836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Signal control the output gate</a:t>
            </a:r>
            <a:endParaRPr lang="zh-TW" altLang="en-US" sz="3600" dirty="0"/>
          </a:p>
        </p:txBody>
      </p:sp>
      <p:sp>
        <p:nvSpPr>
          <p:cNvPr id="11" name="矩形 10"/>
          <p:cNvSpPr/>
          <p:nvPr/>
        </p:nvSpPr>
        <p:spPr>
          <a:xfrm>
            <a:off x="10178442" y="5186742"/>
            <a:ext cx="1985930" cy="125984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Forget Gate</a:t>
            </a:r>
            <a:endParaRPr lang="zh-TW" altLang="en-US" sz="36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12868867" y="5193416"/>
            <a:ext cx="31313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Signal control the forget gate</a:t>
            </a:r>
            <a:endParaRPr lang="zh-TW" altLang="en-US" sz="3600" dirty="0"/>
          </a:p>
        </p:txBody>
      </p:sp>
      <p:cxnSp>
        <p:nvCxnSpPr>
          <p:cNvPr id="13" name="直線單箭頭接點 12"/>
          <p:cNvCxnSpPr/>
          <p:nvPr/>
        </p:nvCxnSpPr>
        <p:spPr>
          <a:xfrm>
            <a:off x="5180885" y="3730113"/>
            <a:ext cx="704496" cy="0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5180885" y="8157561"/>
            <a:ext cx="704496" cy="0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 flipV="1">
            <a:off x="7946349" y="8498415"/>
            <a:ext cx="0" cy="921900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V="1">
            <a:off x="7964427" y="6663983"/>
            <a:ext cx="0" cy="107511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V="1">
            <a:off x="7927992" y="2539806"/>
            <a:ext cx="0" cy="76330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手繪多邊形 28"/>
          <p:cNvSpPr/>
          <p:nvPr/>
        </p:nvSpPr>
        <p:spPr>
          <a:xfrm>
            <a:off x="8160858" y="4478682"/>
            <a:ext cx="2891735" cy="671288"/>
          </a:xfrm>
          <a:custGeom>
            <a:avLst/>
            <a:gdLst>
              <a:gd name="connsiteX0" fmla="*/ 0 w 2035834"/>
              <a:gd name="connsiteY0" fmla="*/ 603849 h 603849"/>
              <a:gd name="connsiteX1" fmla="*/ 1017917 w 2035834"/>
              <a:gd name="connsiteY1" fmla="*/ 0 h 603849"/>
              <a:gd name="connsiteX2" fmla="*/ 2035834 w 2035834"/>
              <a:gd name="connsiteY2" fmla="*/ 603849 h 603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35834" h="603849">
                <a:moveTo>
                  <a:pt x="0" y="603849"/>
                </a:moveTo>
                <a:cubicBezTo>
                  <a:pt x="339305" y="301924"/>
                  <a:pt x="678611" y="0"/>
                  <a:pt x="1017917" y="0"/>
                </a:cubicBezTo>
                <a:cubicBezTo>
                  <a:pt x="1357223" y="0"/>
                  <a:pt x="1696528" y="301924"/>
                  <a:pt x="2035834" y="603849"/>
                </a:cubicBezTo>
              </a:path>
            </a:pathLst>
          </a:custGeom>
          <a:noFill/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1" name="手繪多邊形 30"/>
          <p:cNvSpPr/>
          <p:nvPr/>
        </p:nvSpPr>
        <p:spPr>
          <a:xfrm rot="21317573" flipH="1" flipV="1">
            <a:off x="8186558" y="6536802"/>
            <a:ext cx="2873918" cy="744444"/>
          </a:xfrm>
          <a:custGeom>
            <a:avLst/>
            <a:gdLst>
              <a:gd name="connsiteX0" fmla="*/ 0 w 2035834"/>
              <a:gd name="connsiteY0" fmla="*/ 603849 h 603849"/>
              <a:gd name="connsiteX1" fmla="*/ 1017917 w 2035834"/>
              <a:gd name="connsiteY1" fmla="*/ 0 h 603849"/>
              <a:gd name="connsiteX2" fmla="*/ 2035834 w 2035834"/>
              <a:gd name="connsiteY2" fmla="*/ 603849 h 603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35834" h="603849">
                <a:moveTo>
                  <a:pt x="0" y="603849"/>
                </a:moveTo>
                <a:cubicBezTo>
                  <a:pt x="339305" y="301924"/>
                  <a:pt x="678611" y="0"/>
                  <a:pt x="1017917" y="0"/>
                </a:cubicBezTo>
                <a:cubicBezTo>
                  <a:pt x="1357223" y="0"/>
                  <a:pt x="1696528" y="301924"/>
                  <a:pt x="2035834" y="603849"/>
                </a:cubicBezTo>
              </a:path>
            </a:pathLst>
          </a:custGeom>
          <a:noFill/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0" name="文字方塊 29"/>
          <p:cNvSpPr txBox="1"/>
          <p:nvPr/>
        </p:nvSpPr>
        <p:spPr>
          <a:xfrm>
            <a:off x="5267010" y="9489782"/>
            <a:ext cx="54292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Other part of the network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5180885" y="1976532"/>
            <a:ext cx="54292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Other part of the network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cxnSp>
        <p:nvCxnSpPr>
          <p:cNvPr id="36" name="直線單箭頭接點 35"/>
          <p:cNvCxnSpPr/>
          <p:nvPr/>
        </p:nvCxnSpPr>
        <p:spPr>
          <a:xfrm flipV="1">
            <a:off x="7919994" y="4111631"/>
            <a:ext cx="0" cy="107511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字方塊 36"/>
          <p:cNvSpPr txBox="1"/>
          <p:nvPr/>
        </p:nvSpPr>
        <p:spPr>
          <a:xfrm>
            <a:off x="2318872" y="4353360"/>
            <a:ext cx="2919162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(Other part of the network)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2318872" y="8589771"/>
            <a:ext cx="2919162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(Other part of the network)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12793527" y="6373543"/>
            <a:ext cx="2919162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(Other part of the network)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5942531" y="3244094"/>
            <a:ext cx="6235197" cy="542435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6" name="文字方塊 55"/>
          <p:cNvSpPr txBox="1"/>
          <p:nvPr/>
        </p:nvSpPr>
        <p:spPr>
          <a:xfrm>
            <a:off x="10341794" y="7713585"/>
            <a:ext cx="172832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b="1" i="1" u="sng" dirty="0">
                <a:solidFill>
                  <a:srgbClr val="FF0000"/>
                </a:solidFill>
              </a:rPr>
              <a:t>LSTM</a:t>
            </a:r>
            <a:endParaRPr lang="zh-TW" altLang="en-US" sz="4200" b="1" i="1" u="sng" dirty="0">
              <a:solidFill>
                <a:srgbClr val="FF0000"/>
              </a:solidFill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11156681" y="2340684"/>
            <a:ext cx="4340316" cy="22231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altLang="zh-TW" sz="4200" dirty="0"/>
              <a:t>Special Neuron:</a:t>
            </a:r>
          </a:p>
          <a:p>
            <a:pPr algn="ctr"/>
            <a:r>
              <a:rPr lang="en-US" altLang="zh-TW" sz="4200" dirty="0"/>
              <a:t>4 inputs, </a:t>
            </a:r>
          </a:p>
          <a:p>
            <a:pPr algn="ctr"/>
            <a:r>
              <a:rPr lang="en-US" altLang="zh-TW" sz="4200" dirty="0"/>
              <a:t>1 output</a:t>
            </a:r>
            <a:endParaRPr lang="zh-TW" altLang="en-US" sz="4200" dirty="0"/>
          </a:p>
        </p:txBody>
      </p:sp>
      <p:cxnSp>
        <p:nvCxnSpPr>
          <p:cNvPr id="27" name="直線單箭頭接點 26"/>
          <p:cNvCxnSpPr/>
          <p:nvPr/>
        </p:nvCxnSpPr>
        <p:spPr>
          <a:xfrm flipH="1">
            <a:off x="12117606" y="5816088"/>
            <a:ext cx="704496" cy="0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7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8" grpId="0" bldLvl="0" animBg="1"/>
      <p:bldP spid="7" grpId="0"/>
      <p:bldP spid="10" grpId="0"/>
      <p:bldP spid="11" grpId="0" bldLvl="0" animBg="1"/>
      <p:bldP spid="12" grpId="0"/>
      <p:bldP spid="29" grpId="0" bldLvl="0" animBg="1"/>
      <p:bldP spid="31" grpId="0" bldLvl="0" animBg="1"/>
      <p:bldP spid="30" grpId="0"/>
      <p:bldP spid="34" grpId="0"/>
      <p:bldP spid="37" grpId="0"/>
      <p:bldP spid="38" grpId="0"/>
      <p:bldP spid="39" grpId="0"/>
      <p:bldP spid="51" grpId="0" bldLvl="0" animBg="1"/>
      <p:bldP spid="56" grpId="0"/>
      <p:bldP spid="57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962" y="619466"/>
            <a:ext cx="7225665" cy="94876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7152167" y="9553080"/>
                <a:ext cx="27749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2167" y="9553080"/>
                <a:ext cx="277495" cy="553720"/>
              </a:xfrm>
              <a:prstGeom prst="rect">
                <a:avLst/>
              </a:prstGeom>
              <a:blipFill rotWithShape="1">
                <a:blip r:embed="rId4"/>
                <a:stretch>
                  <a:fillRect l="-58" t="-25" r="-26257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2947583" y="6752730"/>
                <a:ext cx="40894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7583" y="6752730"/>
                <a:ext cx="408940" cy="553720"/>
              </a:xfrm>
              <a:prstGeom prst="rect">
                <a:avLst/>
              </a:prstGeom>
              <a:blipFill rotWithShape="1">
                <a:blip r:embed="rId5"/>
                <a:stretch>
                  <a:fillRect l="-134" t="-25" r="-18034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10538807" y="5041837"/>
                <a:ext cx="476885" cy="576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8807" y="5041837"/>
                <a:ext cx="476885" cy="576580"/>
              </a:xfrm>
              <a:prstGeom prst="rect">
                <a:avLst/>
              </a:prstGeom>
              <a:blipFill rotWithShape="1">
                <a:blip r:embed="rId6"/>
                <a:stretch>
                  <a:fillRect l="-73" t="-99" r="-16971" b="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2961995" y="1428672"/>
                <a:ext cx="48704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995" y="1428672"/>
                <a:ext cx="487045" cy="553720"/>
              </a:xfrm>
              <a:prstGeom prst="rect">
                <a:avLst/>
              </a:prstGeom>
              <a:blipFill rotWithShape="1">
                <a:blip r:embed="rId7"/>
                <a:stretch>
                  <a:fillRect l="-73" t="-101" r="-15181" b="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7114881" y="7723200"/>
                <a:ext cx="94361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4881" y="7723200"/>
                <a:ext cx="943610" cy="553720"/>
              </a:xfrm>
              <a:prstGeom prst="rect">
                <a:avLst/>
              </a:prstGeom>
              <a:blipFill rotWithShape="1">
                <a:blip r:embed="rId8"/>
                <a:stretch>
                  <a:fillRect l="-36" t="-60" r="-7366" b="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5235737" y="6475731"/>
                <a:ext cx="105029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5737" y="6475731"/>
                <a:ext cx="1050290" cy="553720"/>
              </a:xfrm>
              <a:prstGeom prst="rect">
                <a:avLst/>
              </a:prstGeom>
              <a:blipFill rotWithShape="1">
                <a:blip r:embed="rId9"/>
                <a:stretch>
                  <a:fillRect l="-15" r="-65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字方塊 18"/>
          <p:cNvSpPr txBox="1"/>
          <p:nvPr/>
        </p:nvSpPr>
        <p:spPr>
          <a:xfrm>
            <a:off x="7075236" y="6998853"/>
            <a:ext cx="205399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multiply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7148516" y="1428672"/>
            <a:ext cx="205399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multiply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10126694" y="1831311"/>
            <a:ext cx="581635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Activation function f is usually a sigmoid function</a:t>
            </a:r>
            <a:endParaRPr lang="zh-TW" altLang="en-US" sz="36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10532342" y="3188841"/>
            <a:ext cx="431148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Between 0 and 1</a:t>
            </a:r>
            <a:endParaRPr lang="zh-TW" altLang="en-US" sz="36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10532342" y="3984323"/>
            <a:ext cx="5884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Mimic open and close gate</a:t>
            </a:r>
            <a:endParaRPr lang="zh-TW" altLang="en-US" sz="3600" dirty="0"/>
          </a:p>
        </p:txBody>
      </p:sp>
      <p:sp>
        <p:nvSpPr>
          <p:cNvPr id="24" name="流程圖: 磁碟 23"/>
          <p:cNvSpPr/>
          <p:nvPr/>
        </p:nvSpPr>
        <p:spPr>
          <a:xfrm>
            <a:off x="6541415" y="4805463"/>
            <a:ext cx="933387" cy="972086"/>
          </a:xfrm>
          <a:prstGeom prst="flowChartMagneticDisk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c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9959929" y="6053358"/>
                <a:ext cx="5551170" cy="7334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𝑐𝑓</m:t>
                      </m:r>
                      <m:d>
                        <m:d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9929" y="6053358"/>
                <a:ext cx="5551170" cy="733425"/>
              </a:xfrm>
              <a:prstGeom prst="rect">
                <a:avLst/>
              </a:prstGeom>
              <a:blipFill rotWithShape="1">
                <a:blip r:embed="rId10"/>
                <a:stretch>
                  <a:fillRect l="-11" t="-73" r="-1168" b="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線接點 27"/>
          <p:cNvCxnSpPr/>
          <p:nvPr/>
        </p:nvCxnSpPr>
        <p:spPr>
          <a:xfrm>
            <a:off x="6734183" y="5102642"/>
            <a:ext cx="547850" cy="54785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7108547" y="2523808"/>
                <a:ext cx="105092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547" y="2523808"/>
                <a:ext cx="1050925" cy="553720"/>
              </a:xfrm>
              <a:prstGeom prst="rect">
                <a:avLst/>
              </a:prstGeom>
              <a:blipFill rotWithShape="1">
                <a:blip r:embed="rId11"/>
                <a:stretch>
                  <a:fillRect l="-34" t="-57" r="-6129" b="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5235737" y="2328515"/>
                <a:ext cx="112839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5737" y="2328515"/>
                <a:ext cx="1128395" cy="553720"/>
              </a:xfrm>
              <a:prstGeom prst="rect">
                <a:avLst/>
              </a:prstGeom>
              <a:blipFill rotWithShape="1">
                <a:blip r:embed="rId12"/>
                <a:stretch>
                  <a:fillRect l="-14" t="-109" r="-6120" b="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7294102" y="499310"/>
                <a:ext cx="31305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4102" y="499310"/>
                <a:ext cx="313055" cy="553720"/>
              </a:xfrm>
              <a:prstGeom prst="rect">
                <a:avLst/>
              </a:prstGeom>
              <a:blipFill rotWithShape="1">
                <a:blip r:embed="rId13"/>
                <a:stretch>
                  <a:fillRect l="-157" t="-36" r="-22967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/>
              <p:cNvSpPr txBox="1"/>
              <p:nvPr/>
            </p:nvSpPr>
            <p:spPr>
              <a:xfrm>
                <a:off x="7666030" y="526618"/>
                <a:ext cx="259905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zh-TW" sz="36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7" name="文字方塊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6030" y="526618"/>
                <a:ext cx="2599055" cy="553720"/>
              </a:xfrm>
              <a:prstGeom prst="rect">
                <a:avLst/>
              </a:prstGeom>
              <a:blipFill rotWithShape="1">
                <a:blip r:embed="rId14"/>
                <a:stretch>
                  <a:fillRect l="-12" t="-37" r="-2187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7060442" y="6438269"/>
                <a:ext cx="194183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0442" y="6438269"/>
                <a:ext cx="1941830" cy="553720"/>
              </a:xfrm>
              <a:prstGeom prst="rect">
                <a:avLst/>
              </a:prstGeom>
              <a:blipFill rotWithShape="1">
                <a:blip r:embed="rId15"/>
                <a:stretch>
                  <a:fillRect l="-26" t="-1" r="-3211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圖片 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65820" y="3891636"/>
            <a:ext cx="1585913" cy="3429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流程圖: 磁碟 32"/>
              <p:cNvSpPr/>
              <p:nvPr/>
            </p:nvSpPr>
            <p:spPr>
              <a:xfrm>
                <a:off x="6553250" y="4821387"/>
                <a:ext cx="933387" cy="972086"/>
              </a:xfrm>
              <a:prstGeom prst="flowChartMagneticDisk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33" name="流程圖: 磁碟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50" y="4821387"/>
                <a:ext cx="933387" cy="972086"/>
              </a:xfrm>
              <a:prstGeom prst="flowChartMagneticDisk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7753181" y="4492943"/>
            <a:ext cx="1700948" cy="37193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8249096" y="4264095"/>
                <a:ext cx="1149350" cy="6280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9096" y="4264095"/>
                <a:ext cx="1149350" cy="628015"/>
              </a:xfrm>
              <a:prstGeom prst="rect">
                <a:avLst/>
              </a:prstGeom>
              <a:blipFill rotWithShape="1">
                <a:blip r:embed="rId18"/>
                <a:stretch>
                  <a:fillRect l="-39" t="-11" r="-6591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/>
              <p:cNvSpPr txBox="1"/>
              <p:nvPr/>
            </p:nvSpPr>
            <p:spPr>
              <a:xfrm>
                <a:off x="7590179" y="5626295"/>
                <a:ext cx="1360170" cy="6280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𝑐𝑓</m:t>
                      </m:r>
                      <m:d>
                        <m:d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34" name="文字方塊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0179" y="5626295"/>
                <a:ext cx="1360170" cy="628015"/>
              </a:xfrm>
              <a:prstGeom prst="rect">
                <a:avLst/>
              </a:prstGeom>
              <a:blipFill rotWithShape="1">
                <a:blip r:embed="rId19"/>
                <a:stretch>
                  <a:fillRect l="-2" t="-31" r="-5554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/>
              <p:cNvSpPr txBox="1"/>
              <p:nvPr/>
            </p:nvSpPr>
            <p:spPr>
              <a:xfrm>
                <a:off x="7590179" y="4310874"/>
                <a:ext cx="26987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35" name="文字方塊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0179" y="4310874"/>
                <a:ext cx="269875" cy="553720"/>
              </a:xfrm>
              <a:prstGeom prst="rect">
                <a:avLst/>
              </a:prstGeom>
              <a:blipFill rotWithShape="1">
                <a:blip r:embed="rId20"/>
                <a:stretch>
                  <a:fillRect l="-9" t="-89" r="-26579" b="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9" grpId="0"/>
      <p:bldP spid="20" grpId="0"/>
      <p:bldP spid="21" grpId="0"/>
      <p:bldP spid="22" grpId="0"/>
      <p:bldP spid="23" grpId="0"/>
      <p:bldP spid="24" grpId="0" bldLvl="0" animBg="1"/>
      <p:bldP spid="25" grpId="0"/>
      <p:bldP spid="29" grpId="0"/>
      <p:bldP spid="30" grpId="0"/>
      <p:bldP spid="32" grpId="0"/>
      <p:bldP spid="27" grpId="0"/>
      <p:bldP spid="31" grpId="0"/>
      <p:bldP spid="33" grpId="0" bldLvl="0" animBg="1"/>
      <p:bldP spid="18" grpId="0"/>
      <p:bldP spid="34" grpId="0"/>
      <p:bldP spid="3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LSTM - Example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4124613" y="3427166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4124613" y="5832899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3481299" y="3345621"/>
                <a:ext cx="49911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1299" y="3345621"/>
                <a:ext cx="499110" cy="553720"/>
              </a:xfrm>
              <a:prstGeom prst="rect">
                <a:avLst/>
              </a:prstGeom>
              <a:blipFill rotWithShape="1">
                <a:blip r:embed="rId3"/>
                <a:stretch>
                  <a:fillRect l="-46" t="-80" r="-15603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3481299" y="3975957"/>
                <a:ext cx="50482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1299" y="3975957"/>
                <a:ext cx="504825" cy="553720"/>
              </a:xfrm>
              <a:prstGeom prst="rect">
                <a:avLst/>
              </a:prstGeom>
              <a:blipFill rotWithShape="1">
                <a:blip r:embed="rId4"/>
                <a:stretch>
                  <a:fillRect l="-45" t="-40" r="-14797" b="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3494070" y="4659362"/>
                <a:ext cx="50482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4070" y="4659362"/>
                <a:ext cx="504825" cy="553720"/>
              </a:xfrm>
              <a:prstGeom prst="rect">
                <a:avLst/>
              </a:prstGeom>
              <a:blipFill rotWithShape="1">
                <a:blip r:embed="rId5"/>
                <a:stretch>
                  <a:fillRect l="-59" t="-66" r="-14783" b="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/>
              <p:cNvSpPr txBox="1"/>
              <p:nvPr/>
            </p:nvSpPr>
            <p:spPr>
              <a:xfrm>
                <a:off x="3570699" y="5850077"/>
                <a:ext cx="31178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0699" y="5850077"/>
                <a:ext cx="311785" cy="553720"/>
              </a:xfrm>
              <a:prstGeom prst="rect">
                <a:avLst/>
              </a:prstGeom>
              <a:blipFill rotWithShape="1">
                <a:blip r:embed="rId6"/>
                <a:stretch>
                  <a:fillRect l="-30" t="-83" r="-23595" b="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22"/>
          <p:cNvSpPr txBox="1"/>
          <p:nvPr/>
        </p:nvSpPr>
        <p:spPr>
          <a:xfrm>
            <a:off x="5340938" y="3427166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</a:p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5340938" y="5832899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6554028" y="3427166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</a:t>
            </a:r>
          </a:p>
          <a:p>
            <a:pPr algn="ctr"/>
            <a:r>
              <a:rPr lang="en-US" altLang="zh-TW" sz="3600" dirty="0"/>
              <a:t>0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6554028" y="5832899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27" name="文字方塊 26"/>
          <p:cNvSpPr txBox="1"/>
          <p:nvPr/>
        </p:nvSpPr>
        <p:spPr>
          <a:xfrm>
            <a:off x="7767119" y="3427166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4</a:t>
            </a:r>
          </a:p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7767119" y="5832899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29" name="文字方塊 28"/>
          <p:cNvSpPr txBox="1"/>
          <p:nvPr/>
        </p:nvSpPr>
        <p:spPr>
          <a:xfrm>
            <a:off x="8980209" y="3427166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</a:t>
            </a:r>
          </a:p>
          <a:p>
            <a:pPr algn="ctr"/>
            <a:r>
              <a:rPr lang="en-US" altLang="zh-TW" sz="3600" dirty="0"/>
              <a:t>0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8980209" y="5832899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31" name="文字方塊 30"/>
          <p:cNvSpPr txBox="1"/>
          <p:nvPr/>
        </p:nvSpPr>
        <p:spPr>
          <a:xfrm>
            <a:off x="10139795" y="3417804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</a:p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10139795" y="5823537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7</a:t>
            </a:r>
          </a:p>
        </p:txBody>
      </p:sp>
      <p:sp>
        <p:nvSpPr>
          <p:cNvPr id="33" name="文字方塊 32"/>
          <p:cNvSpPr txBox="1"/>
          <p:nvPr/>
        </p:nvSpPr>
        <p:spPr>
          <a:xfrm>
            <a:off x="11320892" y="3417804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</a:p>
          <a:p>
            <a:pPr algn="ctr"/>
            <a:r>
              <a:rPr lang="en-US" altLang="zh-TW" sz="3600" dirty="0"/>
              <a:t>-1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11320892" y="5823537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35" name="文字方塊 34"/>
          <p:cNvSpPr txBox="1"/>
          <p:nvPr/>
        </p:nvSpPr>
        <p:spPr>
          <a:xfrm>
            <a:off x="12387393" y="3436242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6</a:t>
            </a:r>
          </a:p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12387393" y="5841975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37" name="文字方塊 36"/>
          <p:cNvSpPr txBox="1"/>
          <p:nvPr/>
        </p:nvSpPr>
        <p:spPr>
          <a:xfrm>
            <a:off x="13492865" y="3417804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</a:p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13492865" y="5823537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6</a:t>
            </a:r>
          </a:p>
        </p:txBody>
      </p:sp>
      <p:sp>
        <p:nvSpPr>
          <p:cNvPr id="3" name="文字方塊 2"/>
          <p:cNvSpPr txBox="1"/>
          <p:nvPr/>
        </p:nvSpPr>
        <p:spPr>
          <a:xfrm>
            <a:off x="4296069" y="7084398"/>
            <a:ext cx="1112688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When x</a:t>
            </a:r>
            <a:r>
              <a:rPr lang="en-US" altLang="zh-TW" sz="3600" baseline="-25000" dirty="0"/>
              <a:t>2</a:t>
            </a:r>
            <a:r>
              <a:rPr lang="en-US" altLang="zh-TW" sz="3600" dirty="0"/>
              <a:t> = 1, add the numbers of x</a:t>
            </a:r>
            <a:r>
              <a:rPr lang="en-US" altLang="zh-TW" sz="3600" baseline="-25000" dirty="0"/>
              <a:t>1</a:t>
            </a:r>
            <a:r>
              <a:rPr lang="en-US" altLang="zh-TW" sz="3600" dirty="0"/>
              <a:t> into the memory</a:t>
            </a:r>
            <a:endParaRPr lang="zh-TW" altLang="en-US" sz="36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4295340" y="8716455"/>
            <a:ext cx="975647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When x</a:t>
            </a:r>
            <a:r>
              <a:rPr lang="en-US" altLang="zh-TW" sz="3600" baseline="-25000" dirty="0"/>
              <a:t>3</a:t>
            </a:r>
            <a:r>
              <a:rPr lang="en-US" altLang="zh-TW" sz="3600" dirty="0"/>
              <a:t> = 1, output the number in the memory.</a:t>
            </a:r>
            <a:endParaRPr lang="zh-TW" altLang="en-US" sz="3600" dirty="0"/>
          </a:p>
        </p:txBody>
      </p:sp>
      <p:sp>
        <p:nvSpPr>
          <p:cNvPr id="4" name="矩形 3"/>
          <p:cNvSpPr/>
          <p:nvPr/>
        </p:nvSpPr>
        <p:spPr>
          <a:xfrm>
            <a:off x="5454000" y="4061871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0" name="矩形 39"/>
          <p:cNvSpPr/>
          <p:nvPr/>
        </p:nvSpPr>
        <p:spPr>
          <a:xfrm>
            <a:off x="7864166" y="4061871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1" name="矩形 40"/>
          <p:cNvSpPr/>
          <p:nvPr/>
        </p:nvSpPr>
        <p:spPr>
          <a:xfrm>
            <a:off x="12484440" y="4070817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2" name="矩形 41"/>
          <p:cNvSpPr/>
          <p:nvPr/>
        </p:nvSpPr>
        <p:spPr>
          <a:xfrm>
            <a:off x="10236842" y="4623479"/>
            <a:ext cx="478766" cy="52473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rgbClr val="00B050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3589912" y="4623479"/>
            <a:ext cx="478766" cy="52473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rgbClr val="00B050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0236842" y="5902082"/>
            <a:ext cx="478766" cy="5247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rgbClr val="00B050"/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3589912" y="5902082"/>
            <a:ext cx="478766" cy="5247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rgbClr val="00B05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257545" y="2895678"/>
            <a:ext cx="435428" cy="4354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1" name="矩形 50"/>
          <p:cNvSpPr/>
          <p:nvPr/>
        </p:nvSpPr>
        <p:spPr>
          <a:xfrm>
            <a:off x="5475668" y="2895678"/>
            <a:ext cx="435428" cy="4354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2" name="矩形 51"/>
          <p:cNvSpPr/>
          <p:nvPr/>
        </p:nvSpPr>
        <p:spPr>
          <a:xfrm>
            <a:off x="6693791" y="2895678"/>
            <a:ext cx="435428" cy="4354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3</a:t>
            </a:r>
            <a:endParaRPr lang="zh-TW" altLang="en-US" sz="3600" dirty="0"/>
          </a:p>
        </p:txBody>
      </p:sp>
      <p:sp>
        <p:nvSpPr>
          <p:cNvPr id="55" name="矩形 54"/>
          <p:cNvSpPr/>
          <p:nvPr/>
        </p:nvSpPr>
        <p:spPr>
          <a:xfrm>
            <a:off x="7911914" y="2895678"/>
            <a:ext cx="435428" cy="4354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3</a:t>
            </a:r>
            <a:endParaRPr lang="zh-TW" altLang="en-US" sz="3600" dirty="0"/>
          </a:p>
        </p:txBody>
      </p:sp>
      <p:sp>
        <p:nvSpPr>
          <p:cNvPr id="60" name="矩形 59"/>
          <p:cNvSpPr/>
          <p:nvPr/>
        </p:nvSpPr>
        <p:spPr>
          <a:xfrm>
            <a:off x="9130037" y="2895678"/>
            <a:ext cx="435428" cy="4354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7</a:t>
            </a:r>
            <a:endParaRPr lang="zh-TW" altLang="en-US" sz="3600" dirty="0"/>
          </a:p>
        </p:txBody>
      </p:sp>
      <p:sp>
        <p:nvSpPr>
          <p:cNvPr id="61" name="矩形 60"/>
          <p:cNvSpPr/>
          <p:nvPr/>
        </p:nvSpPr>
        <p:spPr>
          <a:xfrm>
            <a:off x="10258509" y="2886317"/>
            <a:ext cx="435428" cy="4354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7</a:t>
            </a:r>
            <a:endParaRPr lang="zh-TW" altLang="en-US" sz="3600" dirty="0"/>
          </a:p>
        </p:txBody>
      </p:sp>
      <p:sp>
        <p:nvSpPr>
          <p:cNvPr id="62" name="矩形 61"/>
          <p:cNvSpPr/>
          <p:nvPr/>
        </p:nvSpPr>
        <p:spPr>
          <a:xfrm>
            <a:off x="11439608" y="2886317"/>
            <a:ext cx="435428" cy="4354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7</a:t>
            </a:r>
            <a:endParaRPr lang="zh-TW" altLang="en-US" sz="3600" dirty="0"/>
          </a:p>
        </p:txBody>
      </p:sp>
      <p:sp>
        <p:nvSpPr>
          <p:cNvPr id="63" name="矩形 62"/>
          <p:cNvSpPr/>
          <p:nvPr/>
        </p:nvSpPr>
        <p:spPr>
          <a:xfrm>
            <a:off x="12484440" y="2904755"/>
            <a:ext cx="435428" cy="4354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64" name="矩形 63"/>
          <p:cNvSpPr/>
          <p:nvPr/>
        </p:nvSpPr>
        <p:spPr>
          <a:xfrm>
            <a:off x="13589912" y="2886317"/>
            <a:ext cx="435428" cy="4354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6</a:t>
            </a:r>
            <a:endParaRPr lang="zh-TW" altLang="en-US" sz="3600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4296069" y="7900427"/>
            <a:ext cx="1112688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When x</a:t>
            </a:r>
            <a:r>
              <a:rPr lang="en-US" altLang="zh-TW" sz="3600" baseline="-25000" dirty="0"/>
              <a:t>2</a:t>
            </a:r>
            <a:r>
              <a:rPr lang="en-US" altLang="zh-TW" sz="3600" dirty="0"/>
              <a:t> = -1, reset the memory</a:t>
            </a:r>
            <a:endParaRPr lang="zh-TW" altLang="en-US" sz="3600" dirty="0"/>
          </a:p>
        </p:txBody>
      </p:sp>
      <p:sp>
        <p:nvSpPr>
          <p:cNvPr id="47" name="矩形 46"/>
          <p:cNvSpPr/>
          <p:nvPr/>
        </p:nvSpPr>
        <p:spPr>
          <a:xfrm>
            <a:off x="11427492" y="4061871"/>
            <a:ext cx="478766" cy="524732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9" grpId="0" bldLvl="0" animBg="1"/>
      <p:bldP spid="12" grpId="0"/>
      <p:bldP spid="18" grpId="0"/>
      <p:bldP spid="19" grpId="0"/>
      <p:bldP spid="20" grpId="0"/>
      <p:bldP spid="23" grpId="0" bldLvl="0" animBg="1"/>
      <p:bldP spid="24" grpId="0" bldLvl="0" animBg="1"/>
      <p:bldP spid="25" grpId="0" bldLvl="0" animBg="1"/>
      <p:bldP spid="26" grpId="0" bldLvl="0" animBg="1"/>
      <p:bldP spid="27" grpId="0" bldLvl="0" animBg="1"/>
      <p:bldP spid="28" grpId="0" bldLvl="0" animBg="1"/>
      <p:bldP spid="29" grpId="0" bldLvl="0" animBg="1"/>
      <p:bldP spid="30" grpId="0" bldLvl="0" animBg="1"/>
      <p:bldP spid="31" grpId="0" bldLvl="0" animBg="1"/>
      <p:bldP spid="32" grpId="0" bldLvl="0" animBg="1"/>
      <p:bldP spid="33" grpId="0" bldLvl="0" animBg="1"/>
      <p:bldP spid="34" grpId="0" bldLvl="0" animBg="1"/>
      <p:bldP spid="35" grpId="0" bldLvl="0" animBg="1"/>
      <p:bldP spid="36" grpId="0" bldLvl="0" animBg="1"/>
      <p:bldP spid="37" grpId="0" bldLvl="0" animBg="1"/>
      <p:bldP spid="38" grpId="0" bldLvl="0" animBg="1"/>
      <p:bldP spid="3" grpId="0"/>
      <p:bldP spid="39" grpId="0"/>
      <p:bldP spid="4" grpId="0" bldLvl="0" animBg="1"/>
      <p:bldP spid="40" grpId="0" bldLvl="0" animBg="1"/>
      <p:bldP spid="41" grpId="0" bldLvl="0" animBg="1"/>
      <p:bldP spid="42" grpId="0" bldLvl="0" animBg="1"/>
      <p:bldP spid="43" grpId="0" bldLvl="0" animBg="1"/>
      <p:bldP spid="44" grpId="0" bldLvl="0" animBg="1"/>
      <p:bldP spid="45" grpId="0" bldLvl="0" animBg="1"/>
      <p:bldP spid="5" grpId="0" bldLvl="0" animBg="1"/>
      <p:bldP spid="51" grpId="0" bldLvl="0" animBg="1"/>
      <p:bldP spid="52" grpId="0" bldLvl="0" animBg="1"/>
      <p:bldP spid="55" grpId="0" bldLvl="0" animBg="1"/>
      <p:bldP spid="60" grpId="0" bldLvl="0" animBg="1"/>
      <p:bldP spid="61" grpId="0" bldLvl="0" animBg="1"/>
      <p:bldP spid="62" grpId="0" bldLvl="0" animBg="1"/>
      <p:bldP spid="63" grpId="0" bldLvl="0" animBg="1"/>
      <p:bldP spid="64" grpId="0" bldLvl="0" animBg="1"/>
      <p:bldP spid="65" grpId="0"/>
      <p:bldP spid="47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文字方塊 115"/>
          <p:cNvSpPr txBox="1"/>
          <p:nvPr/>
        </p:nvSpPr>
        <p:spPr>
          <a:xfrm>
            <a:off x="2359020" y="1088945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7" name="文字方塊 116"/>
          <p:cNvSpPr txBox="1"/>
          <p:nvPr/>
        </p:nvSpPr>
        <p:spPr>
          <a:xfrm>
            <a:off x="2271546" y="5169214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10834109" y="7825917"/>
            <a:ext cx="931622" cy="1999397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52" name="圖片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604" y="692021"/>
            <a:ext cx="5635763" cy="74000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/>
              <p:cNvSpPr txBox="1"/>
              <p:nvPr/>
            </p:nvSpPr>
            <p:spPr>
              <a:xfrm>
                <a:off x="10207760" y="7846872"/>
                <a:ext cx="49911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6" name="文字方塊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7760" y="7846872"/>
                <a:ext cx="499110" cy="553720"/>
              </a:xfrm>
              <a:prstGeom prst="rect">
                <a:avLst/>
              </a:prstGeom>
              <a:blipFill rotWithShape="1">
                <a:blip r:embed="rId4"/>
                <a:stretch>
                  <a:fillRect l="-27" t="-32" r="-15622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/>
              <p:cNvSpPr txBox="1"/>
              <p:nvPr/>
            </p:nvSpPr>
            <p:spPr>
              <a:xfrm>
                <a:off x="10207760" y="8477208"/>
                <a:ext cx="50482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7" name="文字方塊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7760" y="8477208"/>
                <a:ext cx="504825" cy="553720"/>
              </a:xfrm>
              <a:prstGeom prst="rect">
                <a:avLst/>
              </a:prstGeom>
              <a:blipFill rotWithShape="1">
                <a:blip r:embed="rId5"/>
                <a:stretch>
                  <a:fillRect l="-27" t="-107" r="-14816" b="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/>
              <p:cNvSpPr txBox="1"/>
              <p:nvPr/>
            </p:nvSpPr>
            <p:spPr>
              <a:xfrm>
                <a:off x="10220531" y="9160613"/>
                <a:ext cx="50482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0531" y="9160613"/>
                <a:ext cx="504825" cy="553720"/>
              </a:xfrm>
              <a:prstGeom prst="rect">
                <a:avLst/>
              </a:prstGeom>
              <a:blipFill rotWithShape="1">
                <a:blip r:embed="rId6"/>
                <a:stretch>
                  <a:fillRect l="-41" t="-19" r="-14802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/>
              <p:cNvSpPr txBox="1"/>
              <p:nvPr/>
            </p:nvSpPr>
            <p:spPr>
              <a:xfrm>
                <a:off x="10337733" y="967739"/>
                <a:ext cx="31178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9" name="文字方塊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7733" y="967739"/>
                <a:ext cx="311785" cy="553720"/>
              </a:xfrm>
              <a:prstGeom prst="rect">
                <a:avLst/>
              </a:prstGeom>
              <a:blipFill rotWithShape="1">
                <a:blip r:embed="rId7"/>
                <a:stretch>
                  <a:fillRect l="-182" t="-114" r="-23443" b="1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字方塊 49"/>
          <p:cNvSpPr txBox="1"/>
          <p:nvPr/>
        </p:nvSpPr>
        <p:spPr>
          <a:xfrm>
            <a:off x="10935143" y="7887558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</a:p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10956971" y="853830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54" name="文字方塊 53"/>
          <p:cNvSpPr txBox="1"/>
          <p:nvPr/>
        </p:nvSpPr>
        <p:spPr>
          <a:xfrm>
            <a:off x="12024450" y="7881356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4</a:t>
            </a:r>
          </a:p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11987192" y="855248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56" name="文字方塊 55"/>
          <p:cNvSpPr txBox="1"/>
          <p:nvPr/>
        </p:nvSpPr>
        <p:spPr>
          <a:xfrm>
            <a:off x="13045719" y="7902233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</a:t>
            </a:r>
          </a:p>
          <a:p>
            <a:pPr algn="ctr"/>
            <a:r>
              <a:rPr lang="en-US" altLang="zh-TW" sz="3600" dirty="0"/>
              <a:t>0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12981312" y="885654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58" name="文字方塊 57"/>
          <p:cNvSpPr txBox="1"/>
          <p:nvPr/>
        </p:nvSpPr>
        <p:spPr>
          <a:xfrm>
            <a:off x="14028234" y="7915934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</a:p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3975432" y="870288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7</a:t>
            </a:r>
          </a:p>
        </p:txBody>
      </p:sp>
      <p:sp>
        <p:nvSpPr>
          <p:cNvPr id="60" name="文字方塊 59"/>
          <p:cNvSpPr txBox="1"/>
          <p:nvPr/>
        </p:nvSpPr>
        <p:spPr>
          <a:xfrm>
            <a:off x="14998569" y="7917037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</a:p>
          <a:p>
            <a:pPr algn="ctr"/>
            <a:r>
              <a:rPr lang="en-US" altLang="zh-TW" sz="3600" dirty="0"/>
              <a:t>-1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14936292" y="870288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11048205" y="8522264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3" name="矩形 62"/>
          <p:cNvSpPr/>
          <p:nvPr/>
        </p:nvSpPr>
        <p:spPr>
          <a:xfrm>
            <a:off x="12121497" y="8516061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4" name="矩形 63"/>
          <p:cNvSpPr/>
          <p:nvPr/>
        </p:nvSpPr>
        <p:spPr>
          <a:xfrm>
            <a:off x="14125281" y="9121608"/>
            <a:ext cx="478766" cy="52473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rgbClr val="00B050"/>
              </a:solidFill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14072480" y="948833"/>
            <a:ext cx="478766" cy="5247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rgbClr val="00B050"/>
              </a:solidFill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15105170" y="8561105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3" name="群組 2"/>
          <p:cNvGrpSpPr/>
          <p:nvPr/>
        </p:nvGrpSpPr>
        <p:grpSpPr>
          <a:xfrm>
            <a:off x="7042610" y="7602897"/>
            <a:ext cx="599255" cy="645161"/>
            <a:chOff x="5891338" y="5744015"/>
            <a:chExt cx="399503" cy="430107"/>
          </a:xfrm>
        </p:grpSpPr>
        <p:sp>
          <p:nvSpPr>
            <p:cNvPr id="53" name="文字方塊 52"/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2" name="文字方塊 1"/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grpSp>
        <p:nvGrpSpPr>
          <p:cNvPr id="66" name="群組 65"/>
          <p:cNvGrpSpPr/>
          <p:nvPr/>
        </p:nvGrpSpPr>
        <p:grpSpPr>
          <a:xfrm>
            <a:off x="3920262" y="5440284"/>
            <a:ext cx="599255" cy="645161"/>
            <a:chOff x="5891338" y="5744015"/>
            <a:chExt cx="399503" cy="430107"/>
          </a:xfrm>
        </p:grpSpPr>
        <p:sp>
          <p:nvSpPr>
            <p:cNvPr id="67" name="文字方塊 66"/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grpSp>
        <p:nvGrpSpPr>
          <p:cNvPr id="69" name="群組 68"/>
          <p:cNvGrpSpPr/>
          <p:nvPr/>
        </p:nvGrpSpPr>
        <p:grpSpPr>
          <a:xfrm>
            <a:off x="3925912" y="1324403"/>
            <a:ext cx="599255" cy="645161"/>
            <a:chOff x="5891338" y="5744015"/>
            <a:chExt cx="399503" cy="430107"/>
          </a:xfrm>
        </p:grpSpPr>
        <p:sp>
          <p:nvSpPr>
            <p:cNvPr id="70" name="文字方塊 69"/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grpSp>
        <p:nvGrpSpPr>
          <p:cNvPr id="72" name="群組 71"/>
          <p:cNvGrpSpPr/>
          <p:nvPr/>
        </p:nvGrpSpPr>
        <p:grpSpPr>
          <a:xfrm>
            <a:off x="9703739" y="4015292"/>
            <a:ext cx="599255" cy="645161"/>
            <a:chOff x="5891338" y="5744015"/>
            <a:chExt cx="399503" cy="430107"/>
          </a:xfrm>
        </p:grpSpPr>
        <p:sp>
          <p:nvSpPr>
            <p:cNvPr id="74" name="文字方塊 73"/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75" name="文字方塊 74"/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sp>
        <p:nvSpPr>
          <p:cNvPr id="76" name="文字方塊 75"/>
          <p:cNvSpPr txBox="1"/>
          <p:nvPr/>
        </p:nvSpPr>
        <p:spPr>
          <a:xfrm>
            <a:off x="5765514" y="9132816"/>
            <a:ext cx="724618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-25000" dirty="0"/>
              <a:t>1</a:t>
            </a:r>
            <a:endParaRPr lang="zh-TW" altLang="en-US" sz="3600" baseline="-250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6892860" y="9132819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-25000" dirty="0"/>
              <a:t>2</a:t>
            </a:r>
            <a:endParaRPr lang="zh-TW" altLang="en-US" sz="3600" baseline="-250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8010744" y="9132819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-25000" dirty="0"/>
              <a:t>3</a:t>
            </a:r>
            <a:endParaRPr lang="zh-TW" altLang="en-US" sz="3600" baseline="-25000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1616627" y="4393485"/>
            <a:ext cx="724618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-25000" dirty="0"/>
              <a:t>1</a:t>
            </a:r>
            <a:endParaRPr lang="zh-TW" altLang="en-US" sz="3600" baseline="-25000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1592242" y="5440285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-25000" dirty="0"/>
              <a:t>2</a:t>
            </a:r>
            <a:endParaRPr lang="zh-TW" altLang="en-US" sz="3600" baseline="-25000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1576439" y="6487083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-25000" dirty="0"/>
              <a:t>3</a:t>
            </a:r>
            <a:endParaRPr lang="zh-TW" altLang="en-US" sz="3600" baseline="-25000" dirty="0"/>
          </a:p>
        </p:txBody>
      </p:sp>
      <p:sp>
        <p:nvSpPr>
          <p:cNvPr id="82" name="文字方塊 81"/>
          <p:cNvSpPr txBox="1"/>
          <p:nvPr/>
        </p:nvSpPr>
        <p:spPr>
          <a:xfrm>
            <a:off x="1657059" y="330120"/>
            <a:ext cx="761224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-25000" dirty="0"/>
              <a:t>1</a:t>
            </a:r>
            <a:endParaRPr lang="zh-TW" altLang="en-US" sz="3600" baseline="-25000" dirty="0"/>
          </a:p>
        </p:txBody>
      </p:sp>
      <p:sp>
        <p:nvSpPr>
          <p:cNvPr id="83" name="文字方塊 82"/>
          <p:cNvSpPr txBox="1"/>
          <p:nvPr/>
        </p:nvSpPr>
        <p:spPr>
          <a:xfrm>
            <a:off x="1663169" y="1324384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-25000" dirty="0"/>
              <a:t>2</a:t>
            </a:r>
            <a:endParaRPr lang="zh-TW" altLang="en-US" sz="3600" baseline="-250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1647367" y="2371182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-25000" dirty="0"/>
              <a:t>3</a:t>
            </a:r>
            <a:endParaRPr lang="zh-TW" altLang="en-US" sz="3600" baseline="-25000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11423236" y="2949784"/>
            <a:ext cx="749005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-25000" dirty="0"/>
              <a:t>1</a:t>
            </a:r>
            <a:endParaRPr lang="zh-TW" altLang="en-US" sz="3600" baseline="-25000" dirty="0"/>
          </a:p>
        </p:txBody>
      </p:sp>
      <p:sp>
        <p:nvSpPr>
          <p:cNvPr id="86" name="文字方塊 85"/>
          <p:cNvSpPr txBox="1"/>
          <p:nvPr/>
        </p:nvSpPr>
        <p:spPr>
          <a:xfrm>
            <a:off x="11444250" y="4003822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-25000" dirty="0"/>
              <a:t>2</a:t>
            </a:r>
            <a:endParaRPr lang="zh-TW" altLang="en-US" sz="3600" baseline="-25000" dirty="0"/>
          </a:p>
        </p:txBody>
      </p:sp>
      <p:sp>
        <p:nvSpPr>
          <p:cNvPr id="87" name="文字方塊 86"/>
          <p:cNvSpPr txBox="1"/>
          <p:nvPr/>
        </p:nvSpPr>
        <p:spPr>
          <a:xfrm>
            <a:off x="11428447" y="5050620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-25000" dirty="0"/>
              <a:t>3</a:t>
            </a:r>
            <a:endParaRPr lang="zh-TW" altLang="en-US" sz="3600" baseline="-250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6720758" y="417932"/>
            <a:ext cx="7047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y</a:t>
            </a:r>
            <a:endParaRPr lang="zh-TW" altLang="en-US" sz="3600" dirty="0"/>
          </a:p>
        </p:txBody>
      </p:sp>
      <p:cxnSp>
        <p:nvCxnSpPr>
          <p:cNvPr id="7" name="直線單箭頭接點 6"/>
          <p:cNvCxnSpPr>
            <a:cxnSpLocks/>
            <a:stCxn id="82" idx="3"/>
          </p:cNvCxnSpPr>
          <p:nvPr/>
        </p:nvCxnSpPr>
        <p:spPr>
          <a:xfrm>
            <a:off x="2418283" y="653286"/>
            <a:ext cx="1555035" cy="10730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單箭頭接點 87"/>
          <p:cNvCxnSpPr>
            <a:cxnSpLocks/>
            <a:stCxn id="83" idx="3"/>
            <a:endCxn id="71" idx="1"/>
          </p:cNvCxnSpPr>
          <p:nvPr/>
        </p:nvCxnSpPr>
        <p:spPr>
          <a:xfrm>
            <a:off x="2412173" y="1646964"/>
            <a:ext cx="1513739" cy="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單箭頭接點 88"/>
          <p:cNvCxnSpPr>
            <a:cxnSpLocks/>
            <a:stCxn id="84" idx="3"/>
            <a:endCxn id="71" idx="1"/>
          </p:cNvCxnSpPr>
          <p:nvPr/>
        </p:nvCxnSpPr>
        <p:spPr>
          <a:xfrm flipV="1">
            <a:off x="2396371" y="1646984"/>
            <a:ext cx="1529541" cy="104677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單箭頭接點 89"/>
          <p:cNvCxnSpPr>
            <a:cxnSpLocks/>
            <a:stCxn id="79" idx="3"/>
            <a:endCxn id="68" idx="1"/>
          </p:cNvCxnSpPr>
          <p:nvPr/>
        </p:nvCxnSpPr>
        <p:spPr>
          <a:xfrm>
            <a:off x="2341245" y="4716065"/>
            <a:ext cx="1579017" cy="10468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/>
          <p:cNvCxnSpPr>
            <a:cxnSpLocks/>
            <a:stCxn id="80" idx="3"/>
            <a:endCxn id="68" idx="1"/>
          </p:cNvCxnSpPr>
          <p:nvPr/>
        </p:nvCxnSpPr>
        <p:spPr>
          <a:xfrm>
            <a:off x="2341246" y="5762865"/>
            <a:ext cx="157901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單箭頭接點 91"/>
          <p:cNvCxnSpPr>
            <a:cxnSpLocks/>
            <a:stCxn id="81" idx="3"/>
            <a:endCxn id="68" idx="1"/>
          </p:cNvCxnSpPr>
          <p:nvPr/>
        </p:nvCxnSpPr>
        <p:spPr>
          <a:xfrm flipV="1">
            <a:off x="2325443" y="5762865"/>
            <a:ext cx="1594819" cy="10467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單箭頭接點 92"/>
          <p:cNvCxnSpPr>
            <a:cxnSpLocks/>
            <a:stCxn id="85" idx="1"/>
            <a:endCxn id="75" idx="3"/>
          </p:cNvCxnSpPr>
          <p:nvPr/>
        </p:nvCxnSpPr>
        <p:spPr>
          <a:xfrm flipH="1">
            <a:off x="10302994" y="3272950"/>
            <a:ext cx="1120242" cy="10649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>
            <a:cxnSpLocks/>
            <a:stCxn id="86" idx="1"/>
            <a:endCxn id="75" idx="3"/>
          </p:cNvCxnSpPr>
          <p:nvPr/>
        </p:nvCxnSpPr>
        <p:spPr>
          <a:xfrm flipH="1">
            <a:off x="10302994" y="4326402"/>
            <a:ext cx="1141256" cy="1147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4"/>
          <p:cNvCxnSpPr>
            <a:cxnSpLocks/>
            <a:stCxn id="87" idx="1"/>
            <a:endCxn id="75" idx="3"/>
          </p:cNvCxnSpPr>
          <p:nvPr/>
        </p:nvCxnSpPr>
        <p:spPr>
          <a:xfrm flipH="1" flipV="1">
            <a:off x="10302994" y="4337873"/>
            <a:ext cx="1125453" cy="10353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單箭頭接點 95"/>
          <p:cNvCxnSpPr/>
          <p:nvPr/>
        </p:nvCxnSpPr>
        <p:spPr>
          <a:xfrm rot="5400000" flipH="1">
            <a:off x="7489776" y="8111405"/>
            <a:ext cx="944526" cy="10731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6"/>
          <p:cNvCxnSpPr/>
          <p:nvPr/>
        </p:nvCxnSpPr>
        <p:spPr>
          <a:xfrm rot="5400000" flipH="1" flipV="1">
            <a:off x="6837612" y="8627726"/>
            <a:ext cx="958988" cy="260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單箭頭接點 97"/>
          <p:cNvCxnSpPr/>
          <p:nvPr/>
        </p:nvCxnSpPr>
        <p:spPr>
          <a:xfrm rot="5400000" flipH="1" flipV="1">
            <a:off x="6235178" y="8095491"/>
            <a:ext cx="944526" cy="10624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5817050" y="8482179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99" name="文字方塊 98"/>
          <p:cNvSpPr txBox="1"/>
          <p:nvPr/>
        </p:nvSpPr>
        <p:spPr>
          <a:xfrm>
            <a:off x="6892860" y="8557860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0" name="文字方塊 99"/>
          <p:cNvSpPr txBox="1"/>
          <p:nvPr/>
        </p:nvSpPr>
        <p:spPr>
          <a:xfrm>
            <a:off x="7724955" y="8565614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1" name="文字方塊 100"/>
          <p:cNvSpPr txBox="1"/>
          <p:nvPr/>
        </p:nvSpPr>
        <p:spPr>
          <a:xfrm>
            <a:off x="2329494" y="2161904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02" name="文字方塊 101"/>
          <p:cNvSpPr txBox="1"/>
          <p:nvPr/>
        </p:nvSpPr>
        <p:spPr>
          <a:xfrm>
            <a:off x="11031371" y="2880534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3" name="文字方塊 102"/>
          <p:cNvSpPr txBox="1"/>
          <p:nvPr/>
        </p:nvSpPr>
        <p:spPr>
          <a:xfrm>
            <a:off x="10988009" y="4862015"/>
            <a:ext cx="40736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4" name="文字方塊 103"/>
          <p:cNvSpPr txBox="1"/>
          <p:nvPr/>
        </p:nvSpPr>
        <p:spPr>
          <a:xfrm>
            <a:off x="9045537" y="9139191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105" name="文字方塊 104"/>
          <p:cNvSpPr txBox="1"/>
          <p:nvPr/>
        </p:nvSpPr>
        <p:spPr>
          <a:xfrm>
            <a:off x="11444250" y="6027713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106" name="文字方塊 105"/>
          <p:cNvSpPr txBox="1"/>
          <p:nvPr/>
        </p:nvSpPr>
        <p:spPr>
          <a:xfrm>
            <a:off x="1576439" y="7427517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107" name="文字方塊 106"/>
          <p:cNvSpPr txBox="1"/>
          <p:nvPr/>
        </p:nvSpPr>
        <p:spPr>
          <a:xfrm>
            <a:off x="1616627" y="3364275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cxnSp>
        <p:nvCxnSpPr>
          <p:cNvPr id="108" name="直線單箭頭接點 107"/>
          <p:cNvCxnSpPr>
            <a:stCxn id="104" idx="0"/>
          </p:cNvCxnSpPr>
          <p:nvPr/>
        </p:nvCxnSpPr>
        <p:spPr>
          <a:xfrm flipH="1" flipV="1">
            <a:off x="14616227" y="12744852"/>
            <a:ext cx="1799925" cy="9634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單箭頭接點 108"/>
          <p:cNvCxnSpPr>
            <a:cxnSpLocks/>
            <a:endCxn id="75" idx="3"/>
          </p:cNvCxnSpPr>
          <p:nvPr/>
        </p:nvCxnSpPr>
        <p:spPr>
          <a:xfrm flipH="1" flipV="1">
            <a:off x="10302994" y="4337873"/>
            <a:ext cx="1125453" cy="19993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單箭頭接點 109"/>
          <p:cNvCxnSpPr>
            <a:cxnSpLocks/>
            <a:stCxn id="106" idx="3"/>
            <a:endCxn id="68" idx="1"/>
          </p:cNvCxnSpPr>
          <p:nvPr/>
        </p:nvCxnSpPr>
        <p:spPr>
          <a:xfrm flipV="1">
            <a:off x="2325443" y="5762865"/>
            <a:ext cx="1594819" cy="19872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單箭頭接點 110"/>
          <p:cNvCxnSpPr>
            <a:cxnSpLocks/>
            <a:stCxn id="107" idx="3"/>
          </p:cNvCxnSpPr>
          <p:nvPr/>
        </p:nvCxnSpPr>
        <p:spPr>
          <a:xfrm flipV="1">
            <a:off x="2365631" y="1733539"/>
            <a:ext cx="1585279" cy="19533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字方塊 112"/>
          <p:cNvSpPr txBox="1"/>
          <p:nvPr/>
        </p:nvSpPr>
        <p:spPr>
          <a:xfrm>
            <a:off x="8741271" y="8530380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4" name="文字方塊 113"/>
          <p:cNvSpPr txBox="1"/>
          <p:nvPr/>
        </p:nvSpPr>
        <p:spPr>
          <a:xfrm>
            <a:off x="2390038" y="3329762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</a:rPr>
              <a:t>-10</a:t>
            </a:r>
            <a:endParaRPr lang="zh-TW" altLang="en-US" sz="3600" b="1" dirty="0">
              <a:solidFill>
                <a:srgbClr val="FF0000"/>
              </a:solidFill>
            </a:endParaRPr>
          </a:p>
        </p:txBody>
      </p:sp>
      <p:sp>
        <p:nvSpPr>
          <p:cNvPr id="115" name="文字方塊 114"/>
          <p:cNvSpPr txBox="1"/>
          <p:nvPr/>
        </p:nvSpPr>
        <p:spPr>
          <a:xfrm>
            <a:off x="2329494" y="25765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9" name="文字方塊 118"/>
          <p:cNvSpPr txBox="1"/>
          <p:nvPr/>
        </p:nvSpPr>
        <p:spPr>
          <a:xfrm>
            <a:off x="2316462" y="7460145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</a:rPr>
              <a:t>-10</a:t>
            </a:r>
            <a:endParaRPr lang="zh-TW" altLang="en-US" sz="3600" b="1" dirty="0">
              <a:solidFill>
                <a:srgbClr val="FF0000"/>
              </a:solidFill>
            </a:endParaRPr>
          </a:p>
        </p:txBody>
      </p:sp>
      <p:sp>
        <p:nvSpPr>
          <p:cNvPr id="120" name="文字方塊 119"/>
          <p:cNvSpPr txBox="1"/>
          <p:nvPr/>
        </p:nvSpPr>
        <p:spPr>
          <a:xfrm>
            <a:off x="2346487" y="4083932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1" name="文字方塊 120"/>
          <p:cNvSpPr txBox="1"/>
          <p:nvPr/>
        </p:nvSpPr>
        <p:spPr>
          <a:xfrm>
            <a:off x="2383163" y="6215751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2" name="文字方塊 121"/>
          <p:cNvSpPr txBox="1"/>
          <p:nvPr/>
        </p:nvSpPr>
        <p:spPr>
          <a:xfrm>
            <a:off x="10774944" y="5837340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3" name="文字方塊 122"/>
          <p:cNvSpPr txBox="1"/>
          <p:nvPr/>
        </p:nvSpPr>
        <p:spPr>
          <a:xfrm>
            <a:off x="10499549" y="3834738"/>
            <a:ext cx="13532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cxnSp>
        <p:nvCxnSpPr>
          <p:cNvPr id="128" name="直線接點 127"/>
          <p:cNvCxnSpPr/>
          <p:nvPr/>
        </p:nvCxnSpPr>
        <p:spPr>
          <a:xfrm flipH="1">
            <a:off x="7136321" y="6879321"/>
            <a:ext cx="384680" cy="38468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/>
          <p:cNvCxnSpPr/>
          <p:nvPr/>
        </p:nvCxnSpPr>
        <p:spPr>
          <a:xfrm flipH="1">
            <a:off x="7151621" y="2745632"/>
            <a:ext cx="384680" cy="38468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文字方塊 141"/>
          <p:cNvSpPr txBox="1"/>
          <p:nvPr/>
        </p:nvSpPr>
        <p:spPr>
          <a:xfrm>
            <a:off x="7071417" y="4019280"/>
            <a:ext cx="541638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chemeClr val="tx1"/>
                </a:solidFill>
              </a:rPr>
              <a:t>0</a:t>
            </a:r>
            <a:endParaRPr lang="zh-TW" altLang="en-US" sz="3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 bldLvl="0" animBg="1"/>
      <p:bldP spid="142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矩形 129"/>
          <p:cNvSpPr/>
          <p:nvPr/>
        </p:nvSpPr>
        <p:spPr>
          <a:xfrm>
            <a:off x="11912829" y="7816481"/>
            <a:ext cx="931622" cy="1999397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4" name="矩形 133"/>
          <p:cNvSpPr/>
          <p:nvPr/>
        </p:nvSpPr>
        <p:spPr>
          <a:xfrm>
            <a:off x="10834109" y="7825917"/>
            <a:ext cx="931622" cy="1999397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52" name="圖片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604" y="692021"/>
            <a:ext cx="5635763" cy="74000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/>
              <p:cNvSpPr txBox="1"/>
              <p:nvPr/>
            </p:nvSpPr>
            <p:spPr>
              <a:xfrm>
                <a:off x="10207760" y="7846872"/>
                <a:ext cx="49911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6" name="文字方塊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7760" y="7846872"/>
                <a:ext cx="499110" cy="553720"/>
              </a:xfrm>
              <a:prstGeom prst="rect">
                <a:avLst/>
              </a:prstGeom>
              <a:blipFill rotWithShape="1">
                <a:blip r:embed="rId4"/>
                <a:stretch>
                  <a:fillRect l="-27" t="-32" r="-15622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/>
              <p:cNvSpPr txBox="1"/>
              <p:nvPr/>
            </p:nvSpPr>
            <p:spPr>
              <a:xfrm>
                <a:off x="10207760" y="8477208"/>
                <a:ext cx="50482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7" name="文字方塊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7760" y="8477208"/>
                <a:ext cx="504825" cy="553720"/>
              </a:xfrm>
              <a:prstGeom prst="rect">
                <a:avLst/>
              </a:prstGeom>
              <a:blipFill rotWithShape="1">
                <a:blip r:embed="rId5"/>
                <a:stretch>
                  <a:fillRect l="-27" t="-107" r="-14816" b="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/>
              <p:cNvSpPr txBox="1"/>
              <p:nvPr/>
            </p:nvSpPr>
            <p:spPr>
              <a:xfrm>
                <a:off x="10220531" y="9160613"/>
                <a:ext cx="50482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0531" y="9160613"/>
                <a:ext cx="504825" cy="553720"/>
              </a:xfrm>
              <a:prstGeom prst="rect">
                <a:avLst/>
              </a:prstGeom>
              <a:blipFill rotWithShape="1">
                <a:blip r:embed="rId6"/>
                <a:stretch>
                  <a:fillRect l="-41" t="-19" r="-14802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/>
              <p:cNvSpPr txBox="1"/>
              <p:nvPr/>
            </p:nvSpPr>
            <p:spPr>
              <a:xfrm>
                <a:off x="10337733" y="967739"/>
                <a:ext cx="31178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9" name="文字方塊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7733" y="967739"/>
                <a:ext cx="311785" cy="553720"/>
              </a:xfrm>
              <a:prstGeom prst="rect">
                <a:avLst/>
              </a:prstGeom>
              <a:blipFill rotWithShape="1">
                <a:blip r:embed="rId7"/>
                <a:stretch>
                  <a:fillRect l="-182" t="-114" r="-23443" b="1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字方塊 49"/>
          <p:cNvSpPr txBox="1"/>
          <p:nvPr/>
        </p:nvSpPr>
        <p:spPr>
          <a:xfrm>
            <a:off x="10935143" y="7887558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</a:p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10956971" y="853830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54" name="文字方塊 53"/>
          <p:cNvSpPr txBox="1"/>
          <p:nvPr/>
        </p:nvSpPr>
        <p:spPr>
          <a:xfrm>
            <a:off x="12024450" y="7881356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4</a:t>
            </a:r>
          </a:p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11987192" y="855248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56" name="文字方塊 55"/>
          <p:cNvSpPr txBox="1"/>
          <p:nvPr/>
        </p:nvSpPr>
        <p:spPr>
          <a:xfrm>
            <a:off x="13045719" y="7902233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</a:t>
            </a:r>
          </a:p>
          <a:p>
            <a:pPr algn="ctr"/>
            <a:r>
              <a:rPr lang="en-US" altLang="zh-TW" sz="3600" dirty="0"/>
              <a:t>0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12981312" y="885654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58" name="文字方塊 57"/>
          <p:cNvSpPr txBox="1"/>
          <p:nvPr/>
        </p:nvSpPr>
        <p:spPr>
          <a:xfrm>
            <a:off x="14028234" y="7915934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</a:p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3975432" y="870288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7</a:t>
            </a:r>
          </a:p>
        </p:txBody>
      </p:sp>
      <p:sp>
        <p:nvSpPr>
          <p:cNvPr id="60" name="文字方塊 59"/>
          <p:cNvSpPr txBox="1"/>
          <p:nvPr/>
        </p:nvSpPr>
        <p:spPr>
          <a:xfrm>
            <a:off x="14998569" y="7917037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</a:p>
          <a:p>
            <a:pPr algn="ctr"/>
            <a:r>
              <a:rPr lang="en-US" altLang="zh-TW" sz="3600" dirty="0"/>
              <a:t>-1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14936292" y="870288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11048205" y="8522264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3" name="矩形 62"/>
          <p:cNvSpPr/>
          <p:nvPr/>
        </p:nvSpPr>
        <p:spPr>
          <a:xfrm>
            <a:off x="12121497" y="8516061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4" name="矩形 63"/>
          <p:cNvSpPr/>
          <p:nvPr/>
        </p:nvSpPr>
        <p:spPr>
          <a:xfrm>
            <a:off x="14125281" y="9121608"/>
            <a:ext cx="478766" cy="52473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rgbClr val="00B050"/>
              </a:solidFill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14072480" y="948833"/>
            <a:ext cx="478766" cy="5247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rgbClr val="00B050"/>
              </a:solidFill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15105170" y="8561105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3" name="群組 2"/>
          <p:cNvGrpSpPr/>
          <p:nvPr/>
        </p:nvGrpSpPr>
        <p:grpSpPr>
          <a:xfrm>
            <a:off x="7042610" y="7602897"/>
            <a:ext cx="599255" cy="645161"/>
            <a:chOff x="5891338" y="5744015"/>
            <a:chExt cx="399503" cy="430107"/>
          </a:xfrm>
        </p:grpSpPr>
        <p:sp>
          <p:nvSpPr>
            <p:cNvPr id="53" name="文字方塊 52"/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2" name="文字方塊 1"/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grpSp>
        <p:nvGrpSpPr>
          <p:cNvPr id="72" name="群組 71"/>
          <p:cNvGrpSpPr/>
          <p:nvPr/>
        </p:nvGrpSpPr>
        <p:grpSpPr>
          <a:xfrm>
            <a:off x="9703739" y="4015292"/>
            <a:ext cx="599255" cy="645161"/>
            <a:chOff x="5891338" y="5744015"/>
            <a:chExt cx="399503" cy="430107"/>
          </a:xfrm>
        </p:grpSpPr>
        <p:sp>
          <p:nvSpPr>
            <p:cNvPr id="74" name="文字方塊 73"/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75" name="文字方塊 74"/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sp>
        <p:nvSpPr>
          <p:cNvPr id="76" name="文字方塊 75"/>
          <p:cNvSpPr txBox="1"/>
          <p:nvPr/>
        </p:nvSpPr>
        <p:spPr>
          <a:xfrm>
            <a:off x="5765514" y="9132816"/>
            <a:ext cx="724618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  <a:endParaRPr lang="zh-TW" altLang="en-US" sz="3600" baseline="-250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6892860" y="9132819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8010744" y="9132819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6720758" y="417932"/>
            <a:ext cx="7047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y</a:t>
            </a:r>
            <a:endParaRPr lang="zh-TW" altLang="en-US" sz="3600" dirty="0"/>
          </a:p>
        </p:txBody>
      </p:sp>
      <p:cxnSp>
        <p:nvCxnSpPr>
          <p:cNvPr id="96" name="直線單箭頭接點 95"/>
          <p:cNvCxnSpPr/>
          <p:nvPr/>
        </p:nvCxnSpPr>
        <p:spPr>
          <a:xfrm rot="5400000" flipH="1">
            <a:off x="7489776" y="8111405"/>
            <a:ext cx="944526" cy="10731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6"/>
          <p:cNvCxnSpPr/>
          <p:nvPr/>
        </p:nvCxnSpPr>
        <p:spPr>
          <a:xfrm rot="5400000" flipH="1" flipV="1">
            <a:off x="6837612" y="8627726"/>
            <a:ext cx="958988" cy="260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單箭頭接點 97"/>
          <p:cNvCxnSpPr/>
          <p:nvPr/>
        </p:nvCxnSpPr>
        <p:spPr>
          <a:xfrm rot="5400000" flipH="1" flipV="1">
            <a:off x="6235178" y="8095491"/>
            <a:ext cx="944526" cy="10624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5817050" y="8482179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99" name="文字方塊 98"/>
          <p:cNvSpPr txBox="1"/>
          <p:nvPr/>
        </p:nvSpPr>
        <p:spPr>
          <a:xfrm>
            <a:off x="6892860" y="8557860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0" name="文字方塊 99"/>
          <p:cNvSpPr txBox="1"/>
          <p:nvPr/>
        </p:nvSpPr>
        <p:spPr>
          <a:xfrm>
            <a:off x="7724955" y="8565614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4" name="文字方塊 103"/>
          <p:cNvSpPr txBox="1"/>
          <p:nvPr/>
        </p:nvSpPr>
        <p:spPr>
          <a:xfrm>
            <a:off x="9045537" y="9139191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cxnSp>
        <p:nvCxnSpPr>
          <p:cNvPr id="108" name="直線單箭頭接點 107"/>
          <p:cNvCxnSpPr>
            <a:stCxn id="104" idx="0"/>
          </p:cNvCxnSpPr>
          <p:nvPr/>
        </p:nvCxnSpPr>
        <p:spPr>
          <a:xfrm flipH="1" flipV="1">
            <a:off x="14616227" y="12744852"/>
            <a:ext cx="1799925" cy="9634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字方塊 112"/>
          <p:cNvSpPr txBox="1"/>
          <p:nvPr/>
        </p:nvSpPr>
        <p:spPr>
          <a:xfrm>
            <a:off x="8741271" y="8530380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28" name="直線接點 127"/>
          <p:cNvCxnSpPr/>
          <p:nvPr/>
        </p:nvCxnSpPr>
        <p:spPr>
          <a:xfrm flipH="1">
            <a:off x="7136321" y="6879321"/>
            <a:ext cx="384680" cy="38468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/>
          <p:cNvCxnSpPr/>
          <p:nvPr/>
        </p:nvCxnSpPr>
        <p:spPr>
          <a:xfrm flipH="1">
            <a:off x="7151621" y="2745632"/>
            <a:ext cx="384680" cy="38468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字方塊 135"/>
          <p:cNvSpPr txBox="1"/>
          <p:nvPr/>
        </p:nvSpPr>
        <p:spPr>
          <a:xfrm>
            <a:off x="7304089" y="6063192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3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37" name="文字方塊 136"/>
          <p:cNvSpPr txBox="1"/>
          <p:nvPr/>
        </p:nvSpPr>
        <p:spPr>
          <a:xfrm>
            <a:off x="5729028" y="5129355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≈1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7317105" y="5168999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3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41" name="文字方塊 140"/>
          <p:cNvSpPr txBox="1"/>
          <p:nvPr/>
        </p:nvSpPr>
        <p:spPr>
          <a:xfrm>
            <a:off x="8121282" y="4323525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≈1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42" name="文字方塊 141"/>
          <p:cNvSpPr txBox="1"/>
          <p:nvPr/>
        </p:nvSpPr>
        <p:spPr>
          <a:xfrm>
            <a:off x="7087533" y="3995670"/>
            <a:ext cx="541638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143" name="文字方塊 142"/>
          <p:cNvSpPr txBox="1"/>
          <p:nvPr/>
        </p:nvSpPr>
        <p:spPr>
          <a:xfrm>
            <a:off x="7094193" y="3983969"/>
            <a:ext cx="541638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ysClr val="windowText" lastClr="000000"/>
                </a:solidFill>
              </a:rPr>
              <a:t>3</a:t>
            </a:r>
            <a:endParaRPr lang="zh-TW" altLang="en-US" sz="3600" dirty="0">
              <a:solidFill>
                <a:sysClr val="windowText" lastClr="000000"/>
              </a:solidFill>
            </a:endParaRPr>
          </a:p>
        </p:txBody>
      </p:sp>
      <p:sp>
        <p:nvSpPr>
          <p:cNvPr id="144" name="文字方塊 143"/>
          <p:cNvSpPr txBox="1"/>
          <p:nvPr/>
        </p:nvSpPr>
        <p:spPr>
          <a:xfrm>
            <a:off x="7394367" y="1828482"/>
            <a:ext cx="541638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ysClr val="windowText" lastClr="000000"/>
                </a:solidFill>
              </a:rPr>
              <a:t>3</a:t>
            </a:r>
            <a:endParaRPr lang="zh-TW" altLang="en-US" sz="3600" dirty="0">
              <a:solidFill>
                <a:sysClr val="windowText" lastClr="000000"/>
              </a:solidFill>
            </a:endParaRPr>
          </a:p>
        </p:txBody>
      </p:sp>
      <p:sp>
        <p:nvSpPr>
          <p:cNvPr id="145" name="文字方塊 144"/>
          <p:cNvSpPr txBox="1"/>
          <p:nvPr/>
        </p:nvSpPr>
        <p:spPr>
          <a:xfrm>
            <a:off x="5436772" y="1871942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≈0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46" name="文字方塊 145"/>
          <p:cNvSpPr txBox="1"/>
          <p:nvPr/>
        </p:nvSpPr>
        <p:spPr>
          <a:xfrm>
            <a:off x="7221320" y="172532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≈0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5" name="文字方塊 115">
            <a:extLst>
              <a:ext uri="{FF2B5EF4-FFF2-40B4-BE49-F238E27FC236}">
                <a16:creationId xmlns:a16="http://schemas.microsoft.com/office/drawing/2014/main" id="{7B3B34F8-C412-C6BE-5635-19A3A59BCA1F}"/>
              </a:ext>
            </a:extLst>
          </p:cNvPr>
          <p:cNvSpPr txBox="1"/>
          <p:nvPr/>
        </p:nvSpPr>
        <p:spPr>
          <a:xfrm>
            <a:off x="2359020" y="1088945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文字方塊 116">
            <a:extLst>
              <a:ext uri="{FF2B5EF4-FFF2-40B4-BE49-F238E27FC236}">
                <a16:creationId xmlns:a16="http://schemas.microsoft.com/office/drawing/2014/main" id="{D512F9D2-0561-FC7F-4DFD-162EAC09D4C7}"/>
              </a:ext>
            </a:extLst>
          </p:cNvPr>
          <p:cNvSpPr txBox="1"/>
          <p:nvPr/>
        </p:nvSpPr>
        <p:spPr>
          <a:xfrm>
            <a:off x="2271546" y="5169214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grpSp>
        <p:nvGrpSpPr>
          <p:cNvPr id="8" name="群組 65">
            <a:extLst>
              <a:ext uri="{FF2B5EF4-FFF2-40B4-BE49-F238E27FC236}">
                <a16:creationId xmlns:a16="http://schemas.microsoft.com/office/drawing/2014/main" id="{7DB89D8C-9BE0-9814-51BE-C8600B0CAFB2}"/>
              </a:ext>
            </a:extLst>
          </p:cNvPr>
          <p:cNvGrpSpPr/>
          <p:nvPr/>
        </p:nvGrpSpPr>
        <p:grpSpPr>
          <a:xfrm>
            <a:off x="3920262" y="5440284"/>
            <a:ext cx="599255" cy="645161"/>
            <a:chOff x="5891338" y="5744015"/>
            <a:chExt cx="399503" cy="430107"/>
          </a:xfrm>
        </p:grpSpPr>
        <p:sp>
          <p:nvSpPr>
            <p:cNvPr id="9" name="文字方塊 66">
              <a:extLst>
                <a:ext uri="{FF2B5EF4-FFF2-40B4-BE49-F238E27FC236}">
                  <a16:creationId xmlns:a16="http://schemas.microsoft.com/office/drawing/2014/main" id="{F4047771-5E4A-9A9E-88CD-5D3D810EF5BB}"/>
                </a:ext>
              </a:extLst>
            </p:cNvPr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10" name="文字方塊 67">
              <a:extLst>
                <a:ext uri="{FF2B5EF4-FFF2-40B4-BE49-F238E27FC236}">
                  <a16:creationId xmlns:a16="http://schemas.microsoft.com/office/drawing/2014/main" id="{325661CB-549A-E8F1-4CF2-8ADBABDFEF0E}"/>
                </a:ext>
              </a:extLst>
            </p:cNvPr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grpSp>
        <p:nvGrpSpPr>
          <p:cNvPr id="11" name="群組 68">
            <a:extLst>
              <a:ext uri="{FF2B5EF4-FFF2-40B4-BE49-F238E27FC236}">
                <a16:creationId xmlns:a16="http://schemas.microsoft.com/office/drawing/2014/main" id="{C4321772-7DC1-926E-3399-5A991935176D}"/>
              </a:ext>
            </a:extLst>
          </p:cNvPr>
          <p:cNvGrpSpPr/>
          <p:nvPr/>
        </p:nvGrpSpPr>
        <p:grpSpPr>
          <a:xfrm>
            <a:off x="3925912" y="1324403"/>
            <a:ext cx="599255" cy="645161"/>
            <a:chOff x="5891338" y="5744015"/>
            <a:chExt cx="399503" cy="430107"/>
          </a:xfrm>
        </p:grpSpPr>
        <p:sp>
          <p:nvSpPr>
            <p:cNvPr id="13" name="文字方塊 69">
              <a:extLst>
                <a:ext uri="{FF2B5EF4-FFF2-40B4-BE49-F238E27FC236}">
                  <a16:creationId xmlns:a16="http://schemas.microsoft.com/office/drawing/2014/main" id="{AB4CFBA2-7B4A-7CB0-4A62-774B3BCAF116}"/>
                </a:ext>
              </a:extLst>
            </p:cNvPr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14" name="文字方塊 70">
              <a:extLst>
                <a:ext uri="{FF2B5EF4-FFF2-40B4-BE49-F238E27FC236}">
                  <a16:creationId xmlns:a16="http://schemas.microsoft.com/office/drawing/2014/main" id="{94A2B245-D31B-41FD-5CD4-D5DB5E1233D0}"/>
                </a:ext>
              </a:extLst>
            </p:cNvPr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grpSp>
        <p:nvGrpSpPr>
          <p:cNvPr id="15" name="群組 71">
            <a:extLst>
              <a:ext uri="{FF2B5EF4-FFF2-40B4-BE49-F238E27FC236}">
                <a16:creationId xmlns:a16="http://schemas.microsoft.com/office/drawing/2014/main" id="{F1392BE2-F3EC-A832-1DA2-3601CFA3962E}"/>
              </a:ext>
            </a:extLst>
          </p:cNvPr>
          <p:cNvGrpSpPr/>
          <p:nvPr/>
        </p:nvGrpSpPr>
        <p:grpSpPr>
          <a:xfrm>
            <a:off x="9703739" y="4015292"/>
            <a:ext cx="599255" cy="645161"/>
            <a:chOff x="5891338" y="5744015"/>
            <a:chExt cx="399503" cy="430107"/>
          </a:xfrm>
        </p:grpSpPr>
        <p:sp>
          <p:nvSpPr>
            <p:cNvPr id="16" name="文字方塊 73">
              <a:extLst>
                <a:ext uri="{FF2B5EF4-FFF2-40B4-BE49-F238E27FC236}">
                  <a16:creationId xmlns:a16="http://schemas.microsoft.com/office/drawing/2014/main" id="{52039C0E-95EE-DAD8-D891-B80912AB0429}"/>
                </a:ext>
              </a:extLst>
            </p:cNvPr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17" name="文字方塊 74">
              <a:extLst>
                <a:ext uri="{FF2B5EF4-FFF2-40B4-BE49-F238E27FC236}">
                  <a16:creationId xmlns:a16="http://schemas.microsoft.com/office/drawing/2014/main" id="{BD0E6358-0599-D380-6928-F012365011F7}"/>
                </a:ext>
              </a:extLst>
            </p:cNvPr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sp>
        <p:nvSpPr>
          <p:cNvPr id="18" name="文字方塊 78">
            <a:extLst>
              <a:ext uri="{FF2B5EF4-FFF2-40B4-BE49-F238E27FC236}">
                <a16:creationId xmlns:a16="http://schemas.microsoft.com/office/drawing/2014/main" id="{A892FBB2-DCEB-079D-0C5C-4C4FA260F021}"/>
              </a:ext>
            </a:extLst>
          </p:cNvPr>
          <p:cNvSpPr txBox="1"/>
          <p:nvPr/>
        </p:nvSpPr>
        <p:spPr>
          <a:xfrm>
            <a:off x="1616627" y="4393485"/>
            <a:ext cx="724618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  <a:endParaRPr lang="zh-TW" altLang="en-US" sz="3600" baseline="-25000" dirty="0"/>
          </a:p>
        </p:txBody>
      </p:sp>
      <p:sp>
        <p:nvSpPr>
          <p:cNvPr id="19" name="文字方塊 79">
            <a:extLst>
              <a:ext uri="{FF2B5EF4-FFF2-40B4-BE49-F238E27FC236}">
                <a16:creationId xmlns:a16="http://schemas.microsoft.com/office/drawing/2014/main" id="{73428033-D873-F89E-3DBA-4E5E449CA42C}"/>
              </a:ext>
            </a:extLst>
          </p:cNvPr>
          <p:cNvSpPr txBox="1"/>
          <p:nvPr/>
        </p:nvSpPr>
        <p:spPr>
          <a:xfrm>
            <a:off x="1592242" y="5440285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20" name="文字方塊 80">
            <a:extLst>
              <a:ext uri="{FF2B5EF4-FFF2-40B4-BE49-F238E27FC236}">
                <a16:creationId xmlns:a16="http://schemas.microsoft.com/office/drawing/2014/main" id="{303E8710-82BE-E632-8A96-93F404A0E330}"/>
              </a:ext>
            </a:extLst>
          </p:cNvPr>
          <p:cNvSpPr txBox="1"/>
          <p:nvPr/>
        </p:nvSpPr>
        <p:spPr>
          <a:xfrm>
            <a:off x="1576439" y="6487083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sp>
        <p:nvSpPr>
          <p:cNvPr id="21" name="文字方塊 81">
            <a:extLst>
              <a:ext uri="{FF2B5EF4-FFF2-40B4-BE49-F238E27FC236}">
                <a16:creationId xmlns:a16="http://schemas.microsoft.com/office/drawing/2014/main" id="{91B7D8C8-A23F-B3FE-ACF5-B9237BE458A2}"/>
              </a:ext>
            </a:extLst>
          </p:cNvPr>
          <p:cNvSpPr txBox="1"/>
          <p:nvPr/>
        </p:nvSpPr>
        <p:spPr>
          <a:xfrm>
            <a:off x="1657059" y="330120"/>
            <a:ext cx="761224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  <a:endParaRPr lang="zh-TW" altLang="en-US" sz="3600" baseline="-25000" dirty="0"/>
          </a:p>
        </p:txBody>
      </p:sp>
      <p:sp>
        <p:nvSpPr>
          <p:cNvPr id="22" name="文字方塊 82">
            <a:extLst>
              <a:ext uri="{FF2B5EF4-FFF2-40B4-BE49-F238E27FC236}">
                <a16:creationId xmlns:a16="http://schemas.microsoft.com/office/drawing/2014/main" id="{85CC6C78-D43F-D3FA-13B6-34B8EF9FE9C5}"/>
              </a:ext>
            </a:extLst>
          </p:cNvPr>
          <p:cNvSpPr txBox="1"/>
          <p:nvPr/>
        </p:nvSpPr>
        <p:spPr>
          <a:xfrm>
            <a:off x="1663169" y="1324384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23" name="文字方塊 83">
            <a:extLst>
              <a:ext uri="{FF2B5EF4-FFF2-40B4-BE49-F238E27FC236}">
                <a16:creationId xmlns:a16="http://schemas.microsoft.com/office/drawing/2014/main" id="{5FF7707A-946A-74FC-9A6D-43D9F6AA20D4}"/>
              </a:ext>
            </a:extLst>
          </p:cNvPr>
          <p:cNvSpPr txBox="1"/>
          <p:nvPr/>
        </p:nvSpPr>
        <p:spPr>
          <a:xfrm>
            <a:off x="1647367" y="2371182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sp>
        <p:nvSpPr>
          <p:cNvPr id="24" name="文字方塊 84">
            <a:extLst>
              <a:ext uri="{FF2B5EF4-FFF2-40B4-BE49-F238E27FC236}">
                <a16:creationId xmlns:a16="http://schemas.microsoft.com/office/drawing/2014/main" id="{04D27D95-5451-6168-02F4-7C6C13784D99}"/>
              </a:ext>
            </a:extLst>
          </p:cNvPr>
          <p:cNvSpPr txBox="1"/>
          <p:nvPr/>
        </p:nvSpPr>
        <p:spPr>
          <a:xfrm>
            <a:off x="11423236" y="2949784"/>
            <a:ext cx="749005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  <a:endParaRPr lang="zh-TW" altLang="en-US" sz="3600" baseline="-25000" dirty="0"/>
          </a:p>
        </p:txBody>
      </p:sp>
      <p:sp>
        <p:nvSpPr>
          <p:cNvPr id="25" name="文字方塊 85">
            <a:extLst>
              <a:ext uri="{FF2B5EF4-FFF2-40B4-BE49-F238E27FC236}">
                <a16:creationId xmlns:a16="http://schemas.microsoft.com/office/drawing/2014/main" id="{198B17D8-10EB-2BA8-98FD-B6FB839455C7}"/>
              </a:ext>
            </a:extLst>
          </p:cNvPr>
          <p:cNvSpPr txBox="1"/>
          <p:nvPr/>
        </p:nvSpPr>
        <p:spPr>
          <a:xfrm>
            <a:off x="11444250" y="4003822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26" name="文字方塊 86">
            <a:extLst>
              <a:ext uri="{FF2B5EF4-FFF2-40B4-BE49-F238E27FC236}">
                <a16:creationId xmlns:a16="http://schemas.microsoft.com/office/drawing/2014/main" id="{9F775698-6DFE-5E48-165F-C08474E69298}"/>
              </a:ext>
            </a:extLst>
          </p:cNvPr>
          <p:cNvSpPr txBox="1"/>
          <p:nvPr/>
        </p:nvSpPr>
        <p:spPr>
          <a:xfrm>
            <a:off x="11428447" y="5050620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cxnSp>
        <p:nvCxnSpPr>
          <p:cNvPr id="27" name="直線單箭頭接點 6">
            <a:extLst>
              <a:ext uri="{FF2B5EF4-FFF2-40B4-BE49-F238E27FC236}">
                <a16:creationId xmlns:a16="http://schemas.microsoft.com/office/drawing/2014/main" id="{B8C40FD3-CBFA-8AAD-4C4B-9749CBBD750A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2418283" y="653286"/>
            <a:ext cx="1555035" cy="10730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87">
            <a:extLst>
              <a:ext uri="{FF2B5EF4-FFF2-40B4-BE49-F238E27FC236}">
                <a16:creationId xmlns:a16="http://schemas.microsoft.com/office/drawing/2014/main" id="{B65CDDD5-532C-7ABE-8430-933F517264AE}"/>
              </a:ext>
            </a:extLst>
          </p:cNvPr>
          <p:cNvCxnSpPr>
            <a:cxnSpLocks/>
            <a:stCxn id="22" idx="3"/>
            <a:endCxn id="14" idx="1"/>
          </p:cNvCxnSpPr>
          <p:nvPr/>
        </p:nvCxnSpPr>
        <p:spPr>
          <a:xfrm>
            <a:off x="2412173" y="1646964"/>
            <a:ext cx="1513739" cy="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88">
            <a:extLst>
              <a:ext uri="{FF2B5EF4-FFF2-40B4-BE49-F238E27FC236}">
                <a16:creationId xmlns:a16="http://schemas.microsoft.com/office/drawing/2014/main" id="{F939E897-FBD1-73E3-7283-388381933D4C}"/>
              </a:ext>
            </a:extLst>
          </p:cNvPr>
          <p:cNvCxnSpPr>
            <a:cxnSpLocks/>
            <a:stCxn id="23" idx="3"/>
            <a:endCxn id="14" idx="1"/>
          </p:cNvCxnSpPr>
          <p:nvPr/>
        </p:nvCxnSpPr>
        <p:spPr>
          <a:xfrm flipV="1">
            <a:off x="2396371" y="1646984"/>
            <a:ext cx="1529541" cy="104677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89">
            <a:extLst>
              <a:ext uri="{FF2B5EF4-FFF2-40B4-BE49-F238E27FC236}">
                <a16:creationId xmlns:a16="http://schemas.microsoft.com/office/drawing/2014/main" id="{B9C6A7FD-EB96-272F-2AB1-44365138A476}"/>
              </a:ext>
            </a:extLst>
          </p:cNvPr>
          <p:cNvCxnSpPr>
            <a:cxnSpLocks/>
            <a:stCxn id="18" idx="3"/>
            <a:endCxn id="10" idx="1"/>
          </p:cNvCxnSpPr>
          <p:nvPr/>
        </p:nvCxnSpPr>
        <p:spPr>
          <a:xfrm>
            <a:off x="2341245" y="4716065"/>
            <a:ext cx="1579017" cy="10468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90">
            <a:extLst>
              <a:ext uri="{FF2B5EF4-FFF2-40B4-BE49-F238E27FC236}">
                <a16:creationId xmlns:a16="http://schemas.microsoft.com/office/drawing/2014/main" id="{3533A651-5078-3E0C-7E0D-D98BB20FB6A2}"/>
              </a:ext>
            </a:extLst>
          </p:cNvPr>
          <p:cNvCxnSpPr>
            <a:cxnSpLocks/>
            <a:stCxn id="19" idx="3"/>
            <a:endCxn id="10" idx="1"/>
          </p:cNvCxnSpPr>
          <p:nvPr/>
        </p:nvCxnSpPr>
        <p:spPr>
          <a:xfrm>
            <a:off x="2341246" y="5762865"/>
            <a:ext cx="157901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91">
            <a:extLst>
              <a:ext uri="{FF2B5EF4-FFF2-40B4-BE49-F238E27FC236}">
                <a16:creationId xmlns:a16="http://schemas.microsoft.com/office/drawing/2014/main" id="{B62C43F4-225B-79B0-9698-EE9CDDC0FDA1}"/>
              </a:ext>
            </a:extLst>
          </p:cNvPr>
          <p:cNvCxnSpPr>
            <a:cxnSpLocks/>
            <a:stCxn id="20" idx="3"/>
            <a:endCxn id="10" idx="1"/>
          </p:cNvCxnSpPr>
          <p:nvPr/>
        </p:nvCxnSpPr>
        <p:spPr>
          <a:xfrm flipV="1">
            <a:off x="2325443" y="5762865"/>
            <a:ext cx="1594819" cy="10467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92">
            <a:extLst>
              <a:ext uri="{FF2B5EF4-FFF2-40B4-BE49-F238E27FC236}">
                <a16:creationId xmlns:a16="http://schemas.microsoft.com/office/drawing/2014/main" id="{62895963-1D81-95E0-3122-6C2DBEE4B5A9}"/>
              </a:ext>
            </a:extLst>
          </p:cNvPr>
          <p:cNvCxnSpPr>
            <a:cxnSpLocks/>
            <a:stCxn id="24" idx="1"/>
            <a:endCxn id="17" idx="3"/>
          </p:cNvCxnSpPr>
          <p:nvPr/>
        </p:nvCxnSpPr>
        <p:spPr>
          <a:xfrm flipH="1">
            <a:off x="10302994" y="3272950"/>
            <a:ext cx="1120242" cy="10649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93">
            <a:extLst>
              <a:ext uri="{FF2B5EF4-FFF2-40B4-BE49-F238E27FC236}">
                <a16:creationId xmlns:a16="http://schemas.microsoft.com/office/drawing/2014/main" id="{5B54CF42-8FD2-FFD3-200B-9D9A64F47C38}"/>
              </a:ext>
            </a:extLst>
          </p:cNvPr>
          <p:cNvCxnSpPr>
            <a:cxnSpLocks/>
            <a:stCxn id="25" idx="1"/>
            <a:endCxn id="17" idx="3"/>
          </p:cNvCxnSpPr>
          <p:nvPr/>
        </p:nvCxnSpPr>
        <p:spPr>
          <a:xfrm flipH="1">
            <a:off x="10302994" y="4326402"/>
            <a:ext cx="1141256" cy="1147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94">
            <a:extLst>
              <a:ext uri="{FF2B5EF4-FFF2-40B4-BE49-F238E27FC236}">
                <a16:creationId xmlns:a16="http://schemas.microsoft.com/office/drawing/2014/main" id="{8933234D-008D-EDC8-54ED-7D85549B1F77}"/>
              </a:ext>
            </a:extLst>
          </p:cNvPr>
          <p:cNvCxnSpPr>
            <a:cxnSpLocks/>
            <a:stCxn id="26" idx="1"/>
            <a:endCxn id="17" idx="3"/>
          </p:cNvCxnSpPr>
          <p:nvPr/>
        </p:nvCxnSpPr>
        <p:spPr>
          <a:xfrm flipH="1" flipV="1">
            <a:off x="10302994" y="4337873"/>
            <a:ext cx="1125453" cy="10353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100">
            <a:extLst>
              <a:ext uri="{FF2B5EF4-FFF2-40B4-BE49-F238E27FC236}">
                <a16:creationId xmlns:a16="http://schemas.microsoft.com/office/drawing/2014/main" id="{9B4CED75-3DEB-0883-5A75-AAA10F25E74A}"/>
              </a:ext>
            </a:extLst>
          </p:cNvPr>
          <p:cNvSpPr txBox="1"/>
          <p:nvPr/>
        </p:nvSpPr>
        <p:spPr>
          <a:xfrm>
            <a:off x="2329494" y="2161904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7" name="文字方塊 101">
            <a:extLst>
              <a:ext uri="{FF2B5EF4-FFF2-40B4-BE49-F238E27FC236}">
                <a16:creationId xmlns:a16="http://schemas.microsoft.com/office/drawing/2014/main" id="{D52414B0-556B-7C86-6A49-891CE408E5CF}"/>
              </a:ext>
            </a:extLst>
          </p:cNvPr>
          <p:cNvSpPr txBox="1"/>
          <p:nvPr/>
        </p:nvSpPr>
        <p:spPr>
          <a:xfrm>
            <a:off x="11031371" y="2880534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" name="文字方塊 102">
            <a:extLst>
              <a:ext uri="{FF2B5EF4-FFF2-40B4-BE49-F238E27FC236}">
                <a16:creationId xmlns:a16="http://schemas.microsoft.com/office/drawing/2014/main" id="{BED6AFD0-3E28-2F8D-34D6-E3CD02A3587E}"/>
              </a:ext>
            </a:extLst>
          </p:cNvPr>
          <p:cNvSpPr txBox="1"/>
          <p:nvPr/>
        </p:nvSpPr>
        <p:spPr>
          <a:xfrm>
            <a:off x="10988009" y="4862015"/>
            <a:ext cx="40736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文字方塊 104">
            <a:extLst>
              <a:ext uri="{FF2B5EF4-FFF2-40B4-BE49-F238E27FC236}">
                <a16:creationId xmlns:a16="http://schemas.microsoft.com/office/drawing/2014/main" id="{ED4F3079-A409-51B5-5C21-0564F4AC60F2}"/>
              </a:ext>
            </a:extLst>
          </p:cNvPr>
          <p:cNvSpPr txBox="1"/>
          <p:nvPr/>
        </p:nvSpPr>
        <p:spPr>
          <a:xfrm>
            <a:off x="11444250" y="6027713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40" name="文字方塊 105">
            <a:extLst>
              <a:ext uri="{FF2B5EF4-FFF2-40B4-BE49-F238E27FC236}">
                <a16:creationId xmlns:a16="http://schemas.microsoft.com/office/drawing/2014/main" id="{5BF29926-E53C-2D5D-49B5-F731127FC7B3}"/>
              </a:ext>
            </a:extLst>
          </p:cNvPr>
          <p:cNvSpPr txBox="1"/>
          <p:nvPr/>
        </p:nvSpPr>
        <p:spPr>
          <a:xfrm>
            <a:off x="1576439" y="7427517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41" name="文字方塊 106">
            <a:extLst>
              <a:ext uri="{FF2B5EF4-FFF2-40B4-BE49-F238E27FC236}">
                <a16:creationId xmlns:a16="http://schemas.microsoft.com/office/drawing/2014/main" id="{DE7CF392-0535-08C8-5F61-EA8B906F5C25}"/>
              </a:ext>
            </a:extLst>
          </p:cNvPr>
          <p:cNvSpPr txBox="1"/>
          <p:nvPr/>
        </p:nvSpPr>
        <p:spPr>
          <a:xfrm>
            <a:off x="1616627" y="3364275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cxnSp>
        <p:nvCxnSpPr>
          <p:cNvPr id="42" name="直線單箭頭接點 108">
            <a:extLst>
              <a:ext uri="{FF2B5EF4-FFF2-40B4-BE49-F238E27FC236}">
                <a16:creationId xmlns:a16="http://schemas.microsoft.com/office/drawing/2014/main" id="{3F30AF0C-9AFC-3378-1D18-F3F1A18EF471}"/>
              </a:ext>
            </a:extLst>
          </p:cNvPr>
          <p:cNvCxnSpPr>
            <a:cxnSpLocks/>
            <a:endCxn id="17" idx="3"/>
          </p:cNvCxnSpPr>
          <p:nvPr/>
        </p:nvCxnSpPr>
        <p:spPr>
          <a:xfrm flipH="1" flipV="1">
            <a:off x="10302994" y="4337873"/>
            <a:ext cx="1125453" cy="19993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109">
            <a:extLst>
              <a:ext uri="{FF2B5EF4-FFF2-40B4-BE49-F238E27FC236}">
                <a16:creationId xmlns:a16="http://schemas.microsoft.com/office/drawing/2014/main" id="{B6132C04-64BB-6CFA-FDF1-46505A12D553}"/>
              </a:ext>
            </a:extLst>
          </p:cNvPr>
          <p:cNvCxnSpPr>
            <a:cxnSpLocks/>
            <a:stCxn id="40" idx="3"/>
            <a:endCxn id="10" idx="1"/>
          </p:cNvCxnSpPr>
          <p:nvPr/>
        </p:nvCxnSpPr>
        <p:spPr>
          <a:xfrm flipV="1">
            <a:off x="2325443" y="5762865"/>
            <a:ext cx="1594819" cy="19872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110">
            <a:extLst>
              <a:ext uri="{FF2B5EF4-FFF2-40B4-BE49-F238E27FC236}">
                <a16:creationId xmlns:a16="http://schemas.microsoft.com/office/drawing/2014/main" id="{7E6E4997-1CE9-DD04-29DE-D0B995E51F9B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2365631" y="1733539"/>
            <a:ext cx="1585279" cy="19533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字方塊 113">
            <a:extLst>
              <a:ext uri="{FF2B5EF4-FFF2-40B4-BE49-F238E27FC236}">
                <a16:creationId xmlns:a16="http://schemas.microsoft.com/office/drawing/2014/main" id="{0BE8A4A7-C98F-2AFD-5D15-AA181995C6D5}"/>
              </a:ext>
            </a:extLst>
          </p:cNvPr>
          <p:cNvSpPr txBox="1"/>
          <p:nvPr/>
        </p:nvSpPr>
        <p:spPr>
          <a:xfrm>
            <a:off x="2390038" y="3329762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</a:rPr>
              <a:t>-10</a:t>
            </a:r>
            <a:endParaRPr lang="zh-TW" altLang="en-US" sz="3600" b="1" dirty="0">
              <a:solidFill>
                <a:srgbClr val="FF0000"/>
              </a:solidFill>
            </a:endParaRPr>
          </a:p>
        </p:txBody>
      </p:sp>
      <p:sp>
        <p:nvSpPr>
          <p:cNvPr id="112" name="文字方塊 114">
            <a:extLst>
              <a:ext uri="{FF2B5EF4-FFF2-40B4-BE49-F238E27FC236}">
                <a16:creationId xmlns:a16="http://schemas.microsoft.com/office/drawing/2014/main" id="{39B5EBDC-E162-78EC-B78A-25B646D156D9}"/>
              </a:ext>
            </a:extLst>
          </p:cNvPr>
          <p:cNvSpPr txBox="1"/>
          <p:nvPr/>
        </p:nvSpPr>
        <p:spPr>
          <a:xfrm>
            <a:off x="2329494" y="25765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8" name="文字方塊 118">
            <a:extLst>
              <a:ext uri="{FF2B5EF4-FFF2-40B4-BE49-F238E27FC236}">
                <a16:creationId xmlns:a16="http://schemas.microsoft.com/office/drawing/2014/main" id="{DB98C681-2347-2799-1099-2911A74925A7}"/>
              </a:ext>
            </a:extLst>
          </p:cNvPr>
          <p:cNvSpPr txBox="1"/>
          <p:nvPr/>
        </p:nvSpPr>
        <p:spPr>
          <a:xfrm>
            <a:off x="2316462" y="7460145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</a:rPr>
              <a:t>-10</a:t>
            </a:r>
            <a:endParaRPr lang="zh-TW" altLang="en-US" sz="3600" b="1" dirty="0">
              <a:solidFill>
                <a:srgbClr val="FF0000"/>
              </a:solidFill>
            </a:endParaRPr>
          </a:p>
        </p:txBody>
      </p:sp>
      <p:sp>
        <p:nvSpPr>
          <p:cNvPr id="124" name="文字方塊 119">
            <a:extLst>
              <a:ext uri="{FF2B5EF4-FFF2-40B4-BE49-F238E27FC236}">
                <a16:creationId xmlns:a16="http://schemas.microsoft.com/office/drawing/2014/main" id="{1611B363-7F32-C478-5155-6A8C49EE41E5}"/>
              </a:ext>
            </a:extLst>
          </p:cNvPr>
          <p:cNvSpPr txBox="1"/>
          <p:nvPr/>
        </p:nvSpPr>
        <p:spPr>
          <a:xfrm>
            <a:off x="2346487" y="4083932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5" name="文字方塊 120">
            <a:extLst>
              <a:ext uri="{FF2B5EF4-FFF2-40B4-BE49-F238E27FC236}">
                <a16:creationId xmlns:a16="http://schemas.microsoft.com/office/drawing/2014/main" id="{FDCC42D7-645B-68A3-7E5D-9CE34030E6E9}"/>
              </a:ext>
            </a:extLst>
          </p:cNvPr>
          <p:cNvSpPr txBox="1"/>
          <p:nvPr/>
        </p:nvSpPr>
        <p:spPr>
          <a:xfrm>
            <a:off x="2383163" y="6215751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6" name="文字方塊 121">
            <a:extLst>
              <a:ext uri="{FF2B5EF4-FFF2-40B4-BE49-F238E27FC236}">
                <a16:creationId xmlns:a16="http://schemas.microsoft.com/office/drawing/2014/main" id="{0569BB66-D3F1-0069-E91C-18CD504DDD54}"/>
              </a:ext>
            </a:extLst>
          </p:cNvPr>
          <p:cNvSpPr txBox="1"/>
          <p:nvPr/>
        </p:nvSpPr>
        <p:spPr>
          <a:xfrm>
            <a:off x="10774944" y="5837340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7" name="文字方塊 122">
            <a:extLst>
              <a:ext uri="{FF2B5EF4-FFF2-40B4-BE49-F238E27FC236}">
                <a16:creationId xmlns:a16="http://schemas.microsoft.com/office/drawing/2014/main" id="{BE01FFC7-E467-6576-74EC-401DCC848AEE}"/>
              </a:ext>
            </a:extLst>
          </p:cNvPr>
          <p:cNvSpPr txBox="1"/>
          <p:nvPr/>
        </p:nvSpPr>
        <p:spPr>
          <a:xfrm>
            <a:off x="10499549" y="3834738"/>
            <a:ext cx="13532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 bldLvl="0" animBg="1"/>
      <p:bldP spid="134" grpId="0" bldLvl="0" animBg="1"/>
      <p:bldP spid="136" grpId="0"/>
      <p:bldP spid="136" grpId="1"/>
      <p:bldP spid="137" grpId="0"/>
      <p:bldP spid="137" grpId="1"/>
      <p:bldP spid="138" grpId="0"/>
      <p:bldP spid="138" grpId="1"/>
      <p:bldP spid="141" grpId="0"/>
      <p:bldP spid="141" grpId="1"/>
      <p:bldP spid="143" grpId="0" bldLvl="0" animBg="1"/>
      <p:bldP spid="144" grpId="0" bldLvl="0" animBg="1"/>
      <p:bldP spid="144" grpId="1" bldLvl="0" animBg="1"/>
      <p:bldP spid="145" grpId="0"/>
      <p:bldP spid="145" grpId="1"/>
      <p:bldP spid="146" grpId="0"/>
      <p:bldP spid="146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矩形 129"/>
          <p:cNvSpPr/>
          <p:nvPr/>
        </p:nvSpPr>
        <p:spPr>
          <a:xfrm>
            <a:off x="12928829" y="7816481"/>
            <a:ext cx="931622" cy="1999397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4" name="矩形 133"/>
          <p:cNvSpPr/>
          <p:nvPr/>
        </p:nvSpPr>
        <p:spPr>
          <a:xfrm>
            <a:off x="11888209" y="7825917"/>
            <a:ext cx="931622" cy="1999397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52" name="圖片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604" y="692021"/>
            <a:ext cx="5635763" cy="74000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/>
              <p:cNvSpPr txBox="1"/>
              <p:nvPr/>
            </p:nvSpPr>
            <p:spPr>
              <a:xfrm>
                <a:off x="10207760" y="7846872"/>
                <a:ext cx="49911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6" name="文字方塊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7760" y="7846872"/>
                <a:ext cx="499110" cy="553720"/>
              </a:xfrm>
              <a:prstGeom prst="rect">
                <a:avLst/>
              </a:prstGeom>
              <a:blipFill rotWithShape="1">
                <a:blip r:embed="rId4"/>
                <a:stretch>
                  <a:fillRect l="-27" t="-32" r="-15622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/>
              <p:cNvSpPr txBox="1"/>
              <p:nvPr/>
            </p:nvSpPr>
            <p:spPr>
              <a:xfrm>
                <a:off x="10207760" y="8477208"/>
                <a:ext cx="50482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7" name="文字方塊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7760" y="8477208"/>
                <a:ext cx="504825" cy="553720"/>
              </a:xfrm>
              <a:prstGeom prst="rect">
                <a:avLst/>
              </a:prstGeom>
              <a:blipFill rotWithShape="1">
                <a:blip r:embed="rId5"/>
                <a:stretch>
                  <a:fillRect l="-27" t="-107" r="-14816" b="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/>
              <p:cNvSpPr txBox="1"/>
              <p:nvPr/>
            </p:nvSpPr>
            <p:spPr>
              <a:xfrm>
                <a:off x="10220531" y="9160613"/>
                <a:ext cx="50482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0531" y="9160613"/>
                <a:ext cx="504825" cy="553720"/>
              </a:xfrm>
              <a:prstGeom prst="rect">
                <a:avLst/>
              </a:prstGeom>
              <a:blipFill rotWithShape="1">
                <a:blip r:embed="rId6"/>
                <a:stretch>
                  <a:fillRect l="-41" t="-19" r="-14802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/>
              <p:cNvSpPr txBox="1"/>
              <p:nvPr/>
            </p:nvSpPr>
            <p:spPr>
              <a:xfrm>
                <a:off x="10337733" y="967739"/>
                <a:ext cx="31178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9" name="文字方塊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7733" y="967739"/>
                <a:ext cx="311785" cy="553720"/>
              </a:xfrm>
              <a:prstGeom prst="rect">
                <a:avLst/>
              </a:prstGeom>
              <a:blipFill rotWithShape="1">
                <a:blip r:embed="rId7"/>
                <a:stretch>
                  <a:fillRect l="-182" t="-114" r="-23443" b="1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字方塊 49"/>
          <p:cNvSpPr txBox="1"/>
          <p:nvPr/>
        </p:nvSpPr>
        <p:spPr>
          <a:xfrm>
            <a:off x="10935143" y="7887558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</a:p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10956971" y="853830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54" name="文字方塊 53"/>
          <p:cNvSpPr txBox="1"/>
          <p:nvPr/>
        </p:nvSpPr>
        <p:spPr>
          <a:xfrm>
            <a:off x="12024450" y="7881356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4</a:t>
            </a:r>
          </a:p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11987192" y="855248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56" name="文字方塊 55"/>
          <p:cNvSpPr txBox="1"/>
          <p:nvPr/>
        </p:nvSpPr>
        <p:spPr>
          <a:xfrm>
            <a:off x="13045719" y="7902233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</a:t>
            </a:r>
          </a:p>
          <a:p>
            <a:pPr algn="ctr"/>
            <a:r>
              <a:rPr lang="en-US" altLang="zh-TW" sz="3600" dirty="0"/>
              <a:t>0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12981312" y="885654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58" name="文字方塊 57"/>
          <p:cNvSpPr txBox="1"/>
          <p:nvPr/>
        </p:nvSpPr>
        <p:spPr>
          <a:xfrm>
            <a:off x="14028234" y="7915934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</a:p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3975432" y="870288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7</a:t>
            </a:r>
          </a:p>
        </p:txBody>
      </p:sp>
      <p:sp>
        <p:nvSpPr>
          <p:cNvPr id="60" name="文字方塊 59"/>
          <p:cNvSpPr txBox="1"/>
          <p:nvPr/>
        </p:nvSpPr>
        <p:spPr>
          <a:xfrm>
            <a:off x="14998569" y="7917037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</a:p>
          <a:p>
            <a:pPr algn="ctr"/>
            <a:r>
              <a:rPr lang="en-US" altLang="zh-TW" sz="3600" dirty="0"/>
              <a:t>-1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14936292" y="870288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11048205" y="8522264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3" name="矩形 62"/>
          <p:cNvSpPr/>
          <p:nvPr/>
        </p:nvSpPr>
        <p:spPr>
          <a:xfrm>
            <a:off x="12121497" y="8516061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4" name="矩形 63"/>
          <p:cNvSpPr/>
          <p:nvPr/>
        </p:nvSpPr>
        <p:spPr>
          <a:xfrm>
            <a:off x="14125281" y="9121608"/>
            <a:ext cx="478766" cy="52473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rgbClr val="00B050"/>
              </a:solidFill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14072480" y="948833"/>
            <a:ext cx="478766" cy="5247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rgbClr val="00B050"/>
              </a:solidFill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15105170" y="8561105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3" name="群組 2"/>
          <p:cNvGrpSpPr/>
          <p:nvPr/>
        </p:nvGrpSpPr>
        <p:grpSpPr>
          <a:xfrm>
            <a:off x="7042610" y="7602897"/>
            <a:ext cx="599255" cy="645161"/>
            <a:chOff x="5891338" y="5744015"/>
            <a:chExt cx="399503" cy="430107"/>
          </a:xfrm>
        </p:grpSpPr>
        <p:sp>
          <p:nvSpPr>
            <p:cNvPr id="53" name="文字方塊 52"/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2" name="文字方塊 1"/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grpSp>
        <p:nvGrpSpPr>
          <p:cNvPr id="72" name="群組 71"/>
          <p:cNvGrpSpPr/>
          <p:nvPr/>
        </p:nvGrpSpPr>
        <p:grpSpPr>
          <a:xfrm>
            <a:off x="9703739" y="4015292"/>
            <a:ext cx="599255" cy="645161"/>
            <a:chOff x="5891338" y="5744015"/>
            <a:chExt cx="399503" cy="430107"/>
          </a:xfrm>
        </p:grpSpPr>
        <p:sp>
          <p:nvSpPr>
            <p:cNvPr id="74" name="文字方塊 73"/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75" name="文字方塊 74"/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sp>
        <p:nvSpPr>
          <p:cNvPr id="76" name="文字方塊 75"/>
          <p:cNvSpPr txBox="1"/>
          <p:nvPr/>
        </p:nvSpPr>
        <p:spPr>
          <a:xfrm>
            <a:off x="5765514" y="9132816"/>
            <a:ext cx="724618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  <a:endParaRPr lang="zh-TW" altLang="en-US" sz="3600" baseline="-250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6892860" y="9132819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8010744" y="9132819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6720758" y="417932"/>
            <a:ext cx="7047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y</a:t>
            </a:r>
            <a:endParaRPr lang="zh-TW" altLang="en-US" sz="3600" dirty="0"/>
          </a:p>
        </p:txBody>
      </p:sp>
      <p:cxnSp>
        <p:nvCxnSpPr>
          <p:cNvPr id="96" name="直線單箭頭接點 95"/>
          <p:cNvCxnSpPr/>
          <p:nvPr/>
        </p:nvCxnSpPr>
        <p:spPr>
          <a:xfrm rot="5400000" flipH="1">
            <a:off x="7489776" y="8111405"/>
            <a:ext cx="944526" cy="10731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6"/>
          <p:cNvCxnSpPr/>
          <p:nvPr/>
        </p:nvCxnSpPr>
        <p:spPr>
          <a:xfrm rot="5400000" flipH="1" flipV="1">
            <a:off x="6837612" y="8627726"/>
            <a:ext cx="958988" cy="260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單箭頭接點 97"/>
          <p:cNvCxnSpPr/>
          <p:nvPr/>
        </p:nvCxnSpPr>
        <p:spPr>
          <a:xfrm rot="5400000" flipH="1" flipV="1">
            <a:off x="6235178" y="8095491"/>
            <a:ext cx="944526" cy="10624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5817050" y="8482179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99" name="文字方塊 98"/>
          <p:cNvSpPr txBox="1"/>
          <p:nvPr/>
        </p:nvSpPr>
        <p:spPr>
          <a:xfrm>
            <a:off x="6892860" y="8557860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0" name="文字方塊 99"/>
          <p:cNvSpPr txBox="1"/>
          <p:nvPr/>
        </p:nvSpPr>
        <p:spPr>
          <a:xfrm>
            <a:off x="7724955" y="8565614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4" name="文字方塊 103"/>
          <p:cNvSpPr txBox="1"/>
          <p:nvPr/>
        </p:nvSpPr>
        <p:spPr>
          <a:xfrm>
            <a:off x="9045537" y="9139191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cxnSp>
        <p:nvCxnSpPr>
          <p:cNvPr id="108" name="直線單箭頭接點 107"/>
          <p:cNvCxnSpPr>
            <a:stCxn id="104" idx="0"/>
          </p:cNvCxnSpPr>
          <p:nvPr/>
        </p:nvCxnSpPr>
        <p:spPr>
          <a:xfrm flipH="1" flipV="1">
            <a:off x="14616227" y="12744852"/>
            <a:ext cx="1799925" cy="9634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字方塊 112"/>
          <p:cNvSpPr txBox="1"/>
          <p:nvPr/>
        </p:nvSpPr>
        <p:spPr>
          <a:xfrm>
            <a:off x="8741271" y="8530380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28" name="直線接點 127"/>
          <p:cNvCxnSpPr/>
          <p:nvPr/>
        </p:nvCxnSpPr>
        <p:spPr>
          <a:xfrm flipH="1">
            <a:off x="7136321" y="6879321"/>
            <a:ext cx="384680" cy="38468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/>
          <p:cNvCxnSpPr/>
          <p:nvPr/>
        </p:nvCxnSpPr>
        <p:spPr>
          <a:xfrm flipH="1">
            <a:off x="7151621" y="2745632"/>
            <a:ext cx="384680" cy="38468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字方塊 135"/>
          <p:cNvSpPr txBox="1"/>
          <p:nvPr/>
        </p:nvSpPr>
        <p:spPr>
          <a:xfrm>
            <a:off x="7304089" y="6063192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4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37" name="文字方塊 136"/>
          <p:cNvSpPr txBox="1"/>
          <p:nvPr/>
        </p:nvSpPr>
        <p:spPr>
          <a:xfrm>
            <a:off x="5729028" y="5129355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≈1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7317105" y="5168999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4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41" name="文字方塊 140"/>
          <p:cNvSpPr txBox="1"/>
          <p:nvPr/>
        </p:nvSpPr>
        <p:spPr>
          <a:xfrm>
            <a:off x="8121282" y="4323525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≈1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42" name="文字方塊 141"/>
          <p:cNvSpPr txBox="1"/>
          <p:nvPr/>
        </p:nvSpPr>
        <p:spPr>
          <a:xfrm>
            <a:off x="7087533" y="3995670"/>
            <a:ext cx="541638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  <a:endParaRPr lang="zh-TW" altLang="en-US" sz="3600" dirty="0"/>
          </a:p>
        </p:txBody>
      </p:sp>
      <p:sp>
        <p:nvSpPr>
          <p:cNvPr id="143" name="文字方塊 142"/>
          <p:cNvSpPr txBox="1"/>
          <p:nvPr/>
        </p:nvSpPr>
        <p:spPr>
          <a:xfrm>
            <a:off x="7082340" y="4012580"/>
            <a:ext cx="541638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ysClr val="windowText" lastClr="000000"/>
                </a:solidFill>
              </a:rPr>
              <a:t>7</a:t>
            </a:r>
            <a:endParaRPr lang="zh-TW" altLang="en-US" sz="3600" dirty="0">
              <a:solidFill>
                <a:sysClr val="windowText" lastClr="000000"/>
              </a:solidFill>
            </a:endParaRPr>
          </a:p>
        </p:txBody>
      </p:sp>
      <p:sp>
        <p:nvSpPr>
          <p:cNvPr id="144" name="文字方塊 143"/>
          <p:cNvSpPr txBox="1"/>
          <p:nvPr/>
        </p:nvSpPr>
        <p:spPr>
          <a:xfrm>
            <a:off x="7394367" y="1828482"/>
            <a:ext cx="541638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ysClr val="windowText" lastClr="000000"/>
                </a:solidFill>
              </a:rPr>
              <a:t>7</a:t>
            </a:r>
            <a:endParaRPr lang="zh-TW" altLang="en-US" sz="3600" dirty="0">
              <a:solidFill>
                <a:sysClr val="windowText" lastClr="000000"/>
              </a:solidFill>
            </a:endParaRPr>
          </a:p>
        </p:txBody>
      </p:sp>
      <p:sp>
        <p:nvSpPr>
          <p:cNvPr id="145" name="文字方塊 144"/>
          <p:cNvSpPr txBox="1"/>
          <p:nvPr/>
        </p:nvSpPr>
        <p:spPr>
          <a:xfrm>
            <a:off x="5436772" y="1871942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≈0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46" name="文字方塊 145"/>
          <p:cNvSpPr txBox="1"/>
          <p:nvPr/>
        </p:nvSpPr>
        <p:spPr>
          <a:xfrm>
            <a:off x="7221320" y="172532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≈0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5" name="文字方塊 115">
            <a:extLst>
              <a:ext uri="{FF2B5EF4-FFF2-40B4-BE49-F238E27FC236}">
                <a16:creationId xmlns:a16="http://schemas.microsoft.com/office/drawing/2014/main" id="{7B3B34F8-C412-C6BE-5635-19A3A59BCA1F}"/>
              </a:ext>
            </a:extLst>
          </p:cNvPr>
          <p:cNvSpPr txBox="1"/>
          <p:nvPr/>
        </p:nvSpPr>
        <p:spPr>
          <a:xfrm>
            <a:off x="2359020" y="1088945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文字方塊 116">
            <a:extLst>
              <a:ext uri="{FF2B5EF4-FFF2-40B4-BE49-F238E27FC236}">
                <a16:creationId xmlns:a16="http://schemas.microsoft.com/office/drawing/2014/main" id="{D512F9D2-0561-FC7F-4DFD-162EAC09D4C7}"/>
              </a:ext>
            </a:extLst>
          </p:cNvPr>
          <p:cNvSpPr txBox="1"/>
          <p:nvPr/>
        </p:nvSpPr>
        <p:spPr>
          <a:xfrm>
            <a:off x="2271546" y="5169214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grpSp>
        <p:nvGrpSpPr>
          <p:cNvPr id="8" name="群組 65">
            <a:extLst>
              <a:ext uri="{FF2B5EF4-FFF2-40B4-BE49-F238E27FC236}">
                <a16:creationId xmlns:a16="http://schemas.microsoft.com/office/drawing/2014/main" id="{7DB89D8C-9BE0-9814-51BE-C8600B0CAFB2}"/>
              </a:ext>
            </a:extLst>
          </p:cNvPr>
          <p:cNvGrpSpPr/>
          <p:nvPr/>
        </p:nvGrpSpPr>
        <p:grpSpPr>
          <a:xfrm>
            <a:off x="3920262" y="5440284"/>
            <a:ext cx="599255" cy="645161"/>
            <a:chOff x="5891338" y="5744015"/>
            <a:chExt cx="399503" cy="430107"/>
          </a:xfrm>
        </p:grpSpPr>
        <p:sp>
          <p:nvSpPr>
            <p:cNvPr id="9" name="文字方塊 66">
              <a:extLst>
                <a:ext uri="{FF2B5EF4-FFF2-40B4-BE49-F238E27FC236}">
                  <a16:creationId xmlns:a16="http://schemas.microsoft.com/office/drawing/2014/main" id="{F4047771-5E4A-9A9E-88CD-5D3D810EF5BB}"/>
                </a:ext>
              </a:extLst>
            </p:cNvPr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10" name="文字方塊 67">
              <a:extLst>
                <a:ext uri="{FF2B5EF4-FFF2-40B4-BE49-F238E27FC236}">
                  <a16:creationId xmlns:a16="http://schemas.microsoft.com/office/drawing/2014/main" id="{325661CB-549A-E8F1-4CF2-8ADBABDFEF0E}"/>
                </a:ext>
              </a:extLst>
            </p:cNvPr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grpSp>
        <p:nvGrpSpPr>
          <p:cNvPr id="11" name="群組 68">
            <a:extLst>
              <a:ext uri="{FF2B5EF4-FFF2-40B4-BE49-F238E27FC236}">
                <a16:creationId xmlns:a16="http://schemas.microsoft.com/office/drawing/2014/main" id="{C4321772-7DC1-926E-3399-5A991935176D}"/>
              </a:ext>
            </a:extLst>
          </p:cNvPr>
          <p:cNvGrpSpPr/>
          <p:nvPr/>
        </p:nvGrpSpPr>
        <p:grpSpPr>
          <a:xfrm>
            <a:off x="3925912" y="1324403"/>
            <a:ext cx="599255" cy="645161"/>
            <a:chOff x="5891338" y="5744015"/>
            <a:chExt cx="399503" cy="430107"/>
          </a:xfrm>
        </p:grpSpPr>
        <p:sp>
          <p:nvSpPr>
            <p:cNvPr id="13" name="文字方塊 69">
              <a:extLst>
                <a:ext uri="{FF2B5EF4-FFF2-40B4-BE49-F238E27FC236}">
                  <a16:creationId xmlns:a16="http://schemas.microsoft.com/office/drawing/2014/main" id="{AB4CFBA2-7B4A-7CB0-4A62-774B3BCAF116}"/>
                </a:ext>
              </a:extLst>
            </p:cNvPr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14" name="文字方塊 70">
              <a:extLst>
                <a:ext uri="{FF2B5EF4-FFF2-40B4-BE49-F238E27FC236}">
                  <a16:creationId xmlns:a16="http://schemas.microsoft.com/office/drawing/2014/main" id="{94A2B245-D31B-41FD-5CD4-D5DB5E1233D0}"/>
                </a:ext>
              </a:extLst>
            </p:cNvPr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grpSp>
        <p:nvGrpSpPr>
          <p:cNvPr id="15" name="群組 71">
            <a:extLst>
              <a:ext uri="{FF2B5EF4-FFF2-40B4-BE49-F238E27FC236}">
                <a16:creationId xmlns:a16="http://schemas.microsoft.com/office/drawing/2014/main" id="{F1392BE2-F3EC-A832-1DA2-3601CFA3962E}"/>
              </a:ext>
            </a:extLst>
          </p:cNvPr>
          <p:cNvGrpSpPr/>
          <p:nvPr/>
        </p:nvGrpSpPr>
        <p:grpSpPr>
          <a:xfrm>
            <a:off x="9703739" y="4015292"/>
            <a:ext cx="599255" cy="645161"/>
            <a:chOff x="5891338" y="5744015"/>
            <a:chExt cx="399503" cy="430107"/>
          </a:xfrm>
        </p:grpSpPr>
        <p:sp>
          <p:nvSpPr>
            <p:cNvPr id="16" name="文字方塊 73">
              <a:extLst>
                <a:ext uri="{FF2B5EF4-FFF2-40B4-BE49-F238E27FC236}">
                  <a16:creationId xmlns:a16="http://schemas.microsoft.com/office/drawing/2014/main" id="{52039C0E-95EE-DAD8-D891-B80912AB0429}"/>
                </a:ext>
              </a:extLst>
            </p:cNvPr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17" name="文字方塊 74">
              <a:extLst>
                <a:ext uri="{FF2B5EF4-FFF2-40B4-BE49-F238E27FC236}">
                  <a16:creationId xmlns:a16="http://schemas.microsoft.com/office/drawing/2014/main" id="{BD0E6358-0599-D380-6928-F012365011F7}"/>
                </a:ext>
              </a:extLst>
            </p:cNvPr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sp>
        <p:nvSpPr>
          <p:cNvPr id="18" name="文字方塊 78">
            <a:extLst>
              <a:ext uri="{FF2B5EF4-FFF2-40B4-BE49-F238E27FC236}">
                <a16:creationId xmlns:a16="http://schemas.microsoft.com/office/drawing/2014/main" id="{A892FBB2-DCEB-079D-0C5C-4C4FA260F021}"/>
              </a:ext>
            </a:extLst>
          </p:cNvPr>
          <p:cNvSpPr txBox="1"/>
          <p:nvPr/>
        </p:nvSpPr>
        <p:spPr>
          <a:xfrm>
            <a:off x="1616627" y="4393485"/>
            <a:ext cx="724618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4</a:t>
            </a:r>
            <a:endParaRPr lang="zh-TW" altLang="en-US" sz="3600" baseline="-25000" dirty="0"/>
          </a:p>
        </p:txBody>
      </p:sp>
      <p:sp>
        <p:nvSpPr>
          <p:cNvPr id="19" name="文字方塊 79">
            <a:extLst>
              <a:ext uri="{FF2B5EF4-FFF2-40B4-BE49-F238E27FC236}">
                <a16:creationId xmlns:a16="http://schemas.microsoft.com/office/drawing/2014/main" id="{73428033-D873-F89E-3DBA-4E5E449CA42C}"/>
              </a:ext>
            </a:extLst>
          </p:cNvPr>
          <p:cNvSpPr txBox="1"/>
          <p:nvPr/>
        </p:nvSpPr>
        <p:spPr>
          <a:xfrm>
            <a:off x="1592242" y="5440285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20" name="文字方塊 80">
            <a:extLst>
              <a:ext uri="{FF2B5EF4-FFF2-40B4-BE49-F238E27FC236}">
                <a16:creationId xmlns:a16="http://schemas.microsoft.com/office/drawing/2014/main" id="{303E8710-82BE-E632-8A96-93F404A0E330}"/>
              </a:ext>
            </a:extLst>
          </p:cNvPr>
          <p:cNvSpPr txBox="1"/>
          <p:nvPr/>
        </p:nvSpPr>
        <p:spPr>
          <a:xfrm>
            <a:off x="1576439" y="6487083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sp>
        <p:nvSpPr>
          <p:cNvPr id="21" name="文字方塊 81">
            <a:extLst>
              <a:ext uri="{FF2B5EF4-FFF2-40B4-BE49-F238E27FC236}">
                <a16:creationId xmlns:a16="http://schemas.microsoft.com/office/drawing/2014/main" id="{91B7D8C8-A23F-B3FE-ACF5-B9237BE458A2}"/>
              </a:ext>
            </a:extLst>
          </p:cNvPr>
          <p:cNvSpPr txBox="1"/>
          <p:nvPr/>
        </p:nvSpPr>
        <p:spPr>
          <a:xfrm>
            <a:off x="1657059" y="330120"/>
            <a:ext cx="761224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4</a:t>
            </a:r>
            <a:endParaRPr lang="zh-TW" altLang="en-US" sz="3600" baseline="-25000" dirty="0"/>
          </a:p>
        </p:txBody>
      </p:sp>
      <p:sp>
        <p:nvSpPr>
          <p:cNvPr id="22" name="文字方塊 82">
            <a:extLst>
              <a:ext uri="{FF2B5EF4-FFF2-40B4-BE49-F238E27FC236}">
                <a16:creationId xmlns:a16="http://schemas.microsoft.com/office/drawing/2014/main" id="{85CC6C78-D43F-D3FA-13B6-34B8EF9FE9C5}"/>
              </a:ext>
            </a:extLst>
          </p:cNvPr>
          <p:cNvSpPr txBox="1"/>
          <p:nvPr/>
        </p:nvSpPr>
        <p:spPr>
          <a:xfrm>
            <a:off x="1663169" y="1324384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23" name="文字方塊 83">
            <a:extLst>
              <a:ext uri="{FF2B5EF4-FFF2-40B4-BE49-F238E27FC236}">
                <a16:creationId xmlns:a16="http://schemas.microsoft.com/office/drawing/2014/main" id="{5FF7707A-946A-74FC-9A6D-43D9F6AA20D4}"/>
              </a:ext>
            </a:extLst>
          </p:cNvPr>
          <p:cNvSpPr txBox="1"/>
          <p:nvPr/>
        </p:nvSpPr>
        <p:spPr>
          <a:xfrm>
            <a:off x="1647367" y="2371182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sp>
        <p:nvSpPr>
          <p:cNvPr id="24" name="文字方塊 84">
            <a:extLst>
              <a:ext uri="{FF2B5EF4-FFF2-40B4-BE49-F238E27FC236}">
                <a16:creationId xmlns:a16="http://schemas.microsoft.com/office/drawing/2014/main" id="{04D27D95-5451-6168-02F4-7C6C13784D99}"/>
              </a:ext>
            </a:extLst>
          </p:cNvPr>
          <p:cNvSpPr txBox="1"/>
          <p:nvPr/>
        </p:nvSpPr>
        <p:spPr>
          <a:xfrm>
            <a:off x="11423236" y="2949784"/>
            <a:ext cx="749005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4</a:t>
            </a:r>
            <a:endParaRPr lang="zh-TW" altLang="en-US" sz="3600" baseline="-25000" dirty="0"/>
          </a:p>
        </p:txBody>
      </p:sp>
      <p:sp>
        <p:nvSpPr>
          <p:cNvPr id="25" name="文字方塊 85">
            <a:extLst>
              <a:ext uri="{FF2B5EF4-FFF2-40B4-BE49-F238E27FC236}">
                <a16:creationId xmlns:a16="http://schemas.microsoft.com/office/drawing/2014/main" id="{198B17D8-10EB-2BA8-98FD-B6FB839455C7}"/>
              </a:ext>
            </a:extLst>
          </p:cNvPr>
          <p:cNvSpPr txBox="1"/>
          <p:nvPr/>
        </p:nvSpPr>
        <p:spPr>
          <a:xfrm>
            <a:off x="11444250" y="4003822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26" name="文字方塊 86">
            <a:extLst>
              <a:ext uri="{FF2B5EF4-FFF2-40B4-BE49-F238E27FC236}">
                <a16:creationId xmlns:a16="http://schemas.microsoft.com/office/drawing/2014/main" id="{9F775698-6DFE-5E48-165F-C08474E69298}"/>
              </a:ext>
            </a:extLst>
          </p:cNvPr>
          <p:cNvSpPr txBox="1"/>
          <p:nvPr/>
        </p:nvSpPr>
        <p:spPr>
          <a:xfrm>
            <a:off x="11428447" y="5050620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cxnSp>
        <p:nvCxnSpPr>
          <p:cNvPr id="27" name="直線單箭頭接點 6">
            <a:extLst>
              <a:ext uri="{FF2B5EF4-FFF2-40B4-BE49-F238E27FC236}">
                <a16:creationId xmlns:a16="http://schemas.microsoft.com/office/drawing/2014/main" id="{B8C40FD3-CBFA-8AAD-4C4B-9749CBBD750A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2418283" y="653286"/>
            <a:ext cx="1555035" cy="10730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87">
            <a:extLst>
              <a:ext uri="{FF2B5EF4-FFF2-40B4-BE49-F238E27FC236}">
                <a16:creationId xmlns:a16="http://schemas.microsoft.com/office/drawing/2014/main" id="{B65CDDD5-532C-7ABE-8430-933F517264AE}"/>
              </a:ext>
            </a:extLst>
          </p:cNvPr>
          <p:cNvCxnSpPr>
            <a:cxnSpLocks/>
            <a:stCxn id="22" idx="3"/>
            <a:endCxn id="14" idx="1"/>
          </p:cNvCxnSpPr>
          <p:nvPr/>
        </p:nvCxnSpPr>
        <p:spPr>
          <a:xfrm>
            <a:off x="2412173" y="1646964"/>
            <a:ext cx="1513739" cy="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88">
            <a:extLst>
              <a:ext uri="{FF2B5EF4-FFF2-40B4-BE49-F238E27FC236}">
                <a16:creationId xmlns:a16="http://schemas.microsoft.com/office/drawing/2014/main" id="{F939E897-FBD1-73E3-7283-388381933D4C}"/>
              </a:ext>
            </a:extLst>
          </p:cNvPr>
          <p:cNvCxnSpPr>
            <a:cxnSpLocks/>
            <a:stCxn id="23" idx="3"/>
            <a:endCxn id="14" idx="1"/>
          </p:cNvCxnSpPr>
          <p:nvPr/>
        </p:nvCxnSpPr>
        <p:spPr>
          <a:xfrm flipV="1">
            <a:off x="2396371" y="1646984"/>
            <a:ext cx="1529541" cy="104677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89">
            <a:extLst>
              <a:ext uri="{FF2B5EF4-FFF2-40B4-BE49-F238E27FC236}">
                <a16:creationId xmlns:a16="http://schemas.microsoft.com/office/drawing/2014/main" id="{B9C6A7FD-EB96-272F-2AB1-44365138A476}"/>
              </a:ext>
            </a:extLst>
          </p:cNvPr>
          <p:cNvCxnSpPr>
            <a:cxnSpLocks/>
            <a:stCxn id="18" idx="3"/>
            <a:endCxn id="10" idx="1"/>
          </p:cNvCxnSpPr>
          <p:nvPr/>
        </p:nvCxnSpPr>
        <p:spPr>
          <a:xfrm>
            <a:off x="2341245" y="4716065"/>
            <a:ext cx="1579017" cy="10468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90">
            <a:extLst>
              <a:ext uri="{FF2B5EF4-FFF2-40B4-BE49-F238E27FC236}">
                <a16:creationId xmlns:a16="http://schemas.microsoft.com/office/drawing/2014/main" id="{3533A651-5078-3E0C-7E0D-D98BB20FB6A2}"/>
              </a:ext>
            </a:extLst>
          </p:cNvPr>
          <p:cNvCxnSpPr>
            <a:cxnSpLocks/>
            <a:stCxn id="19" idx="3"/>
            <a:endCxn id="10" idx="1"/>
          </p:cNvCxnSpPr>
          <p:nvPr/>
        </p:nvCxnSpPr>
        <p:spPr>
          <a:xfrm>
            <a:off x="2341246" y="5762865"/>
            <a:ext cx="157901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91">
            <a:extLst>
              <a:ext uri="{FF2B5EF4-FFF2-40B4-BE49-F238E27FC236}">
                <a16:creationId xmlns:a16="http://schemas.microsoft.com/office/drawing/2014/main" id="{B62C43F4-225B-79B0-9698-EE9CDDC0FDA1}"/>
              </a:ext>
            </a:extLst>
          </p:cNvPr>
          <p:cNvCxnSpPr>
            <a:cxnSpLocks/>
            <a:stCxn id="20" idx="3"/>
            <a:endCxn id="10" idx="1"/>
          </p:cNvCxnSpPr>
          <p:nvPr/>
        </p:nvCxnSpPr>
        <p:spPr>
          <a:xfrm flipV="1">
            <a:off x="2325443" y="5762865"/>
            <a:ext cx="1594819" cy="10467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92">
            <a:extLst>
              <a:ext uri="{FF2B5EF4-FFF2-40B4-BE49-F238E27FC236}">
                <a16:creationId xmlns:a16="http://schemas.microsoft.com/office/drawing/2014/main" id="{62895963-1D81-95E0-3122-6C2DBEE4B5A9}"/>
              </a:ext>
            </a:extLst>
          </p:cNvPr>
          <p:cNvCxnSpPr>
            <a:cxnSpLocks/>
            <a:stCxn id="24" idx="1"/>
            <a:endCxn id="17" idx="3"/>
          </p:cNvCxnSpPr>
          <p:nvPr/>
        </p:nvCxnSpPr>
        <p:spPr>
          <a:xfrm flipH="1">
            <a:off x="10302994" y="3272950"/>
            <a:ext cx="1120242" cy="10649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93">
            <a:extLst>
              <a:ext uri="{FF2B5EF4-FFF2-40B4-BE49-F238E27FC236}">
                <a16:creationId xmlns:a16="http://schemas.microsoft.com/office/drawing/2014/main" id="{5B54CF42-8FD2-FFD3-200B-9D9A64F47C38}"/>
              </a:ext>
            </a:extLst>
          </p:cNvPr>
          <p:cNvCxnSpPr>
            <a:cxnSpLocks/>
            <a:stCxn id="25" idx="1"/>
            <a:endCxn id="17" idx="3"/>
          </p:cNvCxnSpPr>
          <p:nvPr/>
        </p:nvCxnSpPr>
        <p:spPr>
          <a:xfrm flipH="1">
            <a:off x="10302994" y="4326402"/>
            <a:ext cx="1141256" cy="1147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94">
            <a:extLst>
              <a:ext uri="{FF2B5EF4-FFF2-40B4-BE49-F238E27FC236}">
                <a16:creationId xmlns:a16="http://schemas.microsoft.com/office/drawing/2014/main" id="{8933234D-008D-EDC8-54ED-7D85549B1F77}"/>
              </a:ext>
            </a:extLst>
          </p:cNvPr>
          <p:cNvCxnSpPr>
            <a:cxnSpLocks/>
            <a:stCxn id="26" idx="1"/>
            <a:endCxn id="17" idx="3"/>
          </p:cNvCxnSpPr>
          <p:nvPr/>
        </p:nvCxnSpPr>
        <p:spPr>
          <a:xfrm flipH="1" flipV="1">
            <a:off x="10302994" y="4337873"/>
            <a:ext cx="1125453" cy="10353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100">
            <a:extLst>
              <a:ext uri="{FF2B5EF4-FFF2-40B4-BE49-F238E27FC236}">
                <a16:creationId xmlns:a16="http://schemas.microsoft.com/office/drawing/2014/main" id="{9B4CED75-3DEB-0883-5A75-AAA10F25E74A}"/>
              </a:ext>
            </a:extLst>
          </p:cNvPr>
          <p:cNvSpPr txBox="1"/>
          <p:nvPr/>
        </p:nvSpPr>
        <p:spPr>
          <a:xfrm>
            <a:off x="2329494" y="2161904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7" name="文字方塊 101">
            <a:extLst>
              <a:ext uri="{FF2B5EF4-FFF2-40B4-BE49-F238E27FC236}">
                <a16:creationId xmlns:a16="http://schemas.microsoft.com/office/drawing/2014/main" id="{D52414B0-556B-7C86-6A49-891CE408E5CF}"/>
              </a:ext>
            </a:extLst>
          </p:cNvPr>
          <p:cNvSpPr txBox="1"/>
          <p:nvPr/>
        </p:nvSpPr>
        <p:spPr>
          <a:xfrm>
            <a:off x="11031371" y="2880534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" name="文字方塊 102">
            <a:extLst>
              <a:ext uri="{FF2B5EF4-FFF2-40B4-BE49-F238E27FC236}">
                <a16:creationId xmlns:a16="http://schemas.microsoft.com/office/drawing/2014/main" id="{BED6AFD0-3E28-2F8D-34D6-E3CD02A3587E}"/>
              </a:ext>
            </a:extLst>
          </p:cNvPr>
          <p:cNvSpPr txBox="1"/>
          <p:nvPr/>
        </p:nvSpPr>
        <p:spPr>
          <a:xfrm>
            <a:off x="10988009" y="4862015"/>
            <a:ext cx="40736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文字方塊 104">
            <a:extLst>
              <a:ext uri="{FF2B5EF4-FFF2-40B4-BE49-F238E27FC236}">
                <a16:creationId xmlns:a16="http://schemas.microsoft.com/office/drawing/2014/main" id="{ED4F3079-A409-51B5-5C21-0564F4AC60F2}"/>
              </a:ext>
            </a:extLst>
          </p:cNvPr>
          <p:cNvSpPr txBox="1"/>
          <p:nvPr/>
        </p:nvSpPr>
        <p:spPr>
          <a:xfrm>
            <a:off x="11444250" y="6027713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40" name="文字方塊 105">
            <a:extLst>
              <a:ext uri="{FF2B5EF4-FFF2-40B4-BE49-F238E27FC236}">
                <a16:creationId xmlns:a16="http://schemas.microsoft.com/office/drawing/2014/main" id="{5BF29926-E53C-2D5D-49B5-F731127FC7B3}"/>
              </a:ext>
            </a:extLst>
          </p:cNvPr>
          <p:cNvSpPr txBox="1"/>
          <p:nvPr/>
        </p:nvSpPr>
        <p:spPr>
          <a:xfrm>
            <a:off x="1576439" y="7427517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41" name="文字方塊 106">
            <a:extLst>
              <a:ext uri="{FF2B5EF4-FFF2-40B4-BE49-F238E27FC236}">
                <a16:creationId xmlns:a16="http://schemas.microsoft.com/office/drawing/2014/main" id="{DE7CF392-0535-08C8-5F61-EA8B906F5C25}"/>
              </a:ext>
            </a:extLst>
          </p:cNvPr>
          <p:cNvSpPr txBox="1"/>
          <p:nvPr/>
        </p:nvSpPr>
        <p:spPr>
          <a:xfrm>
            <a:off x="1616627" y="3364275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cxnSp>
        <p:nvCxnSpPr>
          <p:cNvPr id="42" name="直線單箭頭接點 108">
            <a:extLst>
              <a:ext uri="{FF2B5EF4-FFF2-40B4-BE49-F238E27FC236}">
                <a16:creationId xmlns:a16="http://schemas.microsoft.com/office/drawing/2014/main" id="{3F30AF0C-9AFC-3378-1D18-F3F1A18EF471}"/>
              </a:ext>
            </a:extLst>
          </p:cNvPr>
          <p:cNvCxnSpPr>
            <a:cxnSpLocks/>
            <a:endCxn id="17" idx="3"/>
          </p:cNvCxnSpPr>
          <p:nvPr/>
        </p:nvCxnSpPr>
        <p:spPr>
          <a:xfrm flipH="1" flipV="1">
            <a:off x="10302994" y="4337873"/>
            <a:ext cx="1125453" cy="19993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109">
            <a:extLst>
              <a:ext uri="{FF2B5EF4-FFF2-40B4-BE49-F238E27FC236}">
                <a16:creationId xmlns:a16="http://schemas.microsoft.com/office/drawing/2014/main" id="{B6132C04-64BB-6CFA-FDF1-46505A12D553}"/>
              </a:ext>
            </a:extLst>
          </p:cNvPr>
          <p:cNvCxnSpPr>
            <a:cxnSpLocks/>
            <a:stCxn id="40" idx="3"/>
            <a:endCxn id="10" idx="1"/>
          </p:cNvCxnSpPr>
          <p:nvPr/>
        </p:nvCxnSpPr>
        <p:spPr>
          <a:xfrm flipV="1">
            <a:off x="2325443" y="5762865"/>
            <a:ext cx="1594819" cy="19872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110">
            <a:extLst>
              <a:ext uri="{FF2B5EF4-FFF2-40B4-BE49-F238E27FC236}">
                <a16:creationId xmlns:a16="http://schemas.microsoft.com/office/drawing/2014/main" id="{7E6E4997-1CE9-DD04-29DE-D0B995E51F9B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2365631" y="1733539"/>
            <a:ext cx="1585279" cy="19533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字方塊 113">
            <a:extLst>
              <a:ext uri="{FF2B5EF4-FFF2-40B4-BE49-F238E27FC236}">
                <a16:creationId xmlns:a16="http://schemas.microsoft.com/office/drawing/2014/main" id="{0BE8A4A7-C98F-2AFD-5D15-AA181995C6D5}"/>
              </a:ext>
            </a:extLst>
          </p:cNvPr>
          <p:cNvSpPr txBox="1"/>
          <p:nvPr/>
        </p:nvSpPr>
        <p:spPr>
          <a:xfrm>
            <a:off x="2390038" y="3329762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</a:rPr>
              <a:t>-10</a:t>
            </a:r>
            <a:endParaRPr lang="zh-TW" altLang="en-US" sz="3600" b="1" dirty="0">
              <a:solidFill>
                <a:srgbClr val="FF0000"/>
              </a:solidFill>
            </a:endParaRPr>
          </a:p>
        </p:txBody>
      </p:sp>
      <p:sp>
        <p:nvSpPr>
          <p:cNvPr id="112" name="文字方塊 114">
            <a:extLst>
              <a:ext uri="{FF2B5EF4-FFF2-40B4-BE49-F238E27FC236}">
                <a16:creationId xmlns:a16="http://schemas.microsoft.com/office/drawing/2014/main" id="{39B5EBDC-E162-78EC-B78A-25B646D156D9}"/>
              </a:ext>
            </a:extLst>
          </p:cNvPr>
          <p:cNvSpPr txBox="1"/>
          <p:nvPr/>
        </p:nvSpPr>
        <p:spPr>
          <a:xfrm>
            <a:off x="2329494" y="25765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8" name="文字方塊 118">
            <a:extLst>
              <a:ext uri="{FF2B5EF4-FFF2-40B4-BE49-F238E27FC236}">
                <a16:creationId xmlns:a16="http://schemas.microsoft.com/office/drawing/2014/main" id="{DB98C681-2347-2799-1099-2911A74925A7}"/>
              </a:ext>
            </a:extLst>
          </p:cNvPr>
          <p:cNvSpPr txBox="1"/>
          <p:nvPr/>
        </p:nvSpPr>
        <p:spPr>
          <a:xfrm>
            <a:off x="2316462" y="7460145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</a:rPr>
              <a:t>-10</a:t>
            </a:r>
            <a:endParaRPr lang="zh-TW" altLang="en-US" sz="3600" b="1" dirty="0">
              <a:solidFill>
                <a:srgbClr val="FF0000"/>
              </a:solidFill>
            </a:endParaRPr>
          </a:p>
        </p:txBody>
      </p:sp>
      <p:sp>
        <p:nvSpPr>
          <p:cNvPr id="124" name="文字方塊 119">
            <a:extLst>
              <a:ext uri="{FF2B5EF4-FFF2-40B4-BE49-F238E27FC236}">
                <a16:creationId xmlns:a16="http://schemas.microsoft.com/office/drawing/2014/main" id="{1611B363-7F32-C478-5155-6A8C49EE41E5}"/>
              </a:ext>
            </a:extLst>
          </p:cNvPr>
          <p:cNvSpPr txBox="1"/>
          <p:nvPr/>
        </p:nvSpPr>
        <p:spPr>
          <a:xfrm>
            <a:off x="2346487" y="4083932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5" name="文字方塊 120">
            <a:extLst>
              <a:ext uri="{FF2B5EF4-FFF2-40B4-BE49-F238E27FC236}">
                <a16:creationId xmlns:a16="http://schemas.microsoft.com/office/drawing/2014/main" id="{FDCC42D7-645B-68A3-7E5D-9CE34030E6E9}"/>
              </a:ext>
            </a:extLst>
          </p:cNvPr>
          <p:cNvSpPr txBox="1"/>
          <p:nvPr/>
        </p:nvSpPr>
        <p:spPr>
          <a:xfrm>
            <a:off x="2383163" y="6215751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6" name="文字方塊 121">
            <a:extLst>
              <a:ext uri="{FF2B5EF4-FFF2-40B4-BE49-F238E27FC236}">
                <a16:creationId xmlns:a16="http://schemas.microsoft.com/office/drawing/2014/main" id="{0569BB66-D3F1-0069-E91C-18CD504DDD54}"/>
              </a:ext>
            </a:extLst>
          </p:cNvPr>
          <p:cNvSpPr txBox="1"/>
          <p:nvPr/>
        </p:nvSpPr>
        <p:spPr>
          <a:xfrm>
            <a:off x="10774944" y="5837340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7" name="文字方塊 122">
            <a:extLst>
              <a:ext uri="{FF2B5EF4-FFF2-40B4-BE49-F238E27FC236}">
                <a16:creationId xmlns:a16="http://schemas.microsoft.com/office/drawing/2014/main" id="{BE01FFC7-E467-6576-74EC-401DCC848AEE}"/>
              </a:ext>
            </a:extLst>
          </p:cNvPr>
          <p:cNvSpPr txBox="1"/>
          <p:nvPr/>
        </p:nvSpPr>
        <p:spPr>
          <a:xfrm>
            <a:off x="10499549" y="3834738"/>
            <a:ext cx="13532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6462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 bldLvl="0" animBg="1"/>
      <p:bldP spid="134" grpId="0" bldLvl="0" animBg="1"/>
      <p:bldP spid="136" grpId="0"/>
      <p:bldP spid="136" grpId="1"/>
      <p:bldP spid="137" grpId="0"/>
      <p:bldP spid="137" grpId="1"/>
      <p:bldP spid="138" grpId="0"/>
      <p:bldP spid="138" grpId="1"/>
      <p:bldP spid="141" grpId="0"/>
      <p:bldP spid="141" grpId="1"/>
      <p:bldP spid="143" grpId="0" bldLvl="0" animBg="1"/>
      <p:bldP spid="144" grpId="0" bldLvl="0" animBg="1"/>
      <p:bldP spid="144" grpId="1" bldLvl="0" animBg="1"/>
      <p:bldP spid="145" grpId="0"/>
      <p:bldP spid="145" grpId="1"/>
      <p:bldP spid="146" grpId="0"/>
      <p:bldP spid="146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矩形 129"/>
          <p:cNvSpPr/>
          <p:nvPr/>
        </p:nvSpPr>
        <p:spPr>
          <a:xfrm>
            <a:off x="13919429" y="7816481"/>
            <a:ext cx="931622" cy="1999397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4" name="矩形 133"/>
          <p:cNvSpPr/>
          <p:nvPr/>
        </p:nvSpPr>
        <p:spPr>
          <a:xfrm>
            <a:off x="12904209" y="7825917"/>
            <a:ext cx="931622" cy="1999397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52" name="圖片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604" y="692021"/>
            <a:ext cx="5635763" cy="74000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/>
              <p:cNvSpPr txBox="1"/>
              <p:nvPr/>
            </p:nvSpPr>
            <p:spPr>
              <a:xfrm>
                <a:off x="10207760" y="7846872"/>
                <a:ext cx="49911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6" name="文字方塊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7760" y="7846872"/>
                <a:ext cx="499110" cy="553720"/>
              </a:xfrm>
              <a:prstGeom prst="rect">
                <a:avLst/>
              </a:prstGeom>
              <a:blipFill rotWithShape="1">
                <a:blip r:embed="rId4"/>
                <a:stretch>
                  <a:fillRect l="-27" t="-32" r="-15622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/>
              <p:cNvSpPr txBox="1"/>
              <p:nvPr/>
            </p:nvSpPr>
            <p:spPr>
              <a:xfrm>
                <a:off x="10207760" y="8477208"/>
                <a:ext cx="50482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7" name="文字方塊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7760" y="8477208"/>
                <a:ext cx="504825" cy="553720"/>
              </a:xfrm>
              <a:prstGeom prst="rect">
                <a:avLst/>
              </a:prstGeom>
              <a:blipFill rotWithShape="1">
                <a:blip r:embed="rId5"/>
                <a:stretch>
                  <a:fillRect l="-27" t="-107" r="-14816" b="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/>
              <p:cNvSpPr txBox="1"/>
              <p:nvPr/>
            </p:nvSpPr>
            <p:spPr>
              <a:xfrm>
                <a:off x="10220531" y="9160613"/>
                <a:ext cx="50482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0531" y="9160613"/>
                <a:ext cx="504825" cy="553720"/>
              </a:xfrm>
              <a:prstGeom prst="rect">
                <a:avLst/>
              </a:prstGeom>
              <a:blipFill rotWithShape="1">
                <a:blip r:embed="rId6"/>
                <a:stretch>
                  <a:fillRect l="-41" t="-19" r="-14802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/>
              <p:cNvSpPr txBox="1"/>
              <p:nvPr/>
            </p:nvSpPr>
            <p:spPr>
              <a:xfrm>
                <a:off x="10337733" y="967739"/>
                <a:ext cx="31178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9" name="文字方塊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7733" y="967739"/>
                <a:ext cx="311785" cy="553720"/>
              </a:xfrm>
              <a:prstGeom prst="rect">
                <a:avLst/>
              </a:prstGeom>
              <a:blipFill rotWithShape="1">
                <a:blip r:embed="rId7"/>
                <a:stretch>
                  <a:fillRect l="-182" t="-114" r="-23443" b="1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字方塊 49"/>
          <p:cNvSpPr txBox="1"/>
          <p:nvPr/>
        </p:nvSpPr>
        <p:spPr>
          <a:xfrm>
            <a:off x="10935143" y="7887558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</a:p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10956971" y="853830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54" name="文字方塊 53"/>
          <p:cNvSpPr txBox="1"/>
          <p:nvPr/>
        </p:nvSpPr>
        <p:spPr>
          <a:xfrm>
            <a:off x="12024450" y="7881356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4</a:t>
            </a:r>
          </a:p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11987192" y="855248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56" name="文字方塊 55"/>
          <p:cNvSpPr txBox="1"/>
          <p:nvPr/>
        </p:nvSpPr>
        <p:spPr>
          <a:xfrm>
            <a:off x="13045719" y="7902233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</a:t>
            </a:r>
          </a:p>
          <a:p>
            <a:pPr algn="ctr"/>
            <a:r>
              <a:rPr lang="en-US" altLang="zh-TW" sz="3600" dirty="0"/>
              <a:t>0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12981312" y="885654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58" name="文字方塊 57"/>
          <p:cNvSpPr txBox="1"/>
          <p:nvPr/>
        </p:nvSpPr>
        <p:spPr>
          <a:xfrm>
            <a:off x="14028234" y="7915934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</a:p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3975432" y="870288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7</a:t>
            </a:r>
          </a:p>
        </p:txBody>
      </p:sp>
      <p:sp>
        <p:nvSpPr>
          <p:cNvPr id="60" name="文字方塊 59"/>
          <p:cNvSpPr txBox="1"/>
          <p:nvPr/>
        </p:nvSpPr>
        <p:spPr>
          <a:xfrm>
            <a:off x="14998569" y="7917037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</a:p>
          <a:p>
            <a:pPr algn="ctr"/>
            <a:r>
              <a:rPr lang="en-US" altLang="zh-TW" sz="3600" dirty="0"/>
              <a:t>-1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14936292" y="870288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11048205" y="8522264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3" name="矩形 62"/>
          <p:cNvSpPr/>
          <p:nvPr/>
        </p:nvSpPr>
        <p:spPr>
          <a:xfrm>
            <a:off x="12121497" y="8516061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4" name="矩形 63"/>
          <p:cNvSpPr/>
          <p:nvPr/>
        </p:nvSpPr>
        <p:spPr>
          <a:xfrm>
            <a:off x="14125281" y="9121608"/>
            <a:ext cx="478766" cy="52473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rgbClr val="00B050"/>
              </a:solidFill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14072480" y="948833"/>
            <a:ext cx="478766" cy="5247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rgbClr val="00B050"/>
              </a:solidFill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15105170" y="8561105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3" name="群組 2"/>
          <p:cNvGrpSpPr/>
          <p:nvPr/>
        </p:nvGrpSpPr>
        <p:grpSpPr>
          <a:xfrm>
            <a:off x="7042610" y="7602897"/>
            <a:ext cx="599255" cy="645161"/>
            <a:chOff x="5891338" y="5744015"/>
            <a:chExt cx="399503" cy="430107"/>
          </a:xfrm>
        </p:grpSpPr>
        <p:sp>
          <p:nvSpPr>
            <p:cNvPr id="53" name="文字方塊 52"/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2" name="文字方塊 1"/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grpSp>
        <p:nvGrpSpPr>
          <p:cNvPr id="72" name="群組 71"/>
          <p:cNvGrpSpPr/>
          <p:nvPr/>
        </p:nvGrpSpPr>
        <p:grpSpPr>
          <a:xfrm>
            <a:off x="9703739" y="4015292"/>
            <a:ext cx="599255" cy="645161"/>
            <a:chOff x="5891338" y="5744015"/>
            <a:chExt cx="399503" cy="430107"/>
          </a:xfrm>
        </p:grpSpPr>
        <p:sp>
          <p:nvSpPr>
            <p:cNvPr id="74" name="文字方塊 73"/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75" name="文字方塊 74"/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sp>
        <p:nvSpPr>
          <p:cNvPr id="76" name="文字方塊 75"/>
          <p:cNvSpPr txBox="1"/>
          <p:nvPr/>
        </p:nvSpPr>
        <p:spPr>
          <a:xfrm>
            <a:off x="5765514" y="9132816"/>
            <a:ext cx="724618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</a:t>
            </a:r>
            <a:endParaRPr lang="zh-TW" altLang="en-US" sz="3600" baseline="-250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6892860" y="9132819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8010744" y="9132819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6720758" y="417932"/>
            <a:ext cx="7047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y</a:t>
            </a:r>
            <a:endParaRPr lang="zh-TW" altLang="en-US" sz="3600" dirty="0"/>
          </a:p>
        </p:txBody>
      </p:sp>
      <p:cxnSp>
        <p:nvCxnSpPr>
          <p:cNvPr id="96" name="直線單箭頭接點 95"/>
          <p:cNvCxnSpPr/>
          <p:nvPr/>
        </p:nvCxnSpPr>
        <p:spPr>
          <a:xfrm rot="5400000" flipH="1">
            <a:off x="7489776" y="8111405"/>
            <a:ext cx="944526" cy="10731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6"/>
          <p:cNvCxnSpPr/>
          <p:nvPr/>
        </p:nvCxnSpPr>
        <p:spPr>
          <a:xfrm rot="5400000" flipH="1" flipV="1">
            <a:off x="6837612" y="8627726"/>
            <a:ext cx="958988" cy="260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單箭頭接點 97"/>
          <p:cNvCxnSpPr/>
          <p:nvPr/>
        </p:nvCxnSpPr>
        <p:spPr>
          <a:xfrm rot="5400000" flipH="1" flipV="1">
            <a:off x="6235178" y="8095491"/>
            <a:ext cx="944526" cy="10624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5817050" y="8482179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99" name="文字方塊 98"/>
          <p:cNvSpPr txBox="1"/>
          <p:nvPr/>
        </p:nvSpPr>
        <p:spPr>
          <a:xfrm>
            <a:off x="6892860" y="8557860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0" name="文字方塊 99"/>
          <p:cNvSpPr txBox="1"/>
          <p:nvPr/>
        </p:nvSpPr>
        <p:spPr>
          <a:xfrm>
            <a:off x="7724955" y="8565614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4" name="文字方塊 103"/>
          <p:cNvSpPr txBox="1"/>
          <p:nvPr/>
        </p:nvSpPr>
        <p:spPr>
          <a:xfrm>
            <a:off x="9045537" y="9139191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cxnSp>
        <p:nvCxnSpPr>
          <p:cNvPr id="108" name="直線單箭頭接點 107"/>
          <p:cNvCxnSpPr>
            <a:stCxn id="104" idx="0"/>
          </p:cNvCxnSpPr>
          <p:nvPr/>
        </p:nvCxnSpPr>
        <p:spPr>
          <a:xfrm flipH="1" flipV="1">
            <a:off x="14616227" y="12744852"/>
            <a:ext cx="1799925" cy="9634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字方塊 112"/>
          <p:cNvSpPr txBox="1"/>
          <p:nvPr/>
        </p:nvSpPr>
        <p:spPr>
          <a:xfrm>
            <a:off x="8741271" y="8530380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28" name="直線接點 127"/>
          <p:cNvCxnSpPr/>
          <p:nvPr/>
        </p:nvCxnSpPr>
        <p:spPr>
          <a:xfrm flipH="1">
            <a:off x="7136321" y="6879321"/>
            <a:ext cx="384680" cy="38468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/>
          <p:cNvCxnSpPr/>
          <p:nvPr/>
        </p:nvCxnSpPr>
        <p:spPr>
          <a:xfrm flipH="1">
            <a:off x="7151621" y="2745632"/>
            <a:ext cx="384680" cy="38468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字方塊 135"/>
          <p:cNvSpPr txBox="1"/>
          <p:nvPr/>
        </p:nvSpPr>
        <p:spPr>
          <a:xfrm>
            <a:off x="7304089" y="6063192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2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37" name="文字方塊 136"/>
          <p:cNvSpPr txBox="1"/>
          <p:nvPr/>
        </p:nvSpPr>
        <p:spPr>
          <a:xfrm>
            <a:off x="5729028" y="5129355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≈0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7317105" y="5168999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0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41" name="文字方塊 140"/>
          <p:cNvSpPr txBox="1"/>
          <p:nvPr/>
        </p:nvSpPr>
        <p:spPr>
          <a:xfrm>
            <a:off x="8121282" y="4323525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≈1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43" name="文字方塊 142"/>
          <p:cNvSpPr txBox="1"/>
          <p:nvPr/>
        </p:nvSpPr>
        <p:spPr>
          <a:xfrm>
            <a:off x="7068233" y="4024857"/>
            <a:ext cx="541638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ysClr val="windowText" lastClr="000000"/>
                </a:solidFill>
              </a:rPr>
              <a:t>7</a:t>
            </a:r>
            <a:endParaRPr lang="zh-TW" altLang="en-US" sz="3600" dirty="0">
              <a:solidFill>
                <a:sysClr val="windowText" lastClr="000000"/>
              </a:solidFill>
            </a:endParaRPr>
          </a:p>
        </p:txBody>
      </p:sp>
      <p:sp>
        <p:nvSpPr>
          <p:cNvPr id="144" name="文字方塊 143"/>
          <p:cNvSpPr txBox="1"/>
          <p:nvPr/>
        </p:nvSpPr>
        <p:spPr>
          <a:xfrm>
            <a:off x="7394367" y="1828482"/>
            <a:ext cx="541638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ysClr val="windowText" lastClr="000000"/>
                </a:solidFill>
              </a:rPr>
              <a:t>7</a:t>
            </a:r>
            <a:endParaRPr lang="zh-TW" altLang="en-US" sz="3600" dirty="0">
              <a:solidFill>
                <a:sysClr val="windowText" lastClr="000000"/>
              </a:solidFill>
            </a:endParaRPr>
          </a:p>
        </p:txBody>
      </p:sp>
      <p:sp>
        <p:nvSpPr>
          <p:cNvPr id="145" name="文字方塊 144"/>
          <p:cNvSpPr txBox="1"/>
          <p:nvPr/>
        </p:nvSpPr>
        <p:spPr>
          <a:xfrm>
            <a:off x="5436772" y="1871942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≈0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46" name="文字方塊 145"/>
          <p:cNvSpPr txBox="1"/>
          <p:nvPr/>
        </p:nvSpPr>
        <p:spPr>
          <a:xfrm>
            <a:off x="7221320" y="172532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≈0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5" name="文字方塊 115">
            <a:extLst>
              <a:ext uri="{FF2B5EF4-FFF2-40B4-BE49-F238E27FC236}">
                <a16:creationId xmlns:a16="http://schemas.microsoft.com/office/drawing/2014/main" id="{7B3B34F8-C412-C6BE-5635-19A3A59BCA1F}"/>
              </a:ext>
            </a:extLst>
          </p:cNvPr>
          <p:cNvSpPr txBox="1"/>
          <p:nvPr/>
        </p:nvSpPr>
        <p:spPr>
          <a:xfrm>
            <a:off x="2359020" y="1088945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文字方塊 116">
            <a:extLst>
              <a:ext uri="{FF2B5EF4-FFF2-40B4-BE49-F238E27FC236}">
                <a16:creationId xmlns:a16="http://schemas.microsoft.com/office/drawing/2014/main" id="{D512F9D2-0561-FC7F-4DFD-162EAC09D4C7}"/>
              </a:ext>
            </a:extLst>
          </p:cNvPr>
          <p:cNvSpPr txBox="1"/>
          <p:nvPr/>
        </p:nvSpPr>
        <p:spPr>
          <a:xfrm>
            <a:off x="2271546" y="5169214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grpSp>
        <p:nvGrpSpPr>
          <p:cNvPr id="8" name="群組 65">
            <a:extLst>
              <a:ext uri="{FF2B5EF4-FFF2-40B4-BE49-F238E27FC236}">
                <a16:creationId xmlns:a16="http://schemas.microsoft.com/office/drawing/2014/main" id="{7DB89D8C-9BE0-9814-51BE-C8600B0CAFB2}"/>
              </a:ext>
            </a:extLst>
          </p:cNvPr>
          <p:cNvGrpSpPr/>
          <p:nvPr/>
        </p:nvGrpSpPr>
        <p:grpSpPr>
          <a:xfrm>
            <a:off x="3920262" y="5440284"/>
            <a:ext cx="599255" cy="645161"/>
            <a:chOff x="5891338" y="5744015"/>
            <a:chExt cx="399503" cy="430107"/>
          </a:xfrm>
        </p:grpSpPr>
        <p:sp>
          <p:nvSpPr>
            <p:cNvPr id="9" name="文字方塊 66">
              <a:extLst>
                <a:ext uri="{FF2B5EF4-FFF2-40B4-BE49-F238E27FC236}">
                  <a16:creationId xmlns:a16="http://schemas.microsoft.com/office/drawing/2014/main" id="{F4047771-5E4A-9A9E-88CD-5D3D810EF5BB}"/>
                </a:ext>
              </a:extLst>
            </p:cNvPr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10" name="文字方塊 67">
              <a:extLst>
                <a:ext uri="{FF2B5EF4-FFF2-40B4-BE49-F238E27FC236}">
                  <a16:creationId xmlns:a16="http://schemas.microsoft.com/office/drawing/2014/main" id="{325661CB-549A-E8F1-4CF2-8ADBABDFEF0E}"/>
                </a:ext>
              </a:extLst>
            </p:cNvPr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grpSp>
        <p:nvGrpSpPr>
          <p:cNvPr id="11" name="群組 68">
            <a:extLst>
              <a:ext uri="{FF2B5EF4-FFF2-40B4-BE49-F238E27FC236}">
                <a16:creationId xmlns:a16="http://schemas.microsoft.com/office/drawing/2014/main" id="{C4321772-7DC1-926E-3399-5A991935176D}"/>
              </a:ext>
            </a:extLst>
          </p:cNvPr>
          <p:cNvGrpSpPr/>
          <p:nvPr/>
        </p:nvGrpSpPr>
        <p:grpSpPr>
          <a:xfrm>
            <a:off x="3925912" y="1324403"/>
            <a:ext cx="599255" cy="645161"/>
            <a:chOff x="5891338" y="5744015"/>
            <a:chExt cx="399503" cy="430107"/>
          </a:xfrm>
        </p:grpSpPr>
        <p:sp>
          <p:nvSpPr>
            <p:cNvPr id="13" name="文字方塊 69">
              <a:extLst>
                <a:ext uri="{FF2B5EF4-FFF2-40B4-BE49-F238E27FC236}">
                  <a16:creationId xmlns:a16="http://schemas.microsoft.com/office/drawing/2014/main" id="{AB4CFBA2-7B4A-7CB0-4A62-774B3BCAF116}"/>
                </a:ext>
              </a:extLst>
            </p:cNvPr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14" name="文字方塊 70">
              <a:extLst>
                <a:ext uri="{FF2B5EF4-FFF2-40B4-BE49-F238E27FC236}">
                  <a16:creationId xmlns:a16="http://schemas.microsoft.com/office/drawing/2014/main" id="{94A2B245-D31B-41FD-5CD4-D5DB5E1233D0}"/>
                </a:ext>
              </a:extLst>
            </p:cNvPr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grpSp>
        <p:nvGrpSpPr>
          <p:cNvPr id="15" name="群組 71">
            <a:extLst>
              <a:ext uri="{FF2B5EF4-FFF2-40B4-BE49-F238E27FC236}">
                <a16:creationId xmlns:a16="http://schemas.microsoft.com/office/drawing/2014/main" id="{F1392BE2-F3EC-A832-1DA2-3601CFA3962E}"/>
              </a:ext>
            </a:extLst>
          </p:cNvPr>
          <p:cNvGrpSpPr/>
          <p:nvPr/>
        </p:nvGrpSpPr>
        <p:grpSpPr>
          <a:xfrm>
            <a:off x="9703739" y="4015292"/>
            <a:ext cx="599255" cy="645161"/>
            <a:chOff x="5891338" y="5744015"/>
            <a:chExt cx="399503" cy="430107"/>
          </a:xfrm>
        </p:grpSpPr>
        <p:sp>
          <p:nvSpPr>
            <p:cNvPr id="16" name="文字方塊 73">
              <a:extLst>
                <a:ext uri="{FF2B5EF4-FFF2-40B4-BE49-F238E27FC236}">
                  <a16:creationId xmlns:a16="http://schemas.microsoft.com/office/drawing/2014/main" id="{52039C0E-95EE-DAD8-D891-B80912AB0429}"/>
                </a:ext>
              </a:extLst>
            </p:cNvPr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17" name="文字方塊 74">
              <a:extLst>
                <a:ext uri="{FF2B5EF4-FFF2-40B4-BE49-F238E27FC236}">
                  <a16:creationId xmlns:a16="http://schemas.microsoft.com/office/drawing/2014/main" id="{BD0E6358-0599-D380-6928-F012365011F7}"/>
                </a:ext>
              </a:extLst>
            </p:cNvPr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sp>
        <p:nvSpPr>
          <p:cNvPr id="18" name="文字方塊 78">
            <a:extLst>
              <a:ext uri="{FF2B5EF4-FFF2-40B4-BE49-F238E27FC236}">
                <a16:creationId xmlns:a16="http://schemas.microsoft.com/office/drawing/2014/main" id="{A892FBB2-DCEB-079D-0C5C-4C4FA260F021}"/>
              </a:ext>
            </a:extLst>
          </p:cNvPr>
          <p:cNvSpPr txBox="1"/>
          <p:nvPr/>
        </p:nvSpPr>
        <p:spPr>
          <a:xfrm>
            <a:off x="1616627" y="4393485"/>
            <a:ext cx="724618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</a:t>
            </a:r>
            <a:endParaRPr lang="zh-TW" altLang="en-US" sz="3600" baseline="-25000" dirty="0"/>
          </a:p>
        </p:txBody>
      </p:sp>
      <p:sp>
        <p:nvSpPr>
          <p:cNvPr id="19" name="文字方塊 79">
            <a:extLst>
              <a:ext uri="{FF2B5EF4-FFF2-40B4-BE49-F238E27FC236}">
                <a16:creationId xmlns:a16="http://schemas.microsoft.com/office/drawing/2014/main" id="{73428033-D873-F89E-3DBA-4E5E449CA42C}"/>
              </a:ext>
            </a:extLst>
          </p:cNvPr>
          <p:cNvSpPr txBox="1"/>
          <p:nvPr/>
        </p:nvSpPr>
        <p:spPr>
          <a:xfrm>
            <a:off x="1592242" y="5440285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sp>
        <p:nvSpPr>
          <p:cNvPr id="20" name="文字方塊 80">
            <a:extLst>
              <a:ext uri="{FF2B5EF4-FFF2-40B4-BE49-F238E27FC236}">
                <a16:creationId xmlns:a16="http://schemas.microsoft.com/office/drawing/2014/main" id="{303E8710-82BE-E632-8A96-93F404A0E330}"/>
              </a:ext>
            </a:extLst>
          </p:cNvPr>
          <p:cNvSpPr txBox="1"/>
          <p:nvPr/>
        </p:nvSpPr>
        <p:spPr>
          <a:xfrm>
            <a:off x="1576439" y="6487083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sp>
        <p:nvSpPr>
          <p:cNvPr id="21" name="文字方塊 81">
            <a:extLst>
              <a:ext uri="{FF2B5EF4-FFF2-40B4-BE49-F238E27FC236}">
                <a16:creationId xmlns:a16="http://schemas.microsoft.com/office/drawing/2014/main" id="{91B7D8C8-A23F-B3FE-ACF5-B9237BE458A2}"/>
              </a:ext>
            </a:extLst>
          </p:cNvPr>
          <p:cNvSpPr txBox="1"/>
          <p:nvPr/>
        </p:nvSpPr>
        <p:spPr>
          <a:xfrm>
            <a:off x="1657059" y="330120"/>
            <a:ext cx="761224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</a:t>
            </a:r>
            <a:endParaRPr lang="zh-TW" altLang="en-US" sz="3600" baseline="-25000" dirty="0"/>
          </a:p>
        </p:txBody>
      </p:sp>
      <p:sp>
        <p:nvSpPr>
          <p:cNvPr id="22" name="文字方塊 82">
            <a:extLst>
              <a:ext uri="{FF2B5EF4-FFF2-40B4-BE49-F238E27FC236}">
                <a16:creationId xmlns:a16="http://schemas.microsoft.com/office/drawing/2014/main" id="{85CC6C78-D43F-D3FA-13B6-34B8EF9FE9C5}"/>
              </a:ext>
            </a:extLst>
          </p:cNvPr>
          <p:cNvSpPr txBox="1"/>
          <p:nvPr/>
        </p:nvSpPr>
        <p:spPr>
          <a:xfrm>
            <a:off x="1663169" y="1324384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sp>
        <p:nvSpPr>
          <p:cNvPr id="23" name="文字方塊 83">
            <a:extLst>
              <a:ext uri="{FF2B5EF4-FFF2-40B4-BE49-F238E27FC236}">
                <a16:creationId xmlns:a16="http://schemas.microsoft.com/office/drawing/2014/main" id="{5FF7707A-946A-74FC-9A6D-43D9F6AA20D4}"/>
              </a:ext>
            </a:extLst>
          </p:cNvPr>
          <p:cNvSpPr txBox="1"/>
          <p:nvPr/>
        </p:nvSpPr>
        <p:spPr>
          <a:xfrm>
            <a:off x="1647367" y="2371182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sp>
        <p:nvSpPr>
          <p:cNvPr id="24" name="文字方塊 84">
            <a:extLst>
              <a:ext uri="{FF2B5EF4-FFF2-40B4-BE49-F238E27FC236}">
                <a16:creationId xmlns:a16="http://schemas.microsoft.com/office/drawing/2014/main" id="{04D27D95-5451-6168-02F4-7C6C13784D99}"/>
              </a:ext>
            </a:extLst>
          </p:cNvPr>
          <p:cNvSpPr txBox="1"/>
          <p:nvPr/>
        </p:nvSpPr>
        <p:spPr>
          <a:xfrm>
            <a:off x="11423236" y="2949784"/>
            <a:ext cx="749005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/>
              <a:t>2</a:t>
            </a:r>
            <a:endParaRPr lang="zh-TW" altLang="en-US" sz="3600" baseline="-25000" dirty="0"/>
          </a:p>
        </p:txBody>
      </p:sp>
      <p:sp>
        <p:nvSpPr>
          <p:cNvPr id="25" name="文字方塊 85">
            <a:extLst>
              <a:ext uri="{FF2B5EF4-FFF2-40B4-BE49-F238E27FC236}">
                <a16:creationId xmlns:a16="http://schemas.microsoft.com/office/drawing/2014/main" id="{198B17D8-10EB-2BA8-98FD-B6FB839455C7}"/>
              </a:ext>
            </a:extLst>
          </p:cNvPr>
          <p:cNvSpPr txBox="1"/>
          <p:nvPr/>
        </p:nvSpPr>
        <p:spPr>
          <a:xfrm>
            <a:off x="11444250" y="4003822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sp>
        <p:nvSpPr>
          <p:cNvPr id="26" name="文字方塊 86">
            <a:extLst>
              <a:ext uri="{FF2B5EF4-FFF2-40B4-BE49-F238E27FC236}">
                <a16:creationId xmlns:a16="http://schemas.microsoft.com/office/drawing/2014/main" id="{9F775698-6DFE-5E48-165F-C08474E69298}"/>
              </a:ext>
            </a:extLst>
          </p:cNvPr>
          <p:cNvSpPr txBox="1"/>
          <p:nvPr/>
        </p:nvSpPr>
        <p:spPr>
          <a:xfrm>
            <a:off x="11428447" y="5050620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cxnSp>
        <p:nvCxnSpPr>
          <p:cNvPr id="27" name="直線單箭頭接點 6">
            <a:extLst>
              <a:ext uri="{FF2B5EF4-FFF2-40B4-BE49-F238E27FC236}">
                <a16:creationId xmlns:a16="http://schemas.microsoft.com/office/drawing/2014/main" id="{B8C40FD3-CBFA-8AAD-4C4B-9749CBBD750A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2418283" y="653286"/>
            <a:ext cx="1555035" cy="10730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87">
            <a:extLst>
              <a:ext uri="{FF2B5EF4-FFF2-40B4-BE49-F238E27FC236}">
                <a16:creationId xmlns:a16="http://schemas.microsoft.com/office/drawing/2014/main" id="{B65CDDD5-532C-7ABE-8430-933F517264AE}"/>
              </a:ext>
            </a:extLst>
          </p:cNvPr>
          <p:cNvCxnSpPr>
            <a:cxnSpLocks/>
            <a:stCxn id="22" idx="3"/>
            <a:endCxn id="14" idx="1"/>
          </p:cNvCxnSpPr>
          <p:nvPr/>
        </p:nvCxnSpPr>
        <p:spPr>
          <a:xfrm>
            <a:off x="2412173" y="1646964"/>
            <a:ext cx="1513739" cy="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88">
            <a:extLst>
              <a:ext uri="{FF2B5EF4-FFF2-40B4-BE49-F238E27FC236}">
                <a16:creationId xmlns:a16="http://schemas.microsoft.com/office/drawing/2014/main" id="{F939E897-FBD1-73E3-7283-388381933D4C}"/>
              </a:ext>
            </a:extLst>
          </p:cNvPr>
          <p:cNvCxnSpPr>
            <a:cxnSpLocks/>
            <a:stCxn id="23" idx="3"/>
            <a:endCxn id="14" idx="1"/>
          </p:cNvCxnSpPr>
          <p:nvPr/>
        </p:nvCxnSpPr>
        <p:spPr>
          <a:xfrm flipV="1">
            <a:off x="2396371" y="1646984"/>
            <a:ext cx="1529541" cy="104677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89">
            <a:extLst>
              <a:ext uri="{FF2B5EF4-FFF2-40B4-BE49-F238E27FC236}">
                <a16:creationId xmlns:a16="http://schemas.microsoft.com/office/drawing/2014/main" id="{B9C6A7FD-EB96-272F-2AB1-44365138A476}"/>
              </a:ext>
            </a:extLst>
          </p:cNvPr>
          <p:cNvCxnSpPr>
            <a:cxnSpLocks/>
            <a:stCxn id="18" idx="3"/>
            <a:endCxn id="10" idx="1"/>
          </p:cNvCxnSpPr>
          <p:nvPr/>
        </p:nvCxnSpPr>
        <p:spPr>
          <a:xfrm>
            <a:off x="2341245" y="4716065"/>
            <a:ext cx="1579017" cy="10468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90">
            <a:extLst>
              <a:ext uri="{FF2B5EF4-FFF2-40B4-BE49-F238E27FC236}">
                <a16:creationId xmlns:a16="http://schemas.microsoft.com/office/drawing/2014/main" id="{3533A651-5078-3E0C-7E0D-D98BB20FB6A2}"/>
              </a:ext>
            </a:extLst>
          </p:cNvPr>
          <p:cNvCxnSpPr>
            <a:cxnSpLocks/>
            <a:stCxn id="19" idx="3"/>
            <a:endCxn id="10" idx="1"/>
          </p:cNvCxnSpPr>
          <p:nvPr/>
        </p:nvCxnSpPr>
        <p:spPr>
          <a:xfrm>
            <a:off x="2341246" y="5762865"/>
            <a:ext cx="157901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91">
            <a:extLst>
              <a:ext uri="{FF2B5EF4-FFF2-40B4-BE49-F238E27FC236}">
                <a16:creationId xmlns:a16="http://schemas.microsoft.com/office/drawing/2014/main" id="{B62C43F4-225B-79B0-9698-EE9CDDC0FDA1}"/>
              </a:ext>
            </a:extLst>
          </p:cNvPr>
          <p:cNvCxnSpPr>
            <a:cxnSpLocks/>
            <a:stCxn id="20" idx="3"/>
            <a:endCxn id="10" idx="1"/>
          </p:cNvCxnSpPr>
          <p:nvPr/>
        </p:nvCxnSpPr>
        <p:spPr>
          <a:xfrm flipV="1">
            <a:off x="2325443" y="5762865"/>
            <a:ext cx="1594819" cy="10467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92">
            <a:extLst>
              <a:ext uri="{FF2B5EF4-FFF2-40B4-BE49-F238E27FC236}">
                <a16:creationId xmlns:a16="http://schemas.microsoft.com/office/drawing/2014/main" id="{62895963-1D81-95E0-3122-6C2DBEE4B5A9}"/>
              </a:ext>
            </a:extLst>
          </p:cNvPr>
          <p:cNvCxnSpPr>
            <a:cxnSpLocks/>
            <a:stCxn id="24" idx="1"/>
            <a:endCxn id="17" idx="3"/>
          </p:cNvCxnSpPr>
          <p:nvPr/>
        </p:nvCxnSpPr>
        <p:spPr>
          <a:xfrm flipH="1">
            <a:off x="10302994" y="3272950"/>
            <a:ext cx="1120242" cy="10649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93">
            <a:extLst>
              <a:ext uri="{FF2B5EF4-FFF2-40B4-BE49-F238E27FC236}">
                <a16:creationId xmlns:a16="http://schemas.microsoft.com/office/drawing/2014/main" id="{5B54CF42-8FD2-FFD3-200B-9D9A64F47C38}"/>
              </a:ext>
            </a:extLst>
          </p:cNvPr>
          <p:cNvCxnSpPr>
            <a:cxnSpLocks/>
            <a:stCxn id="25" idx="1"/>
            <a:endCxn id="17" idx="3"/>
          </p:cNvCxnSpPr>
          <p:nvPr/>
        </p:nvCxnSpPr>
        <p:spPr>
          <a:xfrm flipH="1">
            <a:off x="10302994" y="4326402"/>
            <a:ext cx="1141256" cy="1147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94">
            <a:extLst>
              <a:ext uri="{FF2B5EF4-FFF2-40B4-BE49-F238E27FC236}">
                <a16:creationId xmlns:a16="http://schemas.microsoft.com/office/drawing/2014/main" id="{8933234D-008D-EDC8-54ED-7D85549B1F77}"/>
              </a:ext>
            </a:extLst>
          </p:cNvPr>
          <p:cNvCxnSpPr>
            <a:cxnSpLocks/>
            <a:stCxn id="26" idx="1"/>
            <a:endCxn id="17" idx="3"/>
          </p:cNvCxnSpPr>
          <p:nvPr/>
        </p:nvCxnSpPr>
        <p:spPr>
          <a:xfrm flipH="1" flipV="1">
            <a:off x="10302994" y="4337873"/>
            <a:ext cx="1125453" cy="10353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100">
            <a:extLst>
              <a:ext uri="{FF2B5EF4-FFF2-40B4-BE49-F238E27FC236}">
                <a16:creationId xmlns:a16="http://schemas.microsoft.com/office/drawing/2014/main" id="{9B4CED75-3DEB-0883-5A75-AAA10F25E74A}"/>
              </a:ext>
            </a:extLst>
          </p:cNvPr>
          <p:cNvSpPr txBox="1"/>
          <p:nvPr/>
        </p:nvSpPr>
        <p:spPr>
          <a:xfrm>
            <a:off x="2329494" y="2161904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7" name="文字方塊 101">
            <a:extLst>
              <a:ext uri="{FF2B5EF4-FFF2-40B4-BE49-F238E27FC236}">
                <a16:creationId xmlns:a16="http://schemas.microsoft.com/office/drawing/2014/main" id="{D52414B0-556B-7C86-6A49-891CE408E5CF}"/>
              </a:ext>
            </a:extLst>
          </p:cNvPr>
          <p:cNvSpPr txBox="1"/>
          <p:nvPr/>
        </p:nvSpPr>
        <p:spPr>
          <a:xfrm>
            <a:off x="11031371" y="2880534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" name="文字方塊 102">
            <a:extLst>
              <a:ext uri="{FF2B5EF4-FFF2-40B4-BE49-F238E27FC236}">
                <a16:creationId xmlns:a16="http://schemas.microsoft.com/office/drawing/2014/main" id="{BED6AFD0-3E28-2F8D-34D6-E3CD02A3587E}"/>
              </a:ext>
            </a:extLst>
          </p:cNvPr>
          <p:cNvSpPr txBox="1"/>
          <p:nvPr/>
        </p:nvSpPr>
        <p:spPr>
          <a:xfrm>
            <a:off x="10988009" y="4862015"/>
            <a:ext cx="40736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文字方塊 104">
            <a:extLst>
              <a:ext uri="{FF2B5EF4-FFF2-40B4-BE49-F238E27FC236}">
                <a16:creationId xmlns:a16="http://schemas.microsoft.com/office/drawing/2014/main" id="{ED4F3079-A409-51B5-5C21-0564F4AC60F2}"/>
              </a:ext>
            </a:extLst>
          </p:cNvPr>
          <p:cNvSpPr txBox="1"/>
          <p:nvPr/>
        </p:nvSpPr>
        <p:spPr>
          <a:xfrm>
            <a:off x="11444250" y="6027713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40" name="文字方塊 105">
            <a:extLst>
              <a:ext uri="{FF2B5EF4-FFF2-40B4-BE49-F238E27FC236}">
                <a16:creationId xmlns:a16="http://schemas.microsoft.com/office/drawing/2014/main" id="{5BF29926-E53C-2D5D-49B5-F731127FC7B3}"/>
              </a:ext>
            </a:extLst>
          </p:cNvPr>
          <p:cNvSpPr txBox="1"/>
          <p:nvPr/>
        </p:nvSpPr>
        <p:spPr>
          <a:xfrm>
            <a:off x="1576439" y="7427517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41" name="文字方塊 106">
            <a:extLst>
              <a:ext uri="{FF2B5EF4-FFF2-40B4-BE49-F238E27FC236}">
                <a16:creationId xmlns:a16="http://schemas.microsoft.com/office/drawing/2014/main" id="{DE7CF392-0535-08C8-5F61-EA8B906F5C25}"/>
              </a:ext>
            </a:extLst>
          </p:cNvPr>
          <p:cNvSpPr txBox="1"/>
          <p:nvPr/>
        </p:nvSpPr>
        <p:spPr>
          <a:xfrm>
            <a:off x="1616627" y="3364275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cxnSp>
        <p:nvCxnSpPr>
          <p:cNvPr id="42" name="直線單箭頭接點 108">
            <a:extLst>
              <a:ext uri="{FF2B5EF4-FFF2-40B4-BE49-F238E27FC236}">
                <a16:creationId xmlns:a16="http://schemas.microsoft.com/office/drawing/2014/main" id="{3F30AF0C-9AFC-3378-1D18-F3F1A18EF471}"/>
              </a:ext>
            </a:extLst>
          </p:cNvPr>
          <p:cNvCxnSpPr>
            <a:cxnSpLocks/>
            <a:endCxn id="17" idx="3"/>
          </p:cNvCxnSpPr>
          <p:nvPr/>
        </p:nvCxnSpPr>
        <p:spPr>
          <a:xfrm flipH="1" flipV="1">
            <a:off x="10302994" y="4337873"/>
            <a:ext cx="1125453" cy="19993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109">
            <a:extLst>
              <a:ext uri="{FF2B5EF4-FFF2-40B4-BE49-F238E27FC236}">
                <a16:creationId xmlns:a16="http://schemas.microsoft.com/office/drawing/2014/main" id="{B6132C04-64BB-6CFA-FDF1-46505A12D553}"/>
              </a:ext>
            </a:extLst>
          </p:cNvPr>
          <p:cNvCxnSpPr>
            <a:cxnSpLocks/>
            <a:stCxn id="40" idx="3"/>
            <a:endCxn id="10" idx="1"/>
          </p:cNvCxnSpPr>
          <p:nvPr/>
        </p:nvCxnSpPr>
        <p:spPr>
          <a:xfrm flipV="1">
            <a:off x="2325443" y="5762865"/>
            <a:ext cx="1594819" cy="19872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110">
            <a:extLst>
              <a:ext uri="{FF2B5EF4-FFF2-40B4-BE49-F238E27FC236}">
                <a16:creationId xmlns:a16="http://schemas.microsoft.com/office/drawing/2014/main" id="{7E6E4997-1CE9-DD04-29DE-D0B995E51F9B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2365631" y="1733539"/>
            <a:ext cx="1585279" cy="19533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字方塊 113">
            <a:extLst>
              <a:ext uri="{FF2B5EF4-FFF2-40B4-BE49-F238E27FC236}">
                <a16:creationId xmlns:a16="http://schemas.microsoft.com/office/drawing/2014/main" id="{0BE8A4A7-C98F-2AFD-5D15-AA181995C6D5}"/>
              </a:ext>
            </a:extLst>
          </p:cNvPr>
          <p:cNvSpPr txBox="1"/>
          <p:nvPr/>
        </p:nvSpPr>
        <p:spPr>
          <a:xfrm>
            <a:off x="2390038" y="3329762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</a:rPr>
              <a:t>-10</a:t>
            </a:r>
            <a:endParaRPr lang="zh-TW" altLang="en-US" sz="3600" b="1" dirty="0">
              <a:solidFill>
                <a:srgbClr val="FF0000"/>
              </a:solidFill>
            </a:endParaRPr>
          </a:p>
        </p:txBody>
      </p:sp>
      <p:sp>
        <p:nvSpPr>
          <p:cNvPr id="112" name="文字方塊 114">
            <a:extLst>
              <a:ext uri="{FF2B5EF4-FFF2-40B4-BE49-F238E27FC236}">
                <a16:creationId xmlns:a16="http://schemas.microsoft.com/office/drawing/2014/main" id="{39B5EBDC-E162-78EC-B78A-25B646D156D9}"/>
              </a:ext>
            </a:extLst>
          </p:cNvPr>
          <p:cNvSpPr txBox="1"/>
          <p:nvPr/>
        </p:nvSpPr>
        <p:spPr>
          <a:xfrm>
            <a:off x="2329494" y="25765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8" name="文字方塊 118">
            <a:extLst>
              <a:ext uri="{FF2B5EF4-FFF2-40B4-BE49-F238E27FC236}">
                <a16:creationId xmlns:a16="http://schemas.microsoft.com/office/drawing/2014/main" id="{DB98C681-2347-2799-1099-2911A74925A7}"/>
              </a:ext>
            </a:extLst>
          </p:cNvPr>
          <p:cNvSpPr txBox="1"/>
          <p:nvPr/>
        </p:nvSpPr>
        <p:spPr>
          <a:xfrm>
            <a:off x="2316462" y="7460145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</a:rPr>
              <a:t>-10</a:t>
            </a:r>
            <a:endParaRPr lang="zh-TW" altLang="en-US" sz="3600" b="1" dirty="0">
              <a:solidFill>
                <a:srgbClr val="FF0000"/>
              </a:solidFill>
            </a:endParaRPr>
          </a:p>
        </p:txBody>
      </p:sp>
      <p:sp>
        <p:nvSpPr>
          <p:cNvPr id="124" name="文字方塊 119">
            <a:extLst>
              <a:ext uri="{FF2B5EF4-FFF2-40B4-BE49-F238E27FC236}">
                <a16:creationId xmlns:a16="http://schemas.microsoft.com/office/drawing/2014/main" id="{1611B363-7F32-C478-5155-6A8C49EE41E5}"/>
              </a:ext>
            </a:extLst>
          </p:cNvPr>
          <p:cNvSpPr txBox="1"/>
          <p:nvPr/>
        </p:nvSpPr>
        <p:spPr>
          <a:xfrm>
            <a:off x="2346487" y="4083932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5" name="文字方塊 120">
            <a:extLst>
              <a:ext uri="{FF2B5EF4-FFF2-40B4-BE49-F238E27FC236}">
                <a16:creationId xmlns:a16="http://schemas.microsoft.com/office/drawing/2014/main" id="{FDCC42D7-645B-68A3-7E5D-9CE34030E6E9}"/>
              </a:ext>
            </a:extLst>
          </p:cNvPr>
          <p:cNvSpPr txBox="1"/>
          <p:nvPr/>
        </p:nvSpPr>
        <p:spPr>
          <a:xfrm>
            <a:off x="2383163" y="6215751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6" name="文字方塊 121">
            <a:extLst>
              <a:ext uri="{FF2B5EF4-FFF2-40B4-BE49-F238E27FC236}">
                <a16:creationId xmlns:a16="http://schemas.microsoft.com/office/drawing/2014/main" id="{0569BB66-D3F1-0069-E91C-18CD504DDD54}"/>
              </a:ext>
            </a:extLst>
          </p:cNvPr>
          <p:cNvSpPr txBox="1"/>
          <p:nvPr/>
        </p:nvSpPr>
        <p:spPr>
          <a:xfrm>
            <a:off x="10774944" y="5837340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7" name="文字方塊 122">
            <a:extLst>
              <a:ext uri="{FF2B5EF4-FFF2-40B4-BE49-F238E27FC236}">
                <a16:creationId xmlns:a16="http://schemas.microsoft.com/office/drawing/2014/main" id="{BE01FFC7-E467-6576-74EC-401DCC848AEE}"/>
              </a:ext>
            </a:extLst>
          </p:cNvPr>
          <p:cNvSpPr txBox="1"/>
          <p:nvPr/>
        </p:nvSpPr>
        <p:spPr>
          <a:xfrm>
            <a:off x="10499549" y="3834738"/>
            <a:ext cx="13532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379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 bldLvl="0" animBg="1"/>
      <p:bldP spid="134" grpId="0" bldLvl="0" animBg="1"/>
      <p:bldP spid="136" grpId="0"/>
      <p:bldP spid="136" grpId="1"/>
      <p:bldP spid="137" grpId="0"/>
      <p:bldP spid="137" grpId="1"/>
      <p:bldP spid="138" grpId="0"/>
      <p:bldP spid="138" grpId="1"/>
      <p:bldP spid="141" grpId="0"/>
      <p:bldP spid="141" grpId="1"/>
      <p:bldP spid="144" grpId="0" bldLvl="0" animBg="1"/>
      <p:bldP spid="144" grpId="1" bldLvl="0" animBg="1"/>
      <p:bldP spid="145" grpId="0"/>
      <p:bldP spid="145" grpId="1"/>
      <p:bldP spid="146" grpId="0"/>
      <p:bldP spid="146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矩形 129"/>
          <p:cNvSpPr/>
          <p:nvPr/>
        </p:nvSpPr>
        <p:spPr>
          <a:xfrm>
            <a:off x="14922729" y="7816481"/>
            <a:ext cx="931622" cy="1999397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4" name="矩形 133"/>
          <p:cNvSpPr/>
          <p:nvPr/>
        </p:nvSpPr>
        <p:spPr>
          <a:xfrm>
            <a:off x="13907509" y="7825917"/>
            <a:ext cx="931622" cy="1999397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52" name="圖片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604" y="692021"/>
            <a:ext cx="5635763" cy="74000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/>
              <p:cNvSpPr txBox="1"/>
              <p:nvPr/>
            </p:nvSpPr>
            <p:spPr>
              <a:xfrm>
                <a:off x="10207760" y="7846872"/>
                <a:ext cx="49911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6" name="文字方塊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7760" y="7846872"/>
                <a:ext cx="499110" cy="553720"/>
              </a:xfrm>
              <a:prstGeom prst="rect">
                <a:avLst/>
              </a:prstGeom>
              <a:blipFill rotWithShape="1">
                <a:blip r:embed="rId4"/>
                <a:stretch>
                  <a:fillRect l="-27" t="-32" r="-15622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/>
              <p:cNvSpPr txBox="1"/>
              <p:nvPr/>
            </p:nvSpPr>
            <p:spPr>
              <a:xfrm>
                <a:off x="10207760" y="8477208"/>
                <a:ext cx="50482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7" name="文字方塊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7760" y="8477208"/>
                <a:ext cx="504825" cy="553720"/>
              </a:xfrm>
              <a:prstGeom prst="rect">
                <a:avLst/>
              </a:prstGeom>
              <a:blipFill rotWithShape="1">
                <a:blip r:embed="rId5"/>
                <a:stretch>
                  <a:fillRect l="-27" t="-107" r="-14816" b="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/>
              <p:cNvSpPr txBox="1"/>
              <p:nvPr/>
            </p:nvSpPr>
            <p:spPr>
              <a:xfrm>
                <a:off x="10220531" y="9160613"/>
                <a:ext cx="50482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0531" y="9160613"/>
                <a:ext cx="504825" cy="553720"/>
              </a:xfrm>
              <a:prstGeom prst="rect">
                <a:avLst/>
              </a:prstGeom>
              <a:blipFill rotWithShape="1">
                <a:blip r:embed="rId6"/>
                <a:stretch>
                  <a:fillRect l="-41" t="-19" r="-14802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/>
              <p:cNvSpPr txBox="1"/>
              <p:nvPr/>
            </p:nvSpPr>
            <p:spPr>
              <a:xfrm>
                <a:off x="10337733" y="967739"/>
                <a:ext cx="31178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9" name="文字方塊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7733" y="967739"/>
                <a:ext cx="311785" cy="553720"/>
              </a:xfrm>
              <a:prstGeom prst="rect">
                <a:avLst/>
              </a:prstGeom>
              <a:blipFill rotWithShape="1">
                <a:blip r:embed="rId7"/>
                <a:stretch>
                  <a:fillRect l="-182" t="-114" r="-23443" b="1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字方塊 49"/>
          <p:cNvSpPr txBox="1"/>
          <p:nvPr/>
        </p:nvSpPr>
        <p:spPr>
          <a:xfrm>
            <a:off x="10935143" y="7887558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</a:p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10956971" y="853830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54" name="文字方塊 53"/>
          <p:cNvSpPr txBox="1"/>
          <p:nvPr/>
        </p:nvSpPr>
        <p:spPr>
          <a:xfrm>
            <a:off x="12024450" y="7881356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4</a:t>
            </a:r>
          </a:p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11987192" y="855248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56" name="文字方塊 55"/>
          <p:cNvSpPr txBox="1"/>
          <p:nvPr/>
        </p:nvSpPr>
        <p:spPr>
          <a:xfrm>
            <a:off x="13045719" y="7902233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</a:t>
            </a:r>
          </a:p>
          <a:p>
            <a:pPr algn="ctr"/>
            <a:r>
              <a:rPr lang="en-US" altLang="zh-TW" sz="3600" dirty="0"/>
              <a:t>0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12981312" y="885654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58" name="文字方塊 57"/>
          <p:cNvSpPr txBox="1"/>
          <p:nvPr/>
        </p:nvSpPr>
        <p:spPr>
          <a:xfrm>
            <a:off x="14028234" y="7915934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</a:p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3975432" y="870288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7</a:t>
            </a:r>
          </a:p>
        </p:txBody>
      </p:sp>
      <p:sp>
        <p:nvSpPr>
          <p:cNvPr id="60" name="文字方塊 59"/>
          <p:cNvSpPr txBox="1"/>
          <p:nvPr/>
        </p:nvSpPr>
        <p:spPr>
          <a:xfrm>
            <a:off x="14998569" y="7917037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</a:p>
          <a:p>
            <a:pPr algn="ctr"/>
            <a:r>
              <a:rPr lang="en-US" altLang="zh-TW" sz="3600" dirty="0"/>
              <a:t>-1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14936292" y="870288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11048205" y="8522264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3" name="矩形 62"/>
          <p:cNvSpPr/>
          <p:nvPr/>
        </p:nvSpPr>
        <p:spPr>
          <a:xfrm>
            <a:off x="12121497" y="8516061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4" name="矩形 63"/>
          <p:cNvSpPr/>
          <p:nvPr/>
        </p:nvSpPr>
        <p:spPr>
          <a:xfrm>
            <a:off x="14125281" y="9121608"/>
            <a:ext cx="478766" cy="52473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rgbClr val="00B050"/>
              </a:solidFill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14072480" y="948833"/>
            <a:ext cx="478766" cy="5247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rgbClr val="00B050"/>
              </a:solidFill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15105170" y="8561105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3" name="群組 2"/>
          <p:cNvGrpSpPr/>
          <p:nvPr/>
        </p:nvGrpSpPr>
        <p:grpSpPr>
          <a:xfrm>
            <a:off x="7042610" y="7602897"/>
            <a:ext cx="599255" cy="645161"/>
            <a:chOff x="5891338" y="5744015"/>
            <a:chExt cx="399503" cy="430107"/>
          </a:xfrm>
        </p:grpSpPr>
        <p:sp>
          <p:nvSpPr>
            <p:cNvPr id="53" name="文字方塊 52"/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2" name="文字方塊 1"/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grpSp>
        <p:nvGrpSpPr>
          <p:cNvPr id="72" name="群組 71"/>
          <p:cNvGrpSpPr/>
          <p:nvPr/>
        </p:nvGrpSpPr>
        <p:grpSpPr>
          <a:xfrm>
            <a:off x="9703739" y="4015292"/>
            <a:ext cx="599255" cy="645161"/>
            <a:chOff x="5891338" y="5744015"/>
            <a:chExt cx="399503" cy="430107"/>
          </a:xfrm>
        </p:grpSpPr>
        <p:sp>
          <p:nvSpPr>
            <p:cNvPr id="74" name="文字方塊 73"/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75" name="文字方塊 74"/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sp>
        <p:nvSpPr>
          <p:cNvPr id="76" name="文字方塊 75"/>
          <p:cNvSpPr txBox="1"/>
          <p:nvPr/>
        </p:nvSpPr>
        <p:spPr>
          <a:xfrm>
            <a:off x="5765514" y="9132816"/>
            <a:ext cx="724618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6892860" y="9132819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8010744" y="9132819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6720758" y="417932"/>
            <a:ext cx="7047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y</a:t>
            </a:r>
            <a:endParaRPr lang="zh-TW" altLang="en-US" sz="3600" dirty="0"/>
          </a:p>
        </p:txBody>
      </p:sp>
      <p:cxnSp>
        <p:nvCxnSpPr>
          <p:cNvPr id="96" name="直線單箭頭接點 95"/>
          <p:cNvCxnSpPr/>
          <p:nvPr/>
        </p:nvCxnSpPr>
        <p:spPr>
          <a:xfrm rot="5400000" flipH="1">
            <a:off x="7489776" y="8111405"/>
            <a:ext cx="944526" cy="10731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6"/>
          <p:cNvCxnSpPr/>
          <p:nvPr/>
        </p:nvCxnSpPr>
        <p:spPr>
          <a:xfrm rot="5400000" flipH="1" flipV="1">
            <a:off x="6837612" y="8627726"/>
            <a:ext cx="958988" cy="260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單箭頭接點 97"/>
          <p:cNvCxnSpPr/>
          <p:nvPr/>
        </p:nvCxnSpPr>
        <p:spPr>
          <a:xfrm rot="5400000" flipH="1" flipV="1">
            <a:off x="6235178" y="8095491"/>
            <a:ext cx="944526" cy="10624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5817050" y="8482179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99" name="文字方塊 98"/>
          <p:cNvSpPr txBox="1"/>
          <p:nvPr/>
        </p:nvSpPr>
        <p:spPr>
          <a:xfrm>
            <a:off x="6892860" y="8557860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0" name="文字方塊 99"/>
          <p:cNvSpPr txBox="1"/>
          <p:nvPr/>
        </p:nvSpPr>
        <p:spPr>
          <a:xfrm>
            <a:off x="7724955" y="8565614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4" name="文字方塊 103"/>
          <p:cNvSpPr txBox="1"/>
          <p:nvPr/>
        </p:nvSpPr>
        <p:spPr>
          <a:xfrm>
            <a:off x="9045537" y="9139191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cxnSp>
        <p:nvCxnSpPr>
          <p:cNvPr id="108" name="直線單箭頭接點 107"/>
          <p:cNvCxnSpPr>
            <a:stCxn id="104" idx="0"/>
          </p:cNvCxnSpPr>
          <p:nvPr/>
        </p:nvCxnSpPr>
        <p:spPr>
          <a:xfrm flipH="1" flipV="1">
            <a:off x="14616227" y="12744852"/>
            <a:ext cx="1799925" cy="9634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字方塊 112"/>
          <p:cNvSpPr txBox="1"/>
          <p:nvPr/>
        </p:nvSpPr>
        <p:spPr>
          <a:xfrm>
            <a:off x="8741271" y="8530380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28" name="直線接點 127"/>
          <p:cNvCxnSpPr/>
          <p:nvPr/>
        </p:nvCxnSpPr>
        <p:spPr>
          <a:xfrm flipH="1">
            <a:off x="7136321" y="6879321"/>
            <a:ext cx="384680" cy="38468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/>
          <p:cNvCxnSpPr/>
          <p:nvPr/>
        </p:nvCxnSpPr>
        <p:spPr>
          <a:xfrm flipH="1">
            <a:off x="7151621" y="2745632"/>
            <a:ext cx="384680" cy="38468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字方塊 135"/>
          <p:cNvSpPr txBox="1"/>
          <p:nvPr/>
        </p:nvSpPr>
        <p:spPr>
          <a:xfrm>
            <a:off x="7304089" y="6063192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1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37" name="文字方塊 136"/>
          <p:cNvSpPr txBox="1"/>
          <p:nvPr/>
        </p:nvSpPr>
        <p:spPr>
          <a:xfrm>
            <a:off x="5729028" y="5129355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≈0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7317105" y="5168999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0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41" name="文字方塊 140"/>
          <p:cNvSpPr txBox="1"/>
          <p:nvPr/>
        </p:nvSpPr>
        <p:spPr>
          <a:xfrm>
            <a:off x="8121282" y="4323525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≈1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43" name="文字方塊 142"/>
          <p:cNvSpPr txBox="1"/>
          <p:nvPr/>
        </p:nvSpPr>
        <p:spPr>
          <a:xfrm>
            <a:off x="7068233" y="4024857"/>
            <a:ext cx="541638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ysClr val="windowText" lastClr="000000"/>
                </a:solidFill>
              </a:rPr>
              <a:t>7</a:t>
            </a:r>
            <a:endParaRPr lang="zh-TW" altLang="en-US" sz="3600" dirty="0">
              <a:solidFill>
                <a:sysClr val="windowText" lastClr="000000"/>
              </a:solidFill>
            </a:endParaRPr>
          </a:p>
        </p:txBody>
      </p:sp>
      <p:sp>
        <p:nvSpPr>
          <p:cNvPr id="144" name="文字方塊 143"/>
          <p:cNvSpPr txBox="1"/>
          <p:nvPr/>
        </p:nvSpPr>
        <p:spPr>
          <a:xfrm>
            <a:off x="7394367" y="1828482"/>
            <a:ext cx="541638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ysClr val="windowText" lastClr="000000"/>
                </a:solidFill>
              </a:rPr>
              <a:t>7</a:t>
            </a:r>
            <a:endParaRPr lang="zh-TW" altLang="en-US" sz="3600" dirty="0">
              <a:solidFill>
                <a:sysClr val="windowText" lastClr="000000"/>
              </a:solidFill>
            </a:endParaRPr>
          </a:p>
        </p:txBody>
      </p:sp>
      <p:sp>
        <p:nvSpPr>
          <p:cNvPr id="145" name="文字方塊 144"/>
          <p:cNvSpPr txBox="1"/>
          <p:nvPr/>
        </p:nvSpPr>
        <p:spPr>
          <a:xfrm>
            <a:off x="5436772" y="1871942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≈1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46" name="文字方塊 145"/>
          <p:cNvSpPr txBox="1"/>
          <p:nvPr/>
        </p:nvSpPr>
        <p:spPr>
          <a:xfrm>
            <a:off x="7221320" y="172532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≈7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5" name="文字方塊 115">
            <a:extLst>
              <a:ext uri="{FF2B5EF4-FFF2-40B4-BE49-F238E27FC236}">
                <a16:creationId xmlns:a16="http://schemas.microsoft.com/office/drawing/2014/main" id="{7B3B34F8-C412-C6BE-5635-19A3A59BCA1F}"/>
              </a:ext>
            </a:extLst>
          </p:cNvPr>
          <p:cNvSpPr txBox="1"/>
          <p:nvPr/>
        </p:nvSpPr>
        <p:spPr>
          <a:xfrm>
            <a:off x="2359020" y="1088945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文字方塊 116">
            <a:extLst>
              <a:ext uri="{FF2B5EF4-FFF2-40B4-BE49-F238E27FC236}">
                <a16:creationId xmlns:a16="http://schemas.microsoft.com/office/drawing/2014/main" id="{D512F9D2-0561-FC7F-4DFD-162EAC09D4C7}"/>
              </a:ext>
            </a:extLst>
          </p:cNvPr>
          <p:cNvSpPr txBox="1"/>
          <p:nvPr/>
        </p:nvSpPr>
        <p:spPr>
          <a:xfrm>
            <a:off x="2271546" y="5169214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grpSp>
        <p:nvGrpSpPr>
          <p:cNvPr id="8" name="群組 65">
            <a:extLst>
              <a:ext uri="{FF2B5EF4-FFF2-40B4-BE49-F238E27FC236}">
                <a16:creationId xmlns:a16="http://schemas.microsoft.com/office/drawing/2014/main" id="{7DB89D8C-9BE0-9814-51BE-C8600B0CAFB2}"/>
              </a:ext>
            </a:extLst>
          </p:cNvPr>
          <p:cNvGrpSpPr/>
          <p:nvPr/>
        </p:nvGrpSpPr>
        <p:grpSpPr>
          <a:xfrm>
            <a:off x="3920262" y="5440284"/>
            <a:ext cx="599255" cy="645161"/>
            <a:chOff x="5891338" y="5744015"/>
            <a:chExt cx="399503" cy="430107"/>
          </a:xfrm>
        </p:grpSpPr>
        <p:sp>
          <p:nvSpPr>
            <p:cNvPr id="9" name="文字方塊 66">
              <a:extLst>
                <a:ext uri="{FF2B5EF4-FFF2-40B4-BE49-F238E27FC236}">
                  <a16:creationId xmlns:a16="http://schemas.microsoft.com/office/drawing/2014/main" id="{F4047771-5E4A-9A9E-88CD-5D3D810EF5BB}"/>
                </a:ext>
              </a:extLst>
            </p:cNvPr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10" name="文字方塊 67">
              <a:extLst>
                <a:ext uri="{FF2B5EF4-FFF2-40B4-BE49-F238E27FC236}">
                  <a16:creationId xmlns:a16="http://schemas.microsoft.com/office/drawing/2014/main" id="{325661CB-549A-E8F1-4CF2-8ADBABDFEF0E}"/>
                </a:ext>
              </a:extLst>
            </p:cNvPr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grpSp>
        <p:nvGrpSpPr>
          <p:cNvPr id="11" name="群組 68">
            <a:extLst>
              <a:ext uri="{FF2B5EF4-FFF2-40B4-BE49-F238E27FC236}">
                <a16:creationId xmlns:a16="http://schemas.microsoft.com/office/drawing/2014/main" id="{C4321772-7DC1-926E-3399-5A991935176D}"/>
              </a:ext>
            </a:extLst>
          </p:cNvPr>
          <p:cNvGrpSpPr/>
          <p:nvPr/>
        </p:nvGrpSpPr>
        <p:grpSpPr>
          <a:xfrm>
            <a:off x="3925912" y="1324403"/>
            <a:ext cx="599255" cy="645161"/>
            <a:chOff x="5891338" y="5744015"/>
            <a:chExt cx="399503" cy="430107"/>
          </a:xfrm>
        </p:grpSpPr>
        <p:sp>
          <p:nvSpPr>
            <p:cNvPr id="13" name="文字方塊 69">
              <a:extLst>
                <a:ext uri="{FF2B5EF4-FFF2-40B4-BE49-F238E27FC236}">
                  <a16:creationId xmlns:a16="http://schemas.microsoft.com/office/drawing/2014/main" id="{AB4CFBA2-7B4A-7CB0-4A62-774B3BCAF116}"/>
                </a:ext>
              </a:extLst>
            </p:cNvPr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14" name="文字方塊 70">
              <a:extLst>
                <a:ext uri="{FF2B5EF4-FFF2-40B4-BE49-F238E27FC236}">
                  <a16:creationId xmlns:a16="http://schemas.microsoft.com/office/drawing/2014/main" id="{94A2B245-D31B-41FD-5CD4-D5DB5E1233D0}"/>
                </a:ext>
              </a:extLst>
            </p:cNvPr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grpSp>
        <p:nvGrpSpPr>
          <p:cNvPr id="15" name="群組 71">
            <a:extLst>
              <a:ext uri="{FF2B5EF4-FFF2-40B4-BE49-F238E27FC236}">
                <a16:creationId xmlns:a16="http://schemas.microsoft.com/office/drawing/2014/main" id="{F1392BE2-F3EC-A832-1DA2-3601CFA3962E}"/>
              </a:ext>
            </a:extLst>
          </p:cNvPr>
          <p:cNvGrpSpPr/>
          <p:nvPr/>
        </p:nvGrpSpPr>
        <p:grpSpPr>
          <a:xfrm>
            <a:off x="9703739" y="4015292"/>
            <a:ext cx="599255" cy="645161"/>
            <a:chOff x="5891338" y="5744015"/>
            <a:chExt cx="399503" cy="430107"/>
          </a:xfrm>
        </p:grpSpPr>
        <p:sp>
          <p:nvSpPr>
            <p:cNvPr id="16" name="文字方塊 73">
              <a:extLst>
                <a:ext uri="{FF2B5EF4-FFF2-40B4-BE49-F238E27FC236}">
                  <a16:creationId xmlns:a16="http://schemas.microsoft.com/office/drawing/2014/main" id="{52039C0E-95EE-DAD8-D891-B80912AB0429}"/>
                </a:ext>
              </a:extLst>
            </p:cNvPr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17" name="文字方塊 74">
              <a:extLst>
                <a:ext uri="{FF2B5EF4-FFF2-40B4-BE49-F238E27FC236}">
                  <a16:creationId xmlns:a16="http://schemas.microsoft.com/office/drawing/2014/main" id="{BD0E6358-0599-D380-6928-F012365011F7}"/>
                </a:ext>
              </a:extLst>
            </p:cNvPr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sp>
        <p:nvSpPr>
          <p:cNvPr id="18" name="文字方塊 78">
            <a:extLst>
              <a:ext uri="{FF2B5EF4-FFF2-40B4-BE49-F238E27FC236}">
                <a16:creationId xmlns:a16="http://schemas.microsoft.com/office/drawing/2014/main" id="{A892FBB2-DCEB-079D-0C5C-4C4FA260F021}"/>
              </a:ext>
            </a:extLst>
          </p:cNvPr>
          <p:cNvSpPr txBox="1"/>
          <p:nvPr/>
        </p:nvSpPr>
        <p:spPr>
          <a:xfrm>
            <a:off x="1616627" y="4393485"/>
            <a:ext cx="724618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19" name="文字方塊 79">
            <a:extLst>
              <a:ext uri="{FF2B5EF4-FFF2-40B4-BE49-F238E27FC236}">
                <a16:creationId xmlns:a16="http://schemas.microsoft.com/office/drawing/2014/main" id="{73428033-D873-F89E-3DBA-4E5E449CA42C}"/>
              </a:ext>
            </a:extLst>
          </p:cNvPr>
          <p:cNvSpPr txBox="1"/>
          <p:nvPr/>
        </p:nvSpPr>
        <p:spPr>
          <a:xfrm>
            <a:off x="1592242" y="5440285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sp>
        <p:nvSpPr>
          <p:cNvPr id="20" name="文字方塊 80">
            <a:extLst>
              <a:ext uri="{FF2B5EF4-FFF2-40B4-BE49-F238E27FC236}">
                <a16:creationId xmlns:a16="http://schemas.microsoft.com/office/drawing/2014/main" id="{303E8710-82BE-E632-8A96-93F404A0E330}"/>
              </a:ext>
            </a:extLst>
          </p:cNvPr>
          <p:cNvSpPr txBox="1"/>
          <p:nvPr/>
        </p:nvSpPr>
        <p:spPr>
          <a:xfrm>
            <a:off x="1576439" y="6487083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21" name="文字方塊 81">
            <a:extLst>
              <a:ext uri="{FF2B5EF4-FFF2-40B4-BE49-F238E27FC236}">
                <a16:creationId xmlns:a16="http://schemas.microsoft.com/office/drawing/2014/main" id="{91B7D8C8-A23F-B3FE-ACF5-B9237BE458A2}"/>
              </a:ext>
            </a:extLst>
          </p:cNvPr>
          <p:cNvSpPr txBox="1"/>
          <p:nvPr/>
        </p:nvSpPr>
        <p:spPr>
          <a:xfrm>
            <a:off x="1657059" y="330120"/>
            <a:ext cx="761224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22" name="文字方塊 82">
            <a:extLst>
              <a:ext uri="{FF2B5EF4-FFF2-40B4-BE49-F238E27FC236}">
                <a16:creationId xmlns:a16="http://schemas.microsoft.com/office/drawing/2014/main" id="{85CC6C78-D43F-D3FA-13B6-34B8EF9FE9C5}"/>
              </a:ext>
            </a:extLst>
          </p:cNvPr>
          <p:cNvSpPr txBox="1"/>
          <p:nvPr/>
        </p:nvSpPr>
        <p:spPr>
          <a:xfrm>
            <a:off x="1663169" y="1324384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sp>
        <p:nvSpPr>
          <p:cNvPr id="23" name="文字方塊 83">
            <a:extLst>
              <a:ext uri="{FF2B5EF4-FFF2-40B4-BE49-F238E27FC236}">
                <a16:creationId xmlns:a16="http://schemas.microsoft.com/office/drawing/2014/main" id="{5FF7707A-946A-74FC-9A6D-43D9F6AA20D4}"/>
              </a:ext>
            </a:extLst>
          </p:cNvPr>
          <p:cNvSpPr txBox="1"/>
          <p:nvPr/>
        </p:nvSpPr>
        <p:spPr>
          <a:xfrm>
            <a:off x="1647367" y="2371182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24" name="文字方塊 84">
            <a:extLst>
              <a:ext uri="{FF2B5EF4-FFF2-40B4-BE49-F238E27FC236}">
                <a16:creationId xmlns:a16="http://schemas.microsoft.com/office/drawing/2014/main" id="{04D27D95-5451-6168-02F4-7C6C13784D99}"/>
              </a:ext>
            </a:extLst>
          </p:cNvPr>
          <p:cNvSpPr txBox="1"/>
          <p:nvPr/>
        </p:nvSpPr>
        <p:spPr>
          <a:xfrm>
            <a:off x="11423236" y="2949784"/>
            <a:ext cx="749005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25" name="文字方塊 85">
            <a:extLst>
              <a:ext uri="{FF2B5EF4-FFF2-40B4-BE49-F238E27FC236}">
                <a16:creationId xmlns:a16="http://schemas.microsoft.com/office/drawing/2014/main" id="{198B17D8-10EB-2BA8-98FD-B6FB839455C7}"/>
              </a:ext>
            </a:extLst>
          </p:cNvPr>
          <p:cNvSpPr txBox="1"/>
          <p:nvPr/>
        </p:nvSpPr>
        <p:spPr>
          <a:xfrm>
            <a:off x="11444250" y="4003822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sp>
        <p:nvSpPr>
          <p:cNvPr id="26" name="文字方塊 86">
            <a:extLst>
              <a:ext uri="{FF2B5EF4-FFF2-40B4-BE49-F238E27FC236}">
                <a16:creationId xmlns:a16="http://schemas.microsoft.com/office/drawing/2014/main" id="{9F775698-6DFE-5E48-165F-C08474E69298}"/>
              </a:ext>
            </a:extLst>
          </p:cNvPr>
          <p:cNvSpPr txBox="1"/>
          <p:nvPr/>
        </p:nvSpPr>
        <p:spPr>
          <a:xfrm>
            <a:off x="11428447" y="5050620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cxnSp>
        <p:nvCxnSpPr>
          <p:cNvPr id="27" name="直線單箭頭接點 6">
            <a:extLst>
              <a:ext uri="{FF2B5EF4-FFF2-40B4-BE49-F238E27FC236}">
                <a16:creationId xmlns:a16="http://schemas.microsoft.com/office/drawing/2014/main" id="{B8C40FD3-CBFA-8AAD-4C4B-9749CBBD750A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2418283" y="653286"/>
            <a:ext cx="1555035" cy="10730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87">
            <a:extLst>
              <a:ext uri="{FF2B5EF4-FFF2-40B4-BE49-F238E27FC236}">
                <a16:creationId xmlns:a16="http://schemas.microsoft.com/office/drawing/2014/main" id="{B65CDDD5-532C-7ABE-8430-933F517264AE}"/>
              </a:ext>
            </a:extLst>
          </p:cNvPr>
          <p:cNvCxnSpPr>
            <a:cxnSpLocks/>
            <a:stCxn id="22" idx="3"/>
            <a:endCxn id="14" idx="1"/>
          </p:cNvCxnSpPr>
          <p:nvPr/>
        </p:nvCxnSpPr>
        <p:spPr>
          <a:xfrm>
            <a:off x="2412173" y="1646964"/>
            <a:ext cx="1513739" cy="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88">
            <a:extLst>
              <a:ext uri="{FF2B5EF4-FFF2-40B4-BE49-F238E27FC236}">
                <a16:creationId xmlns:a16="http://schemas.microsoft.com/office/drawing/2014/main" id="{F939E897-FBD1-73E3-7283-388381933D4C}"/>
              </a:ext>
            </a:extLst>
          </p:cNvPr>
          <p:cNvCxnSpPr>
            <a:cxnSpLocks/>
            <a:stCxn id="23" idx="3"/>
            <a:endCxn id="14" idx="1"/>
          </p:cNvCxnSpPr>
          <p:nvPr/>
        </p:nvCxnSpPr>
        <p:spPr>
          <a:xfrm flipV="1">
            <a:off x="2396371" y="1646984"/>
            <a:ext cx="1529541" cy="104677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89">
            <a:extLst>
              <a:ext uri="{FF2B5EF4-FFF2-40B4-BE49-F238E27FC236}">
                <a16:creationId xmlns:a16="http://schemas.microsoft.com/office/drawing/2014/main" id="{B9C6A7FD-EB96-272F-2AB1-44365138A476}"/>
              </a:ext>
            </a:extLst>
          </p:cNvPr>
          <p:cNvCxnSpPr>
            <a:cxnSpLocks/>
            <a:stCxn id="18" idx="3"/>
            <a:endCxn id="10" idx="1"/>
          </p:cNvCxnSpPr>
          <p:nvPr/>
        </p:nvCxnSpPr>
        <p:spPr>
          <a:xfrm>
            <a:off x="2341245" y="4716065"/>
            <a:ext cx="1579017" cy="10468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90">
            <a:extLst>
              <a:ext uri="{FF2B5EF4-FFF2-40B4-BE49-F238E27FC236}">
                <a16:creationId xmlns:a16="http://schemas.microsoft.com/office/drawing/2014/main" id="{3533A651-5078-3E0C-7E0D-D98BB20FB6A2}"/>
              </a:ext>
            </a:extLst>
          </p:cNvPr>
          <p:cNvCxnSpPr>
            <a:cxnSpLocks/>
            <a:stCxn id="19" idx="3"/>
            <a:endCxn id="10" idx="1"/>
          </p:cNvCxnSpPr>
          <p:nvPr/>
        </p:nvCxnSpPr>
        <p:spPr>
          <a:xfrm>
            <a:off x="2341246" y="5762865"/>
            <a:ext cx="157901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91">
            <a:extLst>
              <a:ext uri="{FF2B5EF4-FFF2-40B4-BE49-F238E27FC236}">
                <a16:creationId xmlns:a16="http://schemas.microsoft.com/office/drawing/2014/main" id="{B62C43F4-225B-79B0-9698-EE9CDDC0FDA1}"/>
              </a:ext>
            </a:extLst>
          </p:cNvPr>
          <p:cNvCxnSpPr>
            <a:cxnSpLocks/>
            <a:stCxn id="20" idx="3"/>
            <a:endCxn id="10" idx="1"/>
          </p:cNvCxnSpPr>
          <p:nvPr/>
        </p:nvCxnSpPr>
        <p:spPr>
          <a:xfrm flipV="1">
            <a:off x="2325443" y="5762865"/>
            <a:ext cx="1594819" cy="10467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92">
            <a:extLst>
              <a:ext uri="{FF2B5EF4-FFF2-40B4-BE49-F238E27FC236}">
                <a16:creationId xmlns:a16="http://schemas.microsoft.com/office/drawing/2014/main" id="{62895963-1D81-95E0-3122-6C2DBEE4B5A9}"/>
              </a:ext>
            </a:extLst>
          </p:cNvPr>
          <p:cNvCxnSpPr>
            <a:cxnSpLocks/>
            <a:stCxn id="24" idx="1"/>
            <a:endCxn id="17" idx="3"/>
          </p:cNvCxnSpPr>
          <p:nvPr/>
        </p:nvCxnSpPr>
        <p:spPr>
          <a:xfrm flipH="1">
            <a:off x="10302994" y="3272950"/>
            <a:ext cx="1120242" cy="10649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93">
            <a:extLst>
              <a:ext uri="{FF2B5EF4-FFF2-40B4-BE49-F238E27FC236}">
                <a16:creationId xmlns:a16="http://schemas.microsoft.com/office/drawing/2014/main" id="{5B54CF42-8FD2-FFD3-200B-9D9A64F47C38}"/>
              </a:ext>
            </a:extLst>
          </p:cNvPr>
          <p:cNvCxnSpPr>
            <a:cxnSpLocks/>
            <a:stCxn id="25" idx="1"/>
            <a:endCxn id="17" idx="3"/>
          </p:cNvCxnSpPr>
          <p:nvPr/>
        </p:nvCxnSpPr>
        <p:spPr>
          <a:xfrm flipH="1">
            <a:off x="10302994" y="4326402"/>
            <a:ext cx="1141256" cy="1147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94">
            <a:extLst>
              <a:ext uri="{FF2B5EF4-FFF2-40B4-BE49-F238E27FC236}">
                <a16:creationId xmlns:a16="http://schemas.microsoft.com/office/drawing/2014/main" id="{8933234D-008D-EDC8-54ED-7D85549B1F77}"/>
              </a:ext>
            </a:extLst>
          </p:cNvPr>
          <p:cNvCxnSpPr>
            <a:cxnSpLocks/>
            <a:stCxn id="26" idx="1"/>
            <a:endCxn id="17" idx="3"/>
          </p:cNvCxnSpPr>
          <p:nvPr/>
        </p:nvCxnSpPr>
        <p:spPr>
          <a:xfrm flipH="1" flipV="1">
            <a:off x="10302994" y="4337873"/>
            <a:ext cx="1125453" cy="10353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100">
            <a:extLst>
              <a:ext uri="{FF2B5EF4-FFF2-40B4-BE49-F238E27FC236}">
                <a16:creationId xmlns:a16="http://schemas.microsoft.com/office/drawing/2014/main" id="{9B4CED75-3DEB-0883-5A75-AAA10F25E74A}"/>
              </a:ext>
            </a:extLst>
          </p:cNvPr>
          <p:cNvSpPr txBox="1"/>
          <p:nvPr/>
        </p:nvSpPr>
        <p:spPr>
          <a:xfrm>
            <a:off x="2329494" y="2161904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7" name="文字方塊 101">
            <a:extLst>
              <a:ext uri="{FF2B5EF4-FFF2-40B4-BE49-F238E27FC236}">
                <a16:creationId xmlns:a16="http://schemas.microsoft.com/office/drawing/2014/main" id="{D52414B0-556B-7C86-6A49-891CE408E5CF}"/>
              </a:ext>
            </a:extLst>
          </p:cNvPr>
          <p:cNvSpPr txBox="1"/>
          <p:nvPr/>
        </p:nvSpPr>
        <p:spPr>
          <a:xfrm>
            <a:off x="11031371" y="2880534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" name="文字方塊 102">
            <a:extLst>
              <a:ext uri="{FF2B5EF4-FFF2-40B4-BE49-F238E27FC236}">
                <a16:creationId xmlns:a16="http://schemas.microsoft.com/office/drawing/2014/main" id="{BED6AFD0-3E28-2F8D-34D6-E3CD02A3587E}"/>
              </a:ext>
            </a:extLst>
          </p:cNvPr>
          <p:cNvSpPr txBox="1"/>
          <p:nvPr/>
        </p:nvSpPr>
        <p:spPr>
          <a:xfrm>
            <a:off x="10988009" y="4862015"/>
            <a:ext cx="40736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文字方塊 104">
            <a:extLst>
              <a:ext uri="{FF2B5EF4-FFF2-40B4-BE49-F238E27FC236}">
                <a16:creationId xmlns:a16="http://schemas.microsoft.com/office/drawing/2014/main" id="{ED4F3079-A409-51B5-5C21-0564F4AC60F2}"/>
              </a:ext>
            </a:extLst>
          </p:cNvPr>
          <p:cNvSpPr txBox="1"/>
          <p:nvPr/>
        </p:nvSpPr>
        <p:spPr>
          <a:xfrm>
            <a:off x="11444250" y="6027713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40" name="文字方塊 105">
            <a:extLst>
              <a:ext uri="{FF2B5EF4-FFF2-40B4-BE49-F238E27FC236}">
                <a16:creationId xmlns:a16="http://schemas.microsoft.com/office/drawing/2014/main" id="{5BF29926-E53C-2D5D-49B5-F731127FC7B3}"/>
              </a:ext>
            </a:extLst>
          </p:cNvPr>
          <p:cNvSpPr txBox="1"/>
          <p:nvPr/>
        </p:nvSpPr>
        <p:spPr>
          <a:xfrm>
            <a:off x="1576439" y="7427517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41" name="文字方塊 106">
            <a:extLst>
              <a:ext uri="{FF2B5EF4-FFF2-40B4-BE49-F238E27FC236}">
                <a16:creationId xmlns:a16="http://schemas.microsoft.com/office/drawing/2014/main" id="{DE7CF392-0535-08C8-5F61-EA8B906F5C25}"/>
              </a:ext>
            </a:extLst>
          </p:cNvPr>
          <p:cNvSpPr txBox="1"/>
          <p:nvPr/>
        </p:nvSpPr>
        <p:spPr>
          <a:xfrm>
            <a:off x="1616627" y="3364275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cxnSp>
        <p:nvCxnSpPr>
          <p:cNvPr id="42" name="直線單箭頭接點 108">
            <a:extLst>
              <a:ext uri="{FF2B5EF4-FFF2-40B4-BE49-F238E27FC236}">
                <a16:creationId xmlns:a16="http://schemas.microsoft.com/office/drawing/2014/main" id="{3F30AF0C-9AFC-3378-1D18-F3F1A18EF471}"/>
              </a:ext>
            </a:extLst>
          </p:cNvPr>
          <p:cNvCxnSpPr>
            <a:cxnSpLocks/>
            <a:endCxn id="17" idx="3"/>
          </p:cNvCxnSpPr>
          <p:nvPr/>
        </p:nvCxnSpPr>
        <p:spPr>
          <a:xfrm flipH="1" flipV="1">
            <a:off x="10302994" y="4337873"/>
            <a:ext cx="1125453" cy="19993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109">
            <a:extLst>
              <a:ext uri="{FF2B5EF4-FFF2-40B4-BE49-F238E27FC236}">
                <a16:creationId xmlns:a16="http://schemas.microsoft.com/office/drawing/2014/main" id="{B6132C04-64BB-6CFA-FDF1-46505A12D553}"/>
              </a:ext>
            </a:extLst>
          </p:cNvPr>
          <p:cNvCxnSpPr>
            <a:cxnSpLocks/>
            <a:stCxn id="40" idx="3"/>
            <a:endCxn id="10" idx="1"/>
          </p:cNvCxnSpPr>
          <p:nvPr/>
        </p:nvCxnSpPr>
        <p:spPr>
          <a:xfrm flipV="1">
            <a:off x="2325443" y="5762865"/>
            <a:ext cx="1594819" cy="19872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110">
            <a:extLst>
              <a:ext uri="{FF2B5EF4-FFF2-40B4-BE49-F238E27FC236}">
                <a16:creationId xmlns:a16="http://schemas.microsoft.com/office/drawing/2014/main" id="{7E6E4997-1CE9-DD04-29DE-D0B995E51F9B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2365631" y="1733539"/>
            <a:ext cx="1585279" cy="19533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字方塊 113">
            <a:extLst>
              <a:ext uri="{FF2B5EF4-FFF2-40B4-BE49-F238E27FC236}">
                <a16:creationId xmlns:a16="http://schemas.microsoft.com/office/drawing/2014/main" id="{0BE8A4A7-C98F-2AFD-5D15-AA181995C6D5}"/>
              </a:ext>
            </a:extLst>
          </p:cNvPr>
          <p:cNvSpPr txBox="1"/>
          <p:nvPr/>
        </p:nvSpPr>
        <p:spPr>
          <a:xfrm>
            <a:off x="2390038" y="3329762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</a:rPr>
              <a:t>-10</a:t>
            </a:r>
            <a:endParaRPr lang="zh-TW" altLang="en-US" sz="3600" b="1" dirty="0">
              <a:solidFill>
                <a:srgbClr val="FF0000"/>
              </a:solidFill>
            </a:endParaRPr>
          </a:p>
        </p:txBody>
      </p:sp>
      <p:sp>
        <p:nvSpPr>
          <p:cNvPr id="112" name="文字方塊 114">
            <a:extLst>
              <a:ext uri="{FF2B5EF4-FFF2-40B4-BE49-F238E27FC236}">
                <a16:creationId xmlns:a16="http://schemas.microsoft.com/office/drawing/2014/main" id="{39B5EBDC-E162-78EC-B78A-25B646D156D9}"/>
              </a:ext>
            </a:extLst>
          </p:cNvPr>
          <p:cNvSpPr txBox="1"/>
          <p:nvPr/>
        </p:nvSpPr>
        <p:spPr>
          <a:xfrm>
            <a:off x="2329494" y="25765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8" name="文字方塊 118">
            <a:extLst>
              <a:ext uri="{FF2B5EF4-FFF2-40B4-BE49-F238E27FC236}">
                <a16:creationId xmlns:a16="http://schemas.microsoft.com/office/drawing/2014/main" id="{DB98C681-2347-2799-1099-2911A74925A7}"/>
              </a:ext>
            </a:extLst>
          </p:cNvPr>
          <p:cNvSpPr txBox="1"/>
          <p:nvPr/>
        </p:nvSpPr>
        <p:spPr>
          <a:xfrm>
            <a:off x="2316462" y="7460145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</a:rPr>
              <a:t>-10</a:t>
            </a:r>
            <a:endParaRPr lang="zh-TW" altLang="en-US" sz="3600" b="1" dirty="0">
              <a:solidFill>
                <a:srgbClr val="FF0000"/>
              </a:solidFill>
            </a:endParaRPr>
          </a:p>
        </p:txBody>
      </p:sp>
      <p:sp>
        <p:nvSpPr>
          <p:cNvPr id="124" name="文字方塊 119">
            <a:extLst>
              <a:ext uri="{FF2B5EF4-FFF2-40B4-BE49-F238E27FC236}">
                <a16:creationId xmlns:a16="http://schemas.microsoft.com/office/drawing/2014/main" id="{1611B363-7F32-C478-5155-6A8C49EE41E5}"/>
              </a:ext>
            </a:extLst>
          </p:cNvPr>
          <p:cNvSpPr txBox="1"/>
          <p:nvPr/>
        </p:nvSpPr>
        <p:spPr>
          <a:xfrm>
            <a:off x="2346487" y="4083932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5" name="文字方塊 120">
            <a:extLst>
              <a:ext uri="{FF2B5EF4-FFF2-40B4-BE49-F238E27FC236}">
                <a16:creationId xmlns:a16="http://schemas.microsoft.com/office/drawing/2014/main" id="{FDCC42D7-645B-68A3-7E5D-9CE34030E6E9}"/>
              </a:ext>
            </a:extLst>
          </p:cNvPr>
          <p:cNvSpPr txBox="1"/>
          <p:nvPr/>
        </p:nvSpPr>
        <p:spPr>
          <a:xfrm>
            <a:off x="2383163" y="6215751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6" name="文字方塊 121">
            <a:extLst>
              <a:ext uri="{FF2B5EF4-FFF2-40B4-BE49-F238E27FC236}">
                <a16:creationId xmlns:a16="http://schemas.microsoft.com/office/drawing/2014/main" id="{0569BB66-D3F1-0069-E91C-18CD504DDD54}"/>
              </a:ext>
            </a:extLst>
          </p:cNvPr>
          <p:cNvSpPr txBox="1"/>
          <p:nvPr/>
        </p:nvSpPr>
        <p:spPr>
          <a:xfrm>
            <a:off x="10774944" y="5837340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7" name="文字方塊 122">
            <a:extLst>
              <a:ext uri="{FF2B5EF4-FFF2-40B4-BE49-F238E27FC236}">
                <a16:creationId xmlns:a16="http://schemas.microsoft.com/office/drawing/2014/main" id="{BE01FFC7-E467-6576-74EC-401DCC848AEE}"/>
              </a:ext>
            </a:extLst>
          </p:cNvPr>
          <p:cNvSpPr txBox="1"/>
          <p:nvPr/>
        </p:nvSpPr>
        <p:spPr>
          <a:xfrm>
            <a:off x="10499549" y="3834738"/>
            <a:ext cx="13532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03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 bldLvl="0" animBg="1"/>
      <p:bldP spid="134" grpId="0" bldLvl="0" animBg="1"/>
      <p:bldP spid="136" grpId="0"/>
      <p:bldP spid="136" grpId="1"/>
      <p:bldP spid="137" grpId="0"/>
      <p:bldP spid="137" grpId="1"/>
      <p:bldP spid="138" grpId="0"/>
      <p:bldP spid="138" grpId="1"/>
      <p:bldP spid="141" grpId="0"/>
      <p:bldP spid="141" grpId="1"/>
      <p:bldP spid="144" grpId="0" bldLvl="0" animBg="1"/>
      <p:bldP spid="144" grpId="1" bldLvl="0" animBg="1"/>
      <p:bldP spid="145" grpId="0"/>
      <p:bldP spid="145" grpId="1"/>
      <p:bldP spid="146" grpId="0"/>
      <p:bldP spid="146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矩形 133"/>
          <p:cNvSpPr/>
          <p:nvPr/>
        </p:nvSpPr>
        <p:spPr>
          <a:xfrm>
            <a:off x="14860009" y="7825917"/>
            <a:ext cx="931622" cy="1999397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52" name="圖片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604" y="692021"/>
            <a:ext cx="5635763" cy="74000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/>
              <p:cNvSpPr txBox="1"/>
              <p:nvPr/>
            </p:nvSpPr>
            <p:spPr>
              <a:xfrm>
                <a:off x="10207760" y="7846872"/>
                <a:ext cx="49911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6" name="文字方塊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7760" y="7846872"/>
                <a:ext cx="499110" cy="553720"/>
              </a:xfrm>
              <a:prstGeom prst="rect">
                <a:avLst/>
              </a:prstGeom>
              <a:blipFill rotWithShape="1">
                <a:blip r:embed="rId4"/>
                <a:stretch>
                  <a:fillRect l="-27" t="-32" r="-15622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/>
              <p:cNvSpPr txBox="1"/>
              <p:nvPr/>
            </p:nvSpPr>
            <p:spPr>
              <a:xfrm>
                <a:off x="10207760" y="8477208"/>
                <a:ext cx="50482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7" name="文字方塊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7760" y="8477208"/>
                <a:ext cx="504825" cy="553720"/>
              </a:xfrm>
              <a:prstGeom prst="rect">
                <a:avLst/>
              </a:prstGeom>
              <a:blipFill rotWithShape="1">
                <a:blip r:embed="rId5"/>
                <a:stretch>
                  <a:fillRect l="-27" t="-107" r="-14816" b="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/>
              <p:cNvSpPr txBox="1"/>
              <p:nvPr/>
            </p:nvSpPr>
            <p:spPr>
              <a:xfrm>
                <a:off x="10220531" y="9160613"/>
                <a:ext cx="50482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0531" y="9160613"/>
                <a:ext cx="504825" cy="553720"/>
              </a:xfrm>
              <a:prstGeom prst="rect">
                <a:avLst/>
              </a:prstGeom>
              <a:blipFill rotWithShape="1">
                <a:blip r:embed="rId6"/>
                <a:stretch>
                  <a:fillRect l="-41" t="-19" r="-14802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/>
              <p:cNvSpPr txBox="1"/>
              <p:nvPr/>
            </p:nvSpPr>
            <p:spPr>
              <a:xfrm>
                <a:off x="10337733" y="967739"/>
                <a:ext cx="31178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9" name="文字方塊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7733" y="967739"/>
                <a:ext cx="311785" cy="553720"/>
              </a:xfrm>
              <a:prstGeom prst="rect">
                <a:avLst/>
              </a:prstGeom>
              <a:blipFill rotWithShape="1">
                <a:blip r:embed="rId7"/>
                <a:stretch>
                  <a:fillRect l="-182" t="-114" r="-23443" b="1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字方塊 49"/>
          <p:cNvSpPr txBox="1"/>
          <p:nvPr/>
        </p:nvSpPr>
        <p:spPr>
          <a:xfrm>
            <a:off x="10935143" y="7887558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</a:p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10956971" y="853830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54" name="文字方塊 53"/>
          <p:cNvSpPr txBox="1"/>
          <p:nvPr/>
        </p:nvSpPr>
        <p:spPr>
          <a:xfrm>
            <a:off x="12024450" y="7881356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4</a:t>
            </a:r>
          </a:p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11987192" y="855248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56" name="文字方塊 55"/>
          <p:cNvSpPr txBox="1"/>
          <p:nvPr/>
        </p:nvSpPr>
        <p:spPr>
          <a:xfrm>
            <a:off x="13045719" y="7902233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</a:t>
            </a:r>
          </a:p>
          <a:p>
            <a:pPr algn="ctr"/>
            <a:r>
              <a:rPr lang="en-US" altLang="zh-TW" sz="3600" dirty="0"/>
              <a:t>0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12981312" y="885654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58" name="文字方塊 57"/>
          <p:cNvSpPr txBox="1"/>
          <p:nvPr/>
        </p:nvSpPr>
        <p:spPr>
          <a:xfrm>
            <a:off x="14028234" y="7915934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</a:p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3975432" y="870288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7</a:t>
            </a:r>
          </a:p>
        </p:txBody>
      </p:sp>
      <p:sp>
        <p:nvSpPr>
          <p:cNvPr id="60" name="文字方塊 59"/>
          <p:cNvSpPr txBox="1"/>
          <p:nvPr/>
        </p:nvSpPr>
        <p:spPr>
          <a:xfrm>
            <a:off x="14998569" y="7917037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</a:p>
          <a:p>
            <a:pPr algn="ctr"/>
            <a:r>
              <a:rPr lang="en-US" altLang="zh-TW" sz="3600" dirty="0"/>
              <a:t>-1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14936292" y="870288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11048205" y="8522264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3" name="矩形 62"/>
          <p:cNvSpPr/>
          <p:nvPr/>
        </p:nvSpPr>
        <p:spPr>
          <a:xfrm>
            <a:off x="12121497" y="8516061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4" name="矩形 63"/>
          <p:cNvSpPr/>
          <p:nvPr/>
        </p:nvSpPr>
        <p:spPr>
          <a:xfrm>
            <a:off x="14125281" y="9121608"/>
            <a:ext cx="478766" cy="52473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rgbClr val="00B050"/>
              </a:solidFill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14072480" y="948833"/>
            <a:ext cx="478766" cy="5247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rgbClr val="00B050"/>
              </a:solidFill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15105170" y="8561105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3" name="群組 2"/>
          <p:cNvGrpSpPr/>
          <p:nvPr/>
        </p:nvGrpSpPr>
        <p:grpSpPr>
          <a:xfrm>
            <a:off x="7042610" y="7602897"/>
            <a:ext cx="599255" cy="645161"/>
            <a:chOff x="5891338" y="5744015"/>
            <a:chExt cx="399503" cy="430107"/>
          </a:xfrm>
        </p:grpSpPr>
        <p:sp>
          <p:nvSpPr>
            <p:cNvPr id="53" name="文字方塊 52"/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2" name="文字方塊 1"/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grpSp>
        <p:nvGrpSpPr>
          <p:cNvPr id="72" name="群組 71"/>
          <p:cNvGrpSpPr/>
          <p:nvPr/>
        </p:nvGrpSpPr>
        <p:grpSpPr>
          <a:xfrm>
            <a:off x="9703739" y="4015292"/>
            <a:ext cx="599255" cy="645161"/>
            <a:chOff x="5891338" y="5744015"/>
            <a:chExt cx="399503" cy="430107"/>
          </a:xfrm>
        </p:grpSpPr>
        <p:sp>
          <p:nvSpPr>
            <p:cNvPr id="74" name="文字方塊 73"/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75" name="文字方塊 74"/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sp>
        <p:nvSpPr>
          <p:cNvPr id="76" name="文字方塊 75"/>
          <p:cNvSpPr txBox="1"/>
          <p:nvPr/>
        </p:nvSpPr>
        <p:spPr>
          <a:xfrm>
            <a:off x="5765514" y="9132816"/>
            <a:ext cx="724618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  <a:endParaRPr lang="zh-TW" altLang="en-US" sz="3600" baseline="-250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6892860" y="9132819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-1</a:t>
            </a:r>
            <a:endParaRPr lang="zh-TW" altLang="en-US" sz="3600" baseline="-250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8010744" y="9132819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6720758" y="417932"/>
            <a:ext cx="7047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y</a:t>
            </a:r>
            <a:endParaRPr lang="zh-TW" altLang="en-US" sz="3600" dirty="0"/>
          </a:p>
        </p:txBody>
      </p:sp>
      <p:cxnSp>
        <p:nvCxnSpPr>
          <p:cNvPr id="96" name="直線單箭頭接點 95"/>
          <p:cNvCxnSpPr/>
          <p:nvPr/>
        </p:nvCxnSpPr>
        <p:spPr>
          <a:xfrm rot="5400000" flipH="1">
            <a:off x="7489776" y="8111405"/>
            <a:ext cx="944526" cy="10731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6"/>
          <p:cNvCxnSpPr/>
          <p:nvPr/>
        </p:nvCxnSpPr>
        <p:spPr>
          <a:xfrm rot="5400000" flipH="1" flipV="1">
            <a:off x="6837612" y="8627726"/>
            <a:ext cx="958988" cy="260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單箭頭接點 97"/>
          <p:cNvCxnSpPr/>
          <p:nvPr/>
        </p:nvCxnSpPr>
        <p:spPr>
          <a:xfrm rot="5400000" flipH="1" flipV="1">
            <a:off x="6235178" y="8095491"/>
            <a:ext cx="944526" cy="10624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5817050" y="8482179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99" name="文字方塊 98"/>
          <p:cNvSpPr txBox="1"/>
          <p:nvPr/>
        </p:nvSpPr>
        <p:spPr>
          <a:xfrm>
            <a:off x="6892860" y="8557860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0" name="文字方塊 99"/>
          <p:cNvSpPr txBox="1"/>
          <p:nvPr/>
        </p:nvSpPr>
        <p:spPr>
          <a:xfrm>
            <a:off x="7724955" y="8565614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4" name="文字方塊 103"/>
          <p:cNvSpPr txBox="1"/>
          <p:nvPr/>
        </p:nvSpPr>
        <p:spPr>
          <a:xfrm>
            <a:off x="9045537" y="9139191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cxnSp>
        <p:nvCxnSpPr>
          <p:cNvPr id="108" name="直線單箭頭接點 107"/>
          <p:cNvCxnSpPr>
            <a:stCxn id="104" idx="0"/>
          </p:cNvCxnSpPr>
          <p:nvPr/>
        </p:nvCxnSpPr>
        <p:spPr>
          <a:xfrm flipH="1" flipV="1">
            <a:off x="14616227" y="12744852"/>
            <a:ext cx="1799925" cy="9634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字方塊 112"/>
          <p:cNvSpPr txBox="1"/>
          <p:nvPr/>
        </p:nvSpPr>
        <p:spPr>
          <a:xfrm>
            <a:off x="8741271" y="8530380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28" name="直線接點 127"/>
          <p:cNvCxnSpPr/>
          <p:nvPr/>
        </p:nvCxnSpPr>
        <p:spPr>
          <a:xfrm flipH="1">
            <a:off x="7136321" y="6879321"/>
            <a:ext cx="384680" cy="38468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/>
          <p:cNvCxnSpPr/>
          <p:nvPr/>
        </p:nvCxnSpPr>
        <p:spPr>
          <a:xfrm flipH="1">
            <a:off x="7151621" y="2745632"/>
            <a:ext cx="384680" cy="38468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字方塊 135"/>
          <p:cNvSpPr txBox="1"/>
          <p:nvPr/>
        </p:nvSpPr>
        <p:spPr>
          <a:xfrm>
            <a:off x="7304089" y="6063192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3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37" name="文字方塊 136"/>
          <p:cNvSpPr txBox="1"/>
          <p:nvPr/>
        </p:nvSpPr>
        <p:spPr>
          <a:xfrm>
            <a:off x="5729028" y="5129355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≈0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7317105" y="5168999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0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41" name="文字方塊 140"/>
          <p:cNvSpPr txBox="1"/>
          <p:nvPr/>
        </p:nvSpPr>
        <p:spPr>
          <a:xfrm>
            <a:off x="8121282" y="4323525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≈0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44" name="文字方塊 143"/>
          <p:cNvSpPr txBox="1"/>
          <p:nvPr/>
        </p:nvSpPr>
        <p:spPr>
          <a:xfrm>
            <a:off x="7394367" y="1828482"/>
            <a:ext cx="541638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ysClr val="windowText" lastClr="000000"/>
                </a:solidFill>
              </a:rPr>
              <a:t>0</a:t>
            </a:r>
            <a:endParaRPr lang="zh-TW" altLang="en-US" sz="3600" dirty="0">
              <a:solidFill>
                <a:sysClr val="windowText" lastClr="000000"/>
              </a:solidFill>
            </a:endParaRPr>
          </a:p>
        </p:txBody>
      </p:sp>
      <p:sp>
        <p:nvSpPr>
          <p:cNvPr id="145" name="文字方塊 144"/>
          <p:cNvSpPr txBox="1"/>
          <p:nvPr/>
        </p:nvSpPr>
        <p:spPr>
          <a:xfrm>
            <a:off x="5436772" y="1871942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≈0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46" name="文字方塊 145"/>
          <p:cNvSpPr txBox="1"/>
          <p:nvPr/>
        </p:nvSpPr>
        <p:spPr>
          <a:xfrm>
            <a:off x="7221320" y="172532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≈0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5" name="文字方塊 115">
            <a:extLst>
              <a:ext uri="{FF2B5EF4-FFF2-40B4-BE49-F238E27FC236}">
                <a16:creationId xmlns:a16="http://schemas.microsoft.com/office/drawing/2014/main" id="{7B3B34F8-C412-C6BE-5635-19A3A59BCA1F}"/>
              </a:ext>
            </a:extLst>
          </p:cNvPr>
          <p:cNvSpPr txBox="1"/>
          <p:nvPr/>
        </p:nvSpPr>
        <p:spPr>
          <a:xfrm>
            <a:off x="2359020" y="1088945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文字方塊 116">
            <a:extLst>
              <a:ext uri="{FF2B5EF4-FFF2-40B4-BE49-F238E27FC236}">
                <a16:creationId xmlns:a16="http://schemas.microsoft.com/office/drawing/2014/main" id="{D512F9D2-0561-FC7F-4DFD-162EAC09D4C7}"/>
              </a:ext>
            </a:extLst>
          </p:cNvPr>
          <p:cNvSpPr txBox="1"/>
          <p:nvPr/>
        </p:nvSpPr>
        <p:spPr>
          <a:xfrm>
            <a:off x="2271546" y="5169214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grpSp>
        <p:nvGrpSpPr>
          <p:cNvPr id="8" name="群組 65">
            <a:extLst>
              <a:ext uri="{FF2B5EF4-FFF2-40B4-BE49-F238E27FC236}">
                <a16:creationId xmlns:a16="http://schemas.microsoft.com/office/drawing/2014/main" id="{7DB89D8C-9BE0-9814-51BE-C8600B0CAFB2}"/>
              </a:ext>
            </a:extLst>
          </p:cNvPr>
          <p:cNvGrpSpPr/>
          <p:nvPr/>
        </p:nvGrpSpPr>
        <p:grpSpPr>
          <a:xfrm>
            <a:off x="3920262" y="5440284"/>
            <a:ext cx="599255" cy="645161"/>
            <a:chOff x="5891338" y="5744015"/>
            <a:chExt cx="399503" cy="430107"/>
          </a:xfrm>
        </p:grpSpPr>
        <p:sp>
          <p:nvSpPr>
            <p:cNvPr id="9" name="文字方塊 66">
              <a:extLst>
                <a:ext uri="{FF2B5EF4-FFF2-40B4-BE49-F238E27FC236}">
                  <a16:creationId xmlns:a16="http://schemas.microsoft.com/office/drawing/2014/main" id="{F4047771-5E4A-9A9E-88CD-5D3D810EF5BB}"/>
                </a:ext>
              </a:extLst>
            </p:cNvPr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10" name="文字方塊 67">
              <a:extLst>
                <a:ext uri="{FF2B5EF4-FFF2-40B4-BE49-F238E27FC236}">
                  <a16:creationId xmlns:a16="http://schemas.microsoft.com/office/drawing/2014/main" id="{325661CB-549A-E8F1-4CF2-8ADBABDFEF0E}"/>
                </a:ext>
              </a:extLst>
            </p:cNvPr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grpSp>
        <p:nvGrpSpPr>
          <p:cNvPr id="11" name="群組 68">
            <a:extLst>
              <a:ext uri="{FF2B5EF4-FFF2-40B4-BE49-F238E27FC236}">
                <a16:creationId xmlns:a16="http://schemas.microsoft.com/office/drawing/2014/main" id="{C4321772-7DC1-926E-3399-5A991935176D}"/>
              </a:ext>
            </a:extLst>
          </p:cNvPr>
          <p:cNvGrpSpPr/>
          <p:nvPr/>
        </p:nvGrpSpPr>
        <p:grpSpPr>
          <a:xfrm>
            <a:off x="3925912" y="1324403"/>
            <a:ext cx="599255" cy="645161"/>
            <a:chOff x="5891338" y="5744015"/>
            <a:chExt cx="399503" cy="430107"/>
          </a:xfrm>
        </p:grpSpPr>
        <p:sp>
          <p:nvSpPr>
            <p:cNvPr id="13" name="文字方塊 69">
              <a:extLst>
                <a:ext uri="{FF2B5EF4-FFF2-40B4-BE49-F238E27FC236}">
                  <a16:creationId xmlns:a16="http://schemas.microsoft.com/office/drawing/2014/main" id="{AB4CFBA2-7B4A-7CB0-4A62-774B3BCAF116}"/>
                </a:ext>
              </a:extLst>
            </p:cNvPr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14" name="文字方塊 70">
              <a:extLst>
                <a:ext uri="{FF2B5EF4-FFF2-40B4-BE49-F238E27FC236}">
                  <a16:creationId xmlns:a16="http://schemas.microsoft.com/office/drawing/2014/main" id="{94A2B245-D31B-41FD-5CD4-D5DB5E1233D0}"/>
                </a:ext>
              </a:extLst>
            </p:cNvPr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grpSp>
        <p:nvGrpSpPr>
          <p:cNvPr id="15" name="群組 71">
            <a:extLst>
              <a:ext uri="{FF2B5EF4-FFF2-40B4-BE49-F238E27FC236}">
                <a16:creationId xmlns:a16="http://schemas.microsoft.com/office/drawing/2014/main" id="{F1392BE2-F3EC-A832-1DA2-3601CFA3962E}"/>
              </a:ext>
            </a:extLst>
          </p:cNvPr>
          <p:cNvGrpSpPr/>
          <p:nvPr/>
        </p:nvGrpSpPr>
        <p:grpSpPr>
          <a:xfrm>
            <a:off x="9703739" y="4015292"/>
            <a:ext cx="599255" cy="645161"/>
            <a:chOff x="5891338" y="5744015"/>
            <a:chExt cx="399503" cy="430107"/>
          </a:xfrm>
        </p:grpSpPr>
        <p:sp>
          <p:nvSpPr>
            <p:cNvPr id="16" name="文字方塊 73">
              <a:extLst>
                <a:ext uri="{FF2B5EF4-FFF2-40B4-BE49-F238E27FC236}">
                  <a16:creationId xmlns:a16="http://schemas.microsoft.com/office/drawing/2014/main" id="{52039C0E-95EE-DAD8-D891-B80912AB0429}"/>
                </a:ext>
              </a:extLst>
            </p:cNvPr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17" name="文字方塊 74">
              <a:extLst>
                <a:ext uri="{FF2B5EF4-FFF2-40B4-BE49-F238E27FC236}">
                  <a16:creationId xmlns:a16="http://schemas.microsoft.com/office/drawing/2014/main" id="{BD0E6358-0599-D380-6928-F012365011F7}"/>
                </a:ext>
              </a:extLst>
            </p:cNvPr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sp>
        <p:nvSpPr>
          <p:cNvPr id="18" name="文字方塊 78">
            <a:extLst>
              <a:ext uri="{FF2B5EF4-FFF2-40B4-BE49-F238E27FC236}">
                <a16:creationId xmlns:a16="http://schemas.microsoft.com/office/drawing/2014/main" id="{A892FBB2-DCEB-079D-0C5C-4C4FA260F021}"/>
              </a:ext>
            </a:extLst>
          </p:cNvPr>
          <p:cNvSpPr txBox="1"/>
          <p:nvPr/>
        </p:nvSpPr>
        <p:spPr>
          <a:xfrm>
            <a:off x="1616627" y="4393485"/>
            <a:ext cx="724618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  <a:endParaRPr lang="zh-TW" altLang="en-US" sz="3600" baseline="-25000" dirty="0"/>
          </a:p>
        </p:txBody>
      </p:sp>
      <p:sp>
        <p:nvSpPr>
          <p:cNvPr id="19" name="文字方塊 79">
            <a:extLst>
              <a:ext uri="{FF2B5EF4-FFF2-40B4-BE49-F238E27FC236}">
                <a16:creationId xmlns:a16="http://schemas.microsoft.com/office/drawing/2014/main" id="{73428033-D873-F89E-3DBA-4E5E449CA42C}"/>
              </a:ext>
            </a:extLst>
          </p:cNvPr>
          <p:cNvSpPr txBox="1"/>
          <p:nvPr/>
        </p:nvSpPr>
        <p:spPr>
          <a:xfrm>
            <a:off x="1592242" y="5440285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-1</a:t>
            </a:r>
            <a:endParaRPr lang="zh-TW" altLang="en-US" sz="3600" baseline="-25000" dirty="0"/>
          </a:p>
        </p:txBody>
      </p:sp>
      <p:sp>
        <p:nvSpPr>
          <p:cNvPr id="20" name="文字方塊 80">
            <a:extLst>
              <a:ext uri="{FF2B5EF4-FFF2-40B4-BE49-F238E27FC236}">
                <a16:creationId xmlns:a16="http://schemas.microsoft.com/office/drawing/2014/main" id="{303E8710-82BE-E632-8A96-93F404A0E330}"/>
              </a:ext>
            </a:extLst>
          </p:cNvPr>
          <p:cNvSpPr txBox="1"/>
          <p:nvPr/>
        </p:nvSpPr>
        <p:spPr>
          <a:xfrm>
            <a:off x="1576439" y="6487083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sp>
        <p:nvSpPr>
          <p:cNvPr id="21" name="文字方塊 81">
            <a:extLst>
              <a:ext uri="{FF2B5EF4-FFF2-40B4-BE49-F238E27FC236}">
                <a16:creationId xmlns:a16="http://schemas.microsoft.com/office/drawing/2014/main" id="{91B7D8C8-A23F-B3FE-ACF5-B9237BE458A2}"/>
              </a:ext>
            </a:extLst>
          </p:cNvPr>
          <p:cNvSpPr txBox="1"/>
          <p:nvPr/>
        </p:nvSpPr>
        <p:spPr>
          <a:xfrm>
            <a:off x="1657059" y="330120"/>
            <a:ext cx="761224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  <a:endParaRPr lang="zh-TW" altLang="en-US" sz="3600" baseline="-25000" dirty="0"/>
          </a:p>
        </p:txBody>
      </p:sp>
      <p:sp>
        <p:nvSpPr>
          <p:cNvPr id="22" name="文字方塊 82">
            <a:extLst>
              <a:ext uri="{FF2B5EF4-FFF2-40B4-BE49-F238E27FC236}">
                <a16:creationId xmlns:a16="http://schemas.microsoft.com/office/drawing/2014/main" id="{85CC6C78-D43F-D3FA-13B6-34B8EF9FE9C5}"/>
              </a:ext>
            </a:extLst>
          </p:cNvPr>
          <p:cNvSpPr txBox="1"/>
          <p:nvPr/>
        </p:nvSpPr>
        <p:spPr>
          <a:xfrm>
            <a:off x="1663169" y="1324384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-1</a:t>
            </a:r>
            <a:endParaRPr lang="zh-TW" altLang="en-US" sz="3600" baseline="-25000" dirty="0"/>
          </a:p>
        </p:txBody>
      </p:sp>
      <p:sp>
        <p:nvSpPr>
          <p:cNvPr id="23" name="文字方塊 83">
            <a:extLst>
              <a:ext uri="{FF2B5EF4-FFF2-40B4-BE49-F238E27FC236}">
                <a16:creationId xmlns:a16="http://schemas.microsoft.com/office/drawing/2014/main" id="{5FF7707A-946A-74FC-9A6D-43D9F6AA20D4}"/>
              </a:ext>
            </a:extLst>
          </p:cNvPr>
          <p:cNvSpPr txBox="1"/>
          <p:nvPr/>
        </p:nvSpPr>
        <p:spPr>
          <a:xfrm>
            <a:off x="1647367" y="2371182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sp>
        <p:nvSpPr>
          <p:cNvPr id="24" name="文字方塊 84">
            <a:extLst>
              <a:ext uri="{FF2B5EF4-FFF2-40B4-BE49-F238E27FC236}">
                <a16:creationId xmlns:a16="http://schemas.microsoft.com/office/drawing/2014/main" id="{04D27D95-5451-6168-02F4-7C6C13784D99}"/>
              </a:ext>
            </a:extLst>
          </p:cNvPr>
          <p:cNvSpPr txBox="1"/>
          <p:nvPr/>
        </p:nvSpPr>
        <p:spPr>
          <a:xfrm>
            <a:off x="11423236" y="2949784"/>
            <a:ext cx="749005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  <a:endParaRPr lang="zh-TW" altLang="en-US" sz="3600" baseline="-25000" dirty="0"/>
          </a:p>
        </p:txBody>
      </p:sp>
      <p:sp>
        <p:nvSpPr>
          <p:cNvPr id="25" name="文字方塊 85">
            <a:extLst>
              <a:ext uri="{FF2B5EF4-FFF2-40B4-BE49-F238E27FC236}">
                <a16:creationId xmlns:a16="http://schemas.microsoft.com/office/drawing/2014/main" id="{198B17D8-10EB-2BA8-98FD-B6FB839455C7}"/>
              </a:ext>
            </a:extLst>
          </p:cNvPr>
          <p:cNvSpPr txBox="1"/>
          <p:nvPr/>
        </p:nvSpPr>
        <p:spPr>
          <a:xfrm>
            <a:off x="11444250" y="4003822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-1</a:t>
            </a:r>
            <a:endParaRPr lang="zh-TW" altLang="en-US" sz="3600" baseline="-25000" dirty="0"/>
          </a:p>
        </p:txBody>
      </p:sp>
      <p:sp>
        <p:nvSpPr>
          <p:cNvPr id="26" name="文字方塊 86">
            <a:extLst>
              <a:ext uri="{FF2B5EF4-FFF2-40B4-BE49-F238E27FC236}">
                <a16:creationId xmlns:a16="http://schemas.microsoft.com/office/drawing/2014/main" id="{9F775698-6DFE-5E48-165F-C08474E69298}"/>
              </a:ext>
            </a:extLst>
          </p:cNvPr>
          <p:cNvSpPr txBox="1"/>
          <p:nvPr/>
        </p:nvSpPr>
        <p:spPr>
          <a:xfrm>
            <a:off x="11428447" y="5050620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cxnSp>
        <p:nvCxnSpPr>
          <p:cNvPr id="27" name="直線單箭頭接點 6">
            <a:extLst>
              <a:ext uri="{FF2B5EF4-FFF2-40B4-BE49-F238E27FC236}">
                <a16:creationId xmlns:a16="http://schemas.microsoft.com/office/drawing/2014/main" id="{B8C40FD3-CBFA-8AAD-4C4B-9749CBBD750A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2418283" y="653286"/>
            <a:ext cx="1555035" cy="10730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87">
            <a:extLst>
              <a:ext uri="{FF2B5EF4-FFF2-40B4-BE49-F238E27FC236}">
                <a16:creationId xmlns:a16="http://schemas.microsoft.com/office/drawing/2014/main" id="{B65CDDD5-532C-7ABE-8430-933F517264AE}"/>
              </a:ext>
            </a:extLst>
          </p:cNvPr>
          <p:cNvCxnSpPr>
            <a:cxnSpLocks/>
            <a:stCxn id="22" idx="3"/>
            <a:endCxn id="14" idx="1"/>
          </p:cNvCxnSpPr>
          <p:nvPr/>
        </p:nvCxnSpPr>
        <p:spPr>
          <a:xfrm>
            <a:off x="2412173" y="1646964"/>
            <a:ext cx="1513739" cy="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88">
            <a:extLst>
              <a:ext uri="{FF2B5EF4-FFF2-40B4-BE49-F238E27FC236}">
                <a16:creationId xmlns:a16="http://schemas.microsoft.com/office/drawing/2014/main" id="{F939E897-FBD1-73E3-7283-388381933D4C}"/>
              </a:ext>
            </a:extLst>
          </p:cNvPr>
          <p:cNvCxnSpPr>
            <a:cxnSpLocks/>
            <a:stCxn id="23" idx="3"/>
            <a:endCxn id="14" idx="1"/>
          </p:cNvCxnSpPr>
          <p:nvPr/>
        </p:nvCxnSpPr>
        <p:spPr>
          <a:xfrm flipV="1">
            <a:off x="2396371" y="1646984"/>
            <a:ext cx="1529541" cy="104677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89">
            <a:extLst>
              <a:ext uri="{FF2B5EF4-FFF2-40B4-BE49-F238E27FC236}">
                <a16:creationId xmlns:a16="http://schemas.microsoft.com/office/drawing/2014/main" id="{B9C6A7FD-EB96-272F-2AB1-44365138A476}"/>
              </a:ext>
            </a:extLst>
          </p:cNvPr>
          <p:cNvCxnSpPr>
            <a:cxnSpLocks/>
            <a:stCxn id="18" idx="3"/>
            <a:endCxn id="10" idx="1"/>
          </p:cNvCxnSpPr>
          <p:nvPr/>
        </p:nvCxnSpPr>
        <p:spPr>
          <a:xfrm>
            <a:off x="2341245" y="4716065"/>
            <a:ext cx="1579017" cy="10468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90">
            <a:extLst>
              <a:ext uri="{FF2B5EF4-FFF2-40B4-BE49-F238E27FC236}">
                <a16:creationId xmlns:a16="http://schemas.microsoft.com/office/drawing/2014/main" id="{3533A651-5078-3E0C-7E0D-D98BB20FB6A2}"/>
              </a:ext>
            </a:extLst>
          </p:cNvPr>
          <p:cNvCxnSpPr>
            <a:cxnSpLocks/>
            <a:stCxn id="19" idx="3"/>
            <a:endCxn id="10" idx="1"/>
          </p:cNvCxnSpPr>
          <p:nvPr/>
        </p:nvCxnSpPr>
        <p:spPr>
          <a:xfrm>
            <a:off x="2341246" y="5762865"/>
            <a:ext cx="157901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91">
            <a:extLst>
              <a:ext uri="{FF2B5EF4-FFF2-40B4-BE49-F238E27FC236}">
                <a16:creationId xmlns:a16="http://schemas.microsoft.com/office/drawing/2014/main" id="{B62C43F4-225B-79B0-9698-EE9CDDC0FDA1}"/>
              </a:ext>
            </a:extLst>
          </p:cNvPr>
          <p:cNvCxnSpPr>
            <a:cxnSpLocks/>
            <a:stCxn id="20" idx="3"/>
            <a:endCxn id="10" idx="1"/>
          </p:cNvCxnSpPr>
          <p:nvPr/>
        </p:nvCxnSpPr>
        <p:spPr>
          <a:xfrm flipV="1">
            <a:off x="2325443" y="5762865"/>
            <a:ext cx="1594819" cy="10467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92">
            <a:extLst>
              <a:ext uri="{FF2B5EF4-FFF2-40B4-BE49-F238E27FC236}">
                <a16:creationId xmlns:a16="http://schemas.microsoft.com/office/drawing/2014/main" id="{62895963-1D81-95E0-3122-6C2DBEE4B5A9}"/>
              </a:ext>
            </a:extLst>
          </p:cNvPr>
          <p:cNvCxnSpPr>
            <a:cxnSpLocks/>
            <a:stCxn id="24" idx="1"/>
            <a:endCxn id="17" idx="3"/>
          </p:cNvCxnSpPr>
          <p:nvPr/>
        </p:nvCxnSpPr>
        <p:spPr>
          <a:xfrm flipH="1">
            <a:off x="10302994" y="3272950"/>
            <a:ext cx="1120242" cy="10649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93">
            <a:extLst>
              <a:ext uri="{FF2B5EF4-FFF2-40B4-BE49-F238E27FC236}">
                <a16:creationId xmlns:a16="http://schemas.microsoft.com/office/drawing/2014/main" id="{5B54CF42-8FD2-FFD3-200B-9D9A64F47C38}"/>
              </a:ext>
            </a:extLst>
          </p:cNvPr>
          <p:cNvCxnSpPr>
            <a:cxnSpLocks/>
            <a:stCxn id="25" idx="1"/>
            <a:endCxn id="17" idx="3"/>
          </p:cNvCxnSpPr>
          <p:nvPr/>
        </p:nvCxnSpPr>
        <p:spPr>
          <a:xfrm flipH="1">
            <a:off x="10302994" y="4326402"/>
            <a:ext cx="1141256" cy="1147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94">
            <a:extLst>
              <a:ext uri="{FF2B5EF4-FFF2-40B4-BE49-F238E27FC236}">
                <a16:creationId xmlns:a16="http://schemas.microsoft.com/office/drawing/2014/main" id="{8933234D-008D-EDC8-54ED-7D85549B1F77}"/>
              </a:ext>
            </a:extLst>
          </p:cNvPr>
          <p:cNvCxnSpPr>
            <a:cxnSpLocks/>
            <a:stCxn id="26" idx="1"/>
            <a:endCxn id="17" idx="3"/>
          </p:cNvCxnSpPr>
          <p:nvPr/>
        </p:nvCxnSpPr>
        <p:spPr>
          <a:xfrm flipH="1" flipV="1">
            <a:off x="10302994" y="4337873"/>
            <a:ext cx="1125453" cy="10353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100">
            <a:extLst>
              <a:ext uri="{FF2B5EF4-FFF2-40B4-BE49-F238E27FC236}">
                <a16:creationId xmlns:a16="http://schemas.microsoft.com/office/drawing/2014/main" id="{9B4CED75-3DEB-0883-5A75-AAA10F25E74A}"/>
              </a:ext>
            </a:extLst>
          </p:cNvPr>
          <p:cNvSpPr txBox="1"/>
          <p:nvPr/>
        </p:nvSpPr>
        <p:spPr>
          <a:xfrm>
            <a:off x="2329494" y="2161904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7" name="文字方塊 101">
            <a:extLst>
              <a:ext uri="{FF2B5EF4-FFF2-40B4-BE49-F238E27FC236}">
                <a16:creationId xmlns:a16="http://schemas.microsoft.com/office/drawing/2014/main" id="{D52414B0-556B-7C86-6A49-891CE408E5CF}"/>
              </a:ext>
            </a:extLst>
          </p:cNvPr>
          <p:cNvSpPr txBox="1"/>
          <p:nvPr/>
        </p:nvSpPr>
        <p:spPr>
          <a:xfrm>
            <a:off x="11031371" y="2880534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" name="文字方塊 102">
            <a:extLst>
              <a:ext uri="{FF2B5EF4-FFF2-40B4-BE49-F238E27FC236}">
                <a16:creationId xmlns:a16="http://schemas.microsoft.com/office/drawing/2014/main" id="{BED6AFD0-3E28-2F8D-34D6-E3CD02A3587E}"/>
              </a:ext>
            </a:extLst>
          </p:cNvPr>
          <p:cNvSpPr txBox="1"/>
          <p:nvPr/>
        </p:nvSpPr>
        <p:spPr>
          <a:xfrm>
            <a:off x="10988009" y="4862015"/>
            <a:ext cx="40736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文字方塊 104">
            <a:extLst>
              <a:ext uri="{FF2B5EF4-FFF2-40B4-BE49-F238E27FC236}">
                <a16:creationId xmlns:a16="http://schemas.microsoft.com/office/drawing/2014/main" id="{ED4F3079-A409-51B5-5C21-0564F4AC60F2}"/>
              </a:ext>
            </a:extLst>
          </p:cNvPr>
          <p:cNvSpPr txBox="1"/>
          <p:nvPr/>
        </p:nvSpPr>
        <p:spPr>
          <a:xfrm>
            <a:off x="11444250" y="6027713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40" name="文字方塊 105">
            <a:extLst>
              <a:ext uri="{FF2B5EF4-FFF2-40B4-BE49-F238E27FC236}">
                <a16:creationId xmlns:a16="http://schemas.microsoft.com/office/drawing/2014/main" id="{5BF29926-E53C-2D5D-49B5-F731127FC7B3}"/>
              </a:ext>
            </a:extLst>
          </p:cNvPr>
          <p:cNvSpPr txBox="1"/>
          <p:nvPr/>
        </p:nvSpPr>
        <p:spPr>
          <a:xfrm>
            <a:off x="1576439" y="7427517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41" name="文字方塊 106">
            <a:extLst>
              <a:ext uri="{FF2B5EF4-FFF2-40B4-BE49-F238E27FC236}">
                <a16:creationId xmlns:a16="http://schemas.microsoft.com/office/drawing/2014/main" id="{DE7CF392-0535-08C8-5F61-EA8B906F5C25}"/>
              </a:ext>
            </a:extLst>
          </p:cNvPr>
          <p:cNvSpPr txBox="1"/>
          <p:nvPr/>
        </p:nvSpPr>
        <p:spPr>
          <a:xfrm>
            <a:off x="1616627" y="3364275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cxnSp>
        <p:nvCxnSpPr>
          <p:cNvPr id="42" name="直線單箭頭接點 108">
            <a:extLst>
              <a:ext uri="{FF2B5EF4-FFF2-40B4-BE49-F238E27FC236}">
                <a16:creationId xmlns:a16="http://schemas.microsoft.com/office/drawing/2014/main" id="{3F30AF0C-9AFC-3378-1D18-F3F1A18EF471}"/>
              </a:ext>
            </a:extLst>
          </p:cNvPr>
          <p:cNvCxnSpPr>
            <a:cxnSpLocks/>
            <a:endCxn id="17" idx="3"/>
          </p:cNvCxnSpPr>
          <p:nvPr/>
        </p:nvCxnSpPr>
        <p:spPr>
          <a:xfrm flipH="1" flipV="1">
            <a:off x="10302994" y="4337873"/>
            <a:ext cx="1125453" cy="19993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109">
            <a:extLst>
              <a:ext uri="{FF2B5EF4-FFF2-40B4-BE49-F238E27FC236}">
                <a16:creationId xmlns:a16="http://schemas.microsoft.com/office/drawing/2014/main" id="{B6132C04-64BB-6CFA-FDF1-46505A12D553}"/>
              </a:ext>
            </a:extLst>
          </p:cNvPr>
          <p:cNvCxnSpPr>
            <a:cxnSpLocks/>
            <a:stCxn id="40" idx="3"/>
            <a:endCxn id="10" idx="1"/>
          </p:cNvCxnSpPr>
          <p:nvPr/>
        </p:nvCxnSpPr>
        <p:spPr>
          <a:xfrm flipV="1">
            <a:off x="2325443" y="5762865"/>
            <a:ext cx="1594819" cy="19872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110">
            <a:extLst>
              <a:ext uri="{FF2B5EF4-FFF2-40B4-BE49-F238E27FC236}">
                <a16:creationId xmlns:a16="http://schemas.microsoft.com/office/drawing/2014/main" id="{7E6E4997-1CE9-DD04-29DE-D0B995E51F9B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2365631" y="1733539"/>
            <a:ext cx="1585279" cy="19533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字方塊 113">
            <a:extLst>
              <a:ext uri="{FF2B5EF4-FFF2-40B4-BE49-F238E27FC236}">
                <a16:creationId xmlns:a16="http://schemas.microsoft.com/office/drawing/2014/main" id="{0BE8A4A7-C98F-2AFD-5D15-AA181995C6D5}"/>
              </a:ext>
            </a:extLst>
          </p:cNvPr>
          <p:cNvSpPr txBox="1"/>
          <p:nvPr/>
        </p:nvSpPr>
        <p:spPr>
          <a:xfrm>
            <a:off x="2390038" y="3329762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</a:rPr>
              <a:t>-10</a:t>
            </a:r>
            <a:endParaRPr lang="zh-TW" altLang="en-US" sz="3600" b="1" dirty="0">
              <a:solidFill>
                <a:srgbClr val="FF0000"/>
              </a:solidFill>
            </a:endParaRPr>
          </a:p>
        </p:txBody>
      </p:sp>
      <p:sp>
        <p:nvSpPr>
          <p:cNvPr id="112" name="文字方塊 114">
            <a:extLst>
              <a:ext uri="{FF2B5EF4-FFF2-40B4-BE49-F238E27FC236}">
                <a16:creationId xmlns:a16="http://schemas.microsoft.com/office/drawing/2014/main" id="{39B5EBDC-E162-78EC-B78A-25B646D156D9}"/>
              </a:ext>
            </a:extLst>
          </p:cNvPr>
          <p:cNvSpPr txBox="1"/>
          <p:nvPr/>
        </p:nvSpPr>
        <p:spPr>
          <a:xfrm>
            <a:off x="2329494" y="25765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8" name="文字方塊 118">
            <a:extLst>
              <a:ext uri="{FF2B5EF4-FFF2-40B4-BE49-F238E27FC236}">
                <a16:creationId xmlns:a16="http://schemas.microsoft.com/office/drawing/2014/main" id="{DB98C681-2347-2799-1099-2911A74925A7}"/>
              </a:ext>
            </a:extLst>
          </p:cNvPr>
          <p:cNvSpPr txBox="1"/>
          <p:nvPr/>
        </p:nvSpPr>
        <p:spPr>
          <a:xfrm>
            <a:off x="2316462" y="7460145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</a:rPr>
              <a:t>-10</a:t>
            </a:r>
            <a:endParaRPr lang="zh-TW" altLang="en-US" sz="3600" b="1" dirty="0">
              <a:solidFill>
                <a:srgbClr val="FF0000"/>
              </a:solidFill>
            </a:endParaRPr>
          </a:p>
        </p:txBody>
      </p:sp>
      <p:sp>
        <p:nvSpPr>
          <p:cNvPr id="124" name="文字方塊 119">
            <a:extLst>
              <a:ext uri="{FF2B5EF4-FFF2-40B4-BE49-F238E27FC236}">
                <a16:creationId xmlns:a16="http://schemas.microsoft.com/office/drawing/2014/main" id="{1611B363-7F32-C478-5155-6A8C49EE41E5}"/>
              </a:ext>
            </a:extLst>
          </p:cNvPr>
          <p:cNvSpPr txBox="1"/>
          <p:nvPr/>
        </p:nvSpPr>
        <p:spPr>
          <a:xfrm>
            <a:off x="2346487" y="4083932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5" name="文字方塊 120">
            <a:extLst>
              <a:ext uri="{FF2B5EF4-FFF2-40B4-BE49-F238E27FC236}">
                <a16:creationId xmlns:a16="http://schemas.microsoft.com/office/drawing/2014/main" id="{FDCC42D7-645B-68A3-7E5D-9CE34030E6E9}"/>
              </a:ext>
            </a:extLst>
          </p:cNvPr>
          <p:cNvSpPr txBox="1"/>
          <p:nvPr/>
        </p:nvSpPr>
        <p:spPr>
          <a:xfrm>
            <a:off x="2383163" y="6215751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6" name="文字方塊 121">
            <a:extLst>
              <a:ext uri="{FF2B5EF4-FFF2-40B4-BE49-F238E27FC236}">
                <a16:creationId xmlns:a16="http://schemas.microsoft.com/office/drawing/2014/main" id="{0569BB66-D3F1-0069-E91C-18CD504DDD54}"/>
              </a:ext>
            </a:extLst>
          </p:cNvPr>
          <p:cNvSpPr txBox="1"/>
          <p:nvPr/>
        </p:nvSpPr>
        <p:spPr>
          <a:xfrm>
            <a:off x="10774944" y="5837340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7" name="文字方塊 122">
            <a:extLst>
              <a:ext uri="{FF2B5EF4-FFF2-40B4-BE49-F238E27FC236}">
                <a16:creationId xmlns:a16="http://schemas.microsoft.com/office/drawing/2014/main" id="{BE01FFC7-E467-6576-74EC-401DCC848AEE}"/>
              </a:ext>
            </a:extLst>
          </p:cNvPr>
          <p:cNvSpPr txBox="1"/>
          <p:nvPr/>
        </p:nvSpPr>
        <p:spPr>
          <a:xfrm>
            <a:off x="10499549" y="3834738"/>
            <a:ext cx="13532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66" name="文字方塊 142">
            <a:extLst>
              <a:ext uri="{FF2B5EF4-FFF2-40B4-BE49-F238E27FC236}">
                <a16:creationId xmlns:a16="http://schemas.microsoft.com/office/drawing/2014/main" id="{45FE8486-1FC2-D387-09C2-5C3BDB4EC00A}"/>
              </a:ext>
            </a:extLst>
          </p:cNvPr>
          <p:cNvSpPr txBox="1"/>
          <p:nvPr/>
        </p:nvSpPr>
        <p:spPr>
          <a:xfrm>
            <a:off x="7077134" y="4010414"/>
            <a:ext cx="541638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ysClr val="windowText" lastClr="000000"/>
                </a:solidFill>
              </a:rPr>
              <a:t>7</a:t>
            </a:r>
            <a:endParaRPr lang="zh-TW" altLang="en-US" sz="3600" dirty="0">
              <a:solidFill>
                <a:sysClr val="windowText" lastClr="000000"/>
              </a:solidFill>
            </a:endParaRPr>
          </a:p>
        </p:txBody>
      </p:sp>
      <p:sp>
        <p:nvSpPr>
          <p:cNvPr id="143" name="文字方塊 142"/>
          <p:cNvSpPr txBox="1"/>
          <p:nvPr/>
        </p:nvSpPr>
        <p:spPr>
          <a:xfrm>
            <a:off x="7077134" y="4010414"/>
            <a:ext cx="541638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ysClr val="windowText" lastClr="000000"/>
                </a:solidFill>
              </a:rPr>
              <a:t>0</a:t>
            </a:r>
            <a:endParaRPr lang="zh-TW" altLang="en-US" sz="36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6164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 bldLvl="0" animBg="1"/>
      <p:bldP spid="136" grpId="0"/>
      <p:bldP spid="136" grpId="1"/>
      <p:bldP spid="137" grpId="0"/>
      <p:bldP spid="137" grpId="1"/>
      <p:bldP spid="138" grpId="0"/>
      <p:bldP spid="138" grpId="1"/>
      <p:bldP spid="141" grpId="0"/>
      <p:bldP spid="141" grpId="1"/>
      <p:bldP spid="144" grpId="0" bldLvl="0" animBg="1"/>
      <p:bldP spid="144" grpId="1" bldLvl="0" animBg="1"/>
      <p:bldP spid="145" grpId="0"/>
      <p:bldP spid="145" grpId="1"/>
      <p:bldP spid="146" grpId="0"/>
      <p:bldP spid="146" grpId="1"/>
      <p:bldP spid="14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0325" y="2286001"/>
            <a:ext cx="15667355" cy="23368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br>
              <a:rPr lang="en-US" sz="6600" dirty="0"/>
            </a:br>
            <a:r>
              <a:rPr lang="en-US" sz="6600" dirty="0"/>
              <a:t>LSTM (Cont’d)</a:t>
            </a:r>
            <a:endParaRPr lang="zh-CN" alt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514540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字方塊 10"/>
          <p:cNvSpPr txBox="1"/>
          <p:nvPr/>
        </p:nvSpPr>
        <p:spPr>
          <a:xfrm>
            <a:off x="7797689" y="9100701"/>
            <a:ext cx="724618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-25000" dirty="0"/>
              <a:t>1</a:t>
            </a:r>
            <a:endParaRPr lang="zh-TW" altLang="en-US" sz="3600" baseline="-250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9840044" y="9100704"/>
            <a:ext cx="855278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-25000" dirty="0"/>
              <a:t>2</a:t>
            </a:r>
            <a:endParaRPr lang="zh-TW" altLang="en-US" sz="3600" baseline="-250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11163125" y="9100701"/>
            <a:ext cx="25662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Input</a:t>
            </a:r>
            <a:endParaRPr lang="zh-TW" altLang="en-US" sz="3600" dirty="0"/>
          </a:p>
        </p:txBody>
      </p:sp>
      <p:sp>
        <p:nvSpPr>
          <p:cNvPr id="2" name="橢圓 1"/>
          <p:cNvSpPr/>
          <p:nvPr/>
        </p:nvSpPr>
        <p:spPr>
          <a:xfrm>
            <a:off x="6315075" y="4600574"/>
            <a:ext cx="1800225" cy="180022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6" name="橢圓 35"/>
          <p:cNvSpPr/>
          <p:nvPr/>
        </p:nvSpPr>
        <p:spPr>
          <a:xfrm>
            <a:off x="10646009" y="4600574"/>
            <a:ext cx="1800225" cy="180022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" name="文字方塊 2"/>
          <p:cNvSpPr txBox="1"/>
          <p:nvPr/>
        </p:nvSpPr>
        <p:spPr>
          <a:xfrm>
            <a:off x="2798516" y="371475"/>
            <a:ext cx="4416672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Original Network:</a:t>
            </a:r>
            <a:endParaRPr lang="zh-TW" altLang="en-US" sz="42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4665560" y="1230864"/>
            <a:ext cx="102093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4200" dirty="0"/>
              <a:t>Simply replace the neurons with LSTM</a:t>
            </a:r>
            <a:endParaRPr lang="zh-TW" altLang="en-US" sz="4200" dirty="0"/>
          </a:p>
        </p:txBody>
      </p:sp>
      <p:sp>
        <p:nvSpPr>
          <p:cNvPr id="7" name="手繪多邊形 6"/>
          <p:cNvSpPr/>
          <p:nvPr/>
        </p:nvSpPr>
        <p:spPr>
          <a:xfrm>
            <a:off x="6540389" y="5035809"/>
            <a:ext cx="1257300" cy="929754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1" name="手繪多邊形 40"/>
          <p:cNvSpPr/>
          <p:nvPr/>
        </p:nvSpPr>
        <p:spPr>
          <a:xfrm>
            <a:off x="10912802" y="4988573"/>
            <a:ext cx="1257300" cy="929754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3" name="直線單箭頭接點 12"/>
          <p:cNvCxnSpPr>
            <a:stCxn id="2" idx="0"/>
          </p:cNvCxnSpPr>
          <p:nvPr/>
        </p:nvCxnSpPr>
        <p:spPr>
          <a:xfrm flipV="1">
            <a:off x="7215188" y="3714750"/>
            <a:ext cx="0" cy="8858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/>
          <p:nvPr/>
        </p:nvCxnSpPr>
        <p:spPr>
          <a:xfrm flipV="1">
            <a:off x="11587163" y="3714750"/>
            <a:ext cx="0" cy="8858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/>
              <p:cNvSpPr txBox="1"/>
              <p:nvPr/>
            </p:nvSpPr>
            <p:spPr>
              <a:xfrm>
                <a:off x="6961809" y="3059666"/>
                <a:ext cx="51371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1809" y="3059666"/>
                <a:ext cx="513715" cy="553720"/>
              </a:xfrm>
              <a:prstGeom prst="rect">
                <a:avLst/>
              </a:prstGeom>
              <a:blipFill rotWithShape="1">
                <a:blip r:embed="rId3"/>
                <a:stretch>
                  <a:fillRect l="-59" t="-43" r="-14774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/>
              <p:cNvSpPr txBox="1"/>
              <p:nvPr/>
            </p:nvSpPr>
            <p:spPr>
              <a:xfrm>
                <a:off x="11299872" y="3049752"/>
                <a:ext cx="51879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50" name="文字方塊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9872" y="3049752"/>
                <a:ext cx="518795" cy="553720"/>
              </a:xfrm>
              <a:prstGeom prst="rect">
                <a:avLst/>
              </a:prstGeom>
              <a:blipFill rotWithShape="1">
                <a:blip r:embed="rId4"/>
                <a:stretch>
                  <a:fillRect l="-9" t="-87" r="-14189" b="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字方塊 24"/>
          <p:cNvSpPr txBox="1"/>
          <p:nvPr/>
        </p:nvSpPr>
        <p:spPr>
          <a:xfrm rot="5400000">
            <a:off x="6586002" y="2267201"/>
            <a:ext cx="162877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800" dirty="0"/>
              <a:t>……</a:t>
            </a:r>
            <a:endParaRPr lang="zh-TW" altLang="en-US" sz="4800" dirty="0"/>
          </a:p>
        </p:txBody>
      </p:sp>
      <p:sp>
        <p:nvSpPr>
          <p:cNvPr id="52" name="文字方塊 51"/>
          <p:cNvSpPr txBox="1"/>
          <p:nvPr/>
        </p:nvSpPr>
        <p:spPr>
          <a:xfrm rot="5400000">
            <a:off x="10945709" y="2267201"/>
            <a:ext cx="162877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800" dirty="0"/>
              <a:t>……</a:t>
            </a:r>
            <a:endParaRPr lang="zh-TW" altLang="en-US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/>
              <p:cNvSpPr txBox="1"/>
              <p:nvPr/>
            </p:nvSpPr>
            <p:spPr>
              <a:xfrm>
                <a:off x="6707256" y="6313566"/>
                <a:ext cx="47434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53" name="文字方塊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7256" y="6313566"/>
                <a:ext cx="474345" cy="553720"/>
              </a:xfrm>
              <a:prstGeom prst="rect">
                <a:avLst/>
              </a:prstGeom>
              <a:blipFill rotWithShape="1">
                <a:blip r:embed="rId5"/>
                <a:stretch>
                  <a:fillRect l="-81" t="-72" r="-16652" b="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字方塊 54"/>
              <p:cNvSpPr txBox="1"/>
              <p:nvPr/>
            </p:nvSpPr>
            <p:spPr>
              <a:xfrm>
                <a:off x="11567178" y="6353213"/>
                <a:ext cx="47942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55" name="文字方塊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7178" y="6353213"/>
                <a:ext cx="479425" cy="553720"/>
              </a:xfrm>
              <a:prstGeom prst="rect">
                <a:avLst/>
              </a:prstGeom>
              <a:blipFill rotWithShape="1">
                <a:blip r:embed="rId6"/>
                <a:stretch>
                  <a:fillRect l="-4" t="-7" r="-16023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直線單箭頭接點 55"/>
          <p:cNvCxnSpPr>
            <a:endCxn id="2" idx="4"/>
          </p:cNvCxnSpPr>
          <p:nvPr/>
        </p:nvCxnSpPr>
        <p:spPr>
          <a:xfrm flipH="1" flipV="1">
            <a:off x="7215188" y="6400799"/>
            <a:ext cx="900113" cy="26999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>
            <a:cxnSpLocks/>
            <a:stCxn id="11" idx="0"/>
            <a:endCxn id="36" idx="4"/>
          </p:cNvCxnSpPr>
          <p:nvPr/>
        </p:nvCxnSpPr>
        <p:spPr>
          <a:xfrm flipV="1">
            <a:off x="8159998" y="6400799"/>
            <a:ext cx="3386124" cy="26999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>
            <a:endCxn id="2" idx="4"/>
          </p:cNvCxnSpPr>
          <p:nvPr/>
        </p:nvCxnSpPr>
        <p:spPr>
          <a:xfrm flipH="1" flipV="1">
            <a:off x="7215188" y="6400799"/>
            <a:ext cx="3020079" cy="26999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>
            <a:endCxn id="36" idx="4"/>
          </p:cNvCxnSpPr>
          <p:nvPr/>
        </p:nvCxnSpPr>
        <p:spPr>
          <a:xfrm flipV="1">
            <a:off x="10262015" y="6400799"/>
            <a:ext cx="1284107" cy="26999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2" grpId="0" bldLvl="0" animBg="1"/>
      <p:bldP spid="4" grpId="0"/>
      <p:bldP spid="2" grpId="0" bldLvl="0" animBg="1"/>
      <p:bldP spid="36" grpId="0" bldLvl="0" animBg="1"/>
      <p:bldP spid="3" grpId="0"/>
      <p:bldP spid="5" grpId="0"/>
      <p:bldP spid="7" grpId="0" bldLvl="0" animBg="1"/>
      <p:bldP spid="41" grpId="0" bldLvl="0" animBg="1"/>
      <p:bldP spid="48" grpId="0"/>
      <p:bldP spid="50" grpId="0"/>
      <p:bldP spid="25" grpId="0"/>
      <p:bldP spid="52" grpId="0"/>
      <p:bldP spid="53" grpId="0"/>
      <p:bldP spid="5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5144" y="696117"/>
            <a:ext cx="4144688" cy="5442155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6944" y="642452"/>
            <a:ext cx="4144688" cy="5442155"/>
          </a:xfrm>
          <a:prstGeom prst="rect">
            <a:avLst/>
          </a:prstGeom>
        </p:spPr>
      </p:pic>
      <p:sp>
        <p:nvSpPr>
          <p:cNvPr id="11" name="文字方塊 10"/>
          <p:cNvSpPr txBox="1"/>
          <p:nvPr/>
        </p:nvSpPr>
        <p:spPr>
          <a:xfrm>
            <a:off x="7797689" y="9100701"/>
            <a:ext cx="724618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-25000" dirty="0"/>
              <a:t>1</a:t>
            </a:r>
            <a:endParaRPr lang="zh-TW" altLang="en-US" sz="3600" baseline="-250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9840044" y="9100704"/>
            <a:ext cx="855278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-25000" dirty="0"/>
              <a:t>2</a:t>
            </a:r>
            <a:endParaRPr lang="zh-TW" altLang="en-US" sz="3600" baseline="-250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6282341" y="6084606"/>
            <a:ext cx="724618" cy="6451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+</a:t>
            </a:r>
            <a:endParaRPr lang="zh-TW" altLang="en-US" sz="3600" baseline="-250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3719100" y="4084356"/>
            <a:ext cx="724618" cy="6451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+</a:t>
            </a:r>
            <a:endParaRPr lang="zh-TW" altLang="en-US" sz="3600" baseline="-250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8559832" y="3098659"/>
            <a:ext cx="483079" cy="6451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+</a:t>
            </a:r>
            <a:endParaRPr lang="zh-TW" altLang="en-US" sz="3600" baseline="-25000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3690525" y="1134233"/>
            <a:ext cx="724618" cy="6451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+</a:t>
            </a:r>
            <a:endParaRPr lang="zh-TW" altLang="en-US" sz="3600" baseline="-250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12866441" y="6060097"/>
            <a:ext cx="483079" cy="6451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+</a:t>
            </a:r>
            <a:endParaRPr lang="zh-TW" altLang="en-US" sz="3600" baseline="-250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0541240" y="3988844"/>
            <a:ext cx="483079" cy="6451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+</a:t>
            </a:r>
            <a:endParaRPr lang="zh-TW" altLang="en-US" sz="36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5051632" y="2924718"/>
            <a:ext cx="724618" cy="6451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+</a:t>
            </a:r>
            <a:endParaRPr lang="zh-TW" altLang="en-US" sz="3600" baseline="-250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10339480" y="973880"/>
            <a:ext cx="724618" cy="6451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+</a:t>
            </a:r>
            <a:endParaRPr lang="zh-TW" altLang="en-US" sz="3600" baseline="-250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11163125" y="9100701"/>
            <a:ext cx="25662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Input</a:t>
            </a:r>
            <a:endParaRPr lang="zh-TW" altLang="en-US" sz="3600" dirty="0"/>
          </a:p>
        </p:txBody>
      </p:sp>
      <p:sp>
        <p:nvSpPr>
          <p:cNvPr id="22" name="手繪多邊形 21"/>
          <p:cNvSpPr/>
          <p:nvPr/>
        </p:nvSpPr>
        <p:spPr>
          <a:xfrm>
            <a:off x="6573011" y="6777104"/>
            <a:ext cx="1613046" cy="2345126"/>
          </a:xfrm>
          <a:custGeom>
            <a:avLst/>
            <a:gdLst>
              <a:gd name="connsiteX0" fmla="*/ 1204685 w 1204685"/>
              <a:gd name="connsiteY0" fmla="*/ 899886 h 899886"/>
              <a:gd name="connsiteX1" fmla="*/ 0 w 1204685"/>
              <a:gd name="connsiteY1" fmla="*/ 0 h 899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04685" h="899886">
                <a:moveTo>
                  <a:pt x="1204685" y="899886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FFFF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3" name="手繪多邊形 22"/>
          <p:cNvSpPr/>
          <p:nvPr/>
        </p:nvSpPr>
        <p:spPr>
          <a:xfrm>
            <a:off x="6573011" y="6727694"/>
            <a:ext cx="3694673" cy="2342529"/>
          </a:xfrm>
          <a:custGeom>
            <a:avLst/>
            <a:gdLst>
              <a:gd name="connsiteX0" fmla="*/ 2627085 w 2668189"/>
              <a:gd name="connsiteY0" fmla="*/ 870857 h 890814"/>
              <a:gd name="connsiteX1" fmla="*/ 2481943 w 2668189"/>
              <a:gd name="connsiteY1" fmla="*/ 841829 h 890814"/>
              <a:gd name="connsiteX2" fmla="*/ 0 w 2668189"/>
              <a:gd name="connsiteY2" fmla="*/ 0 h 890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68189" h="890814">
                <a:moveTo>
                  <a:pt x="2627085" y="870857"/>
                </a:moveTo>
                <a:cubicBezTo>
                  <a:pt x="2773437" y="928914"/>
                  <a:pt x="2481943" y="841829"/>
                  <a:pt x="2481943" y="841829"/>
                </a:cubicBezTo>
                <a:lnTo>
                  <a:pt x="0" y="0"/>
                </a:lnTo>
              </a:path>
            </a:pathLst>
          </a:custGeom>
          <a:noFill/>
          <a:ln w="38100">
            <a:solidFill>
              <a:srgbClr val="FFFF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4" name="手繪多邊形 23"/>
          <p:cNvSpPr/>
          <p:nvPr/>
        </p:nvSpPr>
        <p:spPr>
          <a:xfrm>
            <a:off x="8098971" y="3756882"/>
            <a:ext cx="716498" cy="5343576"/>
          </a:xfrm>
          <a:custGeom>
            <a:avLst/>
            <a:gdLst>
              <a:gd name="connsiteX0" fmla="*/ 0 w 333829"/>
              <a:gd name="connsiteY0" fmla="*/ 2902857 h 2902857"/>
              <a:gd name="connsiteX1" fmla="*/ 333829 w 333829"/>
              <a:gd name="connsiteY1" fmla="*/ 0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33829" h="2902857">
                <a:moveTo>
                  <a:pt x="0" y="2902857"/>
                </a:moveTo>
                <a:lnTo>
                  <a:pt x="333829" y="0"/>
                </a:lnTo>
              </a:path>
            </a:pathLst>
          </a:custGeom>
          <a:noFill/>
          <a:ln w="38100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26" name="直線單箭頭接點 25"/>
          <p:cNvCxnSpPr>
            <a:stCxn id="12" idx="0"/>
            <a:endCxn id="16" idx="2"/>
          </p:cNvCxnSpPr>
          <p:nvPr/>
        </p:nvCxnSpPr>
        <p:spPr>
          <a:xfrm flipH="1" flipV="1">
            <a:off x="8801372" y="3743819"/>
            <a:ext cx="1466311" cy="5356885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手繪多邊形 37"/>
          <p:cNvSpPr/>
          <p:nvPr/>
        </p:nvSpPr>
        <p:spPr>
          <a:xfrm>
            <a:off x="2407920" y="1645920"/>
            <a:ext cx="5669280" cy="7498080"/>
          </a:xfrm>
          <a:custGeom>
            <a:avLst/>
            <a:gdLst>
              <a:gd name="connsiteX0" fmla="*/ 3779520 w 3779520"/>
              <a:gd name="connsiteY0" fmla="*/ 4998720 h 4998720"/>
              <a:gd name="connsiteX1" fmla="*/ 3657600 w 3779520"/>
              <a:gd name="connsiteY1" fmla="*/ 4978400 h 4998720"/>
              <a:gd name="connsiteX2" fmla="*/ 3596640 w 3779520"/>
              <a:gd name="connsiteY2" fmla="*/ 4958080 h 4998720"/>
              <a:gd name="connsiteX3" fmla="*/ 2722880 w 3779520"/>
              <a:gd name="connsiteY3" fmla="*/ 4917440 h 4998720"/>
              <a:gd name="connsiteX4" fmla="*/ 2600960 w 3779520"/>
              <a:gd name="connsiteY4" fmla="*/ 4897120 h 4998720"/>
              <a:gd name="connsiteX5" fmla="*/ 2458720 w 3779520"/>
              <a:gd name="connsiteY5" fmla="*/ 4876800 h 4998720"/>
              <a:gd name="connsiteX6" fmla="*/ 2397760 w 3779520"/>
              <a:gd name="connsiteY6" fmla="*/ 4836160 h 4998720"/>
              <a:gd name="connsiteX7" fmla="*/ 2275840 w 3779520"/>
              <a:gd name="connsiteY7" fmla="*/ 4815840 h 4998720"/>
              <a:gd name="connsiteX8" fmla="*/ 1991360 w 3779520"/>
              <a:gd name="connsiteY8" fmla="*/ 4754880 h 4998720"/>
              <a:gd name="connsiteX9" fmla="*/ 1828800 w 3779520"/>
              <a:gd name="connsiteY9" fmla="*/ 4734560 h 4998720"/>
              <a:gd name="connsiteX10" fmla="*/ 1605280 w 3779520"/>
              <a:gd name="connsiteY10" fmla="*/ 4693920 h 4998720"/>
              <a:gd name="connsiteX11" fmla="*/ 1503680 w 3779520"/>
              <a:gd name="connsiteY11" fmla="*/ 4673600 h 4998720"/>
              <a:gd name="connsiteX12" fmla="*/ 1442720 w 3779520"/>
              <a:gd name="connsiteY12" fmla="*/ 4653280 h 4998720"/>
              <a:gd name="connsiteX13" fmla="*/ 1300480 w 3779520"/>
              <a:gd name="connsiteY13" fmla="*/ 4632960 h 4998720"/>
              <a:gd name="connsiteX14" fmla="*/ 1158240 w 3779520"/>
              <a:gd name="connsiteY14" fmla="*/ 4592320 h 4998720"/>
              <a:gd name="connsiteX15" fmla="*/ 1097280 w 3779520"/>
              <a:gd name="connsiteY15" fmla="*/ 4572000 h 4998720"/>
              <a:gd name="connsiteX16" fmla="*/ 995680 w 3779520"/>
              <a:gd name="connsiteY16" fmla="*/ 4551680 h 4998720"/>
              <a:gd name="connsiteX17" fmla="*/ 934720 w 3779520"/>
              <a:gd name="connsiteY17" fmla="*/ 4531360 h 4998720"/>
              <a:gd name="connsiteX18" fmla="*/ 751840 w 3779520"/>
              <a:gd name="connsiteY18" fmla="*/ 4490720 h 4998720"/>
              <a:gd name="connsiteX19" fmla="*/ 650240 w 3779520"/>
              <a:gd name="connsiteY19" fmla="*/ 4368800 h 4998720"/>
              <a:gd name="connsiteX20" fmla="*/ 589280 w 3779520"/>
              <a:gd name="connsiteY20" fmla="*/ 4348480 h 4998720"/>
              <a:gd name="connsiteX21" fmla="*/ 528320 w 3779520"/>
              <a:gd name="connsiteY21" fmla="*/ 4226560 h 4998720"/>
              <a:gd name="connsiteX22" fmla="*/ 467360 w 3779520"/>
              <a:gd name="connsiteY22" fmla="*/ 4165600 h 4998720"/>
              <a:gd name="connsiteX23" fmla="*/ 386080 w 3779520"/>
              <a:gd name="connsiteY23" fmla="*/ 4043680 h 4998720"/>
              <a:gd name="connsiteX24" fmla="*/ 345440 w 3779520"/>
              <a:gd name="connsiteY24" fmla="*/ 3982720 h 4998720"/>
              <a:gd name="connsiteX25" fmla="*/ 325120 w 3779520"/>
              <a:gd name="connsiteY25" fmla="*/ 3881120 h 4998720"/>
              <a:gd name="connsiteX26" fmla="*/ 284480 w 3779520"/>
              <a:gd name="connsiteY26" fmla="*/ 3637280 h 4998720"/>
              <a:gd name="connsiteX27" fmla="*/ 264160 w 3779520"/>
              <a:gd name="connsiteY27" fmla="*/ 3474720 h 4998720"/>
              <a:gd name="connsiteX28" fmla="*/ 243840 w 3779520"/>
              <a:gd name="connsiteY28" fmla="*/ 3149600 h 4998720"/>
              <a:gd name="connsiteX29" fmla="*/ 203200 w 3779520"/>
              <a:gd name="connsiteY29" fmla="*/ 3027680 h 4998720"/>
              <a:gd name="connsiteX30" fmla="*/ 162560 w 3779520"/>
              <a:gd name="connsiteY30" fmla="*/ 2844800 h 4998720"/>
              <a:gd name="connsiteX31" fmla="*/ 121920 w 3779520"/>
              <a:gd name="connsiteY31" fmla="*/ 2783840 h 4998720"/>
              <a:gd name="connsiteX32" fmla="*/ 60960 w 3779520"/>
              <a:gd name="connsiteY32" fmla="*/ 2560320 h 4998720"/>
              <a:gd name="connsiteX33" fmla="*/ 40640 w 3779520"/>
              <a:gd name="connsiteY33" fmla="*/ 2275840 h 4998720"/>
              <a:gd name="connsiteX34" fmla="*/ 20320 w 3779520"/>
              <a:gd name="connsiteY34" fmla="*/ 2174240 h 4998720"/>
              <a:gd name="connsiteX35" fmla="*/ 0 w 3779520"/>
              <a:gd name="connsiteY35" fmla="*/ 1645920 h 4998720"/>
              <a:gd name="connsiteX36" fmla="*/ 40640 w 3779520"/>
              <a:gd name="connsiteY36" fmla="*/ 568960 h 4998720"/>
              <a:gd name="connsiteX37" fmla="*/ 60960 w 3779520"/>
              <a:gd name="connsiteY37" fmla="*/ 447040 h 4998720"/>
              <a:gd name="connsiteX38" fmla="*/ 182880 w 3779520"/>
              <a:gd name="connsiteY38" fmla="*/ 325120 h 4998720"/>
              <a:gd name="connsiteX39" fmla="*/ 304800 w 3779520"/>
              <a:gd name="connsiteY39" fmla="*/ 243840 h 4998720"/>
              <a:gd name="connsiteX40" fmla="*/ 447040 w 3779520"/>
              <a:gd name="connsiteY40" fmla="*/ 162560 h 4998720"/>
              <a:gd name="connsiteX41" fmla="*/ 711200 w 3779520"/>
              <a:gd name="connsiteY41" fmla="*/ 101600 h 4998720"/>
              <a:gd name="connsiteX42" fmla="*/ 873760 w 3779520"/>
              <a:gd name="connsiteY42" fmla="*/ 0 h 4998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3779520" h="4998720">
                <a:moveTo>
                  <a:pt x="3779520" y="4998720"/>
                </a:moveTo>
                <a:cubicBezTo>
                  <a:pt x="3738880" y="4991947"/>
                  <a:pt x="3697819" y="4987338"/>
                  <a:pt x="3657600" y="4978400"/>
                </a:cubicBezTo>
                <a:cubicBezTo>
                  <a:pt x="3636691" y="4973754"/>
                  <a:pt x="3617871" y="4960911"/>
                  <a:pt x="3596640" y="4958080"/>
                </a:cubicBezTo>
                <a:cubicBezTo>
                  <a:pt x="3367631" y="4927545"/>
                  <a:pt x="2856868" y="4921762"/>
                  <a:pt x="2722880" y="4917440"/>
                </a:cubicBezTo>
                <a:lnTo>
                  <a:pt x="2600960" y="4897120"/>
                </a:lnTo>
                <a:cubicBezTo>
                  <a:pt x="2553622" y="4889837"/>
                  <a:pt x="2504595" y="4890562"/>
                  <a:pt x="2458720" y="4876800"/>
                </a:cubicBezTo>
                <a:cubicBezTo>
                  <a:pt x="2435328" y="4869783"/>
                  <a:pt x="2420928" y="4843883"/>
                  <a:pt x="2397760" y="4836160"/>
                </a:cubicBezTo>
                <a:cubicBezTo>
                  <a:pt x="2358674" y="4823131"/>
                  <a:pt x="2316240" y="4823920"/>
                  <a:pt x="2275840" y="4815840"/>
                </a:cubicBezTo>
                <a:cubicBezTo>
                  <a:pt x="2121912" y="4785054"/>
                  <a:pt x="2235883" y="4785445"/>
                  <a:pt x="1991360" y="4754880"/>
                </a:cubicBezTo>
                <a:lnTo>
                  <a:pt x="1828800" y="4734560"/>
                </a:lnTo>
                <a:cubicBezTo>
                  <a:pt x="1704447" y="4693109"/>
                  <a:pt x="1818635" y="4726744"/>
                  <a:pt x="1605280" y="4693920"/>
                </a:cubicBezTo>
                <a:cubicBezTo>
                  <a:pt x="1571144" y="4688668"/>
                  <a:pt x="1537186" y="4681977"/>
                  <a:pt x="1503680" y="4673600"/>
                </a:cubicBezTo>
                <a:cubicBezTo>
                  <a:pt x="1482900" y="4668405"/>
                  <a:pt x="1463723" y="4657481"/>
                  <a:pt x="1442720" y="4653280"/>
                </a:cubicBezTo>
                <a:cubicBezTo>
                  <a:pt x="1395755" y="4643887"/>
                  <a:pt x="1347893" y="4639733"/>
                  <a:pt x="1300480" y="4632960"/>
                </a:cubicBezTo>
                <a:cubicBezTo>
                  <a:pt x="1154319" y="4584240"/>
                  <a:pt x="1336844" y="4643350"/>
                  <a:pt x="1158240" y="4592320"/>
                </a:cubicBezTo>
                <a:cubicBezTo>
                  <a:pt x="1137645" y="4586436"/>
                  <a:pt x="1118060" y="4577195"/>
                  <a:pt x="1097280" y="4572000"/>
                </a:cubicBezTo>
                <a:cubicBezTo>
                  <a:pt x="1063774" y="4563623"/>
                  <a:pt x="1029186" y="4560057"/>
                  <a:pt x="995680" y="4551680"/>
                </a:cubicBezTo>
                <a:cubicBezTo>
                  <a:pt x="974900" y="4546485"/>
                  <a:pt x="955629" y="4536006"/>
                  <a:pt x="934720" y="4531360"/>
                </a:cubicBezTo>
                <a:cubicBezTo>
                  <a:pt x="720148" y="4483677"/>
                  <a:pt x="889070" y="4536463"/>
                  <a:pt x="751840" y="4490720"/>
                </a:cubicBezTo>
                <a:cubicBezTo>
                  <a:pt x="721852" y="4445738"/>
                  <a:pt x="697177" y="4400091"/>
                  <a:pt x="650240" y="4368800"/>
                </a:cubicBezTo>
                <a:cubicBezTo>
                  <a:pt x="632418" y="4356919"/>
                  <a:pt x="609600" y="4355253"/>
                  <a:pt x="589280" y="4348480"/>
                </a:cubicBezTo>
                <a:cubicBezTo>
                  <a:pt x="568915" y="4287384"/>
                  <a:pt x="572088" y="4279081"/>
                  <a:pt x="528320" y="4226560"/>
                </a:cubicBezTo>
                <a:cubicBezTo>
                  <a:pt x="509923" y="4204484"/>
                  <a:pt x="485003" y="4188283"/>
                  <a:pt x="467360" y="4165600"/>
                </a:cubicBezTo>
                <a:cubicBezTo>
                  <a:pt x="437373" y="4127046"/>
                  <a:pt x="413173" y="4084320"/>
                  <a:pt x="386080" y="4043680"/>
                </a:cubicBezTo>
                <a:lnTo>
                  <a:pt x="345440" y="3982720"/>
                </a:lnTo>
                <a:cubicBezTo>
                  <a:pt x="338667" y="3948853"/>
                  <a:pt x="330004" y="3915310"/>
                  <a:pt x="325120" y="3881120"/>
                </a:cubicBezTo>
                <a:cubicBezTo>
                  <a:pt x="291092" y="3642924"/>
                  <a:pt x="328157" y="3768311"/>
                  <a:pt x="284480" y="3637280"/>
                </a:cubicBezTo>
                <a:cubicBezTo>
                  <a:pt x="277707" y="3583093"/>
                  <a:pt x="268695" y="3529140"/>
                  <a:pt x="264160" y="3474720"/>
                </a:cubicBezTo>
                <a:cubicBezTo>
                  <a:pt x="255143" y="3366510"/>
                  <a:pt x="258511" y="3257189"/>
                  <a:pt x="243840" y="3149600"/>
                </a:cubicBezTo>
                <a:cubicBezTo>
                  <a:pt x="238052" y="3107154"/>
                  <a:pt x="210243" y="3069935"/>
                  <a:pt x="203200" y="3027680"/>
                </a:cubicBezTo>
                <a:cubicBezTo>
                  <a:pt x="195396" y="2980854"/>
                  <a:pt x="187572" y="2894823"/>
                  <a:pt x="162560" y="2844800"/>
                </a:cubicBezTo>
                <a:cubicBezTo>
                  <a:pt x="151638" y="2822957"/>
                  <a:pt x="131839" y="2806157"/>
                  <a:pt x="121920" y="2783840"/>
                </a:cubicBezTo>
                <a:cubicBezTo>
                  <a:pt x="84421" y="2699466"/>
                  <a:pt x="78344" y="2647240"/>
                  <a:pt x="60960" y="2560320"/>
                </a:cubicBezTo>
                <a:cubicBezTo>
                  <a:pt x="54187" y="2465493"/>
                  <a:pt x="50592" y="2370386"/>
                  <a:pt x="40640" y="2275840"/>
                </a:cubicBezTo>
                <a:cubicBezTo>
                  <a:pt x="37024" y="2241492"/>
                  <a:pt x="22544" y="2208706"/>
                  <a:pt x="20320" y="2174240"/>
                </a:cubicBezTo>
                <a:cubicBezTo>
                  <a:pt x="8973" y="1998369"/>
                  <a:pt x="6773" y="1822027"/>
                  <a:pt x="0" y="1645920"/>
                </a:cubicBezTo>
                <a:cubicBezTo>
                  <a:pt x="7504" y="1360760"/>
                  <a:pt x="9321" y="897813"/>
                  <a:pt x="40640" y="568960"/>
                </a:cubicBezTo>
                <a:cubicBezTo>
                  <a:pt x="44546" y="527945"/>
                  <a:pt x="40200" y="482628"/>
                  <a:pt x="60960" y="447040"/>
                </a:cubicBezTo>
                <a:cubicBezTo>
                  <a:pt x="89919" y="397395"/>
                  <a:pt x="135059" y="357001"/>
                  <a:pt x="182880" y="325120"/>
                </a:cubicBezTo>
                <a:lnTo>
                  <a:pt x="304800" y="243840"/>
                </a:lnTo>
                <a:cubicBezTo>
                  <a:pt x="359786" y="207183"/>
                  <a:pt x="382588" y="188341"/>
                  <a:pt x="447040" y="162560"/>
                </a:cubicBezTo>
                <a:cubicBezTo>
                  <a:pt x="571008" y="112973"/>
                  <a:pt x="575062" y="121048"/>
                  <a:pt x="711200" y="101600"/>
                </a:cubicBezTo>
                <a:cubicBezTo>
                  <a:pt x="845722" y="11919"/>
                  <a:pt x="789433" y="42163"/>
                  <a:pt x="873760" y="0"/>
                </a:cubicBezTo>
              </a:path>
            </a:pathLst>
          </a:custGeom>
          <a:noFill/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0" name="手繪多邊形 39"/>
          <p:cNvSpPr/>
          <p:nvPr/>
        </p:nvSpPr>
        <p:spPr>
          <a:xfrm>
            <a:off x="2895600" y="1737335"/>
            <a:ext cx="7132320" cy="7376186"/>
          </a:xfrm>
          <a:custGeom>
            <a:avLst/>
            <a:gdLst>
              <a:gd name="connsiteX0" fmla="*/ 4754880 w 4754880"/>
              <a:gd name="connsiteY0" fmla="*/ 4917457 h 4917457"/>
              <a:gd name="connsiteX1" fmla="*/ 4592320 w 4754880"/>
              <a:gd name="connsiteY1" fmla="*/ 4897137 h 4917457"/>
              <a:gd name="connsiteX2" fmla="*/ 4287520 w 4754880"/>
              <a:gd name="connsiteY2" fmla="*/ 4876817 h 4917457"/>
              <a:gd name="connsiteX3" fmla="*/ 3881120 w 4754880"/>
              <a:gd name="connsiteY3" fmla="*/ 4754897 h 4917457"/>
              <a:gd name="connsiteX4" fmla="*/ 3515360 w 4754880"/>
              <a:gd name="connsiteY4" fmla="*/ 4673617 h 4917457"/>
              <a:gd name="connsiteX5" fmla="*/ 3312160 w 4754880"/>
              <a:gd name="connsiteY5" fmla="*/ 4632977 h 4917457"/>
              <a:gd name="connsiteX6" fmla="*/ 3108960 w 4754880"/>
              <a:gd name="connsiteY6" fmla="*/ 4531377 h 4917457"/>
              <a:gd name="connsiteX7" fmla="*/ 2966720 w 4754880"/>
              <a:gd name="connsiteY7" fmla="*/ 4490737 h 4917457"/>
              <a:gd name="connsiteX8" fmla="*/ 2661920 w 4754880"/>
              <a:gd name="connsiteY8" fmla="*/ 4389137 h 4917457"/>
              <a:gd name="connsiteX9" fmla="*/ 2458720 w 4754880"/>
              <a:gd name="connsiteY9" fmla="*/ 4348497 h 4917457"/>
              <a:gd name="connsiteX10" fmla="*/ 2377440 w 4754880"/>
              <a:gd name="connsiteY10" fmla="*/ 4328177 h 4917457"/>
              <a:gd name="connsiteX11" fmla="*/ 2275840 w 4754880"/>
              <a:gd name="connsiteY11" fmla="*/ 4307857 h 4917457"/>
              <a:gd name="connsiteX12" fmla="*/ 2194560 w 4754880"/>
              <a:gd name="connsiteY12" fmla="*/ 4287537 h 4917457"/>
              <a:gd name="connsiteX13" fmla="*/ 1849120 w 4754880"/>
              <a:gd name="connsiteY13" fmla="*/ 4246897 h 4917457"/>
              <a:gd name="connsiteX14" fmla="*/ 1727200 w 4754880"/>
              <a:gd name="connsiteY14" fmla="*/ 4226577 h 4917457"/>
              <a:gd name="connsiteX15" fmla="*/ 1544320 w 4754880"/>
              <a:gd name="connsiteY15" fmla="*/ 4206257 h 4917457"/>
              <a:gd name="connsiteX16" fmla="*/ 1483360 w 4754880"/>
              <a:gd name="connsiteY16" fmla="*/ 4165617 h 4917457"/>
              <a:gd name="connsiteX17" fmla="*/ 1422400 w 4754880"/>
              <a:gd name="connsiteY17" fmla="*/ 4145297 h 4917457"/>
              <a:gd name="connsiteX18" fmla="*/ 1300480 w 4754880"/>
              <a:gd name="connsiteY18" fmla="*/ 4064017 h 4917457"/>
              <a:gd name="connsiteX19" fmla="*/ 1239520 w 4754880"/>
              <a:gd name="connsiteY19" fmla="*/ 4023377 h 4917457"/>
              <a:gd name="connsiteX20" fmla="*/ 1178560 w 4754880"/>
              <a:gd name="connsiteY20" fmla="*/ 3982737 h 4917457"/>
              <a:gd name="connsiteX21" fmla="*/ 1056640 w 4754880"/>
              <a:gd name="connsiteY21" fmla="*/ 3942097 h 4917457"/>
              <a:gd name="connsiteX22" fmla="*/ 995680 w 4754880"/>
              <a:gd name="connsiteY22" fmla="*/ 3921777 h 4917457"/>
              <a:gd name="connsiteX23" fmla="*/ 812800 w 4754880"/>
              <a:gd name="connsiteY23" fmla="*/ 3820177 h 4917457"/>
              <a:gd name="connsiteX24" fmla="*/ 711200 w 4754880"/>
              <a:gd name="connsiteY24" fmla="*/ 3698257 h 4917457"/>
              <a:gd name="connsiteX25" fmla="*/ 650240 w 4754880"/>
              <a:gd name="connsiteY25" fmla="*/ 3637297 h 4917457"/>
              <a:gd name="connsiteX26" fmla="*/ 508000 w 4754880"/>
              <a:gd name="connsiteY26" fmla="*/ 3454417 h 4917457"/>
              <a:gd name="connsiteX27" fmla="*/ 447040 w 4754880"/>
              <a:gd name="connsiteY27" fmla="*/ 3413777 h 4917457"/>
              <a:gd name="connsiteX28" fmla="*/ 426720 w 4754880"/>
              <a:gd name="connsiteY28" fmla="*/ 3352817 h 4917457"/>
              <a:gd name="connsiteX29" fmla="*/ 345440 w 4754880"/>
              <a:gd name="connsiteY29" fmla="*/ 3230897 h 4917457"/>
              <a:gd name="connsiteX30" fmla="*/ 304800 w 4754880"/>
              <a:gd name="connsiteY30" fmla="*/ 3108977 h 4917457"/>
              <a:gd name="connsiteX31" fmla="*/ 223520 w 4754880"/>
              <a:gd name="connsiteY31" fmla="*/ 2987057 h 4917457"/>
              <a:gd name="connsiteX32" fmla="*/ 182880 w 4754880"/>
              <a:gd name="connsiteY32" fmla="*/ 2926097 h 4917457"/>
              <a:gd name="connsiteX33" fmla="*/ 142240 w 4754880"/>
              <a:gd name="connsiteY33" fmla="*/ 2702577 h 4917457"/>
              <a:gd name="connsiteX34" fmla="*/ 81280 w 4754880"/>
              <a:gd name="connsiteY34" fmla="*/ 2519697 h 4917457"/>
              <a:gd name="connsiteX35" fmla="*/ 60960 w 4754880"/>
              <a:gd name="connsiteY35" fmla="*/ 2458737 h 4917457"/>
              <a:gd name="connsiteX36" fmla="*/ 40640 w 4754880"/>
              <a:gd name="connsiteY36" fmla="*/ 2336817 h 4917457"/>
              <a:gd name="connsiteX37" fmla="*/ 20320 w 4754880"/>
              <a:gd name="connsiteY37" fmla="*/ 1645937 h 4917457"/>
              <a:gd name="connsiteX38" fmla="*/ 0 w 4754880"/>
              <a:gd name="connsiteY38" fmla="*/ 1402097 h 4917457"/>
              <a:gd name="connsiteX39" fmla="*/ 20320 w 4754880"/>
              <a:gd name="connsiteY39" fmla="*/ 609617 h 4917457"/>
              <a:gd name="connsiteX40" fmla="*/ 60960 w 4754880"/>
              <a:gd name="connsiteY40" fmla="*/ 487697 h 4917457"/>
              <a:gd name="connsiteX41" fmla="*/ 101600 w 4754880"/>
              <a:gd name="connsiteY41" fmla="*/ 426737 h 4917457"/>
              <a:gd name="connsiteX42" fmla="*/ 121920 w 4754880"/>
              <a:gd name="connsiteY42" fmla="*/ 365777 h 4917457"/>
              <a:gd name="connsiteX43" fmla="*/ 162560 w 4754880"/>
              <a:gd name="connsiteY43" fmla="*/ 304817 h 4917457"/>
              <a:gd name="connsiteX44" fmla="*/ 182880 w 4754880"/>
              <a:gd name="connsiteY44" fmla="*/ 243857 h 4917457"/>
              <a:gd name="connsiteX45" fmla="*/ 264160 w 4754880"/>
              <a:gd name="connsiteY45" fmla="*/ 121937 h 4917457"/>
              <a:gd name="connsiteX46" fmla="*/ 386080 w 4754880"/>
              <a:gd name="connsiteY46" fmla="*/ 81297 h 4917457"/>
              <a:gd name="connsiteX47" fmla="*/ 447040 w 4754880"/>
              <a:gd name="connsiteY47" fmla="*/ 40657 h 4917457"/>
              <a:gd name="connsiteX48" fmla="*/ 589280 w 4754880"/>
              <a:gd name="connsiteY48" fmla="*/ 17 h 4917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4754880" h="4917457">
                <a:moveTo>
                  <a:pt x="4754880" y="4917457"/>
                </a:moveTo>
                <a:cubicBezTo>
                  <a:pt x="4700693" y="4910684"/>
                  <a:pt x="4646723" y="4901868"/>
                  <a:pt x="4592320" y="4897137"/>
                </a:cubicBezTo>
                <a:cubicBezTo>
                  <a:pt x="4490877" y="4888316"/>
                  <a:pt x="4387368" y="4896787"/>
                  <a:pt x="4287520" y="4876817"/>
                </a:cubicBezTo>
                <a:cubicBezTo>
                  <a:pt x="4148835" y="4849080"/>
                  <a:pt x="4019183" y="4785578"/>
                  <a:pt x="3881120" y="4754897"/>
                </a:cubicBezTo>
                <a:lnTo>
                  <a:pt x="3515360" y="4673617"/>
                </a:lnTo>
                <a:cubicBezTo>
                  <a:pt x="3447819" y="4659144"/>
                  <a:pt x="3312160" y="4632977"/>
                  <a:pt x="3312160" y="4632977"/>
                </a:cubicBezTo>
                <a:cubicBezTo>
                  <a:pt x="3244427" y="4599110"/>
                  <a:pt x="3178984" y="4560210"/>
                  <a:pt x="3108960" y="4531377"/>
                </a:cubicBezTo>
                <a:cubicBezTo>
                  <a:pt x="3063364" y="4512602"/>
                  <a:pt x="3013500" y="4506330"/>
                  <a:pt x="2966720" y="4490737"/>
                </a:cubicBezTo>
                <a:cubicBezTo>
                  <a:pt x="2664252" y="4389914"/>
                  <a:pt x="2939675" y="4464888"/>
                  <a:pt x="2661920" y="4389137"/>
                </a:cubicBezTo>
                <a:cubicBezTo>
                  <a:pt x="2532125" y="4353738"/>
                  <a:pt x="2620793" y="4380912"/>
                  <a:pt x="2458720" y="4348497"/>
                </a:cubicBezTo>
                <a:cubicBezTo>
                  <a:pt x="2431335" y="4343020"/>
                  <a:pt x="2404702" y="4334235"/>
                  <a:pt x="2377440" y="4328177"/>
                </a:cubicBezTo>
                <a:cubicBezTo>
                  <a:pt x="2343725" y="4320685"/>
                  <a:pt x="2309555" y="4315349"/>
                  <a:pt x="2275840" y="4307857"/>
                </a:cubicBezTo>
                <a:cubicBezTo>
                  <a:pt x="2248578" y="4301799"/>
                  <a:pt x="2221945" y="4293014"/>
                  <a:pt x="2194560" y="4287537"/>
                </a:cubicBezTo>
                <a:cubicBezTo>
                  <a:pt x="2030760" y="4254777"/>
                  <a:pt x="2055716" y="4271202"/>
                  <a:pt x="1849120" y="4246897"/>
                </a:cubicBezTo>
                <a:cubicBezTo>
                  <a:pt x="1808202" y="4242083"/>
                  <a:pt x="1768039" y="4232022"/>
                  <a:pt x="1727200" y="4226577"/>
                </a:cubicBezTo>
                <a:cubicBezTo>
                  <a:pt x="1666403" y="4218471"/>
                  <a:pt x="1605280" y="4213030"/>
                  <a:pt x="1544320" y="4206257"/>
                </a:cubicBezTo>
                <a:cubicBezTo>
                  <a:pt x="1524000" y="4192710"/>
                  <a:pt x="1505203" y="4176539"/>
                  <a:pt x="1483360" y="4165617"/>
                </a:cubicBezTo>
                <a:cubicBezTo>
                  <a:pt x="1464202" y="4156038"/>
                  <a:pt x="1441124" y="4155699"/>
                  <a:pt x="1422400" y="4145297"/>
                </a:cubicBezTo>
                <a:cubicBezTo>
                  <a:pt x="1379703" y="4121577"/>
                  <a:pt x="1341120" y="4091110"/>
                  <a:pt x="1300480" y="4064017"/>
                </a:cubicBezTo>
                <a:lnTo>
                  <a:pt x="1239520" y="4023377"/>
                </a:lnTo>
                <a:cubicBezTo>
                  <a:pt x="1219200" y="4009830"/>
                  <a:pt x="1201728" y="3990460"/>
                  <a:pt x="1178560" y="3982737"/>
                </a:cubicBezTo>
                <a:lnTo>
                  <a:pt x="1056640" y="3942097"/>
                </a:lnTo>
                <a:lnTo>
                  <a:pt x="995680" y="3921777"/>
                </a:lnTo>
                <a:cubicBezTo>
                  <a:pt x="919024" y="3896225"/>
                  <a:pt x="882671" y="3890048"/>
                  <a:pt x="812800" y="3820177"/>
                </a:cubicBezTo>
                <a:cubicBezTo>
                  <a:pt x="634704" y="3642081"/>
                  <a:pt x="852651" y="3867998"/>
                  <a:pt x="711200" y="3698257"/>
                </a:cubicBezTo>
                <a:cubicBezTo>
                  <a:pt x="692803" y="3676181"/>
                  <a:pt x="667883" y="3659980"/>
                  <a:pt x="650240" y="3637297"/>
                </a:cubicBezTo>
                <a:cubicBezTo>
                  <a:pt x="566768" y="3529976"/>
                  <a:pt x="595409" y="3527257"/>
                  <a:pt x="508000" y="3454417"/>
                </a:cubicBezTo>
                <a:cubicBezTo>
                  <a:pt x="489239" y="3438783"/>
                  <a:pt x="467360" y="3427324"/>
                  <a:pt x="447040" y="3413777"/>
                </a:cubicBezTo>
                <a:cubicBezTo>
                  <a:pt x="440267" y="3393457"/>
                  <a:pt x="437122" y="3371541"/>
                  <a:pt x="426720" y="3352817"/>
                </a:cubicBezTo>
                <a:cubicBezTo>
                  <a:pt x="403000" y="3310120"/>
                  <a:pt x="360886" y="3277234"/>
                  <a:pt x="345440" y="3230897"/>
                </a:cubicBezTo>
                <a:cubicBezTo>
                  <a:pt x="331893" y="3190257"/>
                  <a:pt x="328562" y="3144621"/>
                  <a:pt x="304800" y="3108977"/>
                </a:cubicBezTo>
                <a:lnTo>
                  <a:pt x="223520" y="2987057"/>
                </a:lnTo>
                <a:lnTo>
                  <a:pt x="182880" y="2926097"/>
                </a:lnTo>
                <a:cubicBezTo>
                  <a:pt x="168569" y="2825918"/>
                  <a:pt x="168370" y="2789676"/>
                  <a:pt x="142240" y="2702577"/>
                </a:cubicBezTo>
                <a:lnTo>
                  <a:pt x="81280" y="2519697"/>
                </a:lnTo>
                <a:cubicBezTo>
                  <a:pt x="74507" y="2499377"/>
                  <a:pt x="64481" y="2479865"/>
                  <a:pt x="60960" y="2458737"/>
                </a:cubicBezTo>
                <a:lnTo>
                  <a:pt x="40640" y="2336817"/>
                </a:lnTo>
                <a:cubicBezTo>
                  <a:pt x="33867" y="2106524"/>
                  <a:pt x="30328" y="1876112"/>
                  <a:pt x="20320" y="1645937"/>
                </a:cubicBezTo>
                <a:cubicBezTo>
                  <a:pt x="16777" y="1564452"/>
                  <a:pt x="0" y="1483659"/>
                  <a:pt x="0" y="1402097"/>
                </a:cubicBezTo>
                <a:cubicBezTo>
                  <a:pt x="0" y="1137850"/>
                  <a:pt x="2743" y="873279"/>
                  <a:pt x="20320" y="609617"/>
                </a:cubicBezTo>
                <a:cubicBezTo>
                  <a:pt x="23170" y="566874"/>
                  <a:pt x="37198" y="523341"/>
                  <a:pt x="60960" y="487697"/>
                </a:cubicBezTo>
                <a:cubicBezTo>
                  <a:pt x="74507" y="467377"/>
                  <a:pt x="90678" y="448580"/>
                  <a:pt x="101600" y="426737"/>
                </a:cubicBezTo>
                <a:cubicBezTo>
                  <a:pt x="111179" y="407579"/>
                  <a:pt x="112341" y="384935"/>
                  <a:pt x="121920" y="365777"/>
                </a:cubicBezTo>
                <a:cubicBezTo>
                  <a:pt x="132842" y="343934"/>
                  <a:pt x="151638" y="326660"/>
                  <a:pt x="162560" y="304817"/>
                </a:cubicBezTo>
                <a:cubicBezTo>
                  <a:pt x="172139" y="285659"/>
                  <a:pt x="172478" y="262581"/>
                  <a:pt x="182880" y="243857"/>
                </a:cubicBezTo>
                <a:cubicBezTo>
                  <a:pt x="206600" y="201160"/>
                  <a:pt x="217823" y="137383"/>
                  <a:pt x="264160" y="121937"/>
                </a:cubicBezTo>
                <a:cubicBezTo>
                  <a:pt x="304800" y="108390"/>
                  <a:pt x="350436" y="105059"/>
                  <a:pt x="386080" y="81297"/>
                </a:cubicBezTo>
                <a:cubicBezTo>
                  <a:pt x="406400" y="67750"/>
                  <a:pt x="424723" y="50576"/>
                  <a:pt x="447040" y="40657"/>
                </a:cubicBezTo>
                <a:cubicBezTo>
                  <a:pt x="543299" y="-2125"/>
                  <a:pt x="531195" y="17"/>
                  <a:pt x="589280" y="17"/>
                </a:cubicBezTo>
              </a:path>
            </a:pathLst>
          </a:custGeom>
          <a:noFill/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2" name="手繪多邊形 41"/>
          <p:cNvSpPr/>
          <p:nvPr/>
        </p:nvSpPr>
        <p:spPr>
          <a:xfrm>
            <a:off x="4114800" y="4677888"/>
            <a:ext cx="3992880" cy="4374672"/>
          </a:xfrm>
          <a:custGeom>
            <a:avLst/>
            <a:gdLst>
              <a:gd name="connsiteX0" fmla="*/ 2661920 w 2661920"/>
              <a:gd name="connsiteY0" fmla="*/ 2987040 h 2987040"/>
              <a:gd name="connsiteX1" fmla="*/ 2235200 w 2661920"/>
              <a:gd name="connsiteY1" fmla="*/ 2946400 h 2987040"/>
              <a:gd name="connsiteX2" fmla="*/ 2092960 w 2661920"/>
              <a:gd name="connsiteY2" fmla="*/ 2905760 h 2987040"/>
              <a:gd name="connsiteX3" fmla="*/ 1950720 w 2661920"/>
              <a:gd name="connsiteY3" fmla="*/ 2844800 h 2987040"/>
              <a:gd name="connsiteX4" fmla="*/ 1747520 w 2661920"/>
              <a:gd name="connsiteY4" fmla="*/ 2804160 h 2987040"/>
              <a:gd name="connsiteX5" fmla="*/ 1625600 w 2661920"/>
              <a:gd name="connsiteY5" fmla="*/ 2783840 h 2987040"/>
              <a:gd name="connsiteX6" fmla="*/ 1483360 w 2661920"/>
              <a:gd name="connsiteY6" fmla="*/ 2743200 h 2987040"/>
              <a:gd name="connsiteX7" fmla="*/ 1158240 w 2661920"/>
              <a:gd name="connsiteY7" fmla="*/ 2702560 h 2987040"/>
              <a:gd name="connsiteX8" fmla="*/ 1036320 w 2661920"/>
              <a:gd name="connsiteY8" fmla="*/ 2661920 h 2987040"/>
              <a:gd name="connsiteX9" fmla="*/ 975360 w 2661920"/>
              <a:gd name="connsiteY9" fmla="*/ 2641600 h 2987040"/>
              <a:gd name="connsiteX10" fmla="*/ 853440 w 2661920"/>
              <a:gd name="connsiteY10" fmla="*/ 2560320 h 2987040"/>
              <a:gd name="connsiteX11" fmla="*/ 792480 w 2661920"/>
              <a:gd name="connsiteY11" fmla="*/ 2499360 h 2987040"/>
              <a:gd name="connsiteX12" fmla="*/ 731520 w 2661920"/>
              <a:gd name="connsiteY12" fmla="*/ 2458720 h 2987040"/>
              <a:gd name="connsiteX13" fmla="*/ 690880 w 2661920"/>
              <a:gd name="connsiteY13" fmla="*/ 2397760 h 2987040"/>
              <a:gd name="connsiteX14" fmla="*/ 629920 w 2661920"/>
              <a:gd name="connsiteY14" fmla="*/ 2377440 h 2987040"/>
              <a:gd name="connsiteX15" fmla="*/ 568960 w 2661920"/>
              <a:gd name="connsiteY15" fmla="*/ 2336800 h 2987040"/>
              <a:gd name="connsiteX16" fmla="*/ 447040 w 2661920"/>
              <a:gd name="connsiteY16" fmla="*/ 2275840 h 2987040"/>
              <a:gd name="connsiteX17" fmla="*/ 406400 w 2661920"/>
              <a:gd name="connsiteY17" fmla="*/ 2214880 h 2987040"/>
              <a:gd name="connsiteX18" fmla="*/ 365760 w 2661920"/>
              <a:gd name="connsiteY18" fmla="*/ 2072640 h 2987040"/>
              <a:gd name="connsiteX19" fmla="*/ 345440 w 2661920"/>
              <a:gd name="connsiteY19" fmla="*/ 2011680 h 2987040"/>
              <a:gd name="connsiteX20" fmla="*/ 304800 w 2661920"/>
              <a:gd name="connsiteY20" fmla="*/ 1950720 h 2987040"/>
              <a:gd name="connsiteX21" fmla="*/ 203200 w 2661920"/>
              <a:gd name="connsiteY21" fmla="*/ 1767840 h 2987040"/>
              <a:gd name="connsiteX22" fmla="*/ 182880 w 2661920"/>
              <a:gd name="connsiteY22" fmla="*/ 1706880 h 2987040"/>
              <a:gd name="connsiteX23" fmla="*/ 142240 w 2661920"/>
              <a:gd name="connsiteY23" fmla="*/ 1645920 h 2987040"/>
              <a:gd name="connsiteX24" fmla="*/ 101600 w 2661920"/>
              <a:gd name="connsiteY24" fmla="*/ 1524000 h 2987040"/>
              <a:gd name="connsiteX25" fmla="*/ 81280 w 2661920"/>
              <a:gd name="connsiteY25" fmla="*/ 1463040 h 2987040"/>
              <a:gd name="connsiteX26" fmla="*/ 60960 w 2661920"/>
              <a:gd name="connsiteY26" fmla="*/ 1300480 h 2987040"/>
              <a:gd name="connsiteX27" fmla="*/ 40640 w 2661920"/>
              <a:gd name="connsiteY27" fmla="*/ 1239520 h 2987040"/>
              <a:gd name="connsiteX28" fmla="*/ 20320 w 2661920"/>
              <a:gd name="connsiteY28" fmla="*/ 934720 h 2987040"/>
              <a:gd name="connsiteX29" fmla="*/ 0 w 2661920"/>
              <a:gd name="connsiteY29" fmla="*/ 0 h 2987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2661920" h="2987040">
                <a:moveTo>
                  <a:pt x="2661920" y="2987040"/>
                </a:moveTo>
                <a:cubicBezTo>
                  <a:pt x="2519680" y="2973493"/>
                  <a:pt x="2373817" y="2981054"/>
                  <a:pt x="2235200" y="2946400"/>
                </a:cubicBezTo>
                <a:cubicBezTo>
                  <a:pt x="2193954" y="2936089"/>
                  <a:pt x="2133772" y="2923251"/>
                  <a:pt x="2092960" y="2905760"/>
                </a:cubicBezTo>
                <a:cubicBezTo>
                  <a:pt x="2022027" y="2875360"/>
                  <a:pt x="2019554" y="2860685"/>
                  <a:pt x="1950720" y="2844800"/>
                </a:cubicBezTo>
                <a:cubicBezTo>
                  <a:pt x="1883414" y="2829268"/>
                  <a:pt x="1815655" y="2815516"/>
                  <a:pt x="1747520" y="2804160"/>
                </a:cubicBezTo>
                <a:cubicBezTo>
                  <a:pt x="1706880" y="2797387"/>
                  <a:pt x="1665819" y="2792778"/>
                  <a:pt x="1625600" y="2783840"/>
                </a:cubicBezTo>
                <a:cubicBezTo>
                  <a:pt x="1429738" y="2740315"/>
                  <a:pt x="1726766" y="2787456"/>
                  <a:pt x="1483360" y="2743200"/>
                </a:cubicBezTo>
                <a:cubicBezTo>
                  <a:pt x="1392236" y="2726632"/>
                  <a:pt x="1245504" y="2712256"/>
                  <a:pt x="1158240" y="2702560"/>
                </a:cubicBezTo>
                <a:lnTo>
                  <a:pt x="1036320" y="2661920"/>
                </a:lnTo>
                <a:lnTo>
                  <a:pt x="975360" y="2641600"/>
                </a:lnTo>
                <a:cubicBezTo>
                  <a:pt x="780892" y="2447132"/>
                  <a:pt x="1029884" y="2677950"/>
                  <a:pt x="853440" y="2560320"/>
                </a:cubicBezTo>
                <a:cubicBezTo>
                  <a:pt x="829530" y="2544380"/>
                  <a:pt x="814556" y="2517757"/>
                  <a:pt x="792480" y="2499360"/>
                </a:cubicBezTo>
                <a:cubicBezTo>
                  <a:pt x="773719" y="2483726"/>
                  <a:pt x="751840" y="2472267"/>
                  <a:pt x="731520" y="2458720"/>
                </a:cubicBezTo>
                <a:cubicBezTo>
                  <a:pt x="717973" y="2438400"/>
                  <a:pt x="709950" y="2413016"/>
                  <a:pt x="690880" y="2397760"/>
                </a:cubicBezTo>
                <a:cubicBezTo>
                  <a:pt x="674154" y="2384380"/>
                  <a:pt x="649078" y="2387019"/>
                  <a:pt x="629920" y="2377440"/>
                </a:cubicBezTo>
                <a:cubicBezTo>
                  <a:pt x="608077" y="2366518"/>
                  <a:pt x="590803" y="2347722"/>
                  <a:pt x="568960" y="2336800"/>
                </a:cubicBezTo>
                <a:cubicBezTo>
                  <a:pt x="400703" y="2252672"/>
                  <a:pt x="621743" y="2392309"/>
                  <a:pt x="447040" y="2275840"/>
                </a:cubicBezTo>
                <a:cubicBezTo>
                  <a:pt x="433493" y="2255520"/>
                  <a:pt x="417322" y="2236723"/>
                  <a:pt x="406400" y="2214880"/>
                </a:cubicBezTo>
                <a:cubicBezTo>
                  <a:pt x="390160" y="2182400"/>
                  <a:pt x="374441" y="2103023"/>
                  <a:pt x="365760" y="2072640"/>
                </a:cubicBezTo>
                <a:cubicBezTo>
                  <a:pt x="359876" y="2052045"/>
                  <a:pt x="355019" y="2030838"/>
                  <a:pt x="345440" y="2011680"/>
                </a:cubicBezTo>
                <a:cubicBezTo>
                  <a:pt x="334518" y="1989837"/>
                  <a:pt x="314719" y="1973037"/>
                  <a:pt x="304800" y="1950720"/>
                </a:cubicBezTo>
                <a:cubicBezTo>
                  <a:pt x="225236" y="1771701"/>
                  <a:pt x="314466" y="1879106"/>
                  <a:pt x="203200" y="1767840"/>
                </a:cubicBezTo>
                <a:cubicBezTo>
                  <a:pt x="196427" y="1747520"/>
                  <a:pt x="192459" y="1726038"/>
                  <a:pt x="182880" y="1706880"/>
                </a:cubicBezTo>
                <a:cubicBezTo>
                  <a:pt x="171958" y="1685037"/>
                  <a:pt x="152159" y="1668237"/>
                  <a:pt x="142240" y="1645920"/>
                </a:cubicBezTo>
                <a:cubicBezTo>
                  <a:pt x="124842" y="1606774"/>
                  <a:pt x="115147" y="1564640"/>
                  <a:pt x="101600" y="1524000"/>
                </a:cubicBezTo>
                <a:lnTo>
                  <a:pt x="81280" y="1463040"/>
                </a:lnTo>
                <a:cubicBezTo>
                  <a:pt x="74507" y="1408853"/>
                  <a:pt x="70729" y="1354208"/>
                  <a:pt x="60960" y="1300480"/>
                </a:cubicBezTo>
                <a:cubicBezTo>
                  <a:pt x="57128" y="1279406"/>
                  <a:pt x="43005" y="1260808"/>
                  <a:pt x="40640" y="1239520"/>
                </a:cubicBezTo>
                <a:cubicBezTo>
                  <a:pt x="29395" y="1138317"/>
                  <a:pt x="27093" y="1036320"/>
                  <a:pt x="20320" y="934720"/>
                </a:cubicBezTo>
                <a:cubicBezTo>
                  <a:pt x="13396" y="623150"/>
                  <a:pt x="0" y="311647"/>
                  <a:pt x="0" y="0"/>
                </a:cubicBezTo>
              </a:path>
            </a:pathLst>
          </a:custGeom>
          <a:noFill/>
          <a:ln w="3810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3" name="手繪多邊形 42"/>
          <p:cNvSpPr/>
          <p:nvPr/>
        </p:nvSpPr>
        <p:spPr>
          <a:xfrm>
            <a:off x="4145280" y="4754880"/>
            <a:ext cx="6004560" cy="4297680"/>
          </a:xfrm>
          <a:custGeom>
            <a:avLst/>
            <a:gdLst>
              <a:gd name="connsiteX0" fmla="*/ 4003040 w 4003040"/>
              <a:gd name="connsiteY0" fmla="*/ 2865120 h 2865120"/>
              <a:gd name="connsiteX1" fmla="*/ 3901440 w 4003040"/>
              <a:gd name="connsiteY1" fmla="*/ 2844800 h 2865120"/>
              <a:gd name="connsiteX2" fmla="*/ 3840480 w 4003040"/>
              <a:gd name="connsiteY2" fmla="*/ 2804160 h 2865120"/>
              <a:gd name="connsiteX3" fmla="*/ 3738880 w 4003040"/>
              <a:gd name="connsiteY3" fmla="*/ 2783840 h 2865120"/>
              <a:gd name="connsiteX4" fmla="*/ 3535680 w 4003040"/>
              <a:gd name="connsiteY4" fmla="*/ 2743200 h 2865120"/>
              <a:gd name="connsiteX5" fmla="*/ 3413760 w 4003040"/>
              <a:gd name="connsiteY5" fmla="*/ 2702560 h 2865120"/>
              <a:gd name="connsiteX6" fmla="*/ 3352800 w 4003040"/>
              <a:gd name="connsiteY6" fmla="*/ 2661920 h 2865120"/>
              <a:gd name="connsiteX7" fmla="*/ 3210560 w 4003040"/>
              <a:gd name="connsiteY7" fmla="*/ 2621280 h 2865120"/>
              <a:gd name="connsiteX8" fmla="*/ 3088640 w 4003040"/>
              <a:gd name="connsiteY8" fmla="*/ 2540000 h 2865120"/>
              <a:gd name="connsiteX9" fmla="*/ 2987040 w 4003040"/>
              <a:gd name="connsiteY9" fmla="*/ 2519680 h 2865120"/>
              <a:gd name="connsiteX10" fmla="*/ 2865120 w 4003040"/>
              <a:gd name="connsiteY10" fmla="*/ 2479040 h 2865120"/>
              <a:gd name="connsiteX11" fmla="*/ 2702560 w 4003040"/>
              <a:gd name="connsiteY11" fmla="*/ 2438400 h 2865120"/>
              <a:gd name="connsiteX12" fmla="*/ 2641600 w 4003040"/>
              <a:gd name="connsiteY12" fmla="*/ 2397760 h 2865120"/>
              <a:gd name="connsiteX13" fmla="*/ 2479040 w 4003040"/>
              <a:gd name="connsiteY13" fmla="*/ 2377440 h 2865120"/>
              <a:gd name="connsiteX14" fmla="*/ 2336800 w 4003040"/>
              <a:gd name="connsiteY14" fmla="*/ 2336800 h 2865120"/>
              <a:gd name="connsiteX15" fmla="*/ 2214880 w 4003040"/>
              <a:gd name="connsiteY15" fmla="*/ 2316480 h 2865120"/>
              <a:gd name="connsiteX16" fmla="*/ 2153920 w 4003040"/>
              <a:gd name="connsiteY16" fmla="*/ 2296160 h 2865120"/>
              <a:gd name="connsiteX17" fmla="*/ 2072640 w 4003040"/>
              <a:gd name="connsiteY17" fmla="*/ 2275840 h 2865120"/>
              <a:gd name="connsiteX18" fmla="*/ 2011680 w 4003040"/>
              <a:gd name="connsiteY18" fmla="*/ 2235200 h 2865120"/>
              <a:gd name="connsiteX19" fmla="*/ 1950720 w 4003040"/>
              <a:gd name="connsiteY19" fmla="*/ 2214880 h 2865120"/>
              <a:gd name="connsiteX20" fmla="*/ 1828800 w 4003040"/>
              <a:gd name="connsiteY20" fmla="*/ 2133600 h 2865120"/>
              <a:gd name="connsiteX21" fmla="*/ 1625600 w 4003040"/>
              <a:gd name="connsiteY21" fmla="*/ 2072640 h 2865120"/>
              <a:gd name="connsiteX22" fmla="*/ 1442720 w 4003040"/>
              <a:gd name="connsiteY22" fmla="*/ 2011680 h 2865120"/>
              <a:gd name="connsiteX23" fmla="*/ 1361440 w 4003040"/>
              <a:gd name="connsiteY23" fmla="*/ 1971040 h 2865120"/>
              <a:gd name="connsiteX24" fmla="*/ 1300480 w 4003040"/>
              <a:gd name="connsiteY24" fmla="*/ 1950720 h 2865120"/>
              <a:gd name="connsiteX25" fmla="*/ 1239520 w 4003040"/>
              <a:gd name="connsiteY25" fmla="*/ 1910080 h 2865120"/>
              <a:gd name="connsiteX26" fmla="*/ 1016000 w 4003040"/>
              <a:gd name="connsiteY26" fmla="*/ 1849120 h 2865120"/>
              <a:gd name="connsiteX27" fmla="*/ 894080 w 4003040"/>
              <a:gd name="connsiteY27" fmla="*/ 1788160 h 2865120"/>
              <a:gd name="connsiteX28" fmla="*/ 812800 w 4003040"/>
              <a:gd name="connsiteY28" fmla="*/ 1666240 h 2865120"/>
              <a:gd name="connsiteX29" fmla="*/ 792480 w 4003040"/>
              <a:gd name="connsiteY29" fmla="*/ 1605280 h 2865120"/>
              <a:gd name="connsiteX30" fmla="*/ 731520 w 4003040"/>
              <a:gd name="connsiteY30" fmla="*/ 1544320 h 2865120"/>
              <a:gd name="connsiteX31" fmla="*/ 650240 w 4003040"/>
              <a:gd name="connsiteY31" fmla="*/ 1300480 h 2865120"/>
              <a:gd name="connsiteX32" fmla="*/ 629920 w 4003040"/>
              <a:gd name="connsiteY32" fmla="*/ 1239520 h 2865120"/>
              <a:gd name="connsiteX33" fmla="*/ 609600 w 4003040"/>
              <a:gd name="connsiteY33" fmla="*/ 1178560 h 2865120"/>
              <a:gd name="connsiteX34" fmla="*/ 568960 w 4003040"/>
              <a:gd name="connsiteY34" fmla="*/ 1117600 h 2865120"/>
              <a:gd name="connsiteX35" fmla="*/ 548640 w 4003040"/>
              <a:gd name="connsiteY35" fmla="*/ 1056640 h 2865120"/>
              <a:gd name="connsiteX36" fmla="*/ 447040 w 4003040"/>
              <a:gd name="connsiteY36" fmla="*/ 934720 h 2865120"/>
              <a:gd name="connsiteX37" fmla="*/ 386080 w 4003040"/>
              <a:gd name="connsiteY37" fmla="*/ 812800 h 2865120"/>
              <a:gd name="connsiteX38" fmla="*/ 345440 w 4003040"/>
              <a:gd name="connsiteY38" fmla="*/ 690880 h 2865120"/>
              <a:gd name="connsiteX39" fmla="*/ 304800 w 4003040"/>
              <a:gd name="connsiteY39" fmla="*/ 629920 h 2865120"/>
              <a:gd name="connsiteX40" fmla="*/ 264160 w 4003040"/>
              <a:gd name="connsiteY40" fmla="*/ 508000 h 2865120"/>
              <a:gd name="connsiteX41" fmla="*/ 243840 w 4003040"/>
              <a:gd name="connsiteY41" fmla="*/ 447040 h 2865120"/>
              <a:gd name="connsiteX42" fmla="*/ 162560 w 4003040"/>
              <a:gd name="connsiteY42" fmla="*/ 325120 h 2865120"/>
              <a:gd name="connsiteX43" fmla="*/ 121920 w 4003040"/>
              <a:gd name="connsiteY43" fmla="*/ 203200 h 2865120"/>
              <a:gd name="connsiteX44" fmla="*/ 101600 w 4003040"/>
              <a:gd name="connsiteY44" fmla="*/ 142240 h 2865120"/>
              <a:gd name="connsiteX45" fmla="*/ 0 w 4003040"/>
              <a:gd name="connsiteY45" fmla="*/ 0 h 2865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4003040" h="2865120">
                <a:moveTo>
                  <a:pt x="4003040" y="2865120"/>
                </a:moveTo>
                <a:cubicBezTo>
                  <a:pt x="3969173" y="2858347"/>
                  <a:pt x="3933778" y="2856927"/>
                  <a:pt x="3901440" y="2844800"/>
                </a:cubicBezTo>
                <a:cubicBezTo>
                  <a:pt x="3878573" y="2836225"/>
                  <a:pt x="3863347" y="2812735"/>
                  <a:pt x="3840480" y="2804160"/>
                </a:cubicBezTo>
                <a:cubicBezTo>
                  <a:pt x="3808142" y="2792033"/>
                  <a:pt x="3772860" y="2790018"/>
                  <a:pt x="3738880" y="2783840"/>
                </a:cubicBezTo>
                <a:cubicBezTo>
                  <a:pt x="3645930" y="2766940"/>
                  <a:pt x="3618621" y="2768082"/>
                  <a:pt x="3535680" y="2743200"/>
                </a:cubicBezTo>
                <a:cubicBezTo>
                  <a:pt x="3494648" y="2730890"/>
                  <a:pt x="3449404" y="2726322"/>
                  <a:pt x="3413760" y="2702560"/>
                </a:cubicBezTo>
                <a:cubicBezTo>
                  <a:pt x="3393440" y="2689013"/>
                  <a:pt x="3375247" y="2671540"/>
                  <a:pt x="3352800" y="2661920"/>
                </a:cubicBezTo>
                <a:cubicBezTo>
                  <a:pt x="3306765" y="2642191"/>
                  <a:pt x="3255045" y="2645994"/>
                  <a:pt x="3210560" y="2621280"/>
                </a:cubicBezTo>
                <a:cubicBezTo>
                  <a:pt x="3167863" y="2597560"/>
                  <a:pt x="3136535" y="2549579"/>
                  <a:pt x="3088640" y="2540000"/>
                </a:cubicBezTo>
                <a:cubicBezTo>
                  <a:pt x="3054773" y="2533227"/>
                  <a:pt x="3020360" y="2528767"/>
                  <a:pt x="2987040" y="2519680"/>
                </a:cubicBezTo>
                <a:cubicBezTo>
                  <a:pt x="2945711" y="2508408"/>
                  <a:pt x="2907126" y="2487441"/>
                  <a:pt x="2865120" y="2479040"/>
                </a:cubicBezTo>
                <a:cubicBezTo>
                  <a:pt x="2826476" y="2471311"/>
                  <a:pt x="2744216" y="2459228"/>
                  <a:pt x="2702560" y="2438400"/>
                </a:cubicBezTo>
                <a:cubicBezTo>
                  <a:pt x="2680717" y="2427478"/>
                  <a:pt x="2665161" y="2404186"/>
                  <a:pt x="2641600" y="2397760"/>
                </a:cubicBezTo>
                <a:cubicBezTo>
                  <a:pt x="2588916" y="2383392"/>
                  <a:pt x="2532905" y="2386418"/>
                  <a:pt x="2479040" y="2377440"/>
                </a:cubicBezTo>
                <a:cubicBezTo>
                  <a:pt x="2302018" y="2347936"/>
                  <a:pt x="2481748" y="2369011"/>
                  <a:pt x="2336800" y="2336800"/>
                </a:cubicBezTo>
                <a:cubicBezTo>
                  <a:pt x="2296581" y="2327862"/>
                  <a:pt x="2255099" y="2325418"/>
                  <a:pt x="2214880" y="2316480"/>
                </a:cubicBezTo>
                <a:cubicBezTo>
                  <a:pt x="2193971" y="2311834"/>
                  <a:pt x="2174515" y="2302044"/>
                  <a:pt x="2153920" y="2296160"/>
                </a:cubicBezTo>
                <a:cubicBezTo>
                  <a:pt x="2127067" y="2288488"/>
                  <a:pt x="2099733" y="2282613"/>
                  <a:pt x="2072640" y="2275840"/>
                </a:cubicBezTo>
                <a:cubicBezTo>
                  <a:pt x="2052320" y="2262293"/>
                  <a:pt x="2033523" y="2246122"/>
                  <a:pt x="2011680" y="2235200"/>
                </a:cubicBezTo>
                <a:cubicBezTo>
                  <a:pt x="1992522" y="2225621"/>
                  <a:pt x="1969444" y="2225282"/>
                  <a:pt x="1950720" y="2214880"/>
                </a:cubicBezTo>
                <a:cubicBezTo>
                  <a:pt x="1908023" y="2191160"/>
                  <a:pt x="1876185" y="2145446"/>
                  <a:pt x="1828800" y="2133600"/>
                </a:cubicBezTo>
                <a:cubicBezTo>
                  <a:pt x="1770463" y="2119016"/>
                  <a:pt x="1675071" y="2097376"/>
                  <a:pt x="1625600" y="2072640"/>
                </a:cubicBezTo>
                <a:cubicBezTo>
                  <a:pt x="1513429" y="2016554"/>
                  <a:pt x="1574023" y="2037941"/>
                  <a:pt x="1442720" y="2011680"/>
                </a:cubicBezTo>
                <a:cubicBezTo>
                  <a:pt x="1415627" y="1998133"/>
                  <a:pt x="1389282" y="1982972"/>
                  <a:pt x="1361440" y="1971040"/>
                </a:cubicBezTo>
                <a:cubicBezTo>
                  <a:pt x="1341753" y="1962603"/>
                  <a:pt x="1319638" y="1960299"/>
                  <a:pt x="1300480" y="1950720"/>
                </a:cubicBezTo>
                <a:cubicBezTo>
                  <a:pt x="1278637" y="1939798"/>
                  <a:pt x="1262387" y="1918655"/>
                  <a:pt x="1239520" y="1910080"/>
                </a:cubicBezTo>
                <a:cubicBezTo>
                  <a:pt x="1152277" y="1877364"/>
                  <a:pt x="1100775" y="1905637"/>
                  <a:pt x="1016000" y="1849120"/>
                </a:cubicBezTo>
                <a:cubicBezTo>
                  <a:pt x="937218" y="1796599"/>
                  <a:pt x="978208" y="1816203"/>
                  <a:pt x="894080" y="1788160"/>
                </a:cubicBezTo>
                <a:cubicBezTo>
                  <a:pt x="866987" y="1747520"/>
                  <a:pt x="828246" y="1712577"/>
                  <a:pt x="812800" y="1666240"/>
                </a:cubicBezTo>
                <a:cubicBezTo>
                  <a:pt x="806027" y="1645920"/>
                  <a:pt x="804361" y="1623102"/>
                  <a:pt x="792480" y="1605280"/>
                </a:cubicBezTo>
                <a:cubicBezTo>
                  <a:pt x="776540" y="1581370"/>
                  <a:pt x="751840" y="1564640"/>
                  <a:pt x="731520" y="1544320"/>
                </a:cubicBezTo>
                <a:lnTo>
                  <a:pt x="650240" y="1300480"/>
                </a:lnTo>
                <a:lnTo>
                  <a:pt x="629920" y="1239520"/>
                </a:lnTo>
                <a:cubicBezTo>
                  <a:pt x="623147" y="1219200"/>
                  <a:pt x="621481" y="1196382"/>
                  <a:pt x="609600" y="1178560"/>
                </a:cubicBezTo>
                <a:cubicBezTo>
                  <a:pt x="596053" y="1158240"/>
                  <a:pt x="579882" y="1139443"/>
                  <a:pt x="568960" y="1117600"/>
                </a:cubicBezTo>
                <a:cubicBezTo>
                  <a:pt x="559381" y="1098442"/>
                  <a:pt x="558219" y="1075798"/>
                  <a:pt x="548640" y="1056640"/>
                </a:cubicBezTo>
                <a:cubicBezTo>
                  <a:pt x="520350" y="1000060"/>
                  <a:pt x="491980" y="979660"/>
                  <a:pt x="447040" y="934720"/>
                </a:cubicBezTo>
                <a:cubicBezTo>
                  <a:pt x="372933" y="712399"/>
                  <a:pt x="491122" y="1049145"/>
                  <a:pt x="386080" y="812800"/>
                </a:cubicBezTo>
                <a:cubicBezTo>
                  <a:pt x="368682" y="773654"/>
                  <a:pt x="369202" y="726524"/>
                  <a:pt x="345440" y="690880"/>
                </a:cubicBezTo>
                <a:cubicBezTo>
                  <a:pt x="331893" y="670560"/>
                  <a:pt x="314719" y="652237"/>
                  <a:pt x="304800" y="629920"/>
                </a:cubicBezTo>
                <a:cubicBezTo>
                  <a:pt x="287402" y="590774"/>
                  <a:pt x="277707" y="548640"/>
                  <a:pt x="264160" y="508000"/>
                </a:cubicBezTo>
                <a:cubicBezTo>
                  <a:pt x="257387" y="487680"/>
                  <a:pt x="255721" y="464862"/>
                  <a:pt x="243840" y="447040"/>
                </a:cubicBezTo>
                <a:cubicBezTo>
                  <a:pt x="216747" y="406400"/>
                  <a:pt x="178006" y="371457"/>
                  <a:pt x="162560" y="325120"/>
                </a:cubicBezTo>
                <a:lnTo>
                  <a:pt x="121920" y="203200"/>
                </a:lnTo>
                <a:cubicBezTo>
                  <a:pt x="115147" y="182880"/>
                  <a:pt x="113481" y="160062"/>
                  <a:pt x="101600" y="142240"/>
                </a:cubicBezTo>
                <a:cubicBezTo>
                  <a:pt x="15007" y="12350"/>
                  <a:pt x="54857" y="54857"/>
                  <a:pt x="0" y="0"/>
                </a:cubicBezTo>
              </a:path>
            </a:pathLst>
          </a:custGeom>
          <a:noFill/>
          <a:ln w="3810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/>
              <p:cNvSpPr txBox="1"/>
              <p:nvPr/>
            </p:nvSpPr>
            <p:spPr>
              <a:xfrm>
                <a:off x="6725005" y="280908"/>
                <a:ext cx="51371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4" name="文字方塊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5005" y="280908"/>
                <a:ext cx="513715" cy="553720"/>
              </a:xfrm>
              <a:prstGeom prst="rect">
                <a:avLst/>
              </a:prstGeom>
              <a:blipFill rotWithShape="1">
                <a:blip r:embed="rId4"/>
                <a:stretch>
                  <a:fillRect l="-69" t="-43" r="-14764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/>
              <p:cNvSpPr txBox="1"/>
              <p:nvPr/>
            </p:nvSpPr>
            <p:spPr>
              <a:xfrm>
                <a:off x="13245381" y="257214"/>
                <a:ext cx="51879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5" name="文字方塊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45381" y="257214"/>
                <a:ext cx="518795" cy="553720"/>
              </a:xfrm>
              <a:prstGeom prst="rect">
                <a:avLst/>
              </a:prstGeom>
              <a:blipFill rotWithShape="1">
                <a:blip r:embed="rId5"/>
                <a:stretch>
                  <a:fillRect l="-106" t="-7" r="-14092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直線單箭頭接點 45"/>
          <p:cNvCxnSpPr>
            <a:stCxn id="12" idx="0"/>
            <a:endCxn id="18" idx="2"/>
          </p:cNvCxnSpPr>
          <p:nvPr/>
        </p:nvCxnSpPr>
        <p:spPr>
          <a:xfrm flipV="1">
            <a:off x="10267683" y="6705257"/>
            <a:ext cx="2840298" cy="2395447"/>
          </a:xfrm>
          <a:prstGeom prst="straightConnector1">
            <a:avLst/>
          </a:prstGeom>
          <a:ln w="3810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>
            <a:cxnSpLocks/>
            <a:stCxn id="63" idx="0"/>
            <a:endCxn id="18" idx="2"/>
          </p:cNvCxnSpPr>
          <p:nvPr/>
        </p:nvCxnSpPr>
        <p:spPr>
          <a:xfrm flipV="1">
            <a:off x="8152584" y="6705257"/>
            <a:ext cx="4955397" cy="2375035"/>
          </a:xfrm>
          <a:prstGeom prst="straightConnector1">
            <a:avLst/>
          </a:prstGeom>
          <a:ln w="3810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>
            <a:stCxn id="11" idx="0"/>
            <a:endCxn id="19" idx="2"/>
          </p:cNvCxnSpPr>
          <p:nvPr/>
        </p:nvCxnSpPr>
        <p:spPr>
          <a:xfrm flipV="1">
            <a:off x="8159998" y="4634004"/>
            <a:ext cx="2622782" cy="4466697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>
            <a:stCxn id="12" idx="0"/>
            <a:endCxn id="19" idx="2"/>
          </p:cNvCxnSpPr>
          <p:nvPr/>
        </p:nvCxnSpPr>
        <p:spPr>
          <a:xfrm flipV="1">
            <a:off x="10267683" y="4634004"/>
            <a:ext cx="515097" cy="4466700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手繪多邊形 60"/>
          <p:cNvSpPr/>
          <p:nvPr/>
        </p:nvSpPr>
        <p:spPr>
          <a:xfrm>
            <a:off x="10344150" y="3629025"/>
            <a:ext cx="5145612" cy="5457825"/>
          </a:xfrm>
          <a:custGeom>
            <a:avLst/>
            <a:gdLst>
              <a:gd name="connsiteX0" fmla="*/ 0 w 3430408"/>
              <a:gd name="connsiteY0" fmla="*/ 3638550 h 3638550"/>
              <a:gd name="connsiteX1" fmla="*/ 571500 w 3430408"/>
              <a:gd name="connsiteY1" fmla="*/ 3619500 h 3638550"/>
              <a:gd name="connsiteX2" fmla="*/ 723900 w 3430408"/>
              <a:gd name="connsiteY2" fmla="*/ 3581400 h 3638550"/>
              <a:gd name="connsiteX3" fmla="*/ 990600 w 3430408"/>
              <a:gd name="connsiteY3" fmla="*/ 3562350 h 3638550"/>
              <a:gd name="connsiteX4" fmla="*/ 1200150 w 3430408"/>
              <a:gd name="connsiteY4" fmla="*/ 3524250 h 3638550"/>
              <a:gd name="connsiteX5" fmla="*/ 1257300 w 3430408"/>
              <a:gd name="connsiteY5" fmla="*/ 3505200 h 3638550"/>
              <a:gd name="connsiteX6" fmla="*/ 1352550 w 3430408"/>
              <a:gd name="connsiteY6" fmla="*/ 3486150 h 3638550"/>
              <a:gd name="connsiteX7" fmla="*/ 1409700 w 3430408"/>
              <a:gd name="connsiteY7" fmla="*/ 3448050 h 3638550"/>
              <a:gd name="connsiteX8" fmla="*/ 1600200 w 3430408"/>
              <a:gd name="connsiteY8" fmla="*/ 3409950 h 3638550"/>
              <a:gd name="connsiteX9" fmla="*/ 2019300 w 3430408"/>
              <a:gd name="connsiteY9" fmla="*/ 3371850 h 3638550"/>
              <a:gd name="connsiteX10" fmla="*/ 2076450 w 3430408"/>
              <a:gd name="connsiteY10" fmla="*/ 3352800 h 3638550"/>
              <a:gd name="connsiteX11" fmla="*/ 2247900 w 3430408"/>
              <a:gd name="connsiteY11" fmla="*/ 3314700 h 3638550"/>
              <a:gd name="connsiteX12" fmla="*/ 2362200 w 3430408"/>
              <a:gd name="connsiteY12" fmla="*/ 3257550 h 3638550"/>
              <a:gd name="connsiteX13" fmla="*/ 2438400 w 3430408"/>
              <a:gd name="connsiteY13" fmla="*/ 3219450 h 3638550"/>
              <a:gd name="connsiteX14" fmla="*/ 2647950 w 3430408"/>
              <a:gd name="connsiteY14" fmla="*/ 3048000 h 3638550"/>
              <a:gd name="connsiteX15" fmla="*/ 2724150 w 3430408"/>
              <a:gd name="connsiteY15" fmla="*/ 2990850 h 3638550"/>
              <a:gd name="connsiteX16" fmla="*/ 2762250 w 3430408"/>
              <a:gd name="connsiteY16" fmla="*/ 2933700 h 3638550"/>
              <a:gd name="connsiteX17" fmla="*/ 2838450 w 3430408"/>
              <a:gd name="connsiteY17" fmla="*/ 2857500 h 3638550"/>
              <a:gd name="connsiteX18" fmla="*/ 2876550 w 3430408"/>
              <a:gd name="connsiteY18" fmla="*/ 2800350 h 3638550"/>
              <a:gd name="connsiteX19" fmla="*/ 2933700 w 3430408"/>
              <a:gd name="connsiteY19" fmla="*/ 2724150 h 3638550"/>
              <a:gd name="connsiteX20" fmla="*/ 2990850 w 3430408"/>
              <a:gd name="connsiteY20" fmla="*/ 2571750 h 3638550"/>
              <a:gd name="connsiteX21" fmla="*/ 3048000 w 3430408"/>
              <a:gd name="connsiteY21" fmla="*/ 2495550 h 3638550"/>
              <a:gd name="connsiteX22" fmla="*/ 3124200 w 3430408"/>
              <a:gd name="connsiteY22" fmla="*/ 2305050 h 3638550"/>
              <a:gd name="connsiteX23" fmla="*/ 3162300 w 3430408"/>
              <a:gd name="connsiteY23" fmla="*/ 2247900 h 3638550"/>
              <a:gd name="connsiteX24" fmla="*/ 3181350 w 3430408"/>
              <a:gd name="connsiteY24" fmla="*/ 2190750 h 3638550"/>
              <a:gd name="connsiteX25" fmla="*/ 3219450 w 3430408"/>
              <a:gd name="connsiteY25" fmla="*/ 2133600 h 3638550"/>
              <a:gd name="connsiteX26" fmla="*/ 3276600 w 3430408"/>
              <a:gd name="connsiteY26" fmla="*/ 1924050 h 3638550"/>
              <a:gd name="connsiteX27" fmla="*/ 3295650 w 3430408"/>
              <a:gd name="connsiteY27" fmla="*/ 1866900 h 3638550"/>
              <a:gd name="connsiteX28" fmla="*/ 3314700 w 3430408"/>
              <a:gd name="connsiteY28" fmla="*/ 1714500 h 3638550"/>
              <a:gd name="connsiteX29" fmla="*/ 3333750 w 3430408"/>
              <a:gd name="connsiteY29" fmla="*/ 1581150 h 3638550"/>
              <a:gd name="connsiteX30" fmla="*/ 3371850 w 3430408"/>
              <a:gd name="connsiteY30" fmla="*/ 1181100 h 3638550"/>
              <a:gd name="connsiteX31" fmla="*/ 3390900 w 3430408"/>
              <a:gd name="connsiteY31" fmla="*/ 495300 h 3638550"/>
              <a:gd name="connsiteX32" fmla="*/ 3429000 w 3430408"/>
              <a:gd name="connsiteY32" fmla="*/ 152400 h 3638550"/>
              <a:gd name="connsiteX33" fmla="*/ 3429000 w 3430408"/>
              <a:gd name="connsiteY33" fmla="*/ 0 h 3638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430408" h="3638550">
                <a:moveTo>
                  <a:pt x="0" y="3638550"/>
                </a:moveTo>
                <a:cubicBezTo>
                  <a:pt x="190500" y="3632200"/>
                  <a:pt x="381205" y="3630374"/>
                  <a:pt x="571500" y="3619500"/>
                </a:cubicBezTo>
                <a:cubicBezTo>
                  <a:pt x="920122" y="3599579"/>
                  <a:pt x="491110" y="3608787"/>
                  <a:pt x="723900" y="3581400"/>
                </a:cubicBezTo>
                <a:cubicBezTo>
                  <a:pt x="812416" y="3570986"/>
                  <a:pt x="901700" y="3568700"/>
                  <a:pt x="990600" y="3562350"/>
                </a:cubicBezTo>
                <a:cubicBezTo>
                  <a:pt x="1041553" y="3553858"/>
                  <a:pt x="1146900" y="3537563"/>
                  <a:pt x="1200150" y="3524250"/>
                </a:cubicBezTo>
                <a:cubicBezTo>
                  <a:pt x="1219631" y="3519380"/>
                  <a:pt x="1237819" y="3510070"/>
                  <a:pt x="1257300" y="3505200"/>
                </a:cubicBezTo>
                <a:cubicBezTo>
                  <a:pt x="1288712" y="3497347"/>
                  <a:pt x="1320800" y="3492500"/>
                  <a:pt x="1352550" y="3486150"/>
                </a:cubicBezTo>
                <a:cubicBezTo>
                  <a:pt x="1371600" y="3473450"/>
                  <a:pt x="1389222" y="3458289"/>
                  <a:pt x="1409700" y="3448050"/>
                </a:cubicBezTo>
                <a:cubicBezTo>
                  <a:pt x="1462898" y="3421451"/>
                  <a:pt x="1551057" y="3416970"/>
                  <a:pt x="1600200" y="3409950"/>
                </a:cubicBezTo>
                <a:cubicBezTo>
                  <a:pt x="1781992" y="3349353"/>
                  <a:pt x="1576981" y="3412061"/>
                  <a:pt x="2019300" y="3371850"/>
                </a:cubicBezTo>
                <a:cubicBezTo>
                  <a:pt x="2039298" y="3370032"/>
                  <a:pt x="2056969" y="3357670"/>
                  <a:pt x="2076450" y="3352800"/>
                </a:cubicBezTo>
                <a:cubicBezTo>
                  <a:pt x="2233583" y="3313517"/>
                  <a:pt x="2111009" y="3353812"/>
                  <a:pt x="2247900" y="3314700"/>
                </a:cubicBezTo>
                <a:cubicBezTo>
                  <a:pt x="2335218" y="3289752"/>
                  <a:pt x="2278710" y="3305258"/>
                  <a:pt x="2362200" y="3257550"/>
                </a:cubicBezTo>
                <a:cubicBezTo>
                  <a:pt x="2386856" y="3243461"/>
                  <a:pt x="2414771" y="3235202"/>
                  <a:pt x="2438400" y="3219450"/>
                </a:cubicBezTo>
                <a:cubicBezTo>
                  <a:pt x="2716651" y="3033949"/>
                  <a:pt x="2501649" y="3173401"/>
                  <a:pt x="2647950" y="3048000"/>
                </a:cubicBezTo>
                <a:cubicBezTo>
                  <a:pt x="2672056" y="3027337"/>
                  <a:pt x="2701699" y="3013301"/>
                  <a:pt x="2724150" y="2990850"/>
                </a:cubicBezTo>
                <a:cubicBezTo>
                  <a:pt x="2740339" y="2974661"/>
                  <a:pt x="2747350" y="2951083"/>
                  <a:pt x="2762250" y="2933700"/>
                </a:cubicBezTo>
                <a:cubicBezTo>
                  <a:pt x="2785627" y="2906427"/>
                  <a:pt x="2815073" y="2884773"/>
                  <a:pt x="2838450" y="2857500"/>
                </a:cubicBezTo>
                <a:cubicBezTo>
                  <a:pt x="2853350" y="2840117"/>
                  <a:pt x="2863242" y="2818981"/>
                  <a:pt x="2876550" y="2800350"/>
                </a:cubicBezTo>
                <a:cubicBezTo>
                  <a:pt x="2895004" y="2774514"/>
                  <a:pt x="2916873" y="2751074"/>
                  <a:pt x="2933700" y="2724150"/>
                </a:cubicBezTo>
                <a:cubicBezTo>
                  <a:pt x="3074366" y="2499084"/>
                  <a:pt x="2881146" y="2791158"/>
                  <a:pt x="2990850" y="2571750"/>
                </a:cubicBezTo>
                <a:cubicBezTo>
                  <a:pt x="3005049" y="2543352"/>
                  <a:pt x="3028950" y="2520950"/>
                  <a:pt x="3048000" y="2495550"/>
                </a:cubicBezTo>
                <a:cubicBezTo>
                  <a:pt x="3079224" y="2401878"/>
                  <a:pt x="3079352" y="2383535"/>
                  <a:pt x="3124200" y="2305050"/>
                </a:cubicBezTo>
                <a:cubicBezTo>
                  <a:pt x="3135559" y="2285171"/>
                  <a:pt x="3152061" y="2268378"/>
                  <a:pt x="3162300" y="2247900"/>
                </a:cubicBezTo>
                <a:cubicBezTo>
                  <a:pt x="3171280" y="2229939"/>
                  <a:pt x="3172370" y="2208711"/>
                  <a:pt x="3181350" y="2190750"/>
                </a:cubicBezTo>
                <a:cubicBezTo>
                  <a:pt x="3191589" y="2170272"/>
                  <a:pt x="3210151" y="2154522"/>
                  <a:pt x="3219450" y="2133600"/>
                </a:cubicBezTo>
                <a:cubicBezTo>
                  <a:pt x="3266157" y="2028510"/>
                  <a:pt x="3250990" y="2026491"/>
                  <a:pt x="3276600" y="1924050"/>
                </a:cubicBezTo>
                <a:cubicBezTo>
                  <a:pt x="3281470" y="1904569"/>
                  <a:pt x="3289300" y="1885950"/>
                  <a:pt x="3295650" y="1866900"/>
                </a:cubicBezTo>
                <a:cubicBezTo>
                  <a:pt x="3302000" y="1816100"/>
                  <a:pt x="3307934" y="1765246"/>
                  <a:pt x="3314700" y="1714500"/>
                </a:cubicBezTo>
                <a:cubicBezTo>
                  <a:pt x="3320634" y="1669993"/>
                  <a:pt x="3328967" y="1625796"/>
                  <a:pt x="3333750" y="1581150"/>
                </a:cubicBezTo>
                <a:cubicBezTo>
                  <a:pt x="3348020" y="1447959"/>
                  <a:pt x="3371850" y="1181100"/>
                  <a:pt x="3371850" y="1181100"/>
                </a:cubicBezTo>
                <a:cubicBezTo>
                  <a:pt x="3378200" y="952500"/>
                  <a:pt x="3380966" y="723772"/>
                  <a:pt x="3390900" y="495300"/>
                </a:cubicBezTo>
                <a:cubicBezTo>
                  <a:pt x="3408620" y="87732"/>
                  <a:pt x="3407188" y="501395"/>
                  <a:pt x="3429000" y="152400"/>
                </a:cubicBezTo>
                <a:cubicBezTo>
                  <a:pt x="3432169" y="101699"/>
                  <a:pt x="3429000" y="50800"/>
                  <a:pt x="3429000" y="0"/>
                </a:cubicBezTo>
              </a:path>
            </a:pathLst>
          </a:custGeom>
          <a:noFill/>
          <a:ln w="381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3" name="手繪多邊形 62"/>
          <p:cNvSpPr/>
          <p:nvPr/>
        </p:nvSpPr>
        <p:spPr>
          <a:xfrm>
            <a:off x="8152584" y="3629025"/>
            <a:ext cx="7335066" cy="5451267"/>
          </a:xfrm>
          <a:custGeom>
            <a:avLst/>
            <a:gdLst>
              <a:gd name="connsiteX0" fmla="*/ 0 w 3467100"/>
              <a:gd name="connsiteY0" fmla="*/ 3581400 h 3581400"/>
              <a:gd name="connsiteX1" fmla="*/ 285750 w 3467100"/>
              <a:gd name="connsiteY1" fmla="*/ 3562350 h 3581400"/>
              <a:gd name="connsiteX2" fmla="*/ 381000 w 3467100"/>
              <a:gd name="connsiteY2" fmla="*/ 3467100 h 3581400"/>
              <a:gd name="connsiteX3" fmla="*/ 514350 w 3467100"/>
              <a:gd name="connsiteY3" fmla="*/ 3429000 h 3581400"/>
              <a:gd name="connsiteX4" fmla="*/ 762000 w 3467100"/>
              <a:gd name="connsiteY4" fmla="*/ 3371850 h 3581400"/>
              <a:gd name="connsiteX5" fmla="*/ 990600 w 3467100"/>
              <a:gd name="connsiteY5" fmla="*/ 3333750 h 3581400"/>
              <a:gd name="connsiteX6" fmla="*/ 1066800 w 3467100"/>
              <a:gd name="connsiteY6" fmla="*/ 3314700 h 3581400"/>
              <a:gd name="connsiteX7" fmla="*/ 1257300 w 3467100"/>
              <a:gd name="connsiteY7" fmla="*/ 3200400 h 3581400"/>
              <a:gd name="connsiteX8" fmla="*/ 1333500 w 3467100"/>
              <a:gd name="connsiteY8" fmla="*/ 3181350 h 3581400"/>
              <a:gd name="connsiteX9" fmla="*/ 1485900 w 3467100"/>
              <a:gd name="connsiteY9" fmla="*/ 3124200 h 3581400"/>
              <a:gd name="connsiteX10" fmla="*/ 1619250 w 3467100"/>
              <a:gd name="connsiteY10" fmla="*/ 3105150 h 3581400"/>
              <a:gd name="connsiteX11" fmla="*/ 1695450 w 3467100"/>
              <a:gd name="connsiteY11" fmla="*/ 3086100 h 3581400"/>
              <a:gd name="connsiteX12" fmla="*/ 1847850 w 3467100"/>
              <a:gd name="connsiteY12" fmla="*/ 3067050 h 3581400"/>
              <a:gd name="connsiteX13" fmla="*/ 1905000 w 3467100"/>
              <a:gd name="connsiteY13" fmla="*/ 3009900 h 3581400"/>
              <a:gd name="connsiteX14" fmla="*/ 1943100 w 3467100"/>
              <a:gd name="connsiteY14" fmla="*/ 2952750 h 3581400"/>
              <a:gd name="connsiteX15" fmla="*/ 2000250 w 3467100"/>
              <a:gd name="connsiteY15" fmla="*/ 2914650 h 3581400"/>
              <a:gd name="connsiteX16" fmla="*/ 2152650 w 3467100"/>
              <a:gd name="connsiteY16" fmla="*/ 2800350 h 3581400"/>
              <a:gd name="connsiteX17" fmla="*/ 2266950 w 3467100"/>
              <a:gd name="connsiteY17" fmla="*/ 2686050 h 3581400"/>
              <a:gd name="connsiteX18" fmla="*/ 2324100 w 3467100"/>
              <a:gd name="connsiteY18" fmla="*/ 2628900 h 3581400"/>
              <a:gd name="connsiteX19" fmla="*/ 2343150 w 3467100"/>
              <a:gd name="connsiteY19" fmla="*/ 2571750 h 3581400"/>
              <a:gd name="connsiteX20" fmla="*/ 2362200 w 3467100"/>
              <a:gd name="connsiteY20" fmla="*/ 2495550 h 3581400"/>
              <a:gd name="connsiteX21" fmla="*/ 2438400 w 3467100"/>
              <a:gd name="connsiteY21" fmla="*/ 2381250 h 3581400"/>
              <a:gd name="connsiteX22" fmla="*/ 2495550 w 3467100"/>
              <a:gd name="connsiteY22" fmla="*/ 2209800 h 3581400"/>
              <a:gd name="connsiteX23" fmla="*/ 2514600 w 3467100"/>
              <a:gd name="connsiteY23" fmla="*/ 2152650 h 3581400"/>
              <a:gd name="connsiteX24" fmla="*/ 2552700 w 3467100"/>
              <a:gd name="connsiteY24" fmla="*/ 2019300 h 3581400"/>
              <a:gd name="connsiteX25" fmla="*/ 2628900 w 3467100"/>
              <a:gd name="connsiteY25" fmla="*/ 1905000 h 3581400"/>
              <a:gd name="connsiteX26" fmla="*/ 2705100 w 3467100"/>
              <a:gd name="connsiteY26" fmla="*/ 1790700 h 3581400"/>
              <a:gd name="connsiteX27" fmla="*/ 2743200 w 3467100"/>
              <a:gd name="connsiteY27" fmla="*/ 1676400 h 3581400"/>
              <a:gd name="connsiteX28" fmla="*/ 2762250 w 3467100"/>
              <a:gd name="connsiteY28" fmla="*/ 1619250 h 3581400"/>
              <a:gd name="connsiteX29" fmla="*/ 2800350 w 3467100"/>
              <a:gd name="connsiteY29" fmla="*/ 1562100 h 3581400"/>
              <a:gd name="connsiteX30" fmla="*/ 2838450 w 3467100"/>
              <a:gd name="connsiteY30" fmla="*/ 1390650 h 3581400"/>
              <a:gd name="connsiteX31" fmla="*/ 2895600 w 3467100"/>
              <a:gd name="connsiteY31" fmla="*/ 1352550 h 3581400"/>
              <a:gd name="connsiteX32" fmla="*/ 2933700 w 3467100"/>
              <a:gd name="connsiteY32" fmla="*/ 1295400 h 3581400"/>
              <a:gd name="connsiteX33" fmla="*/ 2971800 w 3467100"/>
              <a:gd name="connsiteY33" fmla="*/ 1219200 h 3581400"/>
              <a:gd name="connsiteX34" fmla="*/ 3028950 w 3467100"/>
              <a:gd name="connsiteY34" fmla="*/ 1181100 h 3581400"/>
              <a:gd name="connsiteX35" fmla="*/ 3067050 w 3467100"/>
              <a:gd name="connsiteY35" fmla="*/ 1123950 h 3581400"/>
              <a:gd name="connsiteX36" fmla="*/ 3086100 w 3467100"/>
              <a:gd name="connsiteY36" fmla="*/ 1066800 h 3581400"/>
              <a:gd name="connsiteX37" fmla="*/ 3124200 w 3467100"/>
              <a:gd name="connsiteY37" fmla="*/ 838200 h 3581400"/>
              <a:gd name="connsiteX38" fmla="*/ 3143250 w 3467100"/>
              <a:gd name="connsiteY38" fmla="*/ 781050 h 3581400"/>
              <a:gd name="connsiteX39" fmla="*/ 3162300 w 3467100"/>
              <a:gd name="connsiteY39" fmla="*/ 609600 h 3581400"/>
              <a:gd name="connsiteX40" fmla="*/ 3257550 w 3467100"/>
              <a:gd name="connsiteY40" fmla="*/ 514350 h 3581400"/>
              <a:gd name="connsiteX41" fmla="*/ 3352800 w 3467100"/>
              <a:gd name="connsiteY41" fmla="*/ 400050 h 3581400"/>
              <a:gd name="connsiteX42" fmla="*/ 3371850 w 3467100"/>
              <a:gd name="connsiteY42" fmla="*/ 323850 h 3581400"/>
              <a:gd name="connsiteX43" fmla="*/ 3409950 w 3467100"/>
              <a:gd name="connsiteY43" fmla="*/ 133350 h 3581400"/>
              <a:gd name="connsiteX44" fmla="*/ 3467100 w 3467100"/>
              <a:gd name="connsiteY44" fmla="*/ 0 h 3581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3467100" h="3581400">
                <a:moveTo>
                  <a:pt x="0" y="3581400"/>
                </a:moveTo>
                <a:cubicBezTo>
                  <a:pt x="95250" y="3575050"/>
                  <a:pt x="191587" y="3578044"/>
                  <a:pt x="285750" y="3562350"/>
                </a:cubicBezTo>
                <a:cubicBezTo>
                  <a:pt x="357939" y="3550318"/>
                  <a:pt x="334211" y="3504532"/>
                  <a:pt x="381000" y="3467100"/>
                </a:cubicBezTo>
                <a:cubicBezTo>
                  <a:pt x="393804" y="3456857"/>
                  <a:pt x="508874" y="3430643"/>
                  <a:pt x="514350" y="3429000"/>
                </a:cubicBezTo>
                <a:cubicBezTo>
                  <a:pt x="704528" y="3371947"/>
                  <a:pt x="551683" y="3401895"/>
                  <a:pt x="762000" y="3371850"/>
                </a:cubicBezTo>
                <a:cubicBezTo>
                  <a:pt x="889616" y="3329311"/>
                  <a:pt x="753619" y="3370209"/>
                  <a:pt x="990600" y="3333750"/>
                </a:cubicBezTo>
                <a:cubicBezTo>
                  <a:pt x="1016477" y="3329769"/>
                  <a:pt x="1041400" y="3321050"/>
                  <a:pt x="1066800" y="3314700"/>
                </a:cubicBezTo>
                <a:cubicBezTo>
                  <a:pt x="1123768" y="3276722"/>
                  <a:pt x="1190354" y="3225505"/>
                  <a:pt x="1257300" y="3200400"/>
                </a:cubicBezTo>
                <a:cubicBezTo>
                  <a:pt x="1281815" y="3191207"/>
                  <a:pt x="1308662" y="3189629"/>
                  <a:pt x="1333500" y="3181350"/>
                </a:cubicBezTo>
                <a:cubicBezTo>
                  <a:pt x="1351773" y="3175259"/>
                  <a:pt x="1452459" y="3130888"/>
                  <a:pt x="1485900" y="3124200"/>
                </a:cubicBezTo>
                <a:cubicBezTo>
                  <a:pt x="1529929" y="3115394"/>
                  <a:pt x="1575073" y="3113182"/>
                  <a:pt x="1619250" y="3105150"/>
                </a:cubicBezTo>
                <a:cubicBezTo>
                  <a:pt x="1645009" y="3100466"/>
                  <a:pt x="1669625" y="3090404"/>
                  <a:pt x="1695450" y="3086100"/>
                </a:cubicBezTo>
                <a:cubicBezTo>
                  <a:pt x="1745949" y="3077684"/>
                  <a:pt x="1797050" y="3073400"/>
                  <a:pt x="1847850" y="3067050"/>
                </a:cubicBezTo>
                <a:cubicBezTo>
                  <a:pt x="1866900" y="3048000"/>
                  <a:pt x="1887753" y="3030596"/>
                  <a:pt x="1905000" y="3009900"/>
                </a:cubicBezTo>
                <a:cubicBezTo>
                  <a:pt x="1919657" y="2992311"/>
                  <a:pt x="1926911" y="2968939"/>
                  <a:pt x="1943100" y="2952750"/>
                </a:cubicBezTo>
                <a:cubicBezTo>
                  <a:pt x="1959289" y="2936561"/>
                  <a:pt x="1981734" y="2928116"/>
                  <a:pt x="2000250" y="2914650"/>
                </a:cubicBezTo>
                <a:cubicBezTo>
                  <a:pt x="2051605" y="2877301"/>
                  <a:pt x="2107749" y="2845251"/>
                  <a:pt x="2152650" y="2800350"/>
                </a:cubicBezTo>
                <a:lnTo>
                  <a:pt x="2266950" y="2686050"/>
                </a:lnTo>
                <a:lnTo>
                  <a:pt x="2324100" y="2628900"/>
                </a:lnTo>
                <a:cubicBezTo>
                  <a:pt x="2330450" y="2609850"/>
                  <a:pt x="2337633" y="2591058"/>
                  <a:pt x="2343150" y="2571750"/>
                </a:cubicBezTo>
                <a:cubicBezTo>
                  <a:pt x="2350343" y="2546576"/>
                  <a:pt x="2350491" y="2518968"/>
                  <a:pt x="2362200" y="2495550"/>
                </a:cubicBezTo>
                <a:cubicBezTo>
                  <a:pt x="2382678" y="2454594"/>
                  <a:pt x="2423920" y="2424691"/>
                  <a:pt x="2438400" y="2381250"/>
                </a:cubicBezTo>
                <a:lnTo>
                  <a:pt x="2495550" y="2209800"/>
                </a:lnTo>
                <a:cubicBezTo>
                  <a:pt x="2501900" y="2190750"/>
                  <a:pt x="2509730" y="2172131"/>
                  <a:pt x="2514600" y="2152650"/>
                </a:cubicBezTo>
                <a:cubicBezTo>
                  <a:pt x="2519084" y="2134714"/>
                  <a:pt x="2540278" y="2041660"/>
                  <a:pt x="2552700" y="2019300"/>
                </a:cubicBezTo>
                <a:cubicBezTo>
                  <a:pt x="2574938" y="1979272"/>
                  <a:pt x="2614420" y="1948441"/>
                  <a:pt x="2628900" y="1905000"/>
                </a:cubicBezTo>
                <a:cubicBezTo>
                  <a:pt x="2656469" y="1822292"/>
                  <a:pt x="2633751" y="1862049"/>
                  <a:pt x="2705100" y="1790700"/>
                </a:cubicBezTo>
                <a:lnTo>
                  <a:pt x="2743200" y="1676400"/>
                </a:lnTo>
                <a:cubicBezTo>
                  <a:pt x="2749550" y="1657350"/>
                  <a:pt x="2751111" y="1635958"/>
                  <a:pt x="2762250" y="1619250"/>
                </a:cubicBezTo>
                <a:lnTo>
                  <a:pt x="2800350" y="1562100"/>
                </a:lnTo>
                <a:cubicBezTo>
                  <a:pt x="2800770" y="1560001"/>
                  <a:pt x="2830763" y="1402180"/>
                  <a:pt x="2838450" y="1390650"/>
                </a:cubicBezTo>
                <a:cubicBezTo>
                  <a:pt x="2851150" y="1371600"/>
                  <a:pt x="2876550" y="1365250"/>
                  <a:pt x="2895600" y="1352550"/>
                </a:cubicBezTo>
                <a:cubicBezTo>
                  <a:pt x="2908300" y="1333500"/>
                  <a:pt x="2922341" y="1315279"/>
                  <a:pt x="2933700" y="1295400"/>
                </a:cubicBezTo>
                <a:cubicBezTo>
                  <a:pt x="2947789" y="1270744"/>
                  <a:pt x="2953620" y="1241016"/>
                  <a:pt x="2971800" y="1219200"/>
                </a:cubicBezTo>
                <a:cubicBezTo>
                  <a:pt x="2986457" y="1201611"/>
                  <a:pt x="3009900" y="1193800"/>
                  <a:pt x="3028950" y="1181100"/>
                </a:cubicBezTo>
                <a:cubicBezTo>
                  <a:pt x="3041650" y="1162050"/>
                  <a:pt x="3056811" y="1144428"/>
                  <a:pt x="3067050" y="1123950"/>
                </a:cubicBezTo>
                <a:cubicBezTo>
                  <a:pt x="3076030" y="1105989"/>
                  <a:pt x="3080583" y="1086108"/>
                  <a:pt x="3086100" y="1066800"/>
                </a:cubicBezTo>
                <a:cubicBezTo>
                  <a:pt x="3123954" y="934311"/>
                  <a:pt x="3089413" y="1029528"/>
                  <a:pt x="3124200" y="838200"/>
                </a:cubicBezTo>
                <a:cubicBezTo>
                  <a:pt x="3127792" y="818443"/>
                  <a:pt x="3136900" y="800100"/>
                  <a:pt x="3143250" y="781050"/>
                </a:cubicBezTo>
                <a:cubicBezTo>
                  <a:pt x="3149600" y="723900"/>
                  <a:pt x="3148354" y="665385"/>
                  <a:pt x="3162300" y="609600"/>
                </a:cubicBezTo>
                <a:cubicBezTo>
                  <a:pt x="3177005" y="550779"/>
                  <a:pt x="3217445" y="547771"/>
                  <a:pt x="3257550" y="514350"/>
                </a:cubicBezTo>
                <a:cubicBezTo>
                  <a:pt x="3312555" y="468513"/>
                  <a:pt x="3315338" y="456244"/>
                  <a:pt x="3352800" y="400050"/>
                </a:cubicBezTo>
                <a:cubicBezTo>
                  <a:pt x="3359150" y="374650"/>
                  <a:pt x="3366364" y="349451"/>
                  <a:pt x="3371850" y="323850"/>
                </a:cubicBezTo>
                <a:cubicBezTo>
                  <a:pt x="3385419" y="260530"/>
                  <a:pt x="3389472" y="194784"/>
                  <a:pt x="3409950" y="133350"/>
                </a:cubicBezTo>
                <a:cubicBezTo>
                  <a:pt x="3450890" y="10531"/>
                  <a:pt x="3419652" y="47448"/>
                  <a:pt x="3467100" y="0"/>
                </a:cubicBezTo>
              </a:path>
            </a:pathLst>
          </a:custGeom>
          <a:noFill/>
          <a:ln w="381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4" name="手繪多邊形 63"/>
          <p:cNvSpPr/>
          <p:nvPr/>
        </p:nvSpPr>
        <p:spPr>
          <a:xfrm>
            <a:off x="9772650" y="1685925"/>
            <a:ext cx="916316" cy="7372350"/>
          </a:xfrm>
          <a:custGeom>
            <a:avLst/>
            <a:gdLst>
              <a:gd name="connsiteX0" fmla="*/ 342900 w 610877"/>
              <a:gd name="connsiteY0" fmla="*/ 4914900 h 4914900"/>
              <a:gd name="connsiteX1" fmla="*/ 323850 w 610877"/>
              <a:gd name="connsiteY1" fmla="*/ 4686300 h 4914900"/>
              <a:gd name="connsiteX2" fmla="*/ 304800 w 610877"/>
              <a:gd name="connsiteY2" fmla="*/ 4552950 h 4914900"/>
              <a:gd name="connsiteX3" fmla="*/ 285750 w 610877"/>
              <a:gd name="connsiteY3" fmla="*/ 4133850 h 4914900"/>
              <a:gd name="connsiteX4" fmla="*/ 266700 w 610877"/>
              <a:gd name="connsiteY4" fmla="*/ 4038600 h 4914900"/>
              <a:gd name="connsiteX5" fmla="*/ 247650 w 610877"/>
              <a:gd name="connsiteY5" fmla="*/ 3905250 h 4914900"/>
              <a:gd name="connsiteX6" fmla="*/ 190500 w 610877"/>
              <a:gd name="connsiteY6" fmla="*/ 3505200 h 4914900"/>
              <a:gd name="connsiteX7" fmla="*/ 171450 w 610877"/>
              <a:gd name="connsiteY7" fmla="*/ 3448050 h 4914900"/>
              <a:gd name="connsiteX8" fmla="*/ 114300 w 610877"/>
              <a:gd name="connsiteY8" fmla="*/ 3048000 h 4914900"/>
              <a:gd name="connsiteX9" fmla="*/ 76200 w 610877"/>
              <a:gd name="connsiteY9" fmla="*/ 2933700 h 4914900"/>
              <a:gd name="connsiteX10" fmla="*/ 57150 w 610877"/>
              <a:gd name="connsiteY10" fmla="*/ 2781300 h 4914900"/>
              <a:gd name="connsiteX11" fmla="*/ 38100 w 610877"/>
              <a:gd name="connsiteY11" fmla="*/ 2705100 h 4914900"/>
              <a:gd name="connsiteX12" fmla="*/ 0 w 610877"/>
              <a:gd name="connsiteY12" fmla="*/ 2419350 h 4914900"/>
              <a:gd name="connsiteX13" fmla="*/ 19050 w 610877"/>
              <a:gd name="connsiteY13" fmla="*/ 1695450 h 4914900"/>
              <a:gd name="connsiteX14" fmla="*/ 38100 w 610877"/>
              <a:gd name="connsiteY14" fmla="*/ 1638300 h 4914900"/>
              <a:gd name="connsiteX15" fmla="*/ 76200 w 610877"/>
              <a:gd name="connsiteY15" fmla="*/ 1485900 h 4914900"/>
              <a:gd name="connsiteX16" fmla="*/ 133350 w 610877"/>
              <a:gd name="connsiteY16" fmla="*/ 1447800 h 4914900"/>
              <a:gd name="connsiteX17" fmla="*/ 190500 w 610877"/>
              <a:gd name="connsiteY17" fmla="*/ 1238250 h 4914900"/>
              <a:gd name="connsiteX18" fmla="*/ 209550 w 610877"/>
              <a:gd name="connsiteY18" fmla="*/ 1162050 h 4914900"/>
              <a:gd name="connsiteX19" fmla="*/ 247650 w 610877"/>
              <a:gd name="connsiteY19" fmla="*/ 1047750 h 4914900"/>
              <a:gd name="connsiteX20" fmla="*/ 304800 w 610877"/>
              <a:gd name="connsiteY20" fmla="*/ 800100 h 4914900"/>
              <a:gd name="connsiteX21" fmla="*/ 419100 w 610877"/>
              <a:gd name="connsiteY21" fmla="*/ 723900 h 4914900"/>
              <a:gd name="connsiteX22" fmla="*/ 495300 w 610877"/>
              <a:gd name="connsiteY22" fmla="*/ 609600 h 4914900"/>
              <a:gd name="connsiteX23" fmla="*/ 533400 w 610877"/>
              <a:gd name="connsiteY23" fmla="*/ 552450 h 4914900"/>
              <a:gd name="connsiteX24" fmla="*/ 552450 w 610877"/>
              <a:gd name="connsiteY24" fmla="*/ 381000 h 4914900"/>
              <a:gd name="connsiteX25" fmla="*/ 590550 w 610877"/>
              <a:gd name="connsiteY25" fmla="*/ 209550 h 4914900"/>
              <a:gd name="connsiteX26" fmla="*/ 609600 w 610877"/>
              <a:gd name="connsiteY26" fmla="*/ 95250 h 4914900"/>
              <a:gd name="connsiteX27" fmla="*/ 609600 w 610877"/>
              <a:gd name="connsiteY27" fmla="*/ 0 h 491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10877" h="4914900">
                <a:moveTo>
                  <a:pt x="342900" y="4914900"/>
                </a:moveTo>
                <a:cubicBezTo>
                  <a:pt x="336550" y="4838700"/>
                  <a:pt x="331855" y="4762344"/>
                  <a:pt x="323850" y="4686300"/>
                </a:cubicBezTo>
                <a:cubicBezTo>
                  <a:pt x="319150" y="4641645"/>
                  <a:pt x="307889" y="4597745"/>
                  <a:pt x="304800" y="4552950"/>
                </a:cubicBezTo>
                <a:cubicBezTo>
                  <a:pt x="295178" y="4413437"/>
                  <a:pt x="296081" y="4273312"/>
                  <a:pt x="285750" y="4133850"/>
                </a:cubicBezTo>
                <a:cubicBezTo>
                  <a:pt x="283358" y="4101560"/>
                  <a:pt x="272023" y="4070538"/>
                  <a:pt x="266700" y="4038600"/>
                </a:cubicBezTo>
                <a:cubicBezTo>
                  <a:pt x="259318" y="3994310"/>
                  <a:pt x="253219" y="3949805"/>
                  <a:pt x="247650" y="3905250"/>
                </a:cubicBezTo>
                <a:cubicBezTo>
                  <a:pt x="235791" y="3810374"/>
                  <a:pt x="216932" y="3584496"/>
                  <a:pt x="190500" y="3505200"/>
                </a:cubicBezTo>
                <a:lnTo>
                  <a:pt x="171450" y="3448050"/>
                </a:lnTo>
                <a:cubicBezTo>
                  <a:pt x="161567" y="3359104"/>
                  <a:pt x="138077" y="3119330"/>
                  <a:pt x="114300" y="3048000"/>
                </a:cubicBezTo>
                <a:lnTo>
                  <a:pt x="76200" y="2933700"/>
                </a:lnTo>
                <a:cubicBezTo>
                  <a:pt x="69850" y="2882900"/>
                  <a:pt x="65566" y="2831799"/>
                  <a:pt x="57150" y="2781300"/>
                </a:cubicBezTo>
                <a:cubicBezTo>
                  <a:pt x="52846" y="2755475"/>
                  <a:pt x="41560" y="2731052"/>
                  <a:pt x="38100" y="2705100"/>
                </a:cubicBezTo>
                <a:cubicBezTo>
                  <a:pt x="-4741" y="2383794"/>
                  <a:pt x="44057" y="2595578"/>
                  <a:pt x="0" y="2419350"/>
                </a:cubicBezTo>
                <a:cubicBezTo>
                  <a:pt x="6350" y="2178050"/>
                  <a:pt x="7289" y="1936547"/>
                  <a:pt x="19050" y="1695450"/>
                </a:cubicBezTo>
                <a:cubicBezTo>
                  <a:pt x="20028" y="1675393"/>
                  <a:pt x="33230" y="1657781"/>
                  <a:pt x="38100" y="1638300"/>
                </a:cubicBezTo>
                <a:cubicBezTo>
                  <a:pt x="39394" y="1633125"/>
                  <a:pt x="60365" y="1505693"/>
                  <a:pt x="76200" y="1485900"/>
                </a:cubicBezTo>
                <a:cubicBezTo>
                  <a:pt x="90503" y="1468022"/>
                  <a:pt x="114300" y="1460500"/>
                  <a:pt x="133350" y="1447800"/>
                </a:cubicBezTo>
                <a:cubicBezTo>
                  <a:pt x="168959" y="1340974"/>
                  <a:pt x="147530" y="1410131"/>
                  <a:pt x="190500" y="1238250"/>
                </a:cubicBezTo>
                <a:cubicBezTo>
                  <a:pt x="196850" y="1212850"/>
                  <a:pt x="201271" y="1186888"/>
                  <a:pt x="209550" y="1162050"/>
                </a:cubicBezTo>
                <a:lnTo>
                  <a:pt x="247650" y="1047750"/>
                </a:lnTo>
                <a:cubicBezTo>
                  <a:pt x="250837" y="1025439"/>
                  <a:pt x="271769" y="822121"/>
                  <a:pt x="304800" y="800100"/>
                </a:cubicBezTo>
                <a:lnTo>
                  <a:pt x="419100" y="723900"/>
                </a:lnTo>
                <a:lnTo>
                  <a:pt x="495300" y="609600"/>
                </a:lnTo>
                <a:lnTo>
                  <a:pt x="533400" y="552450"/>
                </a:lnTo>
                <a:cubicBezTo>
                  <a:pt x="539750" y="495300"/>
                  <a:pt x="544318" y="437924"/>
                  <a:pt x="552450" y="381000"/>
                </a:cubicBezTo>
                <a:cubicBezTo>
                  <a:pt x="569085" y="264552"/>
                  <a:pt x="569751" y="313543"/>
                  <a:pt x="590550" y="209550"/>
                </a:cubicBezTo>
                <a:cubicBezTo>
                  <a:pt x="598125" y="171675"/>
                  <a:pt x="606103" y="133717"/>
                  <a:pt x="609600" y="95250"/>
                </a:cubicBezTo>
                <a:cubicBezTo>
                  <a:pt x="612475" y="63630"/>
                  <a:pt x="609600" y="31750"/>
                  <a:pt x="609600" y="0"/>
                </a:cubicBezTo>
              </a:path>
            </a:pathLst>
          </a:custGeom>
          <a:noFill/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5" name="手繪多邊形 64"/>
          <p:cNvSpPr/>
          <p:nvPr/>
        </p:nvSpPr>
        <p:spPr>
          <a:xfrm>
            <a:off x="8143875" y="1571625"/>
            <a:ext cx="2638905" cy="7458075"/>
          </a:xfrm>
          <a:custGeom>
            <a:avLst/>
            <a:gdLst>
              <a:gd name="connsiteX0" fmla="*/ 0 w 1759270"/>
              <a:gd name="connsiteY0" fmla="*/ 4972050 h 4972050"/>
              <a:gd name="connsiteX1" fmla="*/ 38100 w 1759270"/>
              <a:gd name="connsiteY1" fmla="*/ 4552950 h 4972050"/>
              <a:gd name="connsiteX2" fmla="*/ 95250 w 1759270"/>
              <a:gd name="connsiteY2" fmla="*/ 4324350 h 4972050"/>
              <a:gd name="connsiteX3" fmla="*/ 190500 w 1759270"/>
              <a:gd name="connsiteY3" fmla="*/ 4210050 h 4972050"/>
              <a:gd name="connsiteX4" fmla="*/ 266700 w 1759270"/>
              <a:gd name="connsiteY4" fmla="*/ 4038600 h 4972050"/>
              <a:gd name="connsiteX5" fmla="*/ 285750 w 1759270"/>
              <a:gd name="connsiteY5" fmla="*/ 3943350 h 4972050"/>
              <a:gd name="connsiteX6" fmla="*/ 323850 w 1759270"/>
              <a:gd name="connsiteY6" fmla="*/ 3867150 h 4972050"/>
              <a:gd name="connsiteX7" fmla="*/ 381000 w 1759270"/>
              <a:gd name="connsiteY7" fmla="*/ 3676650 h 4972050"/>
              <a:gd name="connsiteX8" fmla="*/ 457200 w 1759270"/>
              <a:gd name="connsiteY8" fmla="*/ 3486150 h 4972050"/>
              <a:gd name="connsiteX9" fmla="*/ 495300 w 1759270"/>
              <a:gd name="connsiteY9" fmla="*/ 3333750 h 4972050"/>
              <a:gd name="connsiteX10" fmla="*/ 514350 w 1759270"/>
              <a:gd name="connsiteY10" fmla="*/ 3276600 h 4972050"/>
              <a:gd name="connsiteX11" fmla="*/ 628650 w 1759270"/>
              <a:gd name="connsiteY11" fmla="*/ 3219450 h 4972050"/>
              <a:gd name="connsiteX12" fmla="*/ 647700 w 1759270"/>
              <a:gd name="connsiteY12" fmla="*/ 3162300 h 4972050"/>
              <a:gd name="connsiteX13" fmla="*/ 685800 w 1759270"/>
              <a:gd name="connsiteY13" fmla="*/ 2724150 h 4972050"/>
              <a:gd name="connsiteX14" fmla="*/ 704850 w 1759270"/>
              <a:gd name="connsiteY14" fmla="*/ 2667000 h 4972050"/>
              <a:gd name="connsiteX15" fmla="*/ 723900 w 1759270"/>
              <a:gd name="connsiteY15" fmla="*/ 2571750 h 4972050"/>
              <a:gd name="connsiteX16" fmla="*/ 762000 w 1759270"/>
              <a:gd name="connsiteY16" fmla="*/ 2514600 h 4972050"/>
              <a:gd name="connsiteX17" fmla="*/ 781050 w 1759270"/>
              <a:gd name="connsiteY17" fmla="*/ 2457450 h 4972050"/>
              <a:gd name="connsiteX18" fmla="*/ 800100 w 1759270"/>
              <a:gd name="connsiteY18" fmla="*/ 2286000 h 4972050"/>
              <a:gd name="connsiteX19" fmla="*/ 819150 w 1759270"/>
              <a:gd name="connsiteY19" fmla="*/ 2228850 h 4972050"/>
              <a:gd name="connsiteX20" fmla="*/ 838200 w 1759270"/>
              <a:gd name="connsiteY20" fmla="*/ 2152650 h 4972050"/>
              <a:gd name="connsiteX21" fmla="*/ 857250 w 1759270"/>
              <a:gd name="connsiteY21" fmla="*/ 2038350 h 4972050"/>
              <a:gd name="connsiteX22" fmla="*/ 876300 w 1759270"/>
              <a:gd name="connsiteY22" fmla="*/ 1962150 h 4972050"/>
              <a:gd name="connsiteX23" fmla="*/ 914400 w 1759270"/>
              <a:gd name="connsiteY23" fmla="*/ 1809750 h 4972050"/>
              <a:gd name="connsiteX24" fmla="*/ 952500 w 1759270"/>
              <a:gd name="connsiteY24" fmla="*/ 1752600 h 4972050"/>
              <a:gd name="connsiteX25" fmla="*/ 971550 w 1759270"/>
              <a:gd name="connsiteY25" fmla="*/ 1600200 h 4972050"/>
              <a:gd name="connsiteX26" fmla="*/ 990600 w 1759270"/>
              <a:gd name="connsiteY26" fmla="*/ 1543050 h 4972050"/>
              <a:gd name="connsiteX27" fmla="*/ 1009650 w 1759270"/>
              <a:gd name="connsiteY27" fmla="*/ 1447800 h 4972050"/>
              <a:gd name="connsiteX28" fmla="*/ 1047750 w 1759270"/>
              <a:gd name="connsiteY28" fmla="*/ 1333500 h 4972050"/>
              <a:gd name="connsiteX29" fmla="*/ 1104900 w 1759270"/>
              <a:gd name="connsiteY29" fmla="*/ 1314450 h 4972050"/>
              <a:gd name="connsiteX30" fmla="*/ 1162050 w 1759270"/>
              <a:gd name="connsiteY30" fmla="*/ 1200150 h 4972050"/>
              <a:gd name="connsiteX31" fmla="*/ 1219200 w 1759270"/>
              <a:gd name="connsiteY31" fmla="*/ 1028700 h 4972050"/>
              <a:gd name="connsiteX32" fmla="*/ 1238250 w 1759270"/>
              <a:gd name="connsiteY32" fmla="*/ 971550 h 4972050"/>
              <a:gd name="connsiteX33" fmla="*/ 1276350 w 1759270"/>
              <a:gd name="connsiteY33" fmla="*/ 914400 h 4972050"/>
              <a:gd name="connsiteX34" fmla="*/ 1295400 w 1759270"/>
              <a:gd name="connsiteY34" fmla="*/ 857250 h 4972050"/>
              <a:gd name="connsiteX35" fmla="*/ 1352550 w 1759270"/>
              <a:gd name="connsiteY35" fmla="*/ 800100 h 4972050"/>
              <a:gd name="connsiteX36" fmla="*/ 1447800 w 1759270"/>
              <a:gd name="connsiteY36" fmla="*/ 685800 h 4972050"/>
              <a:gd name="connsiteX37" fmla="*/ 1562100 w 1759270"/>
              <a:gd name="connsiteY37" fmla="*/ 609600 h 4972050"/>
              <a:gd name="connsiteX38" fmla="*/ 1619250 w 1759270"/>
              <a:gd name="connsiteY38" fmla="*/ 152400 h 4972050"/>
              <a:gd name="connsiteX39" fmla="*/ 1752600 w 1759270"/>
              <a:gd name="connsiteY39" fmla="*/ 114300 h 4972050"/>
              <a:gd name="connsiteX40" fmla="*/ 1752600 w 1759270"/>
              <a:gd name="connsiteY40" fmla="*/ 0 h 497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759270" h="4972050">
                <a:moveTo>
                  <a:pt x="0" y="4972050"/>
                </a:moveTo>
                <a:cubicBezTo>
                  <a:pt x="15210" y="4759104"/>
                  <a:pt x="12296" y="4733579"/>
                  <a:pt x="38100" y="4552950"/>
                </a:cubicBezTo>
                <a:cubicBezTo>
                  <a:pt x="45891" y="4498414"/>
                  <a:pt x="63507" y="4371964"/>
                  <a:pt x="95250" y="4324350"/>
                </a:cubicBezTo>
                <a:cubicBezTo>
                  <a:pt x="148294" y="4244784"/>
                  <a:pt x="117161" y="4283389"/>
                  <a:pt x="190500" y="4210050"/>
                </a:cubicBezTo>
                <a:cubicBezTo>
                  <a:pt x="235840" y="4074030"/>
                  <a:pt x="206323" y="4129166"/>
                  <a:pt x="266700" y="4038600"/>
                </a:cubicBezTo>
                <a:cubicBezTo>
                  <a:pt x="273050" y="4006850"/>
                  <a:pt x="275511" y="3974067"/>
                  <a:pt x="285750" y="3943350"/>
                </a:cubicBezTo>
                <a:cubicBezTo>
                  <a:pt x="294730" y="3916409"/>
                  <a:pt x="315690" y="3894350"/>
                  <a:pt x="323850" y="3867150"/>
                </a:cubicBezTo>
                <a:cubicBezTo>
                  <a:pt x="395006" y="3629964"/>
                  <a:pt x="290750" y="3857151"/>
                  <a:pt x="381000" y="3676650"/>
                </a:cubicBezTo>
                <a:cubicBezTo>
                  <a:pt x="417330" y="3422342"/>
                  <a:pt x="360218" y="3631623"/>
                  <a:pt x="457200" y="3486150"/>
                </a:cubicBezTo>
                <a:cubicBezTo>
                  <a:pt x="474618" y="3460023"/>
                  <a:pt x="491453" y="3349138"/>
                  <a:pt x="495300" y="3333750"/>
                </a:cubicBezTo>
                <a:cubicBezTo>
                  <a:pt x="500170" y="3314269"/>
                  <a:pt x="501806" y="3292280"/>
                  <a:pt x="514350" y="3276600"/>
                </a:cubicBezTo>
                <a:cubicBezTo>
                  <a:pt x="541207" y="3243028"/>
                  <a:pt x="591002" y="3231999"/>
                  <a:pt x="628650" y="3219450"/>
                </a:cubicBezTo>
                <a:cubicBezTo>
                  <a:pt x="635000" y="3200400"/>
                  <a:pt x="645398" y="3182248"/>
                  <a:pt x="647700" y="3162300"/>
                </a:cubicBezTo>
                <a:cubicBezTo>
                  <a:pt x="664504" y="3016665"/>
                  <a:pt x="639441" y="2863228"/>
                  <a:pt x="685800" y="2724150"/>
                </a:cubicBezTo>
                <a:cubicBezTo>
                  <a:pt x="692150" y="2705100"/>
                  <a:pt x="699980" y="2686481"/>
                  <a:pt x="704850" y="2667000"/>
                </a:cubicBezTo>
                <a:cubicBezTo>
                  <a:pt x="712703" y="2635588"/>
                  <a:pt x="712531" y="2602067"/>
                  <a:pt x="723900" y="2571750"/>
                </a:cubicBezTo>
                <a:cubicBezTo>
                  <a:pt x="731939" y="2550313"/>
                  <a:pt x="751761" y="2535078"/>
                  <a:pt x="762000" y="2514600"/>
                </a:cubicBezTo>
                <a:cubicBezTo>
                  <a:pt x="770980" y="2496639"/>
                  <a:pt x="774700" y="2476500"/>
                  <a:pt x="781050" y="2457450"/>
                </a:cubicBezTo>
                <a:cubicBezTo>
                  <a:pt x="787400" y="2400300"/>
                  <a:pt x="790647" y="2342719"/>
                  <a:pt x="800100" y="2286000"/>
                </a:cubicBezTo>
                <a:cubicBezTo>
                  <a:pt x="803401" y="2266193"/>
                  <a:pt x="813633" y="2248158"/>
                  <a:pt x="819150" y="2228850"/>
                </a:cubicBezTo>
                <a:cubicBezTo>
                  <a:pt x="826343" y="2203676"/>
                  <a:pt x="833065" y="2178323"/>
                  <a:pt x="838200" y="2152650"/>
                </a:cubicBezTo>
                <a:cubicBezTo>
                  <a:pt x="845775" y="2114775"/>
                  <a:pt x="849675" y="2076225"/>
                  <a:pt x="857250" y="2038350"/>
                </a:cubicBezTo>
                <a:cubicBezTo>
                  <a:pt x="862385" y="2012677"/>
                  <a:pt x="870620" y="1987708"/>
                  <a:pt x="876300" y="1962150"/>
                </a:cubicBezTo>
                <a:cubicBezTo>
                  <a:pt x="884995" y="1923023"/>
                  <a:pt x="893975" y="1850600"/>
                  <a:pt x="914400" y="1809750"/>
                </a:cubicBezTo>
                <a:cubicBezTo>
                  <a:pt x="924639" y="1789272"/>
                  <a:pt x="939800" y="1771650"/>
                  <a:pt x="952500" y="1752600"/>
                </a:cubicBezTo>
                <a:cubicBezTo>
                  <a:pt x="958850" y="1701800"/>
                  <a:pt x="962392" y="1650570"/>
                  <a:pt x="971550" y="1600200"/>
                </a:cubicBezTo>
                <a:cubicBezTo>
                  <a:pt x="975142" y="1580443"/>
                  <a:pt x="985730" y="1562531"/>
                  <a:pt x="990600" y="1543050"/>
                </a:cubicBezTo>
                <a:cubicBezTo>
                  <a:pt x="998453" y="1511638"/>
                  <a:pt x="1001131" y="1479038"/>
                  <a:pt x="1009650" y="1447800"/>
                </a:cubicBezTo>
                <a:cubicBezTo>
                  <a:pt x="1020217" y="1409054"/>
                  <a:pt x="1009650" y="1346200"/>
                  <a:pt x="1047750" y="1333500"/>
                </a:cubicBezTo>
                <a:lnTo>
                  <a:pt x="1104900" y="1314450"/>
                </a:lnTo>
                <a:cubicBezTo>
                  <a:pt x="1174375" y="1106024"/>
                  <a:pt x="1063573" y="1421724"/>
                  <a:pt x="1162050" y="1200150"/>
                </a:cubicBezTo>
                <a:lnTo>
                  <a:pt x="1219200" y="1028700"/>
                </a:lnTo>
                <a:cubicBezTo>
                  <a:pt x="1225550" y="1009650"/>
                  <a:pt x="1227111" y="988258"/>
                  <a:pt x="1238250" y="971550"/>
                </a:cubicBezTo>
                <a:cubicBezTo>
                  <a:pt x="1250950" y="952500"/>
                  <a:pt x="1266111" y="934878"/>
                  <a:pt x="1276350" y="914400"/>
                </a:cubicBezTo>
                <a:cubicBezTo>
                  <a:pt x="1285330" y="896439"/>
                  <a:pt x="1284261" y="873958"/>
                  <a:pt x="1295400" y="857250"/>
                </a:cubicBezTo>
                <a:cubicBezTo>
                  <a:pt x="1310344" y="834834"/>
                  <a:pt x="1335303" y="820796"/>
                  <a:pt x="1352550" y="800100"/>
                </a:cubicBezTo>
                <a:cubicBezTo>
                  <a:pt x="1410480" y="730584"/>
                  <a:pt x="1368712" y="747313"/>
                  <a:pt x="1447800" y="685800"/>
                </a:cubicBezTo>
                <a:cubicBezTo>
                  <a:pt x="1483945" y="657687"/>
                  <a:pt x="1562100" y="609600"/>
                  <a:pt x="1562100" y="609600"/>
                </a:cubicBezTo>
                <a:cubicBezTo>
                  <a:pt x="1694023" y="411715"/>
                  <a:pt x="1483832" y="748237"/>
                  <a:pt x="1619250" y="152400"/>
                </a:cubicBezTo>
                <a:cubicBezTo>
                  <a:pt x="1626249" y="121606"/>
                  <a:pt x="1738628" y="146901"/>
                  <a:pt x="1752600" y="114300"/>
                </a:cubicBezTo>
                <a:cubicBezTo>
                  <a:pt x="1767608" y="79281"/>
                  <a:pt x="1752600" y="38100"/>
                  <a:pt x="1752600" y="0"/>
                </a:cubicBezTo>
              </a:path>
            </a:pathLst>
          </a:custGeom>
          <a:noFill/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6" name="矩形 65"/>
          <p:cNvSpPr/>
          <p:nvPr/>
        </p:nvSpPr>
        <p:spPr>
          <a:xfrm>
            <a:off x="6184143" y="2985216"/>
            <a:ext cx="822816" cy="7667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7" name="矩形 66"/>
          <p:cNvSpPr/>
          <p:nvPr/>
        </p:nvSpPr>
        <p:spPr>
          <a:xfrm>
            <a:off x="12669555" y="2968082"/>
            <a:ext cx="822816" cy="7667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" name="文字方塊 1"/>
          <p:cNvSpPr txBox="1"/>
          <p:nvPr/>
        </p:nvSpPr>
        <p:spPr>
          <a:xfrm>
            <a:off x="2741104" y="9196908"/>
            <a:ext cx="4735568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/>
              <a:t>4 times of parameters</a:t>
            </a:r>
            <a:endParaRPr lang="zh-TW" altLang="en-US" sz="36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15" grpId="0" bldLvl="0" animBg="1"/>
      <p:bldP spid="16" grpId="0" bldLvl="0" animBg="1"/>
      <p:bldP spid="17" grpId="0" bldLvl="0" animBg="1"/>
      <p:bldP spid="18" grpId="0" bldLvl="0" animBg="1"/>
      <p:bldP spid="19" grpId="0" bldLvl="0" animBg="1"/>
      <p:bldP spid="20" grpId="0" bldLvl="0" animBg="1"/>
      <p:bldP spid="21" grpId="0" bldLvl="0" animBg="1"/>
      <p:bldP spid="22" grpId="0" bldLvl="0" animBg="1"/>
      <p:bldP spid="23" grpId="0" bldLvl="0" animBg="1"/>
      <p:bldP spid="24" grpId="0" bldLvl="0" animBg="1"/>
      <p:bldP spid="38" grpId="0" bldLvl="0" animBg="1"/>
      <p:bldP spid="40" grpId="0" bldLvl="0" animBg="1"/>
      <p:bldP spid="42" grpId="0" bldLvl="0" animBg="1"/>
      <p:bldP spid="43" grpId="0" bldLvl="0" animBg="1"/>
      <p:bldP spid="44" grpId="0"/>
      <p:bldP spid="45" grpId="0"/>
      <p:bldP spid="61" grpId="0" bldLvl="0" animBg="1"/>
      <p:bldP spid="63" grpId="0" bldLvl="0" animBg="1"/>
      <p:bldP spid="64" grpId="0" bldLvl="0" animBg="1"/>
      <p:bldP spid="65" grpId="0" bldLvl="0" animBg="1"/>
      <p:bldP spid="66" grpId="0" bldLvl="0" animBg="1"/>
      <p:bldP spid="67" grpId="0" bldLvl="0" animBg="1"/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LSTM</a:t>
            </a:r>
            <a:endParaRPr lang="zh-TW" altLang="en-US" dirty="0"/>
          </a:p>
        </p:txBody>
      </p:sp>
      <p:grpSp>
        <p:nvGrpSpPr>
          <p:cNvPr id="114" name="群組 113"/>
          <p:cNvGrpSpPr/>
          <p:nvPr/>
        </p:nvGrpSpPr>
        <p:grpSpPr>
          <a:xfrm>
            <a:off x="2234501" y="3176264"/>
            <a:ext cx="1361358" cy="645161"/>
            <a:chOff x="4775004" y="6396335"/>
            <a:chExt cx="907572" cy="430107"/>
          </a:xfrm>
        </p:grpSpPr>
        <p:sp>
          <p:nvSpPr>
            <p:cNvPr id="115" name="矩形 114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16" name="文字方塊 115"/>
            <p:cNvSpPr txBox="1"/>
            <p:nvPr/>
          </p:nvSpPr>
          <p:spPr>
            <a:xfrm>
              <a:off x="4775004" y="6396335"/>
              <a:ext cx="907572" cy="430107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>
                  <a:solidFill>
                    <a:schemeClr val="tx1"/>
                  </a:solidFill>
                </a:rPr>
                <a:t>c</a:t>
              </a:r>
              <a:r>
                <a:rPr lang="en-US" altLang="zh-TW" sz="3600" baseline="30000" dirty="0">
                  <a:solidFill>
                    <a:schemeClr val="tx1"/>
                  </a:solidFill>
                </a:rPr>
                <a:t>t-1</a:t>
              </a:r>
              <a:endParaRPr lang="zh-TW" altLang="en-US" sz="3600" baseline="300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127" name="圖片 1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185" y="2095866"/>
            <a:ext cx="2700435" cy="3545789"/>
          </a:xfrm>
          <a:prstGeom prst="rect">
            <a:avLst/>
          </a:prstGeom>
        </p:spPr>
      </p:pic>
      <p:pic>
        <p:nvPicPr>
          <p:cNvPr id="128" name="圖片 1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5620" y="2095865"/>
            <a:ext cx="2700435" cy="3545789"/>
          </a:xfrm>
          <a:prstGeom prst="rect">
            <a:avLst/>
          </a:prstGeom>
        </p:spPr>
      </p:pic>
      <p:pic>
        <p:nvPicPr>
          <p:cNvPr id="129" name="圖片 1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8590" y="2095865"/>
            <a:ext cx="2700435" cy="3545789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10847884" y="3406676"/>
            <a:ext cx="1448874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7" name="矩形 6"/>
          <p:cNvSpPr/>
          <p:nvPr/>
        </p:nvSpPr>
        <p:spPr>
          <a:xfrm>
            <a:off x="6547374" y="3607248"/>
            <a:ext cx="494273" cy="4655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0" name="矩形 129"/>
          <p:cNvSpPr/>
          <p:nvPr/>
        </p:nvSpPr>
        <p:spPr>
          <a:xfrm>
            <a:off x="9247809" y="3607248"/>
            <a:ext cx="494273" cy="4655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1" name="矩形 130"/>
          <p:cNvSpPr/>
          <p:nvPr/>
        </p:nvSpPr>
        <p:spPr>
          <a:xfrm>
            <a:off x="13531635" y="3635991"/>
            <a:ext cx="494273" cy="4655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" name="文字方塊 7"/>
          <p:cNvSpPr txBox="1"/>
          <p:nvPr/>
        </p:nvSpPr>
        <p:spPr>
          <a:xfrm>
            <a:off x="2503052" y="3938433"/>
            <a:ext cx="171994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vector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grpSp>
        <p:nvGrpSpPr>
          <p:cNvPr id="132" name="群組 131"/>
          <p:cNvGrpSpPr/>
          <p:nvPr/>
        </p:nvGrpSpPr>
        <p:grpSpPr>
          <a:xfrm>
            <a:off x="5581833" y="8809854"/>
            <a:ext cx="1361358" cy="645161"/>
            <a:chOff x="4765592" y="6396335"/>
            <a:chExt cx="907572" cy="430107"/>
          </a:xfrm>
        </p:grpSpPr>
        <p:sp>
          <p:nvSpPr>
            <p:cNvPr id="137" name="矩形 136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38" name="文字方塊 137"/>
            <p:cNvSpPr txBox="1"/>
            <p:nvPr/>
          </p:nvSpPr>
          <p:spPr>
            <a:xfrm>
              <a:off x="4765592" y="6396335"/>
              <a:ext cx="907572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 err="1"/>
                <a:t>x</a:t>
              </a:r>
              <a:r>
                <a:rPr lang="en-US" altLang="zh-TW" sz="3600" baseline="30000" dirty="0" err="1"/>
                <a:t>t</a:t>
              </a:r>
              <a:endParaRPr lang="zh-TW" altLang="en-US" sz="3600" baseline="30000" dirty="0"/>
            </a:p>
          </p:txBody>
        </p:sp>
      </p:grpSp>
      <p:sp>
        <p:nvSpPr>
          <p:cNvPr id="140" name="矩形 139"/>
          <p:cNvSpPr/>
          <p:nvPr/>
        </p:nvSpPr>
        <p:spPr>
          <a:xfrm>
            <a:off x="6241763" y="7101203"/>
            <a:ext cx="1080000" cy="64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z</a:t>
            </a:r>
            <a:endParaRPr lang="zh-TW" altLang="en-US" sz="3600" dirty="0"/>
          </a:p>
        </p:txBody>
      </p:sp>
      <p:sp>
        <p:nvSpPr>
          <p:cNvPr id="141" name="矩形 140"/>
          <p:cNvSpPr/>
          <p:nvPr/>
        </p:nvSpPr>
        <p:spPr>
          <a:xfrm>
            <a:off x="4902494" y="7101203"/>
            <a:ext cx="1080000" cy="64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 err="1"/>
              <a:t>z</a:t>
            </a:r>
            <a:r>
              <a:rPr lang="en-US" altLang="zh-TW" sz="3600" baseline="30000" dirty="0" err="1"/>
              <a:t>i</a:t>
            </a:r>
            <a:endParaRPr lang="zh-TW" altLang="en-US" sz="3600" baseline="30000" dirty="0"/>
          </a:p>
        </p:txBody>
      </p:sp>
      <p:sp>
        <p:nvSpPr>
          <p:cNvPr id="143" name="矩形 142"/>
          <p:cNvSpPr/>
          <p:nvPr/>
        </p:nvSpPr>
        <p:spPr>
          <a:xfrm>
            <a:off x="3575804" y="7101203"/>
            <a:ext cx="1080000" cy="64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 err="1"/>
              <a:t>z</a:t>
            </a:r>
            <a:r>
              <a:rPr lang="en-US" altLang="zh-TW" sz="3600" baseline="30000" dirty="0" err="1"/>
              <a:t>f</a:t>
            </a:r>
            <a:endParaRPr lang="zh-TW" altLang="en-US" sz="3600" baseline="30000" dirty="0"/>
          </a:p>
        </p:txBody>
      </p:sp>
      <p:sp>
        <p:nvSpPr>
          <p:cNvPr id="145" name="矩形 144"/>
          <p:cNvSpPr/>
          <p:nvPr/>
        </p:nvSpPr>
        <p:spPr>
          <a:xfrm>
            <a:off x="7568453" y="7108997"/>
            <a:ext cx="1080000" cy="64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z</a:t>
            </a:r>
            <a:r>
              <a:rPr lang="en-US" altLang="zh-TW" sz="3600" baseline="30000" dirty="0"/>
              <a:t>o</a:t>
            </a:r>
            <a:endParaRPr lang="zh-TW" altLang="en-US" sz="3600" baseline="30000" dirty="0"/>
          </a:p>
        </p:txBody>
      </p:sp>
      <p:sp>
        <p:nvSpPr>
          <p:cNvPr id="146" name="向下箭號 145"/>
          <p:cNvSpPr/>
          <p:nvPr/>
        </p:nvSpPr>
        <p:spPr>
          <a:xfrm rot="2610135" flipV="1">
            <a:off x="7404941" y="7764770"/>
            <a:ext cx="657225" cy="1122594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7" name="向下箭號 146"/>
          <p:cNvSpPr/>
          <p:nvPr/>
        </p:nvSpPr>
        <p:spPr>
          <a:xfrm rot="19634133" flipV="1">
            <a:off x="5319629" y="7795959"/>
            <a:ext cx="657225" cy="937814"/>
          </a:xfrm>
          <a:prstGeom prst="down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8" name="向下箭號 147"/>
          <p:cNvSpPr/>
          <p:nvPr/>
        </p:nvSpPr>
        <p:spPr>
          <a:xfrm rot="1779305" flipV="1">
            <a:off x="6357446" y="7804043"/>
            <a:ext cx="657225" cy="910019"/>
          </a:xfrm>
          <a:prstGeom prst="down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0" name="向下箭號 149"/>
          <p:cNvSpPr/>
          <p:nvPr/>
        </p:nvSpPr>
        <p:spPr>
          <a:xfrm rot="18851723" flipV="1">
            <a:off x="4159371" y="7747724"/>
            <a:ext cx="657225" cy="1122594"/>
          </a:xfrm>
          <a:prstGeom prst="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1" name="文字方塊 150"/>
          <p:cNvSpPr txBox="1"/>
          <p:nvPr/>
        </p:nvSpPr>
        <p:spPr>
          <a:xfrm>
            <a:off x="8604990" y="7078953"/>
            <a:ext cx="27630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B050"/>
                </a:solidFill>
              </a:rPr>
              <a:t>4 vectors</a:t>
            </a:r>
            <a:endParaRPr lang="zh-TW" altLang="en-US" sz="3600" dirty="0">
              <a:solidFill>
                <a:srgbClr val="00B050"/>
              </a:solidFill>
            </a:endParaRPr>
          </a:p>
        </p:txBody>
      </p:sp>
      <p:cxnSp>
        <p:nvCxnSpPr>
          <p:cNvPr id="10" name="直線單箭頭接點 9"/>
          <p:cNvCxnSpPr>
            <a:endCxn id="127" idx="2"/>
          </p:cNvCxnSpPr>
          <p:nvPr/>
        </p:nvCxnSpPr>
        <p:spPr>
          <a:xfrm flipH="1" flipV="1">
            <a:off x="6735402" y="5641655"/>
            <a:ext cx="12714" cy="151421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線單箭頭接點 154"/>
          <p:cNvCxnSpPr>
            <a:endCxn id="128" idx="2"/>
          </p:cNvCxnSpPr>
          <p:nvPr/>
        </p:nvCxnSpPr>
        <p:spPr>
          <a:xfrm flipV="1">
            <a:off x="6722109" y="5641653"/>
            <a:ext cx="2713728" cy="150206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線單箭頭接點 155"/>
          <p:cNvCxnSpPr>
            <a:stCxn id="140" idx="0"/>
            <a:endCxn id="129" idx="2"/>
          </p:cNvCxnSpPr>
          <p:nvPr/>
        </p:nvCxnSpPr>
        <p:spPr>
          <a:xfrm flipV="1">
            <a:off x="6781763" y="5641653"/>
            <a:ext cx="6927045" cy="145955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線單箭頭接點 159"/>
          <p:cNvCxnSpPr/>
          <p:nvPr/>
        </p:nvCxnSpPr>
        <p:spPr>
          <a:xfrm flipV="1">
            <a:off x="5425188" y="4405233"/>
            <a:ext cx="17306" cy="268469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單箭頭接點 167"/>
          <p:cNvCxnSpPr/>
          <p:nvPr/>
        </p:nvCxnSpPr>
        <p:spPr>
          <a:xfrm flipV="1">
            <a:off x="5391252" y="4504131"/>
            <a:ext cx="2798880" cy="259707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單箭頭接點 168"/>
          <p:cNvCxnSpPr/>
          <p:nvPr/>
        </p:nvCxnSpPr>
        <p:spPr>
          <a:xfrm flipV="1">
            <a:off x="5385185" y="4573802"/>
            <a:ext cx="7116378" cy="255863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ldLvl="0" animBg="1"/>
      <p:bldP spid="130" grpId="0" bldLvl="0" animBg="1"/>
      <p:bldP spid="131" grpId="0" bldLvl="0" animBg="1"/>
      <p:bldP spid="8" grpId="0"/>
      <p:bldP spid="140" grpId="0" bldLvl="0" animBg="1"/>
      <p:bldP spid="141" grpId="0" bldLvl="0" animBg="1"/>
      <p:bldP spid="143" grpId="0" bldLvl="0" animBg="1"/>
      <p:bldP spid="145" grpId="0" bldLvl="0" animBg="1"/>
      <p:bldP spid="146" grpId="0" bldLvl="0" animBg="1"/>
      <p:bldP spid="147" grpId="0" bldLvl="0" animBg="1"/>
      <p:bldP spid="148" grpId="0" bldLvl="0" animBg="1"/>
      <p:bldP spid="150" grpId="0" bldLvl="0" animBg="1"/>
      <p:bldP spid="15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LSTM</a:t>
            </a:r>
            <a:endParaRPr lang="zh-TW" altLang="en-US" dirty="0"/>
          </a:p>
        </p:txBody>
      </p:sp>
      <p:grpSp>
        <p:nvGrpSpPr>
          <p:cNvPr id="165" name="群組 164"/>
          <p:cNvGrpSpPr/>
          <p:nvPr/>
        </p:nvGrpSpPr>
        <p:grpSpPr>
          <a:xfrm>
            <a:off x="5581833" y="8809854"/>
            <a:ext cx="1361358" cy="645161"/>
            <a:chOff x="4765592" y="6396335"/>
            <a:chExt cx="907572" cy="430107"/>
          </a:xfrm>
        </p:grpSpPr>
        <p:sp>
          <p:nvSpPr>
            <p:cNvPr id="42" name="矩形 41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4765592" y="6396335"/>
              <a:ext cx="907572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 err="1"/>
                <a:t>x</a:t>
              </a:r>
              <a:r>
                <a:rPr lang="en-US" altLang="zh-TW" sz="3600" baseline="30000" dirty="0" err="1"/>
                <a:t>t</a:t>
              </a:r>
              <a:endParaRPr lang="zh-TW" altLang="en-US" sz="3600" baseline="30000" dirty="0"/>
            </a:p>
          </p:txBody>
        </p:sp>
      </p:grpSp>
      <p:sp>
        <p:nvSpPr>
          <p:cNvPr id="45" name="矩形 44"/>
          <p:cNvSpPr/>
          <p:nvPr/>
        </p:nvSpPr>
        <p:spPr>
          <a:xfrm>
            <a:off x="6241763" y="7101203"/>
            <a:ext cx="1080000" cy="64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z</a:t>
            </a:r>
            <a:endParaRPr lang="zh-TW" altLang="en-US" sz="3600" dirty="0"/>
          </a:p>
        </p:txBody>
      </p:sp>
      <p:sp>
        <p:nvSpPr>
          <p:cNvPr id="46" name="矩形 45"/>
          <p:cNvSpPr/>
          <p:nvPr/>
        </p:nvSpPr>
        <p:spPr>
          <a:xfrm>
            <a:off x="4902494" y="7101203"/>
            <a:ext cx="1080000" cy="64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 err="1"/>
              <a:t>z</a:t>
            </a:r>
            <a:r>
              <a:rPr lang="en-US" altLang="zh-TW" sz="3600" baseline="30000" dirty="0" err="1"/>
              <a:t>i</a:t>
            </a:r>
            <a:endParaRPr lang="zh-TW" altLang="en-US" sz="3600" baseline="30000" dirty="0"/>
          </a:p>
        </p:txBody>
      </p:sp>
      <p:grpSp>
        <p:nvGrpSpPr>
          <p:cNvPr id="49" name="群組 48"/>
          <p:cNvGrpSpPr/>
          <p:nvPr/>
        </p:nvGrpSpPr>
        <p:grpSpPr>
          <a:xfrm>
            <a:off x="5944671" y="5585885"/>
            <a:ext cx="657225" cy="657225"/>
            <a:chOff x="6656524" y="2699227"/>
            <a:chExt cx="438150" cy="438150"/>
          </a:xfrm>
        </p:grpSpPr>
        <p:sp>
          <p:nvSpPr>
            <p:cNvPr id="47" name="橢圓 46"/>
            <p:cNvSpPr/>
            <p:nvPr/>
          </p:nvSpPr>
          <p:spPr>
            <a:xfrm>
              <a:off x="6656524" y="2699227"/>
              <a:ext cx="438150" cy="438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000" dirty="0">
                  <a:solidFill>
                    <a:schemeClr val="tx1"/>
                  </a:solidFill>
                </a:rPr>
                <a:t>×</a:t>
              </a:r>
              <a:endParaRPr lang="zh-TW" altLang="en-US" sz="30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字方塊 47"/>
                <p:cNvSpPr txBox="1"/>
                <p:nvPr/>
              </p:nvSpPr>
              <p:spPr>
                <a:xfrm>
                  <a:off x="6766595" y="2808578"/>
                  <a:ext cx="8549" cy="102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TW" altLang="en-US" sz="1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文字方塊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6595" y="2808578"/>
                  <a:ext cx="8549" cy="10259"/>
                </a:xfrm>
                <a:prstGeom prst="rect">
                  <a:avLst/>
                </a:prstGeom>
                <a:blipFill>
                  <a:blip r:embed="rId3"/>
                  <a:stretch>
                    <a:fillRect l="-50000" t="-33333" r="-50000" b="-3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0" name="矩形 49"/>
          <p:cNvSpPr/>
          <p:nvPr/>
        </p:nvSpPr>
        <p:spPr>
          <a:xfrm>
            <a:off x="3575804" y="7101203"/>
            <a:ext cx="1080000" cy="64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 err="1"/>
              <a:t>z</a:t>
            </a:r>
            <a:r>
              <a:rPr lang="en-US" altLang="zh-TW" sz="3600" baseline="30000" dirty="0" err="1"/>
              <a:t>f</a:t>
            </a:r>
            <a:endParaRPr lang="zh-TW" altLang="en-US" sz="3600" baseline="30000" dirty="0"/>
          </a:p>
        </p:txBody>
      </p:sp>
      <p:sp>
        <p:nvSpPr>
          <p:cNvPr id="51" name="矩形 50"/>
          <p:cNvSpPr/>
          <p:nvPr/>
        </p:nvSpPr>
        <p:spPr>
          <a:xfrm>
            <a:off x="7568453" y="7108997"/>
            <a:ext cx="1080000" cy="64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z</a:t>
            </a:r>
            <a:r>
              <a:rPr lang="en-US" altLang="zh-TW" sz="3600" baseline="30000" dirty="0"/>
              <a:t>o</a:t>
            </a:r>
            <a:endParaRPr lang="zh-TW" altLang="en-US" sz="3600" baseline="30000" dirty="0"/>
          </a:p>
        </p:txBody>
      </p:sp>
      <p:grpSp>
        <p:nvGrpSpPr>
          <p:cNvPr id="52" name="群組 51"/>
          <p:cNvGrpSpPr/>
          <p:nvPr/>
        </p:nvGrpSpPr>
        <p:grpSpPr>
          <a:xfrm>
            <a:off x="3787192" y="4127700"/>
            <a:ext cx="657225" cy="657225"/>
            <a:chOff x="6656524" y="2699227"/>
            <a:chExt cx="438150" cy="438150"/>
          </a:xfrm>
        </p:grpSpPr>
        <p:sp>
          <p:nvSpPr>
            <p:cNvPr id="53" name="橢圓 52"/>
            <p:cNvSpPr/>
            <p:nvPr/>
          </p:nvSpPr>
          <p:spPr>
            <a:xfrm>
              <a:off x="6656524" y="2699227"/>
              <a:ext cx="438150" cy="438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000" dirty="0">
                  <a:solidFill>
                    <a:schemeClr val="tx1"/>
                  </a:solidFill>
                </a:rPr>
                <a:t>×</a:t>
              </a:r>
              <a:endParaRPr lang="zh-TW" altLang="en-US" sz="30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字方塊 53"/>
                <p:cNvSpPr txBox="1"/>
                <p:nvPr/>
              </p:nvSpPr>
              <p:spPr>
                <a:xfrm>
                  <a:off x="6766595" y="2808578"/>
                  <a:ext cx="8549" cy="102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TW" altLang="en-US" sz="1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文字方塊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6595" y="2808578"/>
                  <a:ext cx="8549" cy="10259"/>
                </a:xfrm>
                <a:prstGeom prst="rect">
                  <a:avLst/>
                </a:prstGeom>
                <a:blipFill>
                  <a:blip r:embed="rId3"/>
                  <a:stretch>
                    <a:fillRect l="-50000" t="-33333" r="-50000" b="-3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" name="群組 54"/>
          <p:cNvGrpSpPr/>
          <p:nvPr/>
        </p:nvGrpSpPr>
        <p:grpSpPr>
          <a:xfrm>
            <a:off x="5913150" y="4107873"/>
            <a:ext cx="657225" cy="657225"/>
            <a:chOff x="6656524" y="2699227"/>
            <a:chExt cx="438150" cy="438150"/>
          </a:xfrm>
        </p:grpSpPr>
        <p:sp>
          <p:nvSpPr>
            <p:cNvPr id="56" name="橢圓 55"/>
            <p:cNvSpPr/>
            <p:nvPr/>
          </p:nvSpPr>
          <p:spPr>
            <a:xfrm>
              <a:off x="6656524" y="2699227"/>
              <a:ext cx="438150" cy="43815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3000" dirty="0">
                  <a:solidFill>
                    <a:schemeClr val="tx1"/>
                  </a:solidFill>
                </a:rPr>
                <a:t>＋</a:t>
              </a:r>
              <a:endParaRPr lang="zh-TW" altLang="en-US" sz="30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字方塊 56"/>
                <p:cNvSpPr txBox="1"/>
                <p:nvPr/>
              </p:nvSpPr>
              <p:spPr>
                <a:xfrm>
                  <a:off x="6766595" y="2808578"/>
                  <a:ext cx="10687" cy="102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sz="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＋</m:t>
                        </m:r>
                      </m:oMath>
                    </m:oMathPara>
                  </a14:m>
                  <a:endParaRPr lang="zh-TW" altLang="en-US" sz="1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文字方塊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6595" y="2808578"/>
                  <a:ext cx="10687" cy="10259"/>
                </a:xfrm>
                <a:prstGeom prst="rect">
                  <a:avLst/>
                </a:prstGeom>
                <a:blipFill>
                  <a:blip r:embed="rId4"/>
                  <a:stretch>
                    <a:fillRect l="-33333" t="-50000" r="-33333" b="-5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" name="群組 57"/>
          <p:cNvGrpSpPr/>
          <p:nvPr/>
        </p:nvGrpSpPr>
        <p:grpSpPr>
          <a:xfrm>
            <a:off x="7801293" y="4120550"/>
            <a:ext cx="657225" cy="657225"/>
            <a:chOff x="6656524" y="2699227"/>
            <a:chExt cx="438150" cy="438150"/>
          </a:xfrm>
        </p:grpSpPr>
        <p:sp>
          <p:nvSpPr>
            <p:cNvPr id="59" name="橢圓 58"/>
            <p:cNvSpPr/>
            <p:nvPr/>
          </p:nvSpPr>
          <p:spPr>
            <a:xfrm>
              <a:off x="6656524" y="2699227"/>
              <a:ext cx="438150" cy="438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000" dirty="0">
                  <a:solidFill>
                    <a:schemeClr val="tx1"/>
                  </a:solidFill>
                </a:rPr>
                <a:t>×</a:t>
              </a:r>
              <a:endParaRPr lang="zh-TW" altLang="en-US" sz="30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字方塊 59"/>
                <p:cNvSpPr txBox="1"/>
                <p:nvPr/>
              </p:nvSpPr>
              <p:spPr>
                <a:xfrm>
                  <a:off x="6766595" y="2808578"/>
                  <a:ext cx="8549" cy="102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TW" altLang="en-US" sz="1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文字方塊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6595" y="2808578"/>
                  <a:ext cx="8549" cy="10259"/>
                </a:xfrm>
                <a:prstGeom prst="rect">
                  <a:avLst/>
                </a:prstGeom>
                <a:blipFill>
                  <a:blip r:embed="rId5"/>
                  <a:stretch>
                    <a:fillRect l="-100000" t="-50000" b="-5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2" name="矩形 61"/>
          <p:cNvSpPr/>
          <p:nvPr/>
        </p:nvSpPr>
        <p:spPr>
          <a:xfrm>
            <a:off x="7593756" y="2114229"/>
            <a:ext cx="1080000" cy="64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3" name="文字方塊 62"/>
          <p:cNvSpPr txBox="1"/>
          <p:nvPr/>
        </p:nvSpPr>
        <p:spPr>
          <a:xfrm>
            <a:off x="7471398" y="2092646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/>
              <a:t>y</a:t>
            </a:r>
            <a:r>
              <a:rPr lang="en-US" altLang="zh-TW" sz="3600" baseline="30000" dirty="0" err="1"/>
              <a:t>t</a:t>
            </a:r>
            <a:endParaRPr lang="zh-TW" altLang="en-US" sz="3600" baseline="30000" dirty="0"/>
          </a:p>
        </p:txBody>
      </p:sp>
      <p:pic>
        <p:nvPicPr>
          <p:cNvPr id="133" name="圖片 1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7327" y="5641193"/>
            <a:ext cx="557213" cy="557213"/>
          </a:xfrm>
          <a:prstGeom prst="rect">
            <a:avLst/>
          </a:prstGeom>
        </p:spPr>
      </p:pic>
      <p:pic>
        <p:nvPicPr>
          <p:cNvPr id="134" name="圖片 13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1057" y="5635892"/>
            <a:ext cx="557213" cy="557213"/>
          </a:xfrm>
          <a:prstGeom prst="rect">
            <a:avLst/>
          </a:prstGeom>
        </p:spPr>
      </p:pic>
      <p:pic>
        <p:nvPicPr>
          <p:cNvPr id="135" name="圖片 1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3465" y="5635890"/>
            <a:ext cx="557213" cy="557213"/>
          </a:xfrm>
          <a:prstGeom prst="rect">
            <a:avLst/>
          </a:prstGeom>
        </p:spPr>
      </p:pic>
      <p:pic>
        <p:nvPicPr>
          <p:cNvPr id="136" name="圖片 13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9615" y="4146380"/>
            <a:ext cx="557213" cy="557213"/>
          </a:xfrm>
          <a:prstGeom prst="rect">
            <a:avLst/>
          </a:prstGeom>
        </p:spPr>
      </p:pic>
      <p:cxnSp>
        <p:nvCxnSpPr>
          <p:cNvPr id="139" name="直線單箭頭接點 138"/>
          <p:cNvCxnSpPr/>
          <p:nvPr/>
        </p:nvCxnSpPr>
        <p:spPr>
          <a:xfrm flipH="1" flipV="1">
            <a:off x="4105541" y="6207887"/>
            <a:ext cx="2" cy="8647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單箭頭接點 141"/>
          <p:cNvCxnSpPr/>
          <p:nvPr/>
        </p:nvCxnSpPr>
        <p:spPr>
          <a:xfrm flipH="1" flipV="1">
            <a:off x="4114784" y="4749221"/>
            <a:ext cx="2" cy="8647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單箭頭接點 143"/>
          <p:cNvCxnSpPr>
            <a:endCxn id="56" idx="2"/>
          </p:cNvCxnSpPr>
          <p:nvPr/>
        </p:nvCxnSpPr>
        <p:spPr>
          <a:xfrm flipV="1">
            <a:off x="4482383" y="4436486"/>
            <a:ext cx="143076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單箭頭接點 148"/>
          <p:cNvCxnSpPr>
            <a:endCxn id="47" idx="4"/>
          </p:cNvCxnSpPr>
          <p:nvPr/>
        </p:nvCxnSpPr>
        <p:spPr>
          <a:xfrm flipH="1" flipV="1">
            <a:off x="6273284" y="6243110"/>
            <a:ext cx="443976" cy="82325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線單箭頭接點 151"/>
          <p:cNvCxnSpPr/>
          <p:nvPr/>
        </p:nvCxnSpPr>
        <p:spPr>
          <a:xfrm flipH="1" flipV="1">
            <a:off x="5405931" y="6188307"/>
            <a:ext cx="2" cy="8647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線單箭頭接點 152"/>
          <p:cNvCxnSpPr/>
          <p:nvPr/>
        </p:nvCxnSpPr>
        <p:spPr>
          <a:xfrm flipH="1" flipV="1">
            <a:off x="6268839" y="4666647"/>
            <a:ext cx="2" cy="8647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線單箭頭接點 153"/>
          <p:cNvCxnSpPr>
            <a:endCxn id="47" idx="2"/>
          </p:cNvCxnSpPr>
          <p:nvPr/>
        </p:nvCxnSpPr>
        <p:spPr>
          <a:xfrm>
            <a:off x="5649528" y="5894136"/>
            <a:ext cx="295143" cy="203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線單箭頭接點 156"/>
          <p:cNvCxnSpPr/>
          <p:nvPr/>
        </p:nvCxnSpPr>
        <p:spPr>
          <a:xfrm flipH="1" flipV="1">
            <a:off x="8108451" y="6147233"/>
            <a:ext cx="2" cy="8647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線單箭頭接點 157"/>
          <p:cNvCxnSpPr/>
          <p:nvPr/>
        </p:nvCxnSpPr>
        <p:spPr>
          <a:xfrm flipH="1" flipV="1">
            <a:off x="8125439" y="4780239"/>
            <a:ext cx="2" cy="8647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線單箭頭接點 158"/>
          <p:cNvCxnSpPr/>
          <p:nvPr/>
        </p:nvCxnSpPr>
        <p:spPr>
          <a:xfrm>
            <a:off x="6631403" y="4424985"/>
            <a:ext cx="412601" cy="2846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線單箭頭接點 160"/>
          <p:cNvCxnSpPr/>
          <p:nvPr/>
        </p:nvCxnSpPr>
        <p:spPr>
          <a:xfrm>
            <a:off x="7469085" y="4443432"/>
            <a:ext cx="412601" cy="2846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向下箭號 161"/>
          <p:cNvSpPr/>
          <p:nvPr/>
        </p:nvSpPr>
        <p:spPr>
          <a:xfrm flipV="1">
            <a:off x="7823465" y="2903366"/>
            <a:ext cx="657225" cy="1122594"/>
          </a:xfrm>
          <a:prstGeom prst="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3" name="向下箭號 162"/>
          <p:cNvSpPr/>
          <p:nvPr/>
        </p:nvSpPr>
        <p:spPr>
          <a:xfrm rot="2610135" flipV="1">
            <a:off x="7404941" y="7764770"/>
            <a:ext cx="657225" cy="1122594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4" name="向下箭號 163"/>
          <p:cNvSpPr/>
          <p:nvPr/>
        </p:nvSpPr>
        <p:spPr>
          <a:xfrm rot="19634133" flipV="1">
            <a:off x="5319629" y="7795959"/>
            <a:ext cx="657225" cy="937814"/>
          </a:xfrm>
          <a:prstGeom prst="down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6" name="向下箭號 165"/>
          <p:cNvSpPr/>
          <p:nvPr/>
        </p:nvSpPr>
        <p:spPr>
          <a:xfrm rot="1779305" flipV="1">
            <a:off x="6357446" y="7804043"/>
            <a:ext cx="657225" cy="910019"/>
          </a:xfrm>
          <a:prstGeom prst="down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7" name="向下箭號 166"/>
          <p:cNvSpPr/>
          <p:nvPr/>
        </p:nvSpPr>
        <p:spPr>
          <a:xfrm rot="18851723" flipV="1">
            <a:off x="4159371" y="7747724"/>
            <a:ext cx="657225" cy="1122594"/>
          </a:xfrm>
          <a:prstGeom prst="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14" name="群組 113"/>
          <p:cNvGrpSpPr/>
          <p:nvPr/>
        </p:nvGrpSpPr>
        <p:grpSpPr>
          <a:xfrm>
            <a:off x="2234501" y="3176264"/>
            <a:ext cx="1361358" cy="645161"/>
            <a:chOff x="4775004" y="6396335"/>
            <a:chExt cx="907572" cy="430107"/>
          </a:xfrm>
        </p:grpSpPr>
        <p:sp>
          <p:nvSpPr>
            <p:cNvPr id="115" name="矩形 114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16" name="文字方塊 115"/>
            <p:cNvSpPr txBox="1"/>
            <p:nvPr/>
          </p:nvSpPr>
          <p:spPr>
            <a:xfrm>
              <a:off x="4775004" y="6396335"/>
              <a:ext cx="907572" cy="430107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>
                  <a:solidFill>
                    <a:schemeClr val="tx1"/>
                  </a:solidFill>
                </a:rPr>
                <a:t>c</a:t>
              </a:r>
              <a:r>
                <a:rPr lang="en-US" altLang="zh-TW" sz="3600" baseline="30000" dirty="0">
                  <a:solidFill>
                    <a:schemeClr val="tx1"/>
                  </a:solidFill>
                </a:rPr>
                <a:t>t-1</a:t>
              </a:r>
              <a:endParaRPr lang="zh-TW" altLang="en-US" sz="3600" baseline="30000" dirty="0">
                <a:solidFill>
                  <a:schemeClr val="tx1"/>
                </a:solidFill>
              </a:endParaRPr>
            </a:p>
          </p:txBody>
        </p:sp>
      </p:grpSp>
      <p:sp>
        <p:nvSpPr>
          <p:cNvPr id="5" name="手繪多邊形 4"/>
          <p:cNvSpPr/>
          <p:nvPr/>
        </p:nvSpPr>
        <p:spPr>
          <a:xfrm>
            <a:off x="3418115" y="3547347"/>
            <a:ext cx="653142" cy="567453"/>
          </a:xfrm>
          <a:custGeom>
            <a:avLst/>
            <a:gdLst>
              <a:gd name="connsiteX0" fmla="*/ 0 w 435428"/>
              <a:gd name="connsiteY0" fmla="*/ 931 h 378302"/>
              <a:gd name="connsiteX1" fmla="*/ 290286 w 435428"/>
              <a:gd name="connsiteY1" fmla="*/ 58988 h 378302"/>
              <a:gd name="connsiteX2" fmla="*/ 435428 w 435428"/>
              <a:gd name="connsiteY2" fmla="*/ 378302 h 378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5428" h="378302">
                <a:moveTo>
                  <a:pt x="0" y="931"/>
                </a:moveTo>
                <a:cubicBezTo>
                  <a:pt x="108857" y="-1488"/>
                  <a:pt x="217715" y="-3907"/>
                  <a:pt x="290286" y="58988"/>
                </a:cubicBezTo>
                <a:cubicBezTo>
                  <a:pt x="362857" y="121883"/>
                  <a:pt x="399142" y="250092"/>
                  <a:pt x="435428" y="378302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127" name="圖片 1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4328" y="2274837"/>
            <a:ext cx="5405280" cy="7097369"/>
          </a:xfrm>
          <a:prstGeom prst="rect">
            <a:avLst/>
          </a:prstGeom>
        </p:spPr>
      </p:pic>
      <p:sp>
        <p:nvSpPr>
          <p:cNvPr id="128" name="矩形 127"/>
          <p:cNvSpPr/>
          <p:nvPr/>
        </p:nvSpPr>
        <p:spPr>
          <a:xfrm>
            <a:off x="12143928" y="9372206"/>
            <a:ext cx="1080000" cy="64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z</a:t>
            </a:r>
            <a:endParaRPr lang="zh-TW" altLang="en-US" sz="3600" dirty="0"/>
          </a:p>
        </p:txBody>
      </p:sp>
      <p:sp>
        <p:nvSpPr>
          <p:cNvPr id="129" name="矩形 128"/>
          <p:cNvSpPr/>
          <p:nvPr/>
        </p:nvSpPr>
        <p:spPr>
          <a:xfrm>
            <a:off x="9212747" y="6777203"/>
            <a:ext cx="1080000" cy="64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 err="1"/>
              <a:t>z</a:t>
            </a:r>
            <a:r>
              <a:rPr lang="en-US" altLang="zh-TW" sz="3600" baseline="30000" dirty="0" err="1"/>
              <a:t>i</a:t>
            </a:r>
            <a:endParaRPr lang="zh-TW" altLang="en-US" sz="3600" baseline="30000" dirty="0"/>
          </a:p>
        </p:txBody>
      </p:sp>
      <p:sp>
        <p:nvSpPr>
          <p:cNvPr id="130" name="矩形 129"/>
          <p:cNvSpPr/>
          <p:nvPr/>
        </p:nvSpPr>
        <p:spPr>
          <a:xfrm>
            <a:off x="14873147" y="5425911"/>
            <a:ext cx="1080000" cy="64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 err="1"/>
              <a:t>z</a:t>
            </a:r>
            <a:r>
              <a:rPr lang="en-US" altLang="zh-TW" sz="3600" baseline="30000" dirty="0" err="1"/>
              <a:t>f</a:t>
            </a:r>
            <a:endParaRPr lang="zh-TW" altLang="en-US" sz="3600" baseline="30000" dirty="0"/>
          </a:p>
        </p:txBody>
      </p:sp>
      <p:sp>
        <p:nvSpPr>
          <p:cNvPr id="131" name="矩形 130"/>
          <p:cNvSpPr/>
          <p:nvPr/>
        </p:nvSpPr>
        <p:spPr>
          <a:xfrm>
            <a:off x="9140789" y="2816663"/>
            <a:ext cx="1080000" cy="64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z</a:t>
            </a:r>
            <a:r>
              <a:rPr lang="en-US" altLang="zh-TW" sz="3600" baseline="30000" dirty="0"/>
              <a:t>o</a:t>
            </a:r>
            <a:endParaRPr lang="zh-TW" altLang="en-US" sz="3600" baseline="30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bldLvl="0" animBg="1"/>
      <p:bldP spid="63" grpId="0"/>
      <p:bldP spid="162" grpId="0" bldLvl="0" animBg="1"/>
      <p:bldP spid="5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LSTM</a:t>
            </a:r>
            <a:endParaRPr lang="zh-TW" altLang="en-US" dirty="0"/>
          </a:p>
        </p:txBody>
      </p:sp>
      <p:grpSp>
        <p:nvGrpSpPr>
          <p:cNvPr id="165" name="群組 164"/>
          <p:cNvGrpSpPr/>
          <p:nvPr/>
        </p:nvGrpSpPr>
        <p:grpSpPr>
          <a:xfrm>
            <a:off x="5581833" y="8809854"/>
            <a:ext cx="1361358" cy="645161"/>
            <a:chOff x="4765592" y="6396335"/>
            <a:chExt cx="907572" cy="430107"/>
          </a:xfrm>
        </p:grpSpPr>
        <p:sp>
          <p:nvSpPr>
            <p:cNvPr id="42" name="矩形 41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4765592" y="6396335"/>
              <a:ext cx="907572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 err="1"/>
                <a:t>x</a:t>
              </a:r>
              <a:r>
                <a:rPr lang="en-US" altLang="zh-TW" sz="3600" baseline="30000" dirty="0" err="1"/>
                <a:t>t</a:t>
              </a:r>
              <a:endParaRPr lang="zh-TW" altLang="en-US" sz="3600" baseline="30000" dirty="0"/>
            </a:p>
          </p:txBody>
        </p:sp>
      </p:grpSp>
      <p:sp>
        <p:nvSpPr>
          <p:cNvPr id="45" name="矩形 44"/>
          <p:cNvSpPr/>
          <p:nvPr/>
        </p:nvSpPr>
        <p:spPr>
          <a:xfrm>
            <a:off x="6241763" y="7101203"/>
            <a:ext cx="1080000" cy="64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z</a:t>
            </a:r>
            <a:endParaRPr lang="zh-TW" altLang="en-US" sz="3600" dirty="0"/>
          </a:p>
        </p:txBody>
      </p:sp>
      <p:sp>
        <p:nvSpPr>
          <p:cNvPr id="46" name="矩形 45"/>
          <p:cNvSpPr/>
          <p:nvPr/>
        </p:nvSpPr>
        <p:spPr>
          <a:xfrm>
            <a:off x="4902494" y="7101203"/>
            <a:ext cx="1080000" cy="64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 err="1"/>
              <a:t>z</a:t>
            </a:r>
            <a:r>
              <a:rPr lang="en-US" altLang="zh-TW" sz="3600" baseline="30000" dirty="0" err="1"/>
              <a:t>i</a:t>
            </a:r>
            <a:endParaRPr lang="zh-TW" altLang="en-US" sz="3600" baseline="30000" dirty="0"/>
          </a:p>
        </p:txBody>
      </p:sp>
      <p:sp>
        <p:nvSpPr>
          <p:cNvPr id="47" name="橢圓 46"/>
          <p:cNvSpPr/>
          <p:nvPr/>
        </p:nvSpPr>
        <p:spPr>
          <a:xfrm>
            <a:off x="5944671" y="5585885"/>
            <a:ext cx="657225" cy="6572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000" dirty="0">
                <a:solidFill>
                  <a:schemeClr val="tx1"/>
                </a:solidFill>
              </a:rPr>
              <a:t>×</a:t>
            </a:r>
            <a:endParaRPr lang="zh-TW" altLang="en-US" sz="3000" dirty="0"/>
          </a:p>
        </p:txBody>
      </p:sp>
      <p:sp>
        <p:nvSpPr>
          <p:cNvPr id="50" name="矩形 49"/>
          <p:cNvSpPr/>
          <p:nvPr/>
        </p:nvSpPr>
        <p:spPr>
          <a:xfrm>
            <a:off x="3575804" y="7101203"/>
            <a:ext cx="1080000" cy="64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 err="1"/>
              <a:t>z</a:t>
            </a:r>
            <a:r>
              <a:rPr lang="en-US" altLang="zh-TW" sz="3600" baseline="30000" dirty="0" err="1"/>
              <a:t>f</a:t>
            </a:r>
            <a:endParaRPr lang="zh-TW" altLang="en-US" sz="3600" baseline="30000" dirty="0"/>
          </a:p>
        </p:txBody>
      </p:sp>
      <p:sp>
        <p:nvSpPr>
          <p:cNvPr id="51" name="矩形 50"/>
          <p:cNvSpPr/>
          <p:nvPr/>
        </p:nvSpPr>
        <p:spPr>
          <a:xfrm>
            <a:off x="7568453" y="7108997"/>
            <a:ext cx="1080000" cy="64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z</a:t>
            </a:r>
            <a:r>
              <a:rPr lang="en-US" altLang="zh-TW" sz="3600" baseline="30000" dirty="0"/>
              <a:t>o</a:t>
            </a:r>
            <a:endParaRPr lang="zh-TW" altLang="en-US" sz="3600" baseline="30000" dirty="0"/>
          </a:p>
        </p:txBody>
      </p:sp>
      <p:sp>
        <p:nvSpPr>
          <p:cNvPr id="53" name="橢圓 52"/>
          <p:cNvSpPr/>
          <p:nvPr/>
        </p:nvSpPr>
        <p:spPr>
          <a:xfrm>
            <a:off x="3787191" y="4127699"/>
            <a:ext cx="657225" cy="6572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000" dirty="0">
                <a:solidFill>
                  <a:schemeClr val="tx1"/>
                </a:solidFill>
              </a:rPr>
              <a:t>×</a:t>
            </a:r>
            <a:endParaRPr lang="zh-TW" altLang="en-US" sz="3000" dirty="0"/>
          </a:p>
        </p:txBody>
      </p:sp>
      <p:sp>
        <p:nvSpPr>
          <p:cNvPr id="56" name="橢圓 55"/>
          <p:cNvSpPr/>
          <p:nvPr/>
        </p:nvSpPr>
        <p:spPr>
          <a:xfrm>
            <a:off x="5913150" y="4107873"/>
            <a:ext cx="657225" cy="65722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000" dirty="0">
                <a:solidFill>
                  <a:schemeClr val="tx1"/>
                </a:solidFill>
              </a:rPr>
              <a:t>＋</a:t>
            </a:r>
            <a:endParaRPr lang="zh-TW" altLang="en-US" sz="3000" dirty="0">
              <a:solidFill>
                <a:schemeClr val="tx1"/>
              </a:solidFill>
            </a:endParaRPr>
          </a:p>
        </p:txBody>
      </p:sp>
      <p:sp>
        <p:nvSpPr>
          <p:cNvPr id="59" name="橢圓 58"/>
          <p:cNvSpPr/>
          <p:nvPr/>
        </p:nvSpPr>
        <p:spPr>
          <a:xfrm>
            <a:off x="7801293" y="4120550"/>
            <a:ext cx="657225" cy="6572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000" dirty="0">
                <a:solidFill>
                  <a:schemeClr val="tx1"/>
                </a:solidFill>
              </a:rPr>
              <a:t>×</a:t>
            </a:r>
            <a:endParaRPr lang="zh-TW" altLang="en-US" sz="3000" dirty="0"/>
          </a:p>
        </p:txBody>
      </p:sp>
      <p:sp>
        <p:nvSpPr>
          <p:cNvPr id="62" name="矩形 61"/>
          <p:cNvSpPr/>
          <p:nvPr/>
        </p:nvSpPr>
        <p:spPr>
          <a:xfrm>
            <a:off x="7593756" y="2114229"/>
            <a:ext cx="1080000" cy="64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3" name="文字方塊 62"/>
          <p:cNvSpPr txBox="1"/>
          <p:nvPr/>
        </p:nvSpPr>
        <p:spPr>
          <a:xfrm>
            <a:off x="7471398" y="2092646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/>
              <a:t>y</a:t>
            </a:r>
            <a:r>
              <a:rPr lang="en-US" altLang="zh-TW" sz="3600" baseline="30000" dirty="0" err="1"/>
              <a:t>t</a:t>
            </a:r>
            <a:endParaRPr lang="zh-TW" altLang="en-US" sz="3600" baseline="30000" dirty="0"/>
          </a:p>
        </p:txBody>
      </p:sp>
      <p:pic>
        <p:nvPicPr>
          <p:cNvPr id="133" name="圖片 1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7327" y="5641193"/>
            <a:ext cx="557213" cy="557213"/>
          </a:xfrm>
          <a:prstGeom prst="rect">
            <a:avLst/>
          </a:prstGeom>
        </p:spPr>
      </p:pic>
      <p:pic>
        <p:nvPicPr>
          <p:cNvPr id="134" name="圖片 1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057" y="5635892"/>
            <a:ext cx="557213" cy="557213"/>
          </a:xfrm>
          <a:prstGeom prst="rect">
            <a:avLst/>
          </a:prstGeom>
        </p:spPr>
      </p:pic>
      <p:pic>
        <p:nvPicPr>
          <p:cNvPr id="135" name="圖片 1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465" y="5635890"/>
            <a:ext cx="557213" cy="557213"/>
          </a:xfrm>
          <a:prstGeom prst="rect">
            <a:avLst/>
          </a:prstGeom>
        </p:spPr>
      </p:pic>
      <p:pic>
        <p:nvPicPr>
          <p:cNvPr id="136" name="圖片 1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615" y="4146380"/>
            <a:ext cx="557213" cy="557213"/>
          </a:xfrm>
          <a:prstGeom prst="rect">
            <a:avLst/>
          </a:prstGeom>
        </p:spPr>
      </p:pic>
      <p:cxnSp>
        <p:nvCxnSpPr>
          <p:cNvPr id="139" name="直線單箭頭接點 138"/>
          <p:cNvCxnSpPr/>
          <p:nvPr/>
        </p:nvCxnSpPr>
        <p:spPr>
          <a:xfrm flipH="1" flipV="1">
            <a:off x="4105541" y="6207887"/>
            <a:ext cx="2" cy="8647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單箭頭接點 141"/>
          <p:cNvCxnSpPr/>
          <p:nvPr/>
        </p:nvCxnSpPr>
        <p:spPr>
          <a:xfrm flipH="1" flipV="1">
            <a:off x="4114784" y="4749221"/>
            <a:ext cx="2" cy="8647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單箭頭接點 143"/>
          <p:cNvCxnSpPr>
            <a:endCxn id="56" idx="2"/>
          </p:cNvCxnSpPr>
          <p:nvPr/>
        </p:nvCxnSpPr>
        <p:spPr>
          <a:xfrm flipV="1">
            <a:off x="4482383" y="4436486"/>
            <a:ext cx="143076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單箭頭接點 148"/>
          <p:cNvCxnSpPr>
            <a:endCxn id="47" idx="4"/>
          </p:cNvCxnSpPr>
          <p:nvPr/>
        </p:nvCxnSpPr>
        <p:spPr>
          <a:xfrm flipH="1" flipV="1">
            <a:off x="6273284" y="6243110"/>
            <a:ext cx="443976" cy="82325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線單箭頭接點 151"/>
          <p:cNvCxnSpPr/>
          <p:nvPr/>
        </p:nvCxnSpPr>
        <p:spPr>
          <a:xfrm flipH="1" flipV="1">
            <a:off x="5405931" y="6188307"/>
            <a:ext cx="2" cy="8647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線單箭頭接點 152"/>
          <p:cNvCxnSpPr/>
          <p:nvPr/>
        </p:nvCxnSpPr>
        <p:spPr>
          <a:xfrm flipH="1" flipV="1">
            <a:off x="6268839" y="4666647"/>
            <a:ext cx="2" cy="8647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線單箭頭接點 153"/>
          <p:cNvCxnSpPr>
            <a:endCxn id="47" idx="2"/>
          </p:cNvCxnSpPr>
          <p:nvPr/>
        </p:nvCxnSpPr>
        <p:spPr>
          <a:xfrm>
            <a:off x="5649528" y="5894136"/>
            <a:ext cx="295143" cy="203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線單箭頭接點 156"/>
          <p:cNvCxnSpPr/>
          <p:nvPr/>
        </p:nvCxnSpPr>
        <p:spPr>
          <a:xfrm flipH="1" flipV="1">
            <a:off x="8108451" y="6147233"/>
            <a:ext cx="2" cy="8647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線單箭頭接點 157"/>
          <p:cNvCxnSpPr/>
          <p:nvPr/>
        </p:nvCxnSpPr>
        <p:spPr>
          <a:xfrm flipH="1" flipV="1">
            <a:off x="8125439" y="4780239"/>
            <a:ext cx="2" cy="8647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線單箭頭接點 158"/>
          <p:cNvCxnSpPr/>
          <p:nvPr/>
        </p:nvCxnSpPr>
        <p:spPr>
          <a:xfrm>
            <a:off x="6631403" y="4424985"/>
            <a:ext cx="412601" cy="2846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線單箭頭接點 160"/>
          <p:cNvCxnSpPr/>
          <p:nvPr/>
        </p:nvCxnSpPr>
        <p:spPr>
          <a:xfrm>
            <a:off x="7469085" y="4443432"/>
            <a:ext cx="412601" cy="2846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向下箭號 161"/>
          <p:cNvSpPr/>
          <p:nvPr/>
        </p:nvSpPr>
        <p:spPr>
          <a:xfrm flipV="1">
            <a:off x="7823465" y="2903366"/>
            <a:ext cx="657225" cy="1122594"/>
          </a:xfrm>
          <a:prstGeom prst="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3" name="向下箭號 162"/>
          <p:cNvSpPr/>
          <p:nvPr/>
        </p:nvSpPr>
        <p:spPr>
          <a:xfrm rot="2610135" flipV="1">
            <a:off x="7404941" y="7764770"/>
            <a:ext cx="657225" cy="1122594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4" name="向下箭號 163"/>
          <p:cNvSpPr/>
          <p:nvPr/>
        </p:nvSpPr>
        <p:spPr>
          <a:xfrm rot="19634133" flipV="1">
            <a:off x="5319629" y="7795959"/>
            <a:ext cx="657225" cy="937814"/>
          </a:xfrm>
          <a:prstGeom prst="down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6" name="向下箭號 165"/>
          <p:cNvSpPr/>
          <p:nvPr/>
        </p:nvSpPr>
        <p:spPr>
          <a:xfrm rot="1779305" flipV="1">
            <a:off x="6357446" y="7804043"/>
            <a:ext cx="657225" cy="910019"/>
          </a:xfrm>
          <a:prstGeom prst="down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7" name="向下箭號 166"/>
          <p:cNvSpPr/>
          <p:nvPr/>
        </p:nvSpPr>
        <p:spPr>
          <a:xfrm rot="18851723" flipV="1">
            <a:off x="4159371" y="7747724"/>
            <a:ext cx="657225" cy="1122594"/>
          </a:xfrm>
          <a:prstGeom prst="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71" name="群組 170"/>
          <p:cNvGrpSpPr/>
          <p:nvPr/>
        </p:nvGrpSpPr>
        <p:grpSpPr>
          <a:xfrm>
            <a:off x="11656388" y="8814141"/>
            <a:ext cx="1361358" cy="645161"/>
            <a:chOff x="4765592" y="6396335"/>
            <a:chExt cx="907572" cy="430107"/>
          </a:xfrm>
        </p:grpSpPr>
        <p:sp>
          <p:nvSpPr>
            <p:cNvPr id="172" name="矩形 171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73" name="文字方塊 172"/>
            <p:cNvSpPr txBox="1"/>
            <p:nvPr/>
          </p:nvSpPr>
          <p:spPr>
            <a:xfrm>
              <a:off x="4765592" y="6396335"/>
              <a:ext cx="907572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x</a:t>
              </a:r>
              <a:r>
                <a:rPr lang="en-US" altLang="zh-TW" sz="3600" baseline="30000" dirty="0"/>
                <a:t>t+1</a:t>
              </a:r>
              <a:endParaRPr lang="zh-TW" altLang="en-US" sz="3600" baseline="30000" dirty="0"/>
            </a:p>
          </p:txBody>
        </p:sp>
      </p:grpSp>
      <p:sp>
        <p:nvSpPr>
          <p:cNvPr id="174" name="矩形 173"/>
          <p:cNvSpPr/>
          <p:nvPr/>
        </p:nvSpPr>
        <p:spPr>
          <a:xfrm>
            <a:off x="12316317" y="7105490"/>
            <a:ext cx="1080000" cy="64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z</a:t>
            </a:r>
            <a:endParaRPr lang="zh-TW" altLang="en-US" sz="3600" dirty="0"/>
          </a:p>
        </p:txBody>
      </p:sp>
      <p:sp>
        <p:nvSpPr>
          <p:cNvPr id="175" name="矩形 174"/>
          <p:cNvSpPr/>
          <p:nvPr/>
        </p:nvSpPr>
        <p:spPr>
          <a:xfrm>
            <a:off x="10977048" y="7105490"/>
            <a:ext cx="1080000" cy="64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 err="1"/>
              <a:t>z</a:t>
            </a:r>
            <a:r>
              <a:rPr lang="en-US" altLang="zh-TW" sz="3600" baseline="30000" dirty="0" err="1"/>
              <a:t>i</a:t>
            </a:r>
            <a:endParaRPr lang="zh-TW" altLang="en-US" sz="3600" baseline="30000" dirty="0"/>
          </a:p>
        </p:txBody>
      </p:sp>
      <p:sp>
        <p:nvSpPr>
          <p:cNvPr id="177" name="橢圓 176"/>
          <p:cNvSpPr/>
          <p:nvPr/>
        </p:nvSpPr>
        <p:spPr>
          <a:xfrm>
            <a:off x="12019226" y="5590172"/>
            <a:ext cx="657225" cy="6572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000" dirty="0">
                <a:solidFill>
                  <a:schemeClr val="tx1"/>
                </a:solidFill>
              </a:rPr>
              <a:t>×</a:t>
            </a:r>
            <a:endParaRPr lang="zh-TW" altLang="en-US" sz="3000" dirty="0"/>
          </a:p>
        </p:txBody>
      </p:sp>
      <p:sp>
        <p:nvSpPr>
          <p:cNvPr id="179" name="矩形 178"/>
          <p:cNvSpPr/>
          <p:nvPr/>
        </p:nvSpPr>
        <p:spPr>
          <a:xfrm>
            <a:off x="9650358" y="7105490"/>
            <a:ext cx="1080000" cy="64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 err="1"/>
              <a:t>z</a:t>
            </a:r>
            <a:r>
              <a:rPr lang="en-US" altLang="zh-TW" sz="3600" baseline="30000" dirty="0" err="1"/>
              <a:t>f</a:t>
            </a:r>
            <a:endParaRPr lang="zh-TW" altLang="en-US" sz="3600" baseline="30000" dirty="0"/>
          </a:p>
        </p:txBody>
      </p:sp>
      <p:sp>
        <p:nvSpPr>
          <p:cNvPr id="180" name="矩形 179"/>
          <p:cNvSpPr/>
          <p:nvPr/>
        </p:nvSpPr>
        <p:spPr>
          <a:xfrm>
            <a:off x="13643007" y="7113284"/>
            <a:ext cx="1080000" cy="64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z</a:t>
            </a:r>
            <a:r>
              <a:rPr lang="en-US" altLang="zh-TW" sz="3600" baseline="30000" dirty="0"/>
              <a:t>o</a:t>
            </a:r>
            <a:endParaRPr lang="zh-TW" altLang="en-US" sz="3600" baseline="30000" dirty="0"/>
          </a:p>
        </p:txBody>
      </p:sp>
      <p:sp>
        <p:nvSpPr>
          <p:cNvPr id="182" name="橢圓 181"/>
          <p:cNvSpPr/>
          <p:nvPr/>
        </p:nvSpPr>
        <p:spPr>
          <a:xfrm>
            <a:off x="9861746" y="4131986"/>
            <a:ext cx="657225" cy="6572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000" dirty="0">
                <a:solidFill>
                  <a:schemeClr val="tx1"/>
                </a:solidFill>
              </a:rPr>
              <a:t>×</a:t>
            </a:r>
            <a:endParaRPr lang="zh-TW" altLang="en-US" sz="3000" dirty="0"/>
          </a:p>
        </p:txBody>
      </p:sp>
      <p:sp>
        <p:nvSpPr>
          <p:cNvPr id="185" name="橢圓 184"/>
          <p:cNvSpPr/>
          <p:nvPr/>
        </p:nvSpPr>
        <p:spPr>
          <a:xfrm>
            <a:off x="11987705" y="4112160"/>
            <a:ext cx="657225" cy="65722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000" dirty="0">
                <a:solidFill>
                  <a:schemeClr val="tx1"/>
                </a:solidFill>
              </a:rPr>
              <a:t>＋</a:t>
            </a:r>
            <a:endParaRPr lang="zh-TW" altLang="en-US" sz="3000" dirty="0">
              <a:solidFill>
                <a:schemeClr val="tx1"/>
              </a:solidFill>
            </a:endParaRPr>
          </a:p>
        </p:txBody>
      </p:sp>
      <p:sp>
        <p:nvSpPr>
          <p:cNvPr id="188" name="橢圓 187"/>
          <p:cNvSpPr/>
          <p:nvPr/>
        </p:nvSpPr>
        <p:spPr>
          <a:xfrm>
            <a:off x="13875848" y="4124837"/>
            <a:ext cx="657225" cy="6572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000" dirty="0">
                <a:solidFill>
                  <a:schemeClr val="tx1"/>
                </a:solidFill>
              </a:rPr>
              <a:t>×</a:t>
            </a:r>
            <a:endParaRPr lang="zh-TW" altLang="en-US" sz="3000" dirty="0"/>
          </a:p>
        </p:txBody>
      </p:sp>
      <p:grpSp>
        <p:nvGrpSpPr>
          <p:cNvPr id="227" name="群組 226"/>
          <p:cNvGrpSpPr/>
          <p:nvPr/>
        </p:nvGrpSpPr>
        <p:grpSpPr>
          <a:xfrm>
            <a:off x="13586977" y="2096782"/>
            <a:ext cx="1361358" cy="669734"/>
            <a:chOff x="7533985" y="1397855"/>
            <a:chExt cx="907572" cy="446489"/>
          </a:xfrm>
        </p:grpSpPr>
        <p:sp>
          <p:nvSpPr>
            <p:cNvPr id="190" name="矩形 189"/>
            <p:cNvSpPr/>
            <p:nvPr/>
          </p:nvSpPr>
          <p:spPr>
            <a:xfrm>
              <a:off x="7588207" y="1412344"/>
              <a:ext cx="720000" cy="432000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91" name="文字方塊 190"/>
            <p:cNvSpPr txBox="1"/>
            <p:nvPr/>
          </p:nvSpPr>
          <p:spPr>
            <a:xfrm>
              <a:off x="7533985" y="1397855"/>
              <a:ext cx="907572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y</a:t>
              </a:r>
              <a:r>
                <a:rPr lang="en-US" altLang="zh-TW" sz="3600" baseline="30000" dirty="0"/>
                <a:t>t+1</a:t>
              </a:r>
              <a:endParaRPr lang="zh-TW" altLang="en-US" sz="3600" baseline="30000" dirty="0"/>
            </a:p>
          </p:txBody>
        </p:sp>
      </p:grpSp>
      <p:pic>
        <p:nvPicPr>
          <p:cNvPr id="192" name="圖片 19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882" y="5645480"/>
            <a:ext cx="557213" cy="557213"/>
          </a:xfrm>
          <a:prstGeom prst="rect">
            <a:avLst/>
          </a:prstGeom>
        </p:spPr>
      </p:pic>
      <p:pic>
        <p:nvPicPr>
          <p:cNvPr id="193" name="圖片 1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12" y="5640179"/>
            <a:ext cx="557213" cy="557213"/>
          </a:xfrm>
          <a:prstGeom prst="rect">
            <a:avLst/>
          </a:prstGeom>
        </p:spPr>
      </p:pic>
      <p:pic>
        <p:nvPicPr>
          <p:cNvPr id="194" name="圖片 19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019" y="5640177"/>
            <a:ext cx="557213" cy="557213"/>
          </a:xfrm>
          <a:prstGeom prst="rect">
            <a:avLst/>
          </a:prstGeom>
        </p:spPr>
      </p:pic>
      <p:pic>
        <p:nvPicPr>
          <p:cNvPr id="195" name="圖片 1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4169" y="4150667"/>
            <a:ext cx="557213" cy="557213"/>
          </a:xfrm>
          <a:prstGeom prst="rect">
            <a:avLst/>
          </a:prstGeom>
        </p:spPr>
      </p:pic>
      <p:cxnSp>
        <p:nvCxnSpPr>
          <p:cNvPr id="196" name="直線單箭頭接點 195"/>
          <p:cNvCxnSpPr/>
          <p:nvPr/>
        </p:nvCxnSpPr>
        <p:spPr>
          <a:xfrm flipH="1" flipV="1">
            <a:off x="10180095" y="6212174"/>
            <a:ext cx="2" cy="8647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線單箭頭接點 196"/>
          <p:cNvCxnSpPr/>
          <p:nvPr/>
        </p:nvCxnSpPr>
        <p:spPr>
          <a:xfrm flipH="1" flipV="1">
            <a:off x="10189338" y="4753508"/>
            <a:ext cx="2" cy="8647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線單箭頭接點 197"/>
          <p:cNvCxnSpPr>
            <a:endCxn id="185" idx="2"/>
          </p:cNvCxnSpPr>
          <p:nvPr/>
        </p:nvCxnSpPr>
        <p:spPr>
          <a:xfrm flipV="1">
            <a:off x="10556937" y="4440773"/>
            <a:ext cx="143076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線單箭頭接點 198"/>
          <p:cNvCxnSpPr>
            <a:endCxn id="177" idx="4"/>
          </p:cNvCxnSpPr>
          <p:nvPr/>
        </p:nvCxnSpPr>
        <p:spPr>
          <a:xfrm flipH="1" flipV="1">
            <a:off x="12347838" y="6247397"/>
            <a:ext cx="443976" cy="82325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線單箭頭接點 199"/>
          <p:cNvCxnSpPr/>
          <p:nvPr/>
        </p:nvCxnSpPr>
        <p:spPr>
          <a:xfrm flipH="1" flipV="1">
            <a:off x="11480486" y="6192594"/>
            <a:ext cx="2" cy="8647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線單箭頭接點 200"/>
          <p:cNvCxnSpPr/>
          <p:nvPr/>
        </p:nvCxnSpPr>
        <p:spPr>
          <a:xfrm flipH="1" flipV="1">
            <a:off x="12343394" y="4670934"/>
            <a:ext cx="2" cy="8647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線單箭頭接點 201"/>
          <p:cNvCxnSpPr>
            <a:endCxn id="177" idx="2"/>
          </p:cNvCxnSpPr>
          <p:nvPr/>
        </p:nvCxnSpPr>
        <p:spPr>
          <a:xfrm>
            <a:off x="11724083" y="5898423"/>
            <a:ext cx="295143" cy="203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線單箭頭接點 202"/>
          <p:cNvCxnSpPr/>
          <p:nvPr/>
        </p:nvCxnSpPr>
        <p:spPr>
          <a:xfrm flipH="1" flipV="1">
            <a:off x="14183006" y="6151520"/>
            <a:ext cx="2" cy="8647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線單箭頭接點 203"/>
          <p:cNvCxnSpPr/>
          <p:nvPr/>
        </p:nvCxnSpPr>
        <p:spPr>
          <a:xfrm flipH="1" flipV="1">
            <a:off x="14199993" y="4784526"/>
            <a:ext cx="2" cy="8647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線單箭頭接點 204"/>
          <p:cNvCxnSpPr/>
          <p:nvPr/>
        </p:nvCxnSpPr>
        <p:spPr>
          <a:xfrm>
            <a:off x="12705957" y="4429272"/>
            <a:ext cx="412601" cy="2846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線單箭頭接點 205"/>
          <p:cNvCxnSpPr/>
          <p:nvPr/>
        </p:nvCxnSpPr>
        <p:spPr>
          <a:xfrm>
            <a:off x="13543640" y="4447719"/>
            <a:ext cx="412601" cy="2846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向下箭號 206"/>
          <p:cNvSpPr/>
          <p:nvPr/>
        </p:nvSpPr>
        <p:spPr>
          <a:xfrm flipV="1">
            <a:off x="13898019" y="2907653"/>
            <a:ext cx="657225" cy="1122594"/>
          </a:xfrm>
          <a:prstGeom prst="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08" name="向下箭號 207"/>
          <p:cNvSpPr/>
          <p:nvPr/>
        </p:nvSpPr>
        <p:spPr>
          <a:xfrm rot="2610135" flipV="1">
            <a:off x="13479495" y="7769057"/>
            <a:ext cx="657225" cy="1122594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09" name="向下箭號 208"/>
          <p:cNvSpPr/>
          <p:nvPr/>
        </p:nvSpPr>
        <p:spPr>
          <a:xfrm rot="19634133" flipV="1">
            <a:off x="11394183" y="7800246"/>
            <a:ext cx="657225" cy="937814"/>
          </a:xfrm>
          <a:prstGeom prst="down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10" name="向下箭號 209"/>
          <p:cNvSpPr/>
          <p:nvPr/>
        </p:nvSpPr>
        <p:spPr>
          <a:xfrm rot="1779305" flipV="1">
            <a:off x="12432000" y="7808330"/>
            <a:ext cx="657225" cy="910019"/>
          </a:xfrm>
          <a:prstGeom prst="down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11" name="向下箭號 210"/>
          <p:cNvSpPr/>
          <p:nvPr/>
        </p:nvSpPr>
        <p:spPr>
          <a:xfrm rot="18851723" flipV="1">
            <a:off x="10233926" y="7752011"/>
            <a:ext cx="657225" cy="1122594"/>
          </a:xfrm>
          <a:prstGeom prst="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213" name="群組 212"/>
          <p:cNvGrpSpPr/>
          <p:nvPr/>
        </p:nvGrpSpPr>
        <p:grpSpPr>
          <a:xfrm>
            <a:off x="10426215" y="8828628"/>
            <a:ext cx="1361358" cy="645161"/>
            <a:chOff x="4765592" y="6396335"/>
            <a:chExt cx="907572" cy="430107"/>
          </a:xfrm>
        </p:grpSpPr>
        <p:sp>
          <p:nvSpPr>
            <p:cNvPr id="214" name="矩形 213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15" name="文字方塊 214"/>
            <p:cNvSpPr txBox="1"/>
            <p:nvPr/>
          </p:nvSpPr>
          <p:spPr>
            <a:xfrm>
              <a:off x="4765592" y="6396335"/>
              <a:ext cx="907572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 err="1"/>
                <a:t>h</a:t>
              </a:r>
              <a:r>
                <a:rPr lang="en-US" altLang="zh-TW" sz="3600" baseline="30000" dirty="0" err="1"/>
                <a:t>t</a:t>
              </a:r>
              <a:endParaRPr lang="zh-TW" altLang="en-US" sz="3600" baseline="30000" dirty="0"/>
            </a:p>
          </p:txBody>
        </p:sp>
      </p:grpSp>
      <p:sp>
        <p:nvSpPr>
          <p:cNvPr id="219" name="文字方塊 218"/>
          <p:cNvSpPr txBox="1"/>
          <p:nvPr/>
        </p:nvSpPr>
        <p:spPr>
          <a:xfrm>
            <a:off x="10999882" y="967601"/>
            <a:ext cx="4542860" cy="64516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Extension: “peephole”</a:t>
            </a:r>
            <a:endParaRPr lang="zh-TW" altLang="en-US" sz="3600" dirty="0"/>
          </a:p>
        </p:txBody>
      </p:sp>
      <p:grpSp>
        <p:nvGrpSpPr>
          <p:cNvPr id="220" name="群組 219"/>
          <p:cNvGrpSpPr/>
          <p:nvPr/>
        </p:nvGrpSpPr>
        <p:grpSpPr>
          <a:xfrm>
            <a:off x="4388270" y="8795306"/>
            <a:ext cx="1361358" cy="645161"/>
            <a:chOff x="4765592" y="6396335"/>
            <a:chExt cx="907572" cy="430107"/>
          </a:xfrm>
        </p:grpSpPr>
        <p:sp>
          <p:nvSpPr>
            <p:cNvPr id="221" name="矩形 220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22" name="文字方塊 221"/>
            <p:cNvSpPr txBox="1"/>
            <p:nvPr/>
          </p:nvSpPr>
          <p:spPr>
            <a:xfrm>
              <a:off x="4765592" y="6396335"/>
              <a:ext cx="907572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h</a:t>
              </a:r>
              <a:r>
                <a:rPr lang="en-US" altLang="zh-TW" sz="3600" baseline="30000" dirty="0"/>
                <a:t>t-1</a:t>
              </a:r>
              <a:endParaRPr lang="zh-TW" altLang="en-US" sz="3600" baseline="30000" dirty="0"/>
            </a:p>
          </p:txBody>
        </p:sp>
      </p:grpSp>
      <p:grpSp>
        <p:nvGrpSpPr>
          <p:cNvPr id="102" name="群組 101"/>
          <p:cNvGrpSpPr/>
          <p:nvPr/>
        </p:nvGrpSpPr>
        <p:grpSpPr>
          <a:xfrm>
            <a:off x="9185709" y="8809853"/>
            <a:ext cx="1361358" cy="645161"/>
            <a:chOff x="4775004" y="6396335"/>
            <a:chExt cx="907572" cy="430107"/>
          </a:xfrm>
        </p:grpSpPr>
        <p:sp>
          <p:nvSpPr>
            <p:cNvPr id="103" name="矩形 102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04" name="文字方塊 103"/>
            <p:cNvSpPr txBox="1"/>
            <p:nvPr/>
          </p:nvSpPr>
          <p:spPr>
            <a:xfrm>
              <a:off x="4775004" y="6396335"/>
              <a:ext cx="907572" cy="430107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 err="1">
                  <a:solidFill>
                    <a:schemeClr val="tx1"/>
                  </a:solidFill>
                </a:rPr>
                <a:t>c</a:t>
              </a:r>
              <a:r>
                <a:rPr lang="en-US" altLang="zh-TW" sz="3600" baseline="30000" dirty="0" err="1">
                  <a:solidFill>
                    <a:schemeClr val="tx1"/>
                  </a:solidFill>
                </a:rPr>
                <a:t>t</a:t>
              </a:r>
              <a:endParaRPr lang="zh-TW" altLang="en-US" sz="3600" baseline="30000" dirty="0">
                <a:solidFill>
                  <a:schemeClr val="tx1"/>
                </a:solidFill>
              </a:endParaRPr>
            </a:p>
          </p:txBody>
        </p:sp>
      </p:grpSp>
      <p:sp>
        <p:nvSpPr>
          <p:cNvPr id="106" name="手繪多邊形 105"/>
          <p:cNvSpPr/>
          <p:nvPr/>
        </p:nvSpPr>
        <p:spPr>
          <a:xfrm>
            <a:off x="14574884" y="4361291"/>
            <a:ext cx="2229356" cy="4380063"/>
          </a:xfrm>
          <a:custGeom>
            <a:avLst/>
            <a:gdLst>
              <a:gd name="connsiteX0" fmla="*/ 0 w 1320800"/>
              <a:gd name="connsiteY0" fmla="*/ 0 h 3135086"/>
              <a:gd name="connsiteX1" fmla="*/ 362857 w 1320800"/>
              <a:gd name="connsiteY1" fmla="*/ 624114 h 3135086"/>
              <a:gd name="connsiteX2" fmla="*/ 508000 w 1320800"/>
              <a:gd name="connsiteY2" fmla="*/ 2409371 h 3135086"/>
              <a:gd name="connsiteX3" fmla="*/ 1320800 w 1320800"/>
              <a:gd name="connsiteY3" fmla="*/ 3135086 h 3135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0800" h="3135086">
                <a:moveTo>
                  <a:pt x="0" y="0"/>
                </a:moveTo>
                <a:cubicBezTo>
                  <a:pt x="139095" y="111276"/>
                  <a:pt x="278190" y="222552"/>
                  <a:pt x="362857" y="624114"/>
                </a:cubicBezTo>
                <a:cubicBezTo>
                  <a:pt x="447524" y="1025676"/>
                  <a:pt x="348343" y="1990876"/>
                  <a:pt x="508000" y="2409371"/>
                </a:cubicBezTo>
                <a:cubicBezTo>
                  <a:pt x="667657" y="2827866"/>
                  <a:pt x="994228" y="2981476"/>
                  <a:pt x="1320800" y="3135086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7" name="手繪多邊形 106"/>
          <p:cNvSpPr/>
          <p:nvPr/>
        </p:nvSpPr>
        <p:spPr>
          <a:xfrm>
            <a:off x="2197635" y="4415243"/>
            <a:ext cx="2229356" cy="4380063"/>
          </a:xfrm>
          <a:custGeom>
            <a:avLst/>
            <a:gdLst>
              <a:gd name="connsiteX0" fmla="*/ 0 w 1320800"/>
              <a:gd name="connsiteY0" fmla="*/ 0 h 3135086"/>
              <a:gd name="connsiteX1" fmla="*/ 362857 w 1320800"/>
              <a:gd name="connsiteY1" fmla="*/ 624114 h 3135086"/>
              <a:gd name="connsiteX2" fmla="*/ 508000 w 1320800"/>
              <a:gd name="connsiteY2" fmla="*/ 2409371 h 3135086"/>
              <a:gd name="connsiteX3" fmla="*/ 1320800 w 1320800"/>
              <a:gd name="connsiteY3" fmla="*/ 3135086 h 3135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0800" h="3135086">
                <a:moveTo>
                  <a:pt x="0" y="0"/>
                </a:moveTo>
                <a:cubicBezTo>
                  <a:pt x="139095" y="111276"/>
                  <a:pt x="278190" y="222552"/>
                  <a:pt x="362857" y="624114"/>
                </a:cubicBezTo>
                <a:cubicBezTo>
                  <a:pt x="447524" y="1025676"/>
                  <a:pt x="348343" y="1990876"/>
                  <a:pt x="508000" y="2409371"/>
                </a:cubicBezTo>
                <a:cubicBezTo>
                  <a:pt x="667657" y="2827866"/>
                  <a:pt x="994228" y="2981476"/>
                  <a:pt x="1320800" y="3135086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08" name="群組 107"/>
          <p:cNvGrpSpPr/>
          <p:nvPr/>
        </p:nvGrpSpPr>
        <p:grpSpPr>
          <a:xfrm>
            <a:off x="3016439" y="8775219"/>
            <a:ext cx="1361358" cy="645161"/>
            <a:chOff x="4775004" y="6396335"/>
            <a:chExt cx="907572" cy="430107"/>
          </a:xfrm>
        </p:grpSpPr>
        <p:sp>
          <p:nvSpPr>
            <p:cNvPr id="109" name="矩形 108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10" name="文字方塊 109"/>
            <p:cNvSpPr txBox="1"/>
            <p:nvPr/>
          </p:nvSpPr>
          <p:spPr>
            <a:xfrm>
              <a:off x="4775004" y="6396335"/>
              <a:ext cx="907572" cy="430107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>
                  <a:solidFill>
                    <a:schemeClr val="tx1"/>
                  </a:solidFill>
                </a:rPr>
                <a:t>c</a:t>
              </a:r>
              <a:r>
                <a:rPr lang="en-US" altLang="zh-TW" sz="3600" baseline="30000" dirty="0">
                  <a:solidFill>
                    <a:schemeClr val="tx1"/>
                  </a:solidFill>
                </a:rPr>
                <a:t>t-1</a:t>
              </a:r>
              <a:endParaRPr lang="zh-TW" altLang="en-US" sz="3600" baseline="300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1" name="手繪多邊形 110"/>
          <p:cNvSpPr/>
          <p:nvPr/>
        </p:nvSpPr>
        <p:spPr>
          <a:xfrm>
            <a:off x="8525369" y="4518237"/>
            <a:ext cx="2229356" cy="4380063"/>
          </a:xfrm>
          <a:custGeom>
            <a:avLst/>
            <a:gdLst>
              <a:gd name="connsiteX0" fmla="*/ 0 w 1320800"/>
              <a:gd name="connsiteY0" fmla="*/ 0 h 3135086"/>
              <a:gd name="connsiteX1" fmla="*/ 362857 w 1320800"/>
              <a:gd name="connsiteY1" fmla="*/ 624114 h 3135086"/>
              <a:gd name="connsiteX2" fmla="*/ 508000 w 1320800"/>
              <a:gd name="connsiteY2" fmla="*/ 2409371 h 3135086"/>
              <a:gd name="connsiteX3" fmla="*/ 1320800 w 1320800"/>
              <a:gd name="connsiteY3" fmla="*/ 3135086 h 3135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0800" h="3135086">
                <a:moveTo>
                  <a:pt x="0" y="0"/>
                </a:moveTo>
                <a:cubicBezTo>
                  <a:pt x="139095" y="111276"/>
                  <a:pt x="278190" y="222552"/>
                  <a:pt x="362857" y="624114"/>
                </a:cubicBezTo>
                <a:cubicBezTo>
                  <a:pt x="447524" y="1025676"/>
                  <a:pt x="348343" y="1990876"/>
                  <a:pt x="508000" y="2409371"/>
                </a:cubicBezTo>
                <a:cubicBezTo>
                  <a:pt x="667657" y="2827866"/>
                  <a:pt x="994228" y="2981476"/>
                  <a:pt x="1320800" y="3135086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14" name="群組 113"/>
          <p:cNvGrpSpPr/>
          <p:nvPr/>
        </p:nvGrpSpPr>
        <p:grpSpPr>
          <a:xfrm>
            <a:off x="2234501" y="3176264"/>
            <a:ext cx="1361358" cy="645161"/>
            <a:chOff x="4775004" y="6396335"/>
            <a:chExt cx="907572" cy="430107"/>
          </a:xfrm>
        </p:grpSpPr>
        <p:sp>
          <p:nvSpPr>
            <p:cNvPr id="115" name="矩形 114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16" name="文字方塊 115"/>
            <p:cNvSpPr txBox="1"/>
            <p:nvPr/>
          </p:nvSpPr>
          <p:spPr>
            <a:xfrm>
              <a:off x="4775004" y="6396335"/>
              <a:ext cx="907572" cy="430107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>
                  <a:solidFill>
                    <a:schemeClr val="tx1"/>
                  </a:solidFill>
                </a:rPr>
                <a:t>c</a:t>
              </a:r>
              <a:r>
                <a:rPr lang="en-US" altLang="zh-TW" sz="3600" baseline="30000" dirty="0">
                  <a:solidFill>
                    <a:schemeClr val="tx1"/>
                  </a:solidFill>
                </a:rPr>
                <a:t>t-1</a:t>
              </a:r>
              <a:endParaRPr lang="zh-TW" altLang="en-US" sz="3600" baseline="30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7" name="群組 116"/>
          <p:cNvGrpSpPr/>
          <p:nvPr/>
        </p:nvGrpSpPr>
        <p:grpSpPr>
          <a:xfrm>
            <a:off x="8519483" y="3118413"/>
            <a:ext cx="1361358" cy="645161"/>
            <a:chOff x="4775004" y="6396335"/>
            <a:chExt cx="907572" cy="430107"/>
          </a:xfrm>
        </p:grpSpPr>
        <p:sp>
          <p:nvSpPr>
            <p:cNvPr id="118" name="矩形 117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19" name="文字方塊 118"/>
            <p:cNvSpPr txBox="1"/>
            <p:nvPr/>
          </p:nvSpPr>
          <p:spPr>
            <a:xfrm>
              <a:off x="4775004" y="6396335"/>
              <a:ext cx="907572" cy="430107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 err="1">
                  <a:solidFill>
                    <a:schemeClr val="tx1"/>
                  </a:solidFill>
                </a:rPr>
                <a:t>c</a:t>
              </a:r>
              <a:r>
                <a:rPr lang="en-US" altLang="zh-TW" sz="3600" baseline="30000" dirty="0" err="1">
                  <a:solidFill>
                    <a:schemeClr val="tx1"/>
                  </a:solidFill>
                </a:rPr>
                <a:t>t</a:t>
              </a:r>
              <a:endParaRPr lang="zh-TW" altLang="en-US" sz="3600" baseline="30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0" name="群組 119"/>
          <p:cNvGrpSpPr/>
          <p:nvPr/>
        </p:nvGrpSpPr>
        <p:grpSpPr>
          <a:xfrm>
            <a:off x="14791377" y="3144150"/>
            <a:ext cx="1361358" cy="645161"/>
            <a:chOff x="4775004" y="6396335"/>
            <a:chExt cx="907572" cy="430107"/>
          </a:xfrm>
        </p:grpSpPr>
        <p:sp>
          <p:nvSpPr>
            <p:cNvPr id="121" name="矩形 120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22" name="文字方塊 121"/>
            <p:cNvSpPr txBox="1"/>
            <p:nvPr/>
          </p:nvSpPr>
          <p:spPr>
            <a:xfrm>
              <a:off x="4775004" y="6396335"/>
              <a:ext cx="907572" cy="430107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>
                  <a:solidFill>
                    <a:schemeClr val="tx1"/>
                  </a:solidFill>
                </a:rPr>
                <a:t>c</a:t>
              </a:r>
              <a:r>
                <a:rPr lang="en-US" altLang="zh-TW" sz="3600" baseline="30000" dirty="0">
                  <a:solidFill>
                    <a:schemeClr val="tx1"/>
                  </a:solidFill>
                </a:rPr>
                <a:t>t+1</a:t>
              </a:r>
              <a:endParaRPr lang="zh-TW" altLang="en-US" sz="3600" baseline="30000" dirty="0">
                <a:solidFill>
                  <a:schemeClr val="tx1"/>
                </a:solidFill>
              </a:endParaRPr>
            </a:p>
          </p:txBody>
        </p:sp>
      </p:grpSp>
      <p:sp>
        <p:nvSpPr>
          <p:cNvPr id="3" name="手繪多邊形 2"/>
          <p:cNvSpPr/>
          <p:nvPr/>
        </p:nvSpPr>
        <p:spPr>
          <a:xfrm>
            <a:off x="6270171" y="3503915"/>
            <a:ext cx="2438400" cy="567342"/>
          </a:xfrm>
          <a:custGeom>
            <a:avLst/>
            <a:gdLst>
              <a:gd name="connsiteX0" fmla="*/ 0 w 1625600"/>
              <a:gd name="connsiteY0" fmla="*/ 378228 h 378228"/>
              <a:gd name="connsiteX1" fmla="*/ 508000 w 1625600"/>
              <a:gd name="connsiteY1" fmla="*/ 73428 h 378228"/>
              <a:gd name="connsiteX2" fmla="*/ 1625600 w 1625600"/>
              <a:gd name="connsiteY2" fmla="*/ 857 h 378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25600" h="378228">
                <a:moveTo>
                  <a:pt x="0" y="378228"/>
                </a:moveTo>
                <a:cubicBezTo>
                  <a:pt x="118533" y="257275"/>
                  <a:pt x="237067" y="136323"/>
                  <a:pt x="508000" y="73428"/>
                </a:cubicBezTo>
                <a:cubicBezTo>
                  <a:pt x="778933" y="10533"/>
                  <a:pt x="1395791" y="-3981"/>
                  <a:pt x="1625600" y="857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3" name="手繪多邊形 122"/>
          <p:cNvSpPr/>
          <p:nvPr/>
        </p:nvSpPr>
        <p:spPr>
          <a:xfrm>
            <a:off x="12423807" y="3493656"/>
            <a:ext cx="2438400" cy="567342"/>
          </a:xfrm>
          <a:custGeom>
            <a:avLst/>
            <a:gdLst>
              <a:gd name="connsiteX0" fmla="*/ 0 w 1625600"/>
              <a:gd name="connsiteY0" fmla="*/ 378228 h 378228"/>
              <a:gd name="connsiteX1" fmla="*/ 508000 w 1625600"/>
              <a:gd name="connsiteY1" fmla="*/ 73428 h 378228"/>
              <a:gd name="connsiteX2" fmla="*/ 1625600 w 1625600"/>
              <a:gd name="connsiteY2" fmla="*/ 857 h 378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25600" h="378228">
                <a:moveTo>
                  <a:pt x="0" y="378228"/>
                </a:moveTo>
                <a:cubicBezTo>
                  <a:pt x="118533" y="257275"/>
                  <a:pt x="237067" y="136323"/>
                  <a:pt x="508000" y="73428"/>
                </a:cubicBezTo>
                <a:cubicBezTo>
                  <a:pt x="778933" y="10533"/>
                  <a:pt x="1395791" y="-3981"/>
                  <a:pt x="1625600" y="857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" name="手繪多邊形 3"/>
          <p:cNvSpPr/>
          <p:nvPr/>
        </p:nvSpPr>
        <p:spPr>
          <a:xfrm>
            <a:off x="2830286" y="3722915"/>
            <a:ext cx="783771" cy="5072744"/>
          </a:xfrm>
          <a:custGeom>
            <a:avLst/>
            <a:gdLst>
              <a:gd name="connsiteX0" fmla="*/ 0 w 522514"/>
              <a:gd name="connsiteY0" fmla="*/ 0 h 3381829"/>
              <a:gd name="connsiteX1" fmla="*/ 522514 w 522514"/>
              <a:gd name="connsiteY1" fmla="*/ 3381829 h 3381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2514" h="3381829">
                <a:moveTo>
                  <a:pt x="0" y="0"/>
                </a:moveTo>
                <a:lnTo>
                  <a:pt x="522514" y="3381829"/>
                </a:ln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4" name="手繪多邊形 123"/>
          <p:cNvSpPr/>
          <p:nvPr/>
        </p:nvSpPr>
        <p:spPr>
          <a:xfrm>
            <a:off x="9067281" y="3777327"/>
            <a:ext cx="783771" cy="5072744"/>
          </a:xfrm>
          <a:custGeom>
            <a:avLst/>
            <a:gdLst>
              <a:gd name="connsiteX0" fmla="*/ 0 w 522514"/>
              <a:gd name="connsiteY0" fmla="*/ 0 h 3381829"/>
              <a:gd name="connsiteX1" fmla="*/ 522514 w 522514"/>
              <a:gd name="connsiteY1" fmla="*/ 3381829 h 3381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2514" h="3381829">
                <a:moveTo>
                  <a:pt x="0" y="0"/>
                </a:moveTo>
                <a:lnTo>
                  <a:pt x="522514" y="3381829"/>
                </a:ln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" name="手繪多邊形 4"/>
          <p:cNvSpPr/>
          <p:nvPr/>
        </p:nvSpPr>
        <p:spPr>
          <a:xfrm>
            <a:off x="3418115" y="3547347"/>
            <a:ext cx="653142" cy="567453"/>
          </a:xfrm>
          <a:custGeom>
            <a:avLst/>
            <a:gdLst>
              <a:gd name="connsiteX0" fmla="*/ 0 w 435428"/>
              <a:gd name="connsiteY0" fmla="*/ 931 h 378302"/>
              <a:gd name="connsiteX1" fmla="*/ 290286 w 435428"/>
              <a:gd name="connsiteY1" fmla="*/ 58988 h 378302"/>
              <a:gd name="connsiteX2" fmla="*/ 435428 w 435428"/>
              <a:gd name="connsiteY2" fmla="*/ 378302 h 378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5428" h="378302">
                <a:moveTo>
                  <a:pt x="0" y="931"/>
                </a:moveTo>
                <a:cubicBezTo>
                  <a:pt x="108857" y="-1488"/>
                  <a:pt x="217715" y="-3907"/>
                  <a:pt x="290286" y="58988"/>
                </a:cubicBezTo>
                <a:cubicBezTo>
                  <a:pt x="362857" y="121883"/>
                  <a:pt x="399142" y="250092"/>
                  <a:pt x="435428" y="378302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5" name="手繪多邊形 124"/>
          <p:cNvSpPr/>
          <p:nvPr/>
        </p:nvSpPr>
        <p:spPr>
          <a:xfrm rot="523080">
            <a:off x="9614981" y="3535314"/>
            <a:ext cx="653142" cy="567453"/>
          </a:xfrm>
          <a:custGeom>
            <a:avLst/>
            <a:gdLst>
              <a:gd name="connsiteX0" fmla="*/ 0 w 435428"/>
              <a:gd name="connsiteY0" fmla="*/ 931 h 378302"/>
              <a:gd name="connsiteX1" fmla="*/ 290286 w 435428"/>
              <a:gd name="connsiteY1" fmla="*/ 58988 h 378302"/>
              <a:gd name="connsiteX2" fmla="*/ 435428 w 435428"/>
              <a:gd name="connsiteY2" fmla="*/ 378302 h 378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5428" h="378302">
                <a:moveTo>
                  <a:pt x="0" y="931"/>
                </a:moveTo>
                <a:cubicBezTo>
                  <a:pt x="108857" y="-1488"/>
                  <a:pt x="217715" y="-3907"/>
                  <a:pt x="290286" y="58988"/>
                </a:cubicBezTo>
                <a:cubicBezTo>
                  <a:pt x="362857" y="121883"/>
                  <a:pt x="399142" y="250092"/>
                  <a:pt x="435428" y="378302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6" name="手繪多邊形 125"/>
          <p:cNvSpPr/>
          <p:nvPr/>
        </p:nvSpPr>
        <p:spPr>
          <a:xfrm>
            <a:off x="15462779" y="3846915"/>
            <a:ext cx="783771" cy="5072744"/>
          </a:xfrm>
          <a:custGeom>
            <a:avLst/>
            <a:gdLst>
              <a:gd name="connsiteX0" fmla="*/ 0 w 522514"/>
              <a:gd name="connsiteY0" fmla="*/ 0 h 3381829"/>
              <a:gd name="connsiteX1" fmla="*/ 522514 w 522514"/>
              <a:gd name="connsiteY1" fmla="*/ 3381829 h 3381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2514" h="3381829">
                <a:moveTo>
                  <a:pt x="0" y="0"/>
                </a:moveTo>
                <a:lnTo>
                  <a:pt x="522514" y="3381829"/>
                </a:ln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" grpId="0" bldLvl="0" animBg="1"/>
      <p:bldP spid="175" grpId="0" bldLvl="0" animBg="1"/>
      <p:bldP spid="179" grpId="0" bldLvl="0" animBg="1"/>
      <p:bldP spid="180" grpId="0" bldLvl="0" animBg="1"/>
      <p:bldP spid="207" grpId="0" bldLvl="0" animBg="1"/>
      <p:bldP spid="208" grpId="0" bldLvl="0" animBg="1"/>
      <p:bldP spid="209" grpId="0" bldLvl="0" animBg="1"/>
      <p:bldP spid="210" grpId="0" bldLvl="0" animBg="1"/>
      <p:bldP spid="211" grpId="0" bldLvl="0" animBg="1"/>
      <p:bldP spid="219" grpId="0" bldLvl="0" animBg="1"/>
      <p:bldP spid="106" grpId="0" bldLvl="0" animBg="1"/>
      <p:bldP spid="107" grpId="0" bldLvl="0" animBg="1"/>
      <p:bldP spid="111" grpId="0" bldLvl="0" animBg="1"/>
      <p:bldP spid="3" grpId="0" bldLvl="0" animBg="1"/>
      <p:bldP spid="123" grpId="0" bldLvl="0" animBg="1"/>
      <p:bldP spid="4" grpId="0" bldLvl="0" animBg="1"/>
      <p:bldP spid="124" grpId="0" bldLvl="0" animBg="1"/>
      <p:bldP spid="125" grpId="0" bldLvl="0" animBg="1"/>
      <p:bldP spid="126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2133F11-A5D0-D13E-F1C7-32ECE57F4778}"/>
              </a:ext>
            </a:extLst>
          </p:cNvPr>
          <p:cNvGrpSpPr/>
          <p:nvPr/>
        </p:nvGrpSpPr>
        <p:grpSpPr>
          <a:xfrm>
            <a:off x="7218283" y="572293"/>
            <a:ext cx="8490148" cy="8293143"/>
            <a:chOff x="7218283" y="572293"/>
            <a:chExt cx="8490148" cy="8293143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7DD18A3-FDC8-BAD2-D909-537830592F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18283" y="572293"/>
              <a:ext cx="8490148" cy="8293143"/>
            </a:xfrm>
            <a:prstGeom prst="rect">
              <a:avLst/>
            </a:prstGeom>
          </p:spPr>
        </p:pic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0EF3FAE7-3AC6-86CF-261C-0D1E99EA62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86762" y="4591251"/>
              <a:ext cx="1164657" cy="635267"/>
            </a:xfrm>
            <a:prstGeom prst="straightConnector1">
              <a:avLst/>
            </a:prstGeom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997A52AD-F14C-921D-0214-424F47D3C9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819246" y="4591250"/>
              <a:ext cx="1164657" cy="635267"/>
            </a:xfrm>
            <a:prstGeom prst="straightConnector1">
              <a:avLst/>
            </a:prstGeom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5" name="文字方塊 4"/>
          <p:cNvSpPr txBox="1"/>
          <p:nvPr/>
        </p:nvSpPr>
        <p:spPr>
          <a:xfrm>
            <a:off x="1151467" y="739592"/>
            <a:ext cx="551541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i="1" u="sng" dirty="0"/>
              <a:t>Multiple-layer LSTM</a:t>
            </a:r>
            <a:endParaRPr lang="zh-TW" altLang="en-US" sz="4200" b="1" i="1" u="sng" dirty="0"/>
          </a:p>
        </p:txBody>
      </p:sp>
      <p:sp>
        <p:nvSpPr>
          <p:cNvPr id="6" name="文字方塊 5"/>
          <p:cNvSpPr txBox="1"/>
          <p:nvPr/>
        </p:nvSpPr>
        <p:spPr>
          <a:xfrm>
            <a:off x="3149049" y="7649090"/>
            <a:ext cx="3517829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>
                <a:solidFill>
                  <a:srgbClr val="FF0000"/>
                </a:solidFill>
              </a:rPr>
              <a:t>This is quite standard now.</a:t>
            </a:r>
            <a:endParaRPr lang="zh-TW" altLang="en-US" sz="4200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053124" y="9608027"/>
            <a:ext cx="12440436" cy="106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100" dirty="0"/>
              <a:t>https://img.komicolle.org/2015-09-20/src/14426967627131.gif</a:t>
            </a:r>
          </a:p>
        </p:txBody>
      </p:sp>
      <p:sp>
        <p:nvSpPr>
          <p:cNvPr id="7" name="副標題 2"/>
          <p:cNvSpPr txBox="1"/>
          <p:nvPr/>
        </p:nvSpPr>
        <p:spPr>
          <a:xfrm>
            <a:off x="4129842" y="3761148"/>
            <a:ext cx="10287000" cy="1302543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lIns="137160" tIns="68580" rIns="137160" bIns="6858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200" dirty="0"/>
              <a:t>Don’t worry if you cannot understand this.</a:t>
            </a:r>
            <a:r>
              <a:rPr lang="zh-TW" altLang="en-US" sz="4200" dirty="0"/>
              <a:t> </a:t>
            </a:r>
            <a:r>
              <a:rPr lang="en-US" altLang="zh-TW" sz="4200" dirty="0" err="1"/>
              <a:t>Keras</a:t>
            </a:r>
            <a:r>
              <a:rPr lang="en-US" altLang="zh-TW" sz="4200" dirty="0"/>
              <a:t> can handle it.</a:t>
            </a:r>
          </a:p>
        </p:txBody>
      </p:sp>
      <p:sp>
        <p:nvSpPr>
          <p:cNvPr id="8" name="副標題 2"/>
          <p:cNvSpPr txBox="1"/>
          <p:nvPr/>
        </p:nvSpPr>
        <p:spPr>
          <a:xfrm>
            <a:off x="4129842" y="5455067"/>
            <a:ext cx="10287000" cy="1302543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lIns="137160" tIns="68580" rIns="137160" bIns="6858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200" dirty="0" err="1"/>
              <a:t>Keras</a:t>
            </a:r>
            <a:r>
              <a:rPr lang="en-US" altLang="zh-TW" sz="4200" dirty="0"/>
              <a:t> supports </a:t>
            </a:r>
          </a:p>
          <a:p>
            <a:pPr marL="0" indent="0" algn="ctr">
              <a:buNone/>
            </a:pPr>
            <a:r>
              <a:rPr lang="en-US" altLang="zh-TW" sz="4200" dirty="0"/>
              <a:t>“LSTM”, “GRU”, “</a:t>
            </a:r>
            <a:r>
              <a:rPr lang="en-US" altLang="zh-TW" sz="4200" dirty="0" err="1"/>
              <a:t>SimpleRNN</a:t>
            </a:r>
            <a:r>
              <a:rPr lang="en-US" altLang="zh-TW" sz="4200" dirty="0"/>
              <a:t>” layers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2608" y="2213168"/>
            <a:ext cx="9950951" cy="5307174"/>
          </a:xfrm>
          <a:prstGeom prst="rect">
            <a:avLst/>
          </a:prstGeom>
        </p:spPr>
      </p:pic>
      <p:sp>
        <p:nvSpPr>
          <p:cNvPr id="10" name="副標題 2"/>
          <p:cNvSpPr txBox="1"/>
          <p:nvPr/>
        </p:nvSpPr>
        <p:spPr>
          <a:xfrm>
            <a:off x="8355189" y="2619636"/>
            <a:ext cx="4325786" cy="74774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137160" tIns="68580" rIns="137160" bIns="6858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200" dirty="0">
                <a:solidFill>
                  <a:schemeClr val="tx1"/>
                </a:solidFill>
              </a:rPr>
              <a:t>What is this?</a:t>
            </a:r>
          </a:p>
        </p:txBody>
      </p:sp>
    </p:spTree>
    <p:extLst>
      <p:ext uri="{BB962C8B-B14F-4D97-AF65-F5344CB8AC3E}">
        <p14:creationId xmlns:p14="http://schemas.microsoft.com/office/powerpoint/2010/main" val="4286150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ldLvl="0" animBg="1"/>
      <p:bldP spid="8" grpId="0" bldLvl="0" animBg="1"/>
      <p:bldP spid="10" grpId="0" bldLvl="0" animBg="1"/>
      <p:bldP spid="10" grpId="1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0322" y="1879600"/>
            <a:ext cx="15667355" cy="258762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br>
              <a:rPr lang="en-US" sz="6600" dirty="0"/>
            </a:br>
            <a:r>
              <a:rPr lang="en-US" sz="6600" dirty="0"/>
              <a:t>Learning on RNN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514540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 59"/>
          <p:cNvSpPr/>
          <p:nvPr/>
        </p:nvSpPr>
        <p:spPr>
          <a:xfrm>
            <a:off x="4829781" y="6933327"/>
            <a:ext cx="1620000" cy="64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4" name="矩形 63"/>
          <p:cNvSpPr/>
          <p:nvPr/>
        </p:nvSpPr>
        <p:spPr>
          <a:xfrm>
            <a:off x="4858355" y="5211011"/>
            <a:ext cx="1620000" cy="648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7" name="矩形 66"/>
          <p:cNvSpPr/>
          <p:nvPr/>
        </p:nvSpPr>
        <p:spPr>
          <a:xfrm>
            <a:off x="4829781" y="3528972"/>
            <a:ext cx="1620000" cy="64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8" name="矩形 67"/>
          <p:cNvSpPr/>
          <p:nvPr/>
        </p:nvSpPr>
        <p:spPr>
          <a:xfrm>
            <a:off x="8984928" y="6911717"/>
            <a:ext cx="1620000" cy="64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9" name="矩形 68"/>
          <p:cNvSpPr/>
          <p:nvPr/>
        </p:nvSpPr>
        <p:spPr>
          <a:xfrm>
            <a:off x="9013502" y="5241159"/>
            <a:ext cx="1620000" cy="648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0" name="矩形 69"/>
          <p:cNvSpPr/>
          <p:nvPr/>
        </p:nvSpPr>
        <p:spPr>
          <a:xfrm>
            <a:off x="6699105" y="5174682"/>
            <a:ext cx="1620000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1" name="矩形 70"/>
          <p:cNvSpPr/>
          <p:nvPr/>
        </p:nvSpPr>
        <p:spPr>
          <a:xfrm>
            <a:off x="9013502" y="3540273"/>
            <a:ext cx="1620000" cy="64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2" name="矩形 71"/>
          <p:cNvSpPr/>
          <p:nvPr/>
        </p:nvSpPr>
        <p:spPr>
          <a:xfrm>
            <a:off x="13210113" y="6921044"/>
            <a:ext cx="1620000" cy="64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3" name="矩形 72"/>
          <p:cNvSpPr/>
          <p:nvPr/>
        </p:nvSpPr>
        <p:spPr>
          <a:xfrm>
            <a:off x="13238687" y="5250486"/>
            <a:ext cx="1620000" cy="648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4" name="矩形 73"/>
          <p:cNvSpPr/>
          <p:nvPr/>
        </p:nvSpPr>
        <p:spPr>
          <a:xfrm>
            <a:off x="10924290" y="5241159"/>
            <a:ext cx="1620000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5" name="矩形 74"/>
          <p:cNvSpPr/>
          <p:nvPr/>
        </p:nvSpPr>
        <p:spPr>
          <a:xfrm>
            <a:off x="13273116" y="3568701"/>
            <a:ext cx="1620000" cy="64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6" name="向上箭號 75"/>
          <p:cNvSpPr/>
          <p:nvPr/>
        </p:nvSpPr>
        <p:spPr>
          <a:xfrm>
            <a:off x="5346083" y="5956395"/>
            <a:ext cx="580016" cy="869115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7" name="向上箭號 76"/>
          <p:cNvSpPr/>
          <p:nvPr/>
        </p:nvSpPr>
        <p:spPr>
          <a:xfrm>
            <a:off x="5346084" y="4241019"/>
            <a:ext cx="580016" cy="86911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8" name="文字方塊 77"/>
          <p:cNvSpPr txBox="1"/>
          <p:nvPr/>
        </p:nvSpPr>
        <p:spPr>
          <a:xfrm>
            <a:off x="6883401" y="4312481"/>
            <a:ext cx="15716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copy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79" name="手繪多邊形 78"/>
          <p:cNvSpPr/>
          <p:nvPr/>
        </p:nvSpPr>
        <p:spPr>
          <a:xfrm flipH="1">
            <a:off x="6449780" y="4827984"/>
            <a:ext cx="1008869" cy="479429"/>
          </a:xfrm>
          <a:custGeom>
            <a:avLst/>
            <a:gdLst>
              <a:gd name="connsiteX0" fmla="*/ 3924300 w 3924300"/>
              <a:gd name="connsiteY0" fmla="*/ 628749 h 628749"/>
              <a:gd name="connsiteX1" fmla="*/ 1714500 w 3924300"/>
              <a:gd name="connsiteY1" fmla="*/ 99 h 628749"/>
              <a:gd name="connsiteX2" fmla="*/ 0 w 3924300"/>
              <a:gd name="connsiteY2" fmla="*/ 590649 h 628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24300" h="628749">
                <a:moveTo>
                  <a:pt x="3924300" y="628749"/>
                </a:moveTo>
                <a:cubicBezTo>
                  <a:pt x="3146425" y="317599"/>
                  <a:pt x="2368550" y="6449"/>
                  <a:pt x="1714500" y="99"/>
                </a:cubicBezTo>
                <a:cubicBezTo>
                  <a:pt x="1060450" y="-6251"/>
                  <a:pt x="530225" y="292199"/>
                  <a:pt x="0" y="590649"/>
                </a:cubicBezTo>
              </a:path>
            </a:pathLst>
          </a:custGeom>
          <a:noFill/>
          <a:ln w="38100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1" name="文字方塊 80"/>
          <p:cNvSpPr txBox="1"/>
          <p:nvPr/>
        </p:nvSpPr>
        <p:spPr>
          <a:xfrm>
            <a:off x="11033885" y="4312481"/>
            <a:ext cx="15716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copy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5031273" y="6895955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1</a:t>
            </a:r>
            <a:endParaRPr lang="zh-TW" altLang="en-US" sz="3600" baseline="30000" dirty="0"/>
          </a:p>
        </p:txBody>
      </p:sp>
      <p:sp>
        <p:nvSpPr>
          <p:cNvPr id="83" name="文字方塊 82"/>
          <p:cNvSpPr txBox="1"/>
          <p:nvPr/>
        </p:nvSpPr>
        <p:spPr>
          <a:xfrm>
            <a:off x="9142823" y="6911717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2</a:t>
            </a:r>
            <a:endParaRPr lang="zh-TW" altLang="en-US" sz="3600" baseline="300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13402437" y="6906441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3</a:t>
            </a:r>
            <a:endParaRPr lang="zh-TW" altLang="en-US" sz="3600" baseline="30000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4955411" y="3508116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30000" dirty="0"/>
              <a:t>1</a:t>
            </a:r>
            <a:endParaRPr lang="zh-TW" altLang="en-US" sz="3600" baseline="30000" dirty="0"/>
          </a:p>
        </p:txBody>
      </p:sp>
      <p:sp>
        <p:nvSpPr>
          <p:cNvPr id="86" name="文字方塊 85"/>
          <p:cNvSpPr txBox="1"/>
          <p:nvPr/>
        </p:nvSpPr>
        <p:spPr>
          <a:xfrm>
            <a:off x="9173196" y="3479896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30000" dirty="0"/>
              <a:t>2</a:t>
            </a:r>
            <a:endParaRPr lang="zh-TW" altLang="en-US" sz="3600" baseline="30000" dirty="0"/>
          </a:p>
        </p:txBody>
      </p:sp>
      <p:sp>
        <p:nvSpPr>
          <p:cNvPr id="87" name="文字方塊 86"/>
          <p:cNvSpPr txBox="1"/>
          <p:nvPr/>
        </p:nvSpPr>
        <p:spPr>
          <a:xfrm>
            <a:off x="13468755" y="3516288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30000" dirty="0"/>
              <a:t>3</a:t>
            </a:r>
            <a:endParaRPr lang="zh-TW" altLang="en-US" sz="3600" baseline="30000" dirty="0"/>
          </a:p>
        </p:txBody>
      </p:sp>
      <p:sp>
        <p:nvSpPr>
          <p:cNvPr id="88" name="向上箭號 87"/>
          <p:cNvSpPr/>
          <p:nvPr/>
        </p:nvSpPr>
        <p:spPr>
          <a:xfrm>
            <a:off x="9538605" y="5996639"/>
            <a:ext cx="580016" cy="869115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9" name="向上箭號 88"/>
          <p:cNvSpPr/>
          <p:nvPr/>
        </p:nvSpPr>
        <p:spPr>
          <a:xfrm>
            <a:off x="9538607" y="4281263"/>
            <a:ext cx="580016" cy="86911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0" name="向上箭號 89"/>
          <p:cNvSpPr/>
          <p:nvPr/>
        </p:nvSpPr>
        <p:spPr>
          <a:xfrm>
            <a:off x="13765178" y="6002739"/>
            <a:ext cx="580016" cy="869115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2" name="向上箭號 91"/>
          <p:cNvSpPr/>
          <p:nvPr/>
        </p:nvSpPr>
        <p:spPr>
          <a:xfrm>
            <a:off x="13765179" y="4287363"/>
            <a:ext cx="580016" cy="86911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4" name="弧形箭號 (上彎) 113"/>
          <p:cNvSpPr/>
          <p:nvPr/>
        </p:nvSpPr>
        <p:spPr>
          <a:xfrm>
            <a:off x="7531911" y="5888420"/>
            <a:ext cx="2071526" cy="852974"/>
          </a:xfrm>
          <a:prstGeom prst="curvedUp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116" name="弧形箭號 (上彎) 115"/>
          <p:cNvSpPr/>
          <p:nvPr/>
        </p:nvSpPr>
        <p:spPr>
          <a:xfrm>
            <a:off x="11632433" y="5896313"/>
            <a:ext cx="2071526" cy="852974"/>
          </a:xfrm>
          <a:prstGeom prst="curvedUp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118" name="手繪多邊形 117"/>
          <p:cNvSpPr/>
          <p:nvPr/>
        </p:nvSpPr>
        <p:spPr>
          <a:xfrm flipH="1">
            <a:off x="10593959" y="4817541"/>
            <a:ext cx="1008869" cy="479429"/>
          </a:xfrm>
          <a:custGeom>
            <a:avLst/>
            <a:gdLst>
              <a:gd name="connsiteX0" fmla="*/ 3924300 w 3924300"/>
              <a:gd name="connsiteY0" fmla="*/ 628749 h 628749"/>
              <a:gd name="connsiteX1" fmla="*/ 1714500 w 3924300"/>
              <a:gd name="connsiteY1" fmla="*/ 99 h 628749"/>
              <a:gd name="connsiteX2" fmla="*/ 0 w 3924300"/>
              <a:gd name="connsiteY2" fmla="*/ 590649 h 628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24300" h="628749">
                <a:moveTo>
                  <a:pt x="3924300" y="628749"/>
                </a:moveTo>
                <a:cubicBezTo>
                  <a:pt x="3146425" y="317599"/>
                  <a:pt x="2368550" y="6449"/>
                  <a:pt x="1714500" y="99"/>
                </a:cubicBezTo>
                <a:cubicBezTo>
                  <a:pt x="1060450" y="-6251"/>
                  <a:pt x="530225" y="292199"/>
                  <a:pt x="0" y="590649"/>
                </a:cubicBezTo>
              </a:path>
            </a:pathLst>
          </a:custGeom>
          <a:noFill/>
          <a:ln w="38100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6" name="文字方塊 125"/>
          <p:cNvSpPr txBox="1"/>
          <p:nvPr/>
        </p:nvSpPr>
        <p:spPr>
          <a:xfrm>
            <a:off x="14096010" y="6179036"/>
            <a:ext cx="96301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W</a:t>
            </a:r>
            <a:r>
              <a:rPr lang="en-US" altLang="zh-TW" sz="4200" baseline="30000" dirty="0"/>
              <a:t>i</a:t>
            </a:r>
            <a:endParaRPr lang="zh-TW" altLang="en-US" sz="4200" baseline="30000" dirty="0"/>
          </a:p>
        </p:txBody>
      </p:sp>
      <p:sp>
        <p:nvSpPr>
          <p:cNvPr id="127" name="文字方塊 126"/>
          <p:cNvSpPr txBox="1"/>
          <p:nvPr/>
        </p:nvSpPr>
        <p:spPr>
          <a:xfrm>
            <a:off x="5488043" y="4648493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</a:t>
            </a:r>
            <a:r>
              <a:rPr lang="en-US" altLang="zh-TW" sz="3600" baseline="30000" dirty="0"/>
              <a:t>1</a:t>
            </a:r>
            <a:endParaRPr lang="zh-TW" altLang="en-US" sz="3600" baseline="30000" dirty="0"/>
          </a:p>
        </p:txBody>
      </p:sp>
      <p:sp>
        <p:nvSpPr>
          <p:cNvPr id="128" name="文字方塊 127"/>
          <p:cNvSpPr txBox="1"/>
          <p:nvPr/>
        </p:nvSpPr>
        <p:spPr>
          <a:xfrm>
            <a:off x="6975978" y="5143386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</a:t>
            </a:r>
            <a:r>
              <a:rPr lang="en-US" altLang="zh-TW" sz="3600" baseline="30000" dirty="0"/>
              <a:t>1</a:t>
            </a:r>
            <a:endParaRPr lang="zh-TW" altLang="en-US" sz="3600" baseline="30000" dirty="0"/>
          </a:p>
        </p:txBody>
      </p:sp>
      <p:sp>
        <p:nvSpPr>
          <p:cNvPr id="129" name="文字方塊 128"/>
          <p:cNvSpPr txBox="1"/>
          <p:nvPr/>
        </p:nvSpPr>
        <p:spPr>
          <a:xfrm>
            <a:off x="11130447" y="5200238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</a:t>
            </a:r>
            <a:r>
              <a:rPr lang="en-US" altLang="zh-TW" sz="3600" baseline="30000" dirty="0"/>
              <a:t>2</a:t>
            </a:r>
            <a:endParaRPr lang="zh-TW" altLang="en-US" sz="3600" baseline="30000" dirty="0"/>
          </a:p>
        </p:txBody>
      </p:sp>
      <p:sp>
        <p:nvSpPr>
          <p:cNvPr id="130" name="文字方塊 129"/>
          <p:cNvSpPr txBox="1"/>
          <p:nvPr/>
        </p:nvSpPr>
        <p:spPr>
          <a:xfrm>
            <a:off x="9886259" y="4678380"/>
            <a:ext cx="85899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</a:t>
            </a:r>
            <a:r>
              <a:rPr lang="en-US" altLang="zh-TW" sz="3600" baseline="30000" dirty="0"/>
              <a:t>2</a:t>
            </a:r>
            <a:endParaRPr lang="zh-TW" altLang="en-US" sz="3600" baseline="30000" dirty="0"/>
          </a:p>
        </p:txBody>
      </p:sp>
      <p:sp>
        <p:nvSpPr>
          <p:cNvPr id="131" name="文字方塊 130"/>
          <p:cNvSpPr txBox="1"/>
          <p:nvPr/>
        </p:nvSpPr>
        <p:spPr>
          <a:xfrm>
            <a:off x="14132520" y="4665807"/>
            <a:ext cx="85899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</a:t>
            </a:r>
            <a:r>
              <a:rPr lang="en-US" altLang="zh-TW" sz="3600" baseline="30000" dirty="0"/>
              <a:t>3</a:t>
            </a:r>
            <a:endParaRPr lang="zh-TW" altLang="en-US" sz="3600" baseline="30000" dirty="0"/>
          </a:p>
        </p:txBody>
      </p:sp>
      <p:sp>
        <p:nvSpPr>
          <p:cNvPr id="132" name="矩形 131"/>
          <p:cNvSpPr/>
          <p:nvPr/>
        </p:nvSpPr>
        <p:spPr>
          <a:xfrm>
            <a:off x="5535607" y="8532806"/>
            <a:ext cx="838269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sz="3200" dirty="0"/>
              <a:t>arrive     </a:t>
            </a:r>
            <a:r>
              <a:rPr lang="en-US" altLang="zh-TW" sz="3200" dirty="0">
                <a:solidFill>
                  <a:srgbClr val="FF0000"/>
                </a:solidFill>
              </a:rPr>
              <a:t>Taipei     </a:t>
            </a:r>
            <a:r>
              <a:rPr lang="en-US" altLang="zh-TW" sz="3200" dirty="0"/>
              <a:t>on     </a:t>
            </a:r>
            <a:r>
              <a:rPr lang="en-US" altLang="zh-TW" sz="3200" dirty="0">
                <a:solidFill>
                  <a:srgbClr val="0000FF"/>
                </a:solidFill>
              </a:rPr>
              <a:t>November     2</a:t>
            </a:r>
            <a:r>
              <a:rPr lang="en-US" altLang="zh-TW" sz="3200" baseline="30000" dirty="0">
                <a:solidFill>
                  <a:srgbClr val="0000FF"/>
                </a:solidFill>
              </a:rPr>
              <a:t>nd</a:t>
            </a:r>
            <a:r>
              <a:rPr lang="en-US" altLang="zh-TW" sz="3200" dirty="0"/>
              <a:t> </a:t>
            </a:r>
            <a:endParaRPr lang="en-US" altLang="zh-TW" sz="3200" dirty="0">
              <a:solidFill>
                <a:srgbClr val="FFC000"/>
              </a:solidFill>
            </a:endParaRPr>
          </a:p>
        </p:txBody>
      </p:sp>
      <p:sp>
        <p:nvSpPr>
          <p:cNvPr id="134" name="圓角矩形圖說文字 133"/>
          <p:cNvSpPr/>
          <p:nvPr/>
        </p:nvSpPr>
        <p:spPr>
          <a:xfrm>
            <a:off x="6152312" y="8501448"/>
            <a:ext cx="7980209" cy="767790"/>
          </a:xfrm>
          <a:prstGeom prst="wedgeRoundRectCallout">
            <a:avLst>
              <a:gd name="adj1" fmla="val -55696"/>
              <a:gd name="adj2" fmla="val 42788"/>
              <a:gd name="adj3" fmla="val 16667"/>
            </a:avLst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35" name="直線單箭頭接點 134"/>
          <p:cNvCxnSpPr>
            <a:endCxn id="82" idx="2"/>
          </p:cNvCxnSpPr>
          <p:nvPr/>
        </p:nvCxnSpPr>
        <p:spPr>
          <a:xfrm flipH="1" flipV="1">
            <a:off x="10853547" y="11311775"/>
            <a:ext cx="1317983" cy="117876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單箭頭接點 135"/>
          <p:cNvCxnSpPr/>
          <p:nvPr/>
        </p:nvCxnSpPr>
        <p:spPr>
          <a:xfrm flipV="1">
            <a:off x="8562669" y="7554417"/>
            <a:ext cx="1175559" cy="119102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線單箭頭接點 136"/>
          <p:cNvCxnSpPr/>
          <p:nvPr/>
        </p:nvCxnSpPr>
        <p:spPr>
          <a:xfrm flipV="1">
            <a:off x="10009523" y="7613691"/>
            <a:ext cx="3755655" cy="112426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字方塊 4"/>
          <p:cNvSpPr txBox="1"/>
          <p:nvPr/>
        </p:nvSpPr>
        <p:spPr>
          <a:xfrm>
            <a:off x="3209858" y="8038143"/>
            <a:ext cx="27222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Training</a:t>
            </a:r>
          </a:p>
          <a:p>
            <a:r>
              <a:rPr lang="en-US" altLang="zh-TW" sz="3600" dirty="0"/>
              <a:t>Sentences:</a:t>
            </a:r>
            <a:endParaRPr lang="zh-TW" altLang="en-US" sz="3600" dirty="0"/>
          </a:p>
        </p:txBody>
      </p:sp>
      <p:sp>
        <p:nvSpPr>
          <p:cNvPr id="6" name="矩形 5"/>
          <p:cNvSpPr/>
          <p:nvPr/>
        </p:nvSpPr>
        <p:spPr>
          <a:xfrm>
            <a:off x="2415912" y="774"/>
            <a:ext cx="4766310" cy="829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i="1" u="sng" dirty="0"/>
              <a:t>Learning Target</a:t>
            </a:r>
            <a:endParaRPr lang="zh-TW" altLang="en-US" sz="4800" b="1" i="1" u="sng" dirty="0"/>
          </a:p>
        </p:txBody>
      </p:sp>
      <p:sp>
        <p:nvSpPr>
          <p:cNvPr id="141" name="文字方塊 140"/>
          <p:cNvSpPr txBox="1"/>
          <p:nvPr/>
        </p:nvSpPr>
        <p:spPr>
          <a:xfrm>
            <a:off x="6435834" y="9384021"/>
            <a:ext cx="140526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algn="ctr">
              <a:defRPr/>
            </a:pPr>
            <a:r>
              <a:rPr lang="en-US" altLang="zh-TW" sz="3600" dirty="0"/>
              <a:t>other</a:t>
            </a:r>
            <a:endParaRPr lang="zh-TW" altLang="en-US" sz="3600" dirty="0"/>
          </a:p>
        </p:txBody>
      </p:sp>
      <p:sp>
        <p:nvSpPr>
          <p:cNvPr id="142" name="文字方塊 141"/>
          <p:cNvSpPr txBox="1"/>
          <p:nvPr/>
        </p:nvSpPr>
        <p:spPr>
          <a:xfrm>
            <a:off x="9439784" y="9406704"/>
            <a:ext cx="140526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algn="ctr">
              <a:defRPr/>
            </a:pPr>
            <a:r>
              <a:rPr lang="en-US" altLang="zh-TW" sz="3600" dirty="0"/>
              <a:t>other</a:t>
            </a:r>
            <a:endParaRPr lang="zh-TW" altLang="en-US" sz="3600" dirty="0"/>
          </a:p>
        </p:txBody>
      </p:sp>
      <p:sp>
        <p:nvSpPr>
          <p:cNvPr id="143" name="文字方塊 142"/>
          <p:cNvSpPr txBox="1"/>
          <p:nvPr/>
        </p:nvSpPr>
        <p:spPr>
          <a:xfrm>
            <a:off x="8093265" y="9384020"/>
            <a:ext cx="129814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>
                <a:solidFill>
                  <a:srgbClr val="FF0000"/>
                </a:solidFill>
              </a:rPr>
              <a:t>dest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grpSp>
        <p:nvGrpSpPr>
          <p:cNvPr id="11" name="群組 10"/>
          <p:cNvGrpSpPr/>
          <p:nvPr/>
        </p:nvGrpSpPr>
        <p:grpSpPr>
          <a:xfrm>
            <a:off x="4140161" y="1773513"/>
            <a:ext cx="3030104" cy="688238"/>
            <a:chOff x="1270360" y="1184930"/>
            <a:chExt cx="2020069" cy="458825"/>
          </a:xfrm>
        </p:grpSpPr>
        <p:sp>
          <p:nvSpPr>
            <p:cNvPr id="9" name="矩形 8"/>
            <p:cNvSpPr/>
            <p:nvPr/>
          </p:nvSpPr>
          <p:spPr>
            <a:xfrm>
              <a:off x="1277507" y="1255704"/>
              <a:ext cx="2012922" cy="353961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0" name="橢圓 9"/>
            <p:cNvSpPr/>
            <p:nvPr/>
          </p:nvSpPr>
          <p:spPr>
            <a:xfrm>
              <a:off x="2011121" y="1199212"/>
              <a:ext cx="444543" cy="444543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1</a:t>
              </a:r>
              <a:endParaRPr lang="zh-TW" altLang="en-US" sz="3600" dirty="0"/>
            </a:p>
          </p:txBody>
        </p:sp>
        <p:sp>
          <p:nvSpPr>
            <p:cNvPr id="145" name="橢圓 144"/>
            <p:cNvSpPr/>
            <p:nvPr/>
          </p:nvSpPr>
          <p:spPr>
            <a:xfrm>
              <a:off x="1270360" y="1184930"/>
              <a:ext cx="444543" cy="444543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0</a:t>
              </a:r>
              <a:endParaRPr lang="zh-TW" altLang="en-US" sz="3600" dirty="0"/>
            </a:p>
          </p:txBody>
        </p:sp>
        <p:sp>
          <p:nvSpPr>
            <p:cNvPr id="146" name="橢圓 145"/>
            <p:cNvSpPr/>
            <p:nvPr/>
          </p:nvSpPr>
          <p:spPr>
            <a:xfrm>
              <a:off x="2794903" y="1189495"/>
              <a:ext cx="444543" cy="444543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0</a:t>
              </a:r>
              <a:endParaRPr lang="zh-TW" altLang="en-US" sz="3600" dirty="0"/>
            </a:p>
          </p:txBody>
        </p:sp>
      </p:grpSp>
      <p:grpSp>
        <p:nvGrpSpPr>
          <p:cNvPr id="147" name="群組 146"/>
          <p:cNvGrpSpPr/>
          <p:nvPr/>
        </p:nvGrpSpPr>
        <p:grpSpPr>
          <a:xfrm>
            <a:off x="12617468" y="1842786"/>
            <a:ext cx="3030104" cy="688238"/>
            <a:chOff x="1270360" y="1184930"/>
            <a:chExt cx="2020069" cy="458825"/>
          </a:xfrm>
        </p:grpSpPr>
        <p:sp>
          <p:nvSpPr>
            <p:cNvPr id="148" name="矩形 147"/>
            <p:cNvSpPr/>
            <p:nvPr/>
          </p:nvSpPr>
          <p:spPr>
            <a:xfrm>
              <a:off x="1277507" y="1255704"/>
              <a:ext cx="2012922" cy="353961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49" name="橢圓 148"/>
            <p:cNvSpPr/>
            <p:nvPr/>
          </p:nvSpPr>
          <p:spPr>
            <a:xfrm>
              <a:off x="2011121" y="1199212"/>
              <a:ext cx="444543" cy="444543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1</a:t>
              </a:r>
              <a:endParaRPr lang="zh-TW" altLang="en-US" sz="3600" dirty="0"/>
            </a:p>
          </p:txBody>
        </p:sp>
        <p:sp>
          <p:nvSpPr>
            <p:cNvPr id="150" name="橢圓 149"/>
            <p:cNvSpPr/>
            <p:nvPr/>
          </p:nvSpPr>
          <p:spPr>
            <a:xfrm>
              <a:off x="1270360" y="1184930"/>
              <a:ext cx="444543" cy="444543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0</a:t>
              </a:r>
              <a:endParaRPr lang="zh-TW" altLang="en-US" sz="3600" dirty="0"/>
            </a:p>
          </p:txBody>
        </p:sp>
        <p:sp>
          <p:nvSpPr>
            <p:cNvPr id="151" name="橢圓 150"/>
            <p:cNvSpPr/>
            <p:nvPr/>
          </p:nvSpPr>
          <p:spPr>
            <a:xfrm>
              <a:off x="2794903" y="1189495"/>
              <a:ext cx="444543" cy="444543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0</a:t>
              </a:r>
              <a:endParaRPr lang="zh-TW" altLang="en-US" sz="3600" dirty="0"/>
            </a:p>
          </p:txBody>
        </p:sp>
      </p:grpSp>
      <p:grpSp>
        <p:nvGrpSpPr>
          <p:cNvPr id="152" name="群組 151"/>
          <p:cNvGrpSpPr/>
          <p:nvPr/>
        </p:nvGrpSpPr>
        <p:grpSpPr>
          <a:xfrm>
            <a:off x="8411691" y="1832763"/>
            <a:ext cx="3030104" cy="688238"/>
            <a:chOff x="1270360" y="1184930"/>
            <a:chExt cx="2020069" cy="458825"/>
          </a:xfrm>
        </p:grpSpPr>
        <p:sp>
          <p:nvSpPr>
            <p:cNvPr id="153" name="矩形 152"/>
            <p:cNvSpPr/>
            <p:nvPr/>
          </p:nvSpPr>
          <p:spPr>
            <a:xfrm>
              <a:off x="1277507" y="1255704"/>
              <a:ext cx="2012922" cy="353961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54" name="橢圓 153"/>
            <p:cNvSpPr/>
            <p:nvPr/>
          </p:nvSpPr>
          <p:spPr>
            <a:xfrm>
              <a:off x="2011121" y="1199212"/>
              <a:ext cx="444543" cy="444543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1</a:t>
              </a:r>
              <a:endParaRPr lang="zh-TW" altLang="en-US" sz="3600" dirty="0"/>
            </a:p>
          </p:txBody>
        </p:sp>
        <p:sp>
          <p:nvSpPr>
            <p:cNvPr id="155" name="橢圓 154"/>
            <p:cNvSpPr/>
            <p:nvPr/>
          </p:nvSpPr>
          <p:spPr>
            <a:xfrm>
              <a:off x="1270360" y="1184930"/>
              <a:ext cx="444543" cy="444543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0</a:t>
              </a:r>
              <a:endParaRPr lang="zh-TW" altLang="en-US" sz="3600" dirty="0"/>
            </a:p>
          </p:txBody>
        </p:sp>
        <p:sp>
          <p:nvSpPr>
            <p:cNvPr id="156" name="橢圓 155"/>
            <p:cNvSpPr/>
            <p:nvPr/>
          </p:nvSpPr>
          <p:spPr>
            <a:xfrm>
              <a:off x="2794903" y="1189495"/>
              <a:ext cx="444543" cy="444543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0</a:t>
              </a:r>
              <a:endParaRPr lang="zh-TW" altLang="en-US" sz="3600" dirty="0"/>
            </a:p>
          </p:txBody>
        </p:sp>
      </p:grpSp>
      <p:sp>
        <p:nvSpPr>
          <p:cNvPr id="12" name="上-下雙向箭號 11"/>
          <p:cNvSpPr/>
          <p:nvPr/>
        </p:nvSpPr>
        <p:spPr>
          <a:xfrm>
            <a:off x="5296547" y="2521367"/>
            <a:ext cx="658943" cy="951528"/>
          </a:xfrm>
          <a:prstGeom prst="up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7" name="上-下雙向箭號 156"/>
          <p:cNvSpPr/>
          <p:nvPr/>
        </p:nvSpPr>
        <p:spPr>
          <a:xfrm>
            <a:off x="9532118" y="2553881"/>
            <a:ext cx="658943" cy="951528"/>
          </a:xfrm>
          <a:prstGeom prst="up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8" name="上-下雙向箭號 157"/>
          <p:cNvSpPr/>
          <p:nvPr/>
        </p:nvSpPr>
        <p:spPr>
          <a:xfrm>
            <a:off x="13767689" y="2534865"/>
            <a:ext cx="658943" cy="951528"/>
          </a:xfrm>
          <a:prstGeom prst="up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文字方塊 12"/>
          <p:cNvSpPr txBox="1"/>
          <p:nvPr/>
        </p:nvSpPr>
        <p:spPr>
          <a:xfrm>
            <a:off x="5611184" y="898683"/>
            <a:ext cx="139221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other</a:t>
            </a:r>
            <a:endParaRPr lang="zh-TW" altLang="en-US" sz="3600" dirty="0"/>
          </a:p>
        </p:txBody>
      </p:sp>
      <p:sp>
        <p:nvSpPr>
          <p:cNvPr id="159" name="文字方塊 158"/>
          <p:cNvSpPr txBox="1"/>
          <p:nvPr/>
        </p:nvSpPr>
        <p:spPr>
          <a:xfrm>
            <a:off x="9544754" y="884226"/>
            <a:ext cx="139221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>
                <a:solidFill>
                  <a:srgbClr val="FF0000"/>
                </a:solidFill>
              </a:rPr>
              <a:t>dest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60" name="文字方塊 159"/>
          <p:cNvSpPr txBox="1"/>
          <p:nvPr/>
        </p:nvSpPr>
        <p:spPr>
          <a:xfrm>
            <a:off x="13780301" y="935675"/>
            <a:ext cx="139221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other</a:t>
            </a:r>
            <a:endParaRPr lang="zh-TW" altLang="en-US" sz="3600" dirty="0"/>
          </a:p>
        </p:txBody>
      </p:sp>
      <p:cxnSp>
        <p:nvCxnSpPr>
          <p:cNvPr id="15" name="直線單箭頭接點 14"/>
          <p:cNvCxnSpPr>
            <a:cxnSpLocks/>
            <a:stCxn id="10" idx="0"/>
          </p:cNvCxnSpPr>
          <p:nvPr/>
        </p:nvCxnSpPr>
        <p:spPr>
          <a:xfrm flipV="1">
            <a:off x="5584711" y="1436468"/>
            <a:ext cx="567601" cy="35846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線單箭頭接點 160"/>
          <p:cNvCxnSpPr>
            <a:cxnSpLocks/>
            <a:stCxn id="154" idx="0"/>
            <a:endCxn id="159" idx="2"/>
          </p:cNvCxnSpPr>
          <p:nvPr/>
        </p:nvCxnSpPr>
        <p:spPr>
          <a:xfrm flipV="1">
            <a:off x="9856241" y="1529386"/>
            <a:ext cx="384623" cy="3248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線單箭頭接點 161"/>
          <p:cNvCxnSpPr>
            <a:cxnSpLocks/>
            <a:stCxn id="149" idx="0"/>
          </p:cNvCxnSpPr>
          <p:nvPr/>
        </p:nvCxnSpPr>
        <p:spPr>
          <a:xfrm flipV="1">
            <a:off x="14062018" y="1460795"/>
            <a:ext cx="364613" cy="4034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4717746" y="1612694"/>
            <a:ext cx="66367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163" name="文字方塊 162"/>
          <p:cNvSpPr txBox="1"/>
          <p:nvPr/>
        </p:nvSpPr>
        <p:spPr>
          <a:xfrm>
            <a:off x="5839410" y="1622628"/>
            <a:ext cx="66367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164" name="文字方塊 163"/>
          <p:cNvSpPr txBox="1"/>
          <p:nvPr/>
        </p:nvSpPr>
        <p:spPr>
          <a:xfrm>
            <a:off x="8962008" y="1679477"/>
            <a:ext cx="66367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165" name="文字方塊 164"/>
          <p:cNvSpPr txBox="1"/>
          <p:nvPr/>
        </p:nvSpPr>
        <p:spPr>
          <a:xfrm>
            <a:off x="10127841" y="1689369"/>
            <a:ext cx="66367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166" name="文字方塊 165"/>
          <p:cNvSpPr txBox="1"/>
          <p:nvPr/>
        </p:nvSpPr>
        <p:spPr>
          <a:xfrm>
            <a:off x="13188497" y="1742660"/>
            <a:ext cx="66367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167" name="文字方塊 166"/>
          <p:cNvSpPr txBox="1"/>
          <p:nvPr/>
        </p:nvSpPr>
        <p:spPr>
          <a:xfrm>
            <a:off x="14266307" y="1714134"/>
            <a:ext cx="66367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168" name="文字方塊 167"/>
          <p:cNvSpPr txBox="1"/>
          <p:nvPr/>
        </p:nvSpPr>
        <p:spPr>
          <a:xfrm>
            <a:off x="11098392" y="9400353"/>
            <a:ext cx="140526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algn="ctr">
              <a:defRPr/>
            </a:pPr>
            <a:r>
              <a:rPr lang="en-US" altLang="zh-TW" sz="3600" dirty="0">
                <a:solidFill>
                  <a:srgbClr val="0000FF"/>
                </a:solidFill>
              </a:rPr>
              <a:t>time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69" name="文字方塊 168"/>
          <p:cNvSpPr txBox="1"/>
          <p:nvPr/>
        </p:nvSpPr>
        <p:spPr>
          <a:xfrm>
            <a:off x="12727259" y="9400184"/>
            <a:ext cx="140526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algn="ctr">
              <a:defRPr/>
            </a:pPr>
            <a:r>
              <a:rPr lang="en-US" altLang="zh-TW" sz="3600" dirty="0">
                <a:solidFill>
                  <a:srgbClr val="0000FF"/>
                </a:solidFill>
              </a:rPr>
              <a:t>time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/>
      <p:bldP spid="134" grpId="0" bldLvl="0" animBg="1"/>
      <p:bldP spid="5" grpId="0"/>
      <p:bldP spid="141" grpId="0"/>
      <p:bldP spid="142" grpId="0"/>
      <p:bldP spid="143" grpId="0"/>
      <p:bldP spid="12" grpId="0" bldLvl="0" animBg="1"/>
      <p:bldP spid="157" grpId="0" bldLvl="0" animBg="1"/>
      <p:bldP spid="158" grpId="0" bldLvl="0" animBg="1"/>
      <p:bldP spid="13" grpId="0"/>
      <p:bldP spid="159" grpId="0"/>
      <p:bldP spid="160" grpId="0"/>
      <p:bldP spid="19" grpId="0"/>
      <p:bldP spid="163" grpId="0"/>
      <p:bldP spid="164" grpId="0"/>
      <p:bldP spid="165" grpId="0"/>
      <p:bldP spid="166" grpId="0"/>
      <p:bldP spid="167" grpId="0"/>
      <p:bldP spid="168" grpId="0"/>
      <p:bldP spid="16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Learning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4451906" y="3012676"/>
            <a:ext cx="5034920" cy="1383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4200" dirty="0"/>
              <a:t>Backpropagation through time (BPTT)</a:t>
            </a:r>
            <a:endParaRPr lang="zh-TW" altLang="en-US" sz="4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3662209" y="8176397"/>
                <a:ext cx="4367530" cy="6457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zh-TW" altLang="en-US" sz="4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𝜂𝜕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zh-TW" altLang="en-US" sz="4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∕</m:t>
                      </m:r>
                      <m:r>
                        <a:rPr lang="zh-TW" altLang="en-US" sz="4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𝜕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209" y="8176397"/>
                <a:ext cx="4367530" cy="645795"/>
              </a:xfrm>
              <a:prstGeom prst="rect">
                <a:avLst/>
              </a:prstGeom>
              <a:blipFill rotWithShape="1">
                <a:blip r:embed="rId2"/>
                <a:stretch>
                  <a:fillRect l="-4" t="-21" r="-1232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直線單箭頭接點 49"/>
          <p:cNvCxnSpPr/>
          <p:nvPr/>
        </p:nvCxnSpPr>
        <p:spPr>
          <a:xfrm rot="16200000">
            <a:off x="12998157" y="3336824"/>
            <a:ext cx="9834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/>
          <p:nvPr/>
        </p:nvCxnSpPr>
        <p:spPr>
          <a:xfrm rot="16200000">
            <a:off x="10527678" y="3288297"/>
            <a:ext cx="97351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群組 51"/>
          <p:cNvGrpSpPr/>
          <p:nvPr/>
        </p:nvGrpSpPr>
        <p:grpSpPr>
          <a:xfrm>
            <a:off x="10730063" y="8170175"/>
            <a:ext cx="514350" cy="692943"/>
            <a:chOff x="1882729" y="2137119"/>
            <a:chExt cx="342900" cy="461962"/>
          </a:xfrm>
        </p:grpSpPr>
        <p:sp>
          <p:nvSpPr>
            <p:cNvPr id="53" name="矩形 52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54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" imgW="3657600" imgH="5181600" progId="Equation.3">
                    <p:embed/>
                  </p:oleObj>
                </mc:Choice>
                <mc:Fallback>
                  <p:oleObj name="方程式" r:id="rId3" imgW="3657600" imgH="5181600" progId="Equation.3">
                    <p:embed/>
                    <p:pic>
                      <p:nvPicPr>
                        <p:cNvPr id="54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" name="群組 54"/>
          <p:cNvGrpSpPr/>
          <p:nvPr/>
        </p:nvGrpSpPr>
        <p:grpSpPr>
          <a:xfrm>
            <a:off x="13140959" y="8216862"/>
            <a:ext cx="564357" cy="692945"/>
            <a:chOff x="1876911" y="2719848"/>
            <a:chExt cx="376238" cy="461963"/>
          </a:xfrm>
        </p:grpSpPr>
        <p:sp>
          <p:nvSpPr>
            <p:cNvPr id="56" name="矩形 55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57" name="Object 12"/>
            <p:cNvGraphicFramePr>
              <a:graphicFrameLocks noChangeAspect="1"/>
            </p:cNvGraphicFramePr>
            <p:nvPr/>
          </p:nvGraphicFramePr>
          <p:xfrm>
            <a:off x="1900724" y="2719848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5" imgW="3962400" imgH="5181600" progId="Equation.3">
                    <p:embed/>
                  </p:oleObj>
                </mc:Choice>
                <mc:Fallback>
                  <p:oleObj name="方程式" r:id="rId5" imgW="3962400" imgH="5181600" progId="Equation.3">
                    <p:embed/>
                    <p:pic>
                      <p:nvPicPr>
                        <p:cNvPr id="57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0724" y="2719848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8" name="橢圓 57"/>
          <p:cNvSpPr/>
          <p:nvPr/>
        </p:nvSpPr>
        <p:spPr>
          <a:xfrm rot="16200000">
            <a:off x="10634327" y="5805179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9" name="橢圓 58"/>
          <p:cNvSpPr/>
          <p:nvPr/>
        </p:nvSpPr>
        <p:spPr>
          <a:xfrm rot="16200000">
            <a:off x="12955869" y="5865645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0" name="橢圓 59"/>
          <p:cNvSpPr/>
          <p:nvPr/>
        </p:nvSpPr>
        <p:spPr>
          <a:xfrm rot="16200000">
            <a:off x="10583816" y="3288297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1" name="橢圓 60"/>
          <p:cNvSpPr/>
          <p:nvPr/>
        </p:nvSpPr>
        <p:spPr>
          <a:xfrm rot="16200000">
            <a:off x="12942830" y="3303456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62" name="群組 61"/>
          <p:cNvGrpSpPr/>
          <p:nvPr/>
        </p:nvGrpSpPr>
        <p:grpSpPr>
          <a:xfrm rot="16200000">
            <a:off x="11445935" y="6263847"/>
            <a:ext cx="1555833" cy="2457450"/>
            <a:chOff x="1013669" y="3459098"/>
            <a:chExt cx="1588876" cy="1638300"/>
          </a:xfrm>
        </p:grpSpPr>
        <p:cxnSp>
          <p:nvCxnSpPr>
            <p:cNvPr id="63" name="直線單箭頭接點 62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群組 63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65" name="直線單箭頭接點 64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線單箭頭接點 65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線單箭頭接點 66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68" name="Object 12"/>
          <p:cNvGraphicFramePr>
            <a:graphicFrameLocks noChangeAspect="1"/>
          </p:cNvGraphicFramePr>
          <p:nvPr/>
        </p:nvGraphicFramePr>
        <p:xfrm>
          <a:off x="13205339" y="1987493"/>
          <a:ext cx="56911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4267200" imgH="5181600" progId="Equation.3">
                  <p:embed/>
                </p:oleObj>
              </mc:Choice>
              <mc:Fallback>
                <p:oleObj name="方程式" r:id="rId7" imgW="4267200" imgH="5181600" progId="Equation.3">
                  <p:embed/>
                  <p:pic>
                    <p:nvPicPr>
                      <p:cNvPr id="6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05339" y="1987493"/>
                        <a:ext cx="56911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12"/>
          <p:cNvGraphicFramePr>
            <a:graphicFrameLocks noChangeAspect="1"/>
          </p:cNvGraphicFramePr>
          <p:nvPr/>
        </p:nvGraphicFramePr>
        <p:xfrm>
          <a:off x="10830146" y="1992617"/>
          <a:ext cx="52863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3962400" imgH="5181600" progId="Equation.3">
                  <p:embed/>
                </p:oleObj>
              </mc:Choice>
              <mc:Fallback>
                <p:oleObj name="方程式" r:id="rId9" imgW="3962400" imgH="5181600" progId="Equation.3">
                  <p:embed/>
                  <p:pic>
                    <p:nvPicPr>
                      <p:cNvPr id="6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30146" y="1992617"/>
                        <a:ext cx="52863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0" name="群組 69"/>
          <p:cNvGrpSpPr/>
          <p:nvPr/>
        </p:nvGrpSpPr>
        <p:grpSpPr>
          <a:xfrm>
            <a:off x="5490659" y="5782601"/>
            <a:ext cx="514350" cy="692943"/>
            <a:chOff x="1882729" y="2137119"/>
            <a:chExt cx="342900" cy="461962"/>
          </a:xfrm>
        </p:grpSpPr>
        <p:sp>
          <p:nvSpPr>
            <p:cNvPr id="71" name="矩形 70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72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1" imgW="3657600" imgH="5181600" progId="Equation.3">
                    <p:embed/>
                  </p:oleObj>
                </mc:Choice>
                <mc:Fallback>
                  <p:oleObj name="方程式" r:id="rId11" imgW="3657600" imgH="5181600" progId="Equation.3">
                    <p:embed/>
                    <p:pic>
                      <p:nvPicPr>
                        <p:cNvPr id="72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3" name="群組 72"/>
          <p:cNvGrpSpPr/>
          <p:nvPr/>
        </p:nvGrpSpPr>
        <p:grpSpPr>
          <a:xfrm>
            <a:off x="7901555" y="5785653"/>
            <a:ext cx="586550" cy="692945"/>
            <a:chOff x="1876911" y="2719786"/>
            <a:chExt cx="391033" cy="461963"/>
          </a:xfrm>
        </p:grpSpPr>
        <p:sp>
          <p:nvSpPr>
            <p:cNvPr id="74" name="矩形 73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75" name="Object 12"/>
            <p:cNvGraphicFramePr>
              <a:graphicFrameLocks noChangeAspect="1"/>
            </p:cNvGraphicFramePr>
            <p:nvPr/>
          </p:nvGraphicFramePr>
          <p:xfrm>
            <a:off x="1888532" y="2719786"/>
            <a:ext cx="379412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3" imgW="4267200" imgH="5181600" progId="Equation.3">
                    <p:embed/>
                  </p:oleObj>
                </mc:Choice>
                <mc:Fallback>
                  <p:oleObj name="方程式" r:id="rId13" imgW="4267200" imgH="5181600" progId="Equation.3">
                    <p:embed/>
                    <p:pic>
                      <p:nvPicPr>
                        <p:cNvPr id="75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8532" y="2719786"/>
                          <a:ext cx="379412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6" name="群組 75"/>
          <p:cNvGrpSpPr/>
          <p:nvPr/>
        </p:nvGrpSpPr>
        <p:grpSpPr>
          <a:xfrm rot="16200000">
            <a:off x="11445935" y="3770060"/>
            <a:ext cx="1555833" cy="2457450"/>
            <a:chOff x="1013669" y="3459098"/>
            <a:chExt cx="1588876" cy="1638300"/>
          </a:xfrm>
        </p:grpSpPr>
        <p:cxnSp>
          <p:nvCxnSpPr>
            <p:cNvPr id="77" name="直線單箭頭接點 76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8" name="群組 77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79" name="直線單箭頭接點 78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線單箭頭接點 79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線單箭頭接點 80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2" name="手繪多邊形 81"/>
          <p:cNvSpPr/>
          <p:nvPr/>
        </p:nvSpPr>
        <p:spPr>
          <a:xfrm>
            <a:off x="8178939" y="6447956"/>
            <a:ext cx="2743200" cy="479747"/>
          </a:xfrm>
          <a:custGeom>
            <a:avLst/>
            <a:gdLst>
              <a:gd name="connsiteX0" fmla="*/ 0 w 1828800"/>
              <a:gd name="connsiteY0" fmla="*/ 0 h 319831"/>
              <a:gd name="connsiteX1" fmla="*/ 1016000 w 1828800"/>
              <a:gd name="connsiteY1" fmla="*/ 317500 h 319831"/>
              <a:gd name="connsiteX2" fmla="*/ 1828800 w 1828800"/>
              <a:gd name="connsiteY2" fmla="*/ 152400 h 3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8800" h="319831">
                <a:moveTo>
                  <a:pt x="0" y="0"/>
                </a:moveTo>
                <a:cubicBezTo>
                  <a:pt x="355600" y="146050"/>
                  <a:pt x="711200" y="292100"/>
                  <a:pt x="1016000" y="317500"/>
                </a:cubicBezTo>
                <a:cubicBezTo>
                  <a:pt x="1320800" y="342900"/>
                  <a:pt x="1828800" y="152400"/>
                  <a:pt x="1828800" y="15240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3" name="手繪多邊形 82"/>
          <p:cNvSpPr/>
          <p:nvPr/>
        </p:nvSpPr>
        <p:spPr>
          <a:xfrm>
            <a:off x="8159889" y="6467006"/>
            <a:ext cx="5124450" cy="936662"/>
          </a:xfrm>
          <a:custGeom>
            <a:avLst/>
            <a:gdLst>
              <a:gd name="connsiteX0" fmla="*/ 0 w 3416300"/>
              <a:gd name="connsiteY0" fmla="*/ 0 h 624441"/>
              <a:gd name="connsiteX1" fmla="*/ 1854200 w 3416300"/>
              <a:gd name="connsiteY1" fmla="*/ 622300 h 624441"/>
              <a:gd name="connsiteX2" fmla="*/ 3416300 w 3416300"/>
              <a:gd name="connsiteY2" fmla="*/ 165100 h 624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16300" h="624441">
                <a:moveTo>
                  <a:pt x="0" y="0"/>
                </a:moveTo>
                <a:cubicBezTo>
                  <a:pt x="642408" y="297391"/>
                  <a:pt x="1284817" y="594783"/>
                  <a:pt x="1854200" y="622300"/>
                </a:cubicBezTo>
                <a:cubicBezTo>
                  <a:pt x="2423583" y="649817"/>
                  <a:pt x="2919941" y="407458"/>
                  <a:pt x="3416300" y="16510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4" name="手繪多邊形 83"/>
          <p:cNvSpPr/>
          <p:nvPr/>
        </p:nvSpPr>
        <p:spPr>
          <a:xfrm>
            <a:off x="5740539" y="6447956"/>
            <a:ext cx="5219700" cy="766832"/>
          </a:xfrm>
          <a:custGeom>
            <a:avLst/>
            <a:gdLst>
              <a:gd name="connsiteX0" fmla="*/ 0 w 3479800"/>
              <a:gd name="connsiteY0" fmla="*/ 0 h 511221"/>
              <a:gd name="connsiteX1" fmla="*/ 1600200 w 3479800"/>
              <a:gd name="connsiteY1" fmla="*/ 508000 h 511221"/>
              <a:gd name="connsiteX2" fmla="*/ 3479800 w 3479800"/>
              <a:gd name="connsiteY2" fmla="*/ 177800 h 51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79800" h="511221">
                <a:moveTo>
                  <a:pt x="0" y="0"/>
                </a:moveTo>
                <a:cubicBezTo>
                  <a:pt x="510116" y="239183"/>
                  <a:pt x="1020233" y="478367"/>
                  <a:pt x="1600200" y="508000"/>
                </a:cubicBezTo>
                <a:cubicBezTo>
                  <a:pt x="2180167" y="537633"/>
                  <a:pt x="2829983" y="357716"/>
                  <a:pt x="3479800" y="1778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5" name="手繪多邊形 84"/>
          <p:cNvSpPr/>
          <p:nvPr/>
        </p:nvSpPr>
        <p:spPr>
          <a:xfrm>
            <a:off x="5759589" y="6447956"/>
            <a:ext cx="7715250" cy="1507478"/>
          </a:xfrm>
          <a:custGeom>
            <a:avLst/>
            <a:gdLst>
              <a:gd name="connsiteX0" fmla="*/ 0 w 5143500"/>
              <a:gd name="connsiteY0" fmla="*/ 0 h 1004985"/>
              <a:gd name="connsiteX1" fmla="*/ 2438400 w 5143500"/>
              <a:gd name="connsiteY1" fmla="*/ 1003300 h 1004985"/>
              <a:gd name="connsiteX2" fmla="*/ 5143500 w 5143500"/>
              <a:gd name="connsiteY2" fmla="*/ 190500 h 10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43500" h="1004985">
                <a:moveTo>
                  <a:pt x="0" y="0"/>
                </a:moveTo>
                <a:cubicBezTo>
                  <a:pt x="790575" y="485775"/>
                  <a:pt x="1581150" y="971550"/>
                  <a:pt x="2438400" y="1003300"/>
                </a:cubicBezTo>
                <a:cubicBezTo>
                  <a:pt x="3295650" y="1035050"/>
                  <a:pt x="4219575" y="612775"/>
                  <a:pt x="5143500" y="1905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6" name="手繪多邊形 85"/>
          <p:cNvSpPr/>
          <p:nvPr/>
        </p:nvSpPr>
        <p:spPr>
          <a:xfrm>
            <a:off x="10700073" y="3452291"/>
            <a:ext cx="628721" cy="548238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7" name="手繪多邊形 86"/>
          <p:cNvSpPr/>
          <p:nvPr/>
        </p:nvSpPr>
        <p:spPr>
          <a:xfrm>
            <a:off x="13076595" y="3479378"/>
            <a:ext cx="628721" cy="548238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8" name="手繪多邊形 87"/>
          <p:cNvSpPr/>
          <p:nvPr/>
        </p:nvSpPr>
        <p:spPr>
          <a:xfrm>
            <a:off x="13106072" y="6006690"/>
            <a:ext cx="628721" cy="548238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9" name="手繪多邊形 88"/>
          <p:cNvSpPr/>
          <p:nvPr/>
        </p:nvSpPr>
        <p:spPr>
          <a:xfrm>
            <a:off x="10749111" y="5975000"/>
            <a:ext cx="628721" cy="548238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0" name="手繪多邊形 89"/>
          <p:cNvSpPr/>
          <p:nvPr/>
        </p:nvSpPr>
        <p:spPr>
          <a:xfrm>
            <a:off x="5798091" y="4801964"/>
            <a:ext cx="5138672" cy="1102397"/>
          </a:xfrm>
          <a:custGeom>
            <a:avLst/>
            <a:gdLst>
              <a:gd name="connsiteX0" fmla="*/ 3425781 w 3425781"/>
              <a:gd name="connsiteY0" fmla="*/ 619021 h 734931"/>
              <a:gd name="connsiteX1" fmla="*/ 1854558 w 3425781"/>
              <a:gd name="connsiteY1" fmla="*/ 835 h 734931"/>
              <a:gd name="connsiteX2" fmla="*/ 0 w 3425781"/>
              <a:gd name="connsiteY2" fmla="*/ 734931 h 73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5781" h="734931">
                <a:moveTo>
                  <a:pt x="3425781" y="619021"/>
                </a:moveTo>
                <a:cubicBezTo>
                  <a:pt x="2925651" y="300269"/>
                  <a:pt x="2425521" y="-18483"/>
                  <a:pt x="1854558" y="835"/>
                </a:cubicBezTo>
                <a:cubicBezTo>
                  <a:pt x="1283594" y="20153"/>
                  <a:pt x="641797" y="377542"/>
                  <a:pt x="0" y="734931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1" name="文字方塊 90"/>
          <p:cNvSpPr txBox="1"/>
          <p:nvPr/>
        </p:nvSpPr>
        <p:spPr>
          <a:xfrm>
            <a:off x="6281088" y="4534557"/>
            <a:ext cx="14511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copy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92" name="手繪多邊形 91"/>
          <p:cNvSpPr/>
          <p:nvPr/>
        </p:nvSpPr>
        <p:spPr>
          <a:xfrm>
            <a:off x="8215190" y="4799859"/>
            <a:ext cx="5138672" cy="1102397"/>
          </a:xfrm>
          <a:custGeom>
            <a:avLst/>
            <a:gdLst>
              <a:gd name="connsiteX0" fmla="*/ 3425781 w 3425781"/>
              <a:gd name="connsiteY0" fmla="*/ 619021 h 734931"/>
              <a:gd name="connsiteX1" fmla="*/ 1854558 w 3425781"/>
              <a:gd name="connsiteY1" fmla="*/ 835 h 734931"/>
              <a:gd name="connsiteX2" fmla="*/ 0 w 3425781"/>
              <a:gd name="connsiteY2" fmla="*/ 734931 h 73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5781" h="734931">
                <a:moveTo>
                  <a:pt x="3425781" y="619021"/>
                </a:moveTo>
                <a:cubicBezTo>
                  <a:pt x="2925651" y="300269"/>
                  <a:pt x="2425521" y="-18483"/>
                  <a:pt x="1854558" y="835"/>
                </a:cubicBezTo>
                <a:cubicBezTo>
                  <a:pt x="1283594" y="20153"/>
                  <a:pt x="641797" y="377542"/>
                  <a:pt x="0" y="734931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字方塊 92"/>
              <p:cNvSpPr txBox="1"/>
              <p:nvPr/>
            </p:nvSpPr>
            <p:spPr>
              <a:xfrm>
                <a:off x="8718374" y="7207715"/>
                <a:ext cx="464185" cy="6457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93" name="文字方塊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8374" y="7207715"/>
                <a:ext cx="464185" cy="645795"/>
              </a:xfrm>
              <a:prstGeom prst="rect">
                <a:avLst/>
              </a:prstGeom>
              <a:blipFill rotWithShape="1">
                <a:blip r:embed="rId15"/>
                <a:stretch>
                  <a:fillRect l="-99" t="-72" r="-17959" b="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直線單箭頭接點 94"/>
          <p:cNvCxnSpPr/>
          <p:nvPr/>
        </p:nvCxnSpPr>
        <p:spPr>
          <a:xfrm flipH="1">
            <a:off x="6474119" y="7682628"/>
            <a:ext cx="1613481" cy="4752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Unfortunately ……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RNN-based network is not always easy to learn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5474" y="4023602"/>
            <a:ext cx="11077053" cy="6053327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5319974" y="3474948"/>
            <a:ext cx="9076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Real experiments on Language modeling</a:t>
            </a:r>
            <a:endParaRPr lang="zh-TW" altLang="en-US" sz="36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12484182" y="7037997"/>
            <a:ext cx="1444460" cy="64516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Lucky</a:t>
            </a:r>
            <a:endParaRPr lang="zh-TW" altLang="en-US" sz="36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1082195" y="5503049"/>
            <a:ext cx="2390349" cy="119888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sometimes</a:t>
            </a:r>
            <a:endParaRPr lang="zh-TW" altLang="en-US" sz="3600" dirty="0"/>
          </a:p>
        </p:txBody>
      </p:sp>
      <p:sp>
        <p:nvSpPr>
          <p:cNvPr id="11" name="向下箭號 10"/>
          <p:cNvSpPr/>
          <p:nvPr/>
        </p:nvSpPr>
        <p:spPr>
          <a:xfrm>
            <a:off x="12787596" y="7788218"/>
            <a:ext cx="871254" cy="511791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" name="向下箭號 11"/>
          <p:cNvSpPr/>
          <p:nvPr/>
        </p:nvSpPr>
        <p:spPr>
          <a:xfrm rot="5400000">
            <a:off x="10289523" y="5632341"/>
            <a:ext cx="871254" cy="511791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" name="文字方塊 4"/>
          <p:cNvSpPr txBox="1"/>
          <p:nvPr/>
        </p:nvSpPr>
        <p:spPr>
          <a:xfrm rot="16200000">
            <a:off x="2787582" y="6155733"/>
            <a:ext cx="2227490" cy="11988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Total Loss</a:t>
            </a:r>
            <a:endParaRPr lang="zh-TW" altLang="en-US" sz="36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8205026" y="9408780"/>
            <a:ext cx="2227490" cy="6451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Epoch</a:t>
            </a:r>
            <a:endParaRPr lang="zh-TW" alt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ldLvl="0" animBg="1"/>
      <p:bldP spid="10" grpId="0" bldLvl="0" animBg="1"/>
      <p:bldP spid="11" grpId="0" bldLvl="0" animBg="1"/>
      <p:bldP spid="12" grpId="0" bldLvl="0" animBg="1"/>
      <p:bldP spid="5" grpId="0" bldLvl="0" animBg="1"/>
      <p:bldP spid="13" grpId="0" bldLvl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error surface is rough.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1818" y="2536034"/>
            <a:ext cx="10264313" cy="6950504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8686800" y="9054867"/>
            <a:ext cx="14668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-25000" dirty="0"/>
              <a:t>1</a:t>
            </a:r>
            <a:endParaRPr lang="zh-TW" altLang="en-US" sz="3600" baseline="-250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3472100" y="8058965"/>
            <a:ext cx="14668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-25000" dirty="0"/>
              <a:t>2</a:t>
            </a:r>
            <a:endParaRPr lang="zh-TW" altLang="en-US" sz="3600" baseline="-25000" dirty="0"/>
          </a:p>
        </p:txBody>
      </p:sp>
      <p:sp>
        <p:nvSpPr>
          <p:cNvPr id="9" name="文字方塊 8"/>
          <p:cNvSpPr txBox="1"/>
          <p:nvPr/>
        </p:nvSpPr>
        <p:spPr>
          <a:xfrm rot="5400000">
            <a:off x="12860481" y="5951820"/>
            <a:ext cx="226449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Cost</a:t>
            </a:r>
            <a:endParaRPr lang="zh-TW" altLang="en-US" sz="3600" baseline="30000" dirty="0"/>
          </a:p>
        </p:txBody>
      </p:sp>
      <p:pic>
        <p:nvPicPr>
          <p:cNvPr id="14" name="圖片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80659">
            <a:off x="10325100" y="4622591"/>
            <a:ext cx="1438277" cy="1438277"/>
          </a:xfrm>
          <a:prstGeom prst="rect">
            <a:avLst/>
          </a:prstGeom>
        </p:spPr>
      </p:pic>
      <p:sp>
        <p:nvSpPr>
          <p:cNvPr id="3" name="橢圓 2"/>
          <p:cNvSpPr/>
          <p:nvPr/>
        </p:nvSpPr>
        <p:spPr>
          <a:xfrm>
            <a:off x="8943974" y="6656025"/>
            <a:ext cx="220665" cy="215901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橢圓 12"/>
          <p:cNvSpPr/>
          <p:nvPr/>
        </p:nvSpPr>
        <p:spPr>
          <a:xfrm>
            <a:off x="8229599" y="6913496"/>
            <a:ext cx="220665" cy="215901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" name="橢圓 14"/>
          <p:cNvSpPr/>
          <p:nvPr/>
        </p:nvSpPr>
        <p:spPr>
          <a:xfrm>
            <a:off x="7429658" y="7139511"/>
            <a:ext cx="220665" cy="215901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" name="橢圓 11"/>
          <p:cNvSpPr/>
          <p:nvPr/>
        </p:nvSpPr>
        <p:spPr>
          <a:xfrm>
            <a:off x="6719742" y="3885671"/>
            <a:ext cx="220665" cy="215901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" name="手繪多邊形 4"/>
          <p:cNvSpPr/>
          <p:nvPr/>
        </p:nvSpPr>
        <p:spPr>
          <a:xfrm rot="21409801">
            <a:off x="7019744" y="4039656"/>
            <a:ext cx="1223010" cy="2903220"/>
          </a:xfrm>
          <a:custGeom>
            <a:avLst/>
            <a:gdLst>
              <a:gd name="connsiteX0" fmla="*/ 815340 w 815340"/>
              <a:gd name="connsiteY0" fmla="*/ 1935480 h 1935480"/>
              <a:gd name="connsiteX1" fmla="*/ 670560 w 815340"/>
              <a:gd name="connsiteY1" fmla="*/ 982980 h 1935480"/>
              <a:gd name="connsiteX2" fmla="*/ 0 w 815340"/>
              <a:gd name="connsiteY2" fmla="*/ 0 h 1935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15340" h="1935480">
                <a:moveTo>
                  <a:pt x="815340" y="1935480"/>
                </a:moveTo>
                <a:cubicBezTo>
                  <a:pt x="810895" y="1620520"/>
                  <a:pt x="806450" y="1305560"/>
                  <a:pt x="670560" y="982980"/>
                </a:cubicBezTo>
                <a:cubicBezTo>
                  <a:pt x="534670" y="660400"/>
                  <a:pt x="267335" y="330200"/>
                  <a:pt x="0" y="0"/>
                </a:cubicBezTo>
              </a:path>
            </a:pathLst>
          </a:custGeom>
          <a:noFill/>
          <a:ln w="38100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" name="文字方塊 9"/>
          <p:cNvSpPr txBox="1"/>
          <p:nvPr/>
        </p:nvSpPr>
        <p:spPr>
          <a:xfrm>
            <a:off x="9189006" y="2664024"/>
            <a:ext cx="5547719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3600" dirty="0"/>
              <a:t>The error surface is either very flat or very steep.</a:t>
            </a:r>
            <a:endParaRPr lang="zh-TW" altLang="en-US" sz="3600" dirty="0"/>
          </a:p>
        </p:txBody>
      </p:sp>
      <p:sp>
        <p:nvSpPr>
          <p:cNvPr id="16" name="橢圓 15"/>
          <p:cNvSpPr/>
          <p:nvPr/>
        </p:nvSpPr>
        <p:spPr>
          <a:xfrm>
            <a:off x="10133207" y="6969327"/>
            <a:ext cx="220665" cy="21590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7" name="橢圓 16"/>
          <p:cNvSpPr/>
          <p:nvPr/>
        </p:nvSpPr>
        <p:spPr>
          <a:xfrm>
            <a:off x="9418832" y="7226798"/>
            <a:ext cx="220665" cy="21590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8" name="橢圓 17"/>
          <p:cNvSpPr/>
          <p:nvPr/>
        </p:nvSpPr>
        <p:spPr>
          <a:xfrm>
            <a:off x="8618891" y="7452813"/>
            <a:ext cx="220665" cy="21590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" name="文字方塊 10"/>
          <p:cNvSpPr txBox="1"/>
          <p:nvPr/>
        </p:nvSpPr>
        <p:spPr>
          <a:xfrm>
            <a:off x="8743752" y="5566559"/>
            <a:ext cx="1838592" cy="55399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3000" dirty="0">
                <a:solidFill>
                  <a:schemeClr val="tx1"/>
                </a:solidFill>
              </a:rPr>
              <a:t>Clipping </a:t>
            </a:r>
            <a:endParaRPr lang="zh-TW" altLang="en-US" sz="3000" dirty="0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0788104" y="9188496"/>
            <a:ext cx="1254760" cy="1066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sz="100" dirty="0">
                <a:solidFill>
                  <a:srgbClr val="0000FF"/>
                </a:solidFill>
              </a:rPr>
              <a:t>[Razvan Pascanu, ICML’13]</a:t>
            </a:r>
            <a:endParaRPr lang="zh-TW" altLang="en-US" sz="100" dirty="0">
              <a:solidFill>
                <a:srgbClr val="0000FF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 rot="5400000" flipH="1">
            <a:off x="12719084" y="6156932"/>
            <a:ext cx="2802623" cy="646331"/>
          </a:xfrm>
          <a:prstGeom prst="rect">
            <a:avLst/>
          </a:prstGeom>
          <a:solidFill>
            <a:srgbClr val="FCFCFC"/>
          </a:solidFill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Total Loss</a:t>
            </a:r>
            <a:endParaRPr lang="zh-TW" alt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3" grpId="0" bldLvl="0" animBg="1"/>
      <p:bldP spid="13" grpId="0" bldLvl="0" animBg="1"/>
      <p:bldP spid="15" grpId="0" bldLvl="0" animBg="1"/>
      <p:bldP spid="12" grpId="0" bldLvl="0" animBg="1"/>
      <p:bldP spid="12" grpId="1" bldLvl="0" animBg="1"/>
      <p:bldP spid="5" grpId="0" bldLvl="0" animBg="1"/>
      <p:bldP spid="5" grpId="1" bldLvl="0" animBg="1"/>
      <p:bldP spid="10" grpId="0" bldLvl="0" animBg="1"/>
      <p:bldP spid="16" grpId="0" bldLvl="0" animBg="1"/>
      <p:bldP spid="17" grpId="0" bldLvl="0" animBg="1"/>
      <p:bldP spid="18" grpId="0" bldLvl="0" animBg="1"/>
      <p:bldP spid="11" grpId="0" bldLvl="0" animBg="1"/>
      <p:bldP spid="20" grpId="0" bldLvl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矩形 82"/>
          <p:cNvSpPr/>
          <p:nvPr/>
        </p:nvSpPr>
        <p:spPr>
          <a:xfrm>
            <a:off x="2912483" y="3715418"/>
            <a:ext cx="6836124" cy="13101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" name="矩形 13"/>
          <p:cNvSpPr/>
          <p:nvPr/>
        </p:nvSpPr>
        <p:spPr>
          <a:xfrm>
            <a:off x="2889300" y="2221340"/>
            <a:ext cx="6859305" cy="131018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Why? </a:t>
            </a:r>
            <a:endParaRPr lang="zh-TW" altLang="en-US" dirty="0"/>
          </a:p>
        </p:txBody>
      </p:sp>
      <p:sp>
        <p:nvSpPr>
          <p:cNvPr id="5" name="橢圓 4"/>
          <p:cNvSpPr/>
          <p:nvPr/>
        </p:nvSpPr>
        <p:spPr>
          <a:xfrm>
            <a:off x="6038895" y="7483472"/>
            <a:ext cx="942975" cy="94297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" name="矩形 5"/>
          <p:cNvSpPr/>
          <p:nvPr/>
        </p:nvSpPr>
        <p:spPr>
          <a:xfrm>
            <a:off x="6285750" y="9208965"/>
            <a:ext cx="585788" cy="6042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6460376" y="8482029"/>
            <a:ext cx="771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6205982" y="5926783"/>
            <a:ext cx="771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30000" dirty="0"/>
              <a:t>1</a:t>
            </a:r>
            <a:endParaRPr lang="zh-TW" altLang="en-US" sz="3600" baseline="30000" dirty="0"/>
          </a:p>
        </p:txBody>
      </p:sp>
      <p:cxnSp>
        <p:nvCxnSpPr>
          <p:cNvPr id="28" name="直線單箭頭接點 27"/>
          <p:cNvCxnSpPr/>
          <p:nvPr/>
        </p:nvCxnSpPr>
        <p:spPr>
          <a:xfrm rot="16200000">
            <a:off x="6153405" y="8791263"/>
            <a:ext cx="81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 flipV="1">
            <a:off x="6526868" y="6597930"/>
            <a:ext cx="0" cy="81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橢圓 33"/>
          <p:cNvSpPr/>
          <p:nvPr/>
        </p:nvSpPr>
        <p:spPr>
          <a:xfrm>
            <a:off x="8401887" y="7483472"/>
            <a:ext cx="942975" cy="94297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5" name="矩形 34"/>
          <p:cNvSpPr/>
          <p:nvPr/>
        </p:nvSpPr>
        <p:spPr>
          <a:xfrm>
            <a:off x="8648742" y="9208965"/>
            <a:ext cx="585788" cy="60425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8823368" y="8482029"/>
            <a:ext cx="771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7405337" y="7860947"/>
            <a:ext cx="771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</a:t>
            </a:r>
            <a:endParaRPr lang="zh-TW" altLang="en-US" sz="3600" baseline="-25000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8568974" y="5926783"/>
            <a:ext cx="771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30000" dirty="0"/>
              <a:t>2</a:t>
            </a:r>
            <a:endParaRPr lang="zh-TW" altLang="en-US" sz="3600" baseline="30000" dirty="0"/>
          </a:p>
        </p:txBody>
      </p:sp>
      <p:cxnSp>
        <p:nvCxnSpPr>
          <p:cNvPr id="39" name="直線單箭頭接點 38"/>
          <p:cNvCxnSpPr/>
          <p:nvPr/>
        </p:nvCxnSpPr>
        <p:spPr>
          <a:xfrm>
            <a:off x="7131888" y="7980359"/>
            <a:ext cx="12446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 rot="16200000">
            <a:off x="8516397" y="8791263"/>
            <a:ext cx="81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/>
          <p:nvPr/>
        </p:nvCxnSpPr>
        <p:spPr>
          <a:xfrm flipV="1">
            <a:off x="8889860" y="6597930"/>
            <a:ext cx="0" cy="81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橢圓 42"/>
          <p:cNvSpPr/>
          <p:nvPr/>
        </p:nvSpPr>
        <p:spPr>
          <a:xfrm>
            <a:off x="10713276" y="7457391"/>
            <a:ext cx="942975" cy="94297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4" name="矩形 43"/>
          <p:cNvSpPr/>
          <p:nvPr/>
        </p:nvSpPr>
        <p:spPr>
          <a:xfrm>
            <a:off x="10960131" y="9182885"/>
            <a:ext cx="585788" cy="60425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11134757" y="8455949"/>
            <a:ext cx="771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46" name="文字方塊 45"/>
          <p:cNvSpPr txBox="1"/>
          <p:nvPr/>
        </p:nvSpPr>
        <p:spPr>
          <a:xfrm>
            <a:off x="9716726" y="7834866"/>
            <a:ext cx="771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</a:t>
            </a:r>
            <a:endParaRPr lang="zh-TW" altLang="en-US" sz="3600" baseline="-25000" dirty="0"/>
          </a:p>
        </p:txBody>
      </p:sp>
      <p:sp>
        <p:nvSpPr>
          <p:cNvPr id="47" name="文字方塊 46"/>
          <p:cNvSpPr txBox="1"/>
          <p:nvPr/>
        </p:nvSpPr>
        <p:spPr>
          <a:xfrm>
            <a:off x="10880362" y="5900703"/>
            <a:ext cx="771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30000" dirty="0"/>
              <a:t>3</a:t>
            </a:r>
            <a:endParaRPr lang="zh-TW" altLang="en-US" sz="3600" baseline="30000" dirty="0"/>
          </a:p>
        </p:txBody>
      </p:sp>
      <p:cxnSp>
        <p:nvCxnSpPr>
          <p:cNvPr id="48" name="直線單箭頭接點 47"/>
          <p:cNvCxnSpPr/>
          <p:nvPr/>
        </p:nvCxnSpPr>
        <p:spPr>
          <a:xfrm>
            <a:off x="9443277" y="7954278"/>
            <a:ext cx="12446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/>
          <p:nvPr/>
        </p:nvCxnSpPr>
        <p:spPr>
          <a:xfrm rot="16200000">
            <a:off x="10827786" y="8765183"/>
            <a:ext cx="81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/>
          <p:nvPr/>
        </p:nvCxnSpPr>
        <p:spPr>
          <a:xfrm flipV="1">
            <a:off x="11201249" y="6571850"/>
            <a:ext cx="0" cy="81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/>
          <p:cNvSpPr/>
          <p:nvPr/>
        </p:nvSpPr>
        <p:spPr>
          <a:xfrm>
            <a:off x="13863669" y="7457391"/>
            <a:ext cx="942975" cy="94297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3" name="矩形 52"/>
          <p:cNvSpPr/>
          <p:nvPr/>
        </p:nvSpPr>
        <p:spPr>
          <a:xfrm>
            <a:off x="14110524" y="9182885"/>
            <a:ext cx="585788" cy="60425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4" name="文字方塊 53"/>
          <p:cNvSpPr txBox="1"/>
          <p:nvPr/>
        </p:nvSpPr>
        <p:spPr>
          <a:xfrm>
            <a:off x="14285150" y="8455949"/>
            <a:ext cx="771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12867119" y="7834866"/>
            <a:ext cx="771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</a:t>
            </a:r>
            <a:endParaRPr lang="zh-TW" altLang="en-US" sz="3600" baseline="-25000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13905440" y="5900703"/>
            <a:ext cx="14968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30000" dirty="0"/>
              <a:t>1000</a:t>
            </a:r>
            <a:endParaRPr lang="zh-TW" altLang="en-US" sz="3600" baseline="30000" dirty="0"/>
          </a:p>
        </p:txBody>
      </p:sp>
      <p:cxnSp>
        <p:nvCxnSpPr>
          <p:cNvPr id="57" name="直線單箭頭接點 56"/>
          <p:cNvCxnSpPr/>
          <p:nvPr/>
        </p:nvCxnSpPr>
        <p:spPr>
          <a:xfrm>
            <a:off x="12593670" y="7954278"/>
            <a:ext cx="12446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/>
          <p:nvPr/>
        </p:nvCxnSpPr>
        <p:spPr>
          <a:xfrm rot="16200000">
            <a:off x="13978179" y="8765183"/>
            <a:ext cx="81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 flipV="1">
            <a:off x="14351642" y="6571850"/>
            <a:ext cx="0" cy="81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字方塊 60"/>
          <p:cNvSpPr txBox="1"/>
          <p:nvPr/>
        </p:nvSpPr>
        <p:spPr>
          <a:xfrm>
            <a:off x="11520519" y="7457391"/>
            <a:ext cx="12434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……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67"/>
              <p:cNvSpPr txBox="1"/>
              <p:nvPr/>
            </p:nvSpPr>
            <p:spPr>
              <a:xfrm>
                <a:off x="3191361" y="2210636"/>
                <a:ext cx="125031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68" name="文字方塊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1361" y="2210636"/>
                <a:ext cx="1250315" cy="553720"/>
              </a:xfrm>
              <a:prstGeom prst="rect">
                <a:avLst/>
              </a:prstGeom>
              <a:blipFill rotWithShape="1">
                <a:blip r:embed="rId3"/>
                <a:stretch>
                  <a:fillRect l="-39" t="-36" r="-5599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字方塊 68"/>
              <p:cNvSpPr txBox="1"/>
              <p:nvPr/>
            </p:nvSpPr>
            <p:spPr>
              <a:xfrm>
                <a:off x="3194057" y="2925768"/>
                <a:ext cx="185229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=1.01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69" name="文字方塊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057" y="2925768"/>
                <a:ext cx="1852295" cy="553720"/>
              </a:xfrm>
              <a:prstGeom prst="rect">
                <a:avLst/>
              </a:prstGeom>
              <a:blipFill rotWithShape="1">
                <a:blip r:embed="rId4"/>
                <a:stretch>
                  <a:fillRect t="-58" r="-3771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向右箭號 9"/>
          <p:cNvSpPr/>
          <p:nvPr/>
        </p:nvSpPr>
        <p:spPr>
          <a:xfrm>
            <a:off x="5451125" y="2351319"/>
            <a:ext cx="789363" cy="3301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0" name="向右箭號 69"/>
          <p:cNvSpPr/>
          <p:nvPr/>
        </p:nvSpPr>
        <p:spPr>
          <a:xfrm>
            <a:off x="5459013" y="3083513"/>
            <a:ext cx="789363" cy="3301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/>
              <p:cNvSpPr txBox="1"/>
              <p:nvPr/>
            </p:nvSpPr>
            <p:spPr>
              <a:xfrm>
                <a:off x="6724253" y="2203916"/>
                <a:ext cx="1957070" cy="5372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sup>
                      </m:s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71" name="文字方塊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4253" y="2203916"/>
                <a:ext cx="1957070" cy="537210"/>
              </a:xfrm>
              <a:prstGeom prst="rect">
                <a:avLst/>
              </a:prstGeom>
              <a:blipFill rotWithShape="1">
                <a:blip r:embed="rId5"/>
                <a:stretch>
                  <a:fillRect l="-12" t="-87" r="-3395" b="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線接點 11"/>
          <p:cNvCxnSpPr/>
          <p:nvPr/>
        </p:nvCxnSpPr>
        <p:spPr>
          <a:xfrm flipH="1">
            <a:off x="6219795" y="7662611"/>
            <a:ext cx="586970" cy="58697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/>
          <p:cNvCxnSpPr/>
          <p:nvPr/>
        </p:nvCxnSpPr>
        <p:spPr>
          <a:xfrm flipH="1">
            <a:off x="8616201" y="7677183"/>
            <a:ext cx="586970" cy="58697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接點 72"/>
          <p:cNvCxnSpPr/>
          <p:nvPr/>
        </p:nvCxnSpPr>
        <p:spPr>
          <a:xfrm flipH="1">
            <a:off x="10890128" y="7608125"/>
            <a:ext cx="586970" cy="58697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接點 73"/>
          <p:cNvCxnSpPr/>
          <p:nvPr/>
        </p:nvCxnSpPr>
        <p:spPr>
          <a:xfrm flipH="1">
            <a:off x="14089694" y="7621215"/>
            <a:ext cx="586970" cy="58697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/>
              <p:cNvSpPr txBox="1"/>
              <p:nvPr/>
            </p:nvSpPr>
            <p:spPr>
              <a:xfrm>
                <a:off x="6707291" y="2895732"/>
                <a:ext cx="2968625" cy="5372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sup>
                      </m:sSup>
                      <m:r>
                        <a:rPr lang="en-US" altLang="zh-TW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zh-TW" sz="3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20000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75" name="文字方塊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7291" y="2895732"/>
                <a:ext cx="2968625" cy="537210"/>
              </a:xfrm>
              <a:prstGeom prst="rect">
                <a:avLst/>
              </a:prstGeom>
              <a:blipFill rotWithShape="1">
                <a:blip r:embed="rId6"/>
                <a:stretch>
                  <a:fillRect l="-14" t="-25" r="-2189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5"/>
              <p:cNvSpPr txBox="1"/>
              <p:nvPr/>
            </p:nvSpPr>
            <p:spPr>
              <a:xfrm>
                <a:off x="3217241" y="3723168"/>
                <a:ext cx="185229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=0.99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76" name="文字方塊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241" y="3723168"/>
                <a:ext cx="1852295" cy="553720"/>
              </a:xfrm>
              <a:prstGeom prst="rect">
                <a:avLst/>
              </a:prstGeom>
              <a:blipFill rotWithShape="1">
                <a:blip r:embed="rId7"/>
                <a:stretch>
                  <a:fillRect l="-18" t="-29" r="-3753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/>
              <p:cNvSpPr txBox="1"/>
              <p:nvPr/>
            </p:nvSpPr>
            <p:spPr>
              <a:xfrm>
                <a:off x="3245816" y="4466876"/>
                <a:ext cx="185229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=0.01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77" name="文字方塊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5816" y="4466876"/>
                <a:ext cx="1852295" cy="553720"/>
              </a:xfrm>
              <a:prstGeom prst="rect">
                <a:avLst/>
              </a:prstGeom>
              <a:blipFill rotWithShape="1">
                <a:blip r:embed="rId8"/>
                <a:stretch>
                  <a:fillRect l="-18" t="-52" r="-3753" b="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向右箭號 77"/>
          <p:cNvSpPr/>
          <p:nvPr/>
        </p:nvSpPr>
        <p:spPr>
          <a:xfrm>
            <a:off x="5502884" y="3863852"/>
            <a:ext cx="789363" cy="3301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9" name="向右箭號 78"/>
          <p:cNvSpPr/>
          <p:nvPr/>
        </p:nvSpPr>
        <p:spPr>
          <a:xfrm>
            <a:off x="5510772" y="4624620"/>
            <a:ext cx="789363" cy="3301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/>
              <p:cNvSpPr txBox="1"/>
              <p:nvPr/>
            </p:nvSpPr>
            <p:spPr>
              <a:xfrm>
                <a:off x="6708032" y="3687161"/>
                <a:ext cx="1951990" cy="5372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sup>
                      </m:sSup>
                      <m:r>
                        <a:rPr lang="en-US" altLang="zh-TW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80" name="文字方塊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8032" y="3687161"/>
                <a:ext cx="1951990" cy="537210"/>
              </a:xfrm>
              <a:prstGeom prst="rect">
                <a:avLst/>
              </a:prstGeom>
              <a:blipFill rotWithShape="1">
                <a:blip r:embed="rId9"/>
                <a:stretch>
                  <a:fillRect l="-27" t="-65" r="-3389" b="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字方塊 80"/>
              <p:cNvSpPr txBox="1"/>
              <p:nvPr/>
            </p:nvSpPr>
            <p:spPr>
              <a:xfrm>
                <a:off x="6707291" y="4488599"/>
                <a:ext cx="1951990" cy="5372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sup>
                      </m:sSup>
                      <m:r>
                        <a:rPr lang="en-US" altLang="zh-TW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81" name="文字方塊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7291" y="4488599"/>
                <a:ext cx="1951990" cy="537210"/>
              </a:xfrm>
              <a:prstGeom prst="rect">
                <a:avLst/>
              </a:prstGeom>
              <a:blipFill rotWithShape="1">
                <a:blip r:embed="rId9"/>
                <a:stretch>
                  <a:fillRect l="-22" t="-78" r="-3394" b="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文字方塊 59"/>
          <p:cNvSpPr txBox="1"/>
          <p:nvPr/>
        </p:nvSpPr>
        <p:spPr>
          <a:xfrm>
            <a:off x="6405878" y="6776705"/>
            <a:ext cx="771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63" name="文字方塊 62"/>
          <p:cNvSpPr txBox="1"/>
          <p:nvPr/>
        </p:nvSpPr>
        <p:spPr>
          <a:xfrm>
            <a:off x="8768870" y="6776705"/>
            <a:ext cx="771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64" name="文字方塊 63"/>
          <p:cNvSpPr txBox="1"/>
          <p:nvPr/>
        </p:nvSpPr>
        <p:spPr>
          <a:xfrm>
            <a:off x="11080258" y="6750624"/>
            <a:ext cx="771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82" name="文字方塊 81"/>
          <p:cNvSpPr txBox="1"/>
          <p:nvPr/>
        </p:nvSpPr>
        <p:spPr>
          <a:xfrm>
            <a:off x="14230652" y="6750624"/>
            <a:ext cx="771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9985059" y="2221590"/>
                <a:ext cx="2393200" cy="119888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Large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zh-TW" altLang="en-US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3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5059" y="2221590"/>
                <a:ext cx="2393200" cy="1198880"/>
              </a:xfrm>
              <a:prstGeom prst="rect">
                <a:avLst/>
              </a:prstGeom>
              <a:blipFill>
                <a:blip r:embed="rId10"/>
                <a:stretch>
                  <a:fillRect t="-70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文字方塊 83"/>
          <p:cNvSpPr txBox="1"/>
          <p:nvPr/>
        </p:nvSpPr>
        <p:spPr>
          <a:xfrm>
            <a:off x="12767632" y="2223312"/>
            <a:ext cx="3191837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Small Learning rate?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字方塊 84"/>
              <p:cNvSpPr txBox="1"/>
              <p:nvPr/>
            </p:nvSpPr>
            <p:spPr>
              <a:xfrm>
                <a:off x="9995806" y="3810531"/>
                <a:ext cx="2393200" cy="119888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small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zh-TW" altLang="en-US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85" name="文字方塊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5806" y="3810531"/>
                <a:ext cx="2393200" cy="1198880"/>
              </a:xfrm>
              <a:prstGeom prst="rect">
                <a:avLst/>
              </a:prstGeom>
              <a:blipFill>
                <a:blip r:embed="rId11"/>
                <a:stretch>
                  <a:fillRect t="-70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文字方塊 85"/>
          <p:cNvSpPr txBox="1"/>
          <p:nvPr/>
        </p:nvSpPr>
        <p:spPr>
          <a:xfrm>
            <a:off x="12767632" y="3830234"/>
            <a:ext cx="3191837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Large Learning rate?</a:t>
            </a:r>
            <a:endParaRPr lang="zh-TW" altLang="en-US" sz="3600" dirty="0"/>
          </a:p>
        </p:txBody>
      </p:sp>
      <p:sp>
        <p:nvSpPr>
          <p:cNvPr id="16" name="向右箭號 15"/>
          <p:cNvSpPr/>
          <p:nvPr/>
        </p:nvSpPr>
        <p:spPr>
          <a:xfrm>
            <a:off x="12127316" y="2583738"/>
            <a:ext cx="716445" cy="59944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7" name="向右箭號 86"/>
          <p:cNvSpPr/>
          <p:nvPr/>
        </p:nvSpPr>
        <p:spPr>
          <a:xfrm>
            <a:off x="12058133" y="4154103"/>
            <a:ext cx="716445" cy="59944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" name="矩形 2"/>
          <p:cNvSpPr/>
          <p:nvPr/>
        </p:nvSpPr>
        <p:spPr>
          <a:xfrm>
            <a:off x="2864363" y="6273031"/>
            <a:ext cx="3451860" cy="7372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200" b="1" i="1" u="sng" dirty="0"/>
              <a:t>Toy Example</a:t>
            </a:r>
            <a:endParaRPr lang="zh-TW" altLang="en-US" sz="4200" b="1" i="1" u="sng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3922510" y="5248422"/>
            <a:ext cx="14968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=w</a:t>
            </a:r>
            <a:r>
              <a:rPr lang="en-US" altLang="zh-TW" sz="3600" baseline="30000" dirty="0">
                <a:solidFill>
                  <a:srgbClr val="0000FF"/>
                </a:solidFill>
              </a:rPr>
              <a:t>999</a:t>
            </a:r>
            <a:endParaRPr lang="zh-TW" altLang="en-US" sz="3600" baseline="300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bldLvl="0" animBg="1"/>
      <p:bldP spid="14" grpId="0" bldLvl="0" animBg="1"/>
      <p:bldP spid="68" grpId="0"/>
      <p:bldP spid="69" grpId="0"/>
      <p:bldP spid="10" grpId="0" bldLvl="0" animBg="1"/>
      <p:bldP spid="70" grpId="0" bldLvl="0" animBg="1"/>
      <p:bldP spid="71" grpId="0"/>
      <p:bldP spid="75" grpId="0"/>
      <p:bldP spid="76" grpId="0"/>
      <p:bldP spid="77" grpId="0"/>
      <p:bldP spid="78" grpId="0" bldLvl="0" animBg="1"/>
      <p:bldP spid="79" grpId="0" bldLvl="0" animBg="1"/>
      <p:bldP spid="80" grpId="0"/>
      <p:bldP spid="81" grpId="0"/>
      <p:bldP spid="15" grpId="0" bldLvl="0" animBg="1"/>
      <p:bldP spid="84" grpId="0" bldLvl="0" animBg="1"/>
      <p:bldP spid="85" grpId="0" bldLvl="0" animBg="1"/>
      <p:bldP spid="86" grpId="0" bldLvl="0" animBg="1"/>
      <p:bldP spid="16" grpId="0" bldLvl="0" animBg="1"/>
      <p:bldP spid="87" grpId="0" bldLvl="0" animBg="1"/>
      <p:bldP spid="6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0325" y="2286000"/>
            <a:ext cx="15667355" cy="258762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br>
              <a:rPr lang="en-US" sz="6600" dirty="0"/>
            </a:br>
            <a:r>
              <a:rPr lang="en-US" sz="6600" dirty="0"/>
              <a:t>Helpful Techniques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514540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884005" y="2725969"/>
            <a:ext cx="7769583" cy="70662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28975" y="2738436"/>
            <a:ext cx="14463602" cy="7205663"/>
          </a:xfrm>
        </p:spPr>
        <p:txBody>
          <a:bodyPr>
            <a:normAutofit/>
          </a:bodyPr>
          <a:lstStyle/>
          <a:p>
            <a:r>
              <a:rPr lang="en-US" altLang="zh-TW" dirty="0"/>
              <a:t>Long Short-term Memory (LSTM)</a:t>
            </a:r>
          </a:p>
          <a:p>
            <a:pPr lvl="1"/>
            <a:r>
              <a:rPr lang="en-US" altLang="zh-TW" sz="4000" dirty="0"/>
              <a:t>Can deal with gradient vanishing (not gradient explode)</a:t>
            </a:r>
          </a:p>
          <a:p>
            <a:pPr lvl="1"/>
            <a:endParaRPr lang="en-US" altLang="zh-TW" dirty="0"/>
          </a:p>
        </p:txBody>
      </p:sp>
      <p:grpSp>
        <p:nvGrpSpPr>
          <p:cNvPr id="27" name="群組 26"/>
          <p:cNvGrpSpPr/>
          <p:nvPr/>
        </p:nvGrpSpPr>
        <p:grpSpPr>
          <a:xfrm>
            <a:off x="10555337" y="4349681"/>
            <a:ext cx="4260650" cy="5594418"/>
            <a:chOff x="5674917" y="905495"/>
            <a:chExt cx="2840433" cy="3729612"/>
          </a:xfrm>
        </p:grpSpPr>
        <p:pic>
          <p:nvPicPr>
            <p:cNvPr id="20" name="圖片 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74917" y="905495"/>
              <a:ext cx="2840433" cy="3729612"/>
            </a:xfrm>
            <a:prstGeom prst="rect">
              <a:avLst/>
            </a:prstGeom>
          </p:spPr>
        </p:pic>
        <p:sp>
          <p:nvSpPr>
            <p:cNvPr id="21" name="文字方塊 20"/>
            <p:cNvSpPr txBox="1"/>
            <p:nvPr/>
          </p:nvSpPr>
          <p:spPr>
            <a:xfrm>
              <a:off x="7176980" y="3010324"/>
              <a:ext cx="948862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>
                  <a:solidFill>
                    <a:srgbClr val="FF0000"/>
                  </a:solidFill>
                </a:rPr>
                <a:t>add</a:t>
              </a:r>
              <a:endParaRPr lang="zh-TW" altLang="en-US" sz="3600" baseline="-25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Helpful Techniques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3999206" y="4268593"/>
            <a:ext cx="5447778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3600" dirty="0"/>
              <a:t>Memory and input are </a:t>
            </a:r>
            <a:r>
              <a:rPr lang="en-US" altLang="zh-TW" sz="3600" b="1" i="1" u="sng" dirty="0"/>
              <a:t>added</a:t>
            </a:r>
            <a:endParaRPr lang="zh-TW" altLang="en-US" sz="3600" b="1" i="1" u="sng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3999206" y="5538886"/>
            <a:ext cx="6902693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3600" dirty="0"/>
              <a:t>The influence never disappears unless forget gate is closed</a:t>
            </a:r>
            <a:endParaRPr lang="zh-TW" altLang="en-US" sz="3600" dirty="0"/>
          </a:p>
        </p:txBody>
      </p:sp>
      <p:sp>
        <p:nvSpPr>
          <p:cNvPr id="24" name="向右箭號 23"/>
          <p:cNvSpPr/>
          <p:nvPr/>
        </p:nvSpPr>
        <p:spPr>
          <a:xfrm>
            <a:off x="4218911" y="7363181"/>
            <a:ext cx="936171" cy="5998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5" name="文字方塊 24"/>
          <p:cNvSpPr txBox="1"/>
          <p:nvPr/>
        </p:nvSpPr>
        <p:spPr>
          <a:xfrm>
            <a:off x="5289091" y="7282559"/>
            <a:ext cx="495941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No Gradient vanishing</a:t>
            </a:r>
            <a:endParaRPr lang="zh-TW" altLang="en-US" sz="36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5289089" y="7831209"/>
            <a:ext cx="56456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(If forget gate is opened.)</a:t>
            </a:r>
            <a:endParaRPr lang="zh-TW" altLang="en-US" sz="3600" dirty="0"/>
          </a:p>
        </p:txBody>
      </p:sp>
      <p:sp>
        <p:nvSpPr>
          <p:cNvPr id="13" name="矩形 12"/>
          <p:cNvSpPr/>
          <p:nvPr/>
        </p:nvSpPr>
        <p:spPr>
          <a:xfrm>
            <a:off x="9144000" y="9589988"/>
            <a:ext cx="3059078" cy="106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00" dirty="0">
                <a:solidFill>
                  <a:srgbClr val="0000FF"/>
                </a:solidFill>
              </a:rPr>
              <a:t>[Cho, EMNLP’14]</a:t>
            </a:r>
          </a:p>
        </p:txBody>
      </p:sp>
      <p:sp>
        <p:nvSpPr>
          <p:cNvPr id="14" name="文字方塊 13"/>
          <p:cNvSpPr txBox="1"/>
          <p:nvPr/>
        </p:nvSpPr>
        <p:spPr>
          <a:xfrm>
            <a:off x="2121151" y="8706101"/>
            <a:ext cx="7325833" cy="13849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Gated Recurrent Unit (GRU): </a:t>
            </a:r>
          </a:p>
          <a:p>
            <a:pPr algn="ctr"/>
            <a:r>
              <a:rPr lang="en-US" altLang="zh-TW" sz="4200" dirty="0"/>
              <a:t>simpler than LSTM </a:t>
            </a:r>
            <a:endParaRPr lang="zh-TW" altLang="en-US" sz="4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bldLvl="0" animBg="1"/>
      <p:bldP spid="25" grpId="0"/>
      <p:bldP spid="26" grpId="0"/>
      <p:bldP spid="13" grpId="0"/>
      <p:bldP spid="14" grpId="0" bldLvl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967723" y="7885880"/>
            <a:ext cx="11576436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600" dirty="0"/>
              <a:t>Vanilla</a:t>
            </a:r>
            <a:r>
              <a:rPr lang="zh-TW" altLang="en-US" sz="3600" dirty="0"/>
              <a:t> </a:t>
            </a:r>
            <a:r>
              <a:rPr lang="en-US" altLang="zh-TW" sz="3600" dirty="0"/>
              <a:t>RNN Initialized with Identity matrix + ReLU activation function </a:t>
            </a:r>
            <a:r>
              <a:rPr lang="en-US" altLang="zh-TW" sz="2000" dirty="0">
                <a:solidFill>
                  <a:srgbClr val="0000FF"/>
                </a:solidFill>
              </a:rPr>
              <a:t>[V. </a:t>
            </a:r>
            <a:r>
              <a:rPr lang="en-US" altLang="zh-TW" sz="2000" dirty="0" err="1">
                <a:solidFill>
                  <a:srgbClr val="0000FF"/>
                </a:solidFill>
              </a:rPr>
              <a:t>LQuoce</a:t>
            </a:r>
            <a:r>
              <a:rPr lang="en-US" altLang="zh-TW" sz="2000" dirty="0">
                <a:solidFill>
                  <a:srgbClr val="0000FF"/>
                </a:solidFill>
              </a:rPr>
              <a:t>, arXiv’15]</a:t>
            </a:r>
            <a:endParaRPr lang="zh-TW" altLang="en-US" sz="2000" dirty="0">
              <a:solidFill>
                <a:srgbClr val="0000FF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Helpful Techniques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1425" y="3953945"/>
            <a:ext cx="4747535" cy="265434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967723" y="9122331"/>
            <a:ext cx="12781715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TW" sz="3600" dirty="0"/>
              <a:t>Outperform or be comparable with LSTM in 4 different tasks</a:t>
            </a:r>
            <a:endParaRPr lang="zh-TW" altLang="en-US" sz="3600" dirty="0"/>
          </a:p>
        </p:txBody>
      </p:sp>
      <p:sp>
        <p:nvSpPr>
          <p:cNvPr id="11" name="矩形 10"/>
          <p:cNvSpPr/>
          <p:nvPr/>
        </p:nvSpPr>
        <p:spPr>
          <a:xfrm>
            <a:off x="5839323" y="6914466"/>
            <a:ext cx="38020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[Jan </a:t>
            </a:r>
            <a:r>
              <a:rPr lang="en-US" altLang="zh-TW" sz="2000" dirty="0" err="1">
                <a:solidFill>
                  <a:srgbClr val="0000FF"/>
                </a:solidFill>
              </a:rPr>
              <a:t>Koutnik</a:t>
            </a:r>
            <a:r>
              <a:rPr lang="en-US" altLang="zh-TW" sz="2000" dirty="0">
                <a:solidFill>
                  <a:srgbClr val="0000FF"/>
                </a:solidFill>
              </a:rPr>
              <a:t>, JMLR’14]</a:t>
            </a:r>
          </a:p>
        </p:txBody>
      </p:sp>
      <p:sp>
        <p:nvSpPr>
          <p:cNvPr id="12" name="矩形 11"/>
          <p:cNvSpPr/>
          <p:nvPr/>
        </p:nvSpPr>
        <p:spPr>
          <a:xfrm>
            <a:off x="4390164" y="2930019"/>
            <a:ext cx="34848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3600" dirty="0"/>
              <a:t>Clockwise RNN </a:t>
            </a:r>
          </a:p>
        </p:txBody>
      </p:sp>
      <p:sp>
        <p:nvSpPr>
          <p:cNvPr id="13" name="矩形 12"/>
          <p:cNvSpPr/>
          <p:nvPr/>
        </p:nvSpPr>
        <p:spPr>
          <a:xfrm>
            <a:off x="11596932" y="6846176"/>
            <a:ext cx="396963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[Tomas </a:t>
            </a:r>
            <a:r>
              <a:rPr lang="en-US" altLang="zh-TW" sz="2000" dirty="0" err="1">
                <a:solidFill>
                  <a:srgbClr val="0000FF"/>
                </a:solidFill>
              </a:rPr>
              <a:t>Mikolov</a:t>
            </a:r>
            <a:r>
              <a:rPr lang="en-US" altLang="zh-TW" sz="2000" dirty="0">
                <a:solidFill>
                  <a:srgbClr val="0000FF"/>
                </a:solidFill>
              </a:rPr>
              <a:t>, ICLR’15]</a:t>
            </a:r>
            <a:endParaRPr lang="zh-TW" altLang="en-US" sz="2000" dirty="0">
              <a:solidFill>
                <a:srgbClr val="0000FF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641351" y="2654786"/>
            <a:ext cx="566768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TW" sz="3600" dirty="0"/>
              <a:t>Structurally Constrained Recurrent Network (SCRN)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723" y="3928752"/>
            <a:ext cx="6728186" cy="27770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More Applications ……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4258841" y="7244801"/>
            <a:ext cx="1620000" cy="64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" name="矩形 4"/>
          <p:cNvSpPr/>
          <p:nvPr/>
        </p:nvSpPr>
        <p:spPr>
          <a:xfrm>
            <a:off x="4287414" y="5522484"/>
            <a:ext cx="1620000" cy="648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" name="矩形 5"/>
          <p:cNvSpPr/>
          <p:nvPr/>
        </p:nvSpPr>
        <p:spPr>
          <a:xfrm>
            <a:off x="4258841" y="3840446"/>
            <a:ext cx="1620000" cy="64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" name="矩形 6"/>
          <p:cNvSpPr/>
          <p:nvPr/>
        </p:nvSpPr>
        <p:spPr>
          <a:xfrm>
            <a:off x="8413988" y="7223190"/>
            <a:ext cx="1620000" cy="64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" name="矩形 7"/>
          <p:cNvSpPr/>
          <p:nvPr/>
        </p:nvSpPr>
        <p:spPr>
          <a:xfrm>
            <a:off x="8442561" y="5552633"/>
            <a:ext cx="1620000" cy="648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" name="矩形 8"/>
          <p:cNvSpPr/>
          <p:nvPr/>
        </p:nvSpPr>
        <p:spPr>
          <a:xfrm>
            <a:off x="6128165" y="5486156"/>
            <a:ext cx="1620000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" name="矩形 9"/>
          <p:cNvSpPr/>
          <p:nvPr/>
        </p:nvSpPr>
        <p:spPr>
          <a:xfrm>
            <a:off x="8442561" y="3851747"/>
            <a:ext cx="1620000" cy="64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" name="矩形 10"/>
          <p:cNvSpPr/>
          <p:nvPr/>
        </p:nvSpPr>
        <p:spPr>
          <a:xfrm>
            <a:off x="12639173" y="7232517"/>
            <a:ext cx="1620000" cy="64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" name="矩形 11"/>
          <p:cNvSpPr/>
          <p:nvPr/>
        </p:nvSpPr>
        <p:spPr>
          <a:xfrm>
            <a:off x="12667746" y="5561960"/>
            <a:ext cx="1620000" cy="648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矩形 12"/>
          <p:cNvSpPr/>
          <p:nvPr/>
        </p:nvSpPr>
        <p:spPr>
          <a:xfrm>
            <a:off x="10353350" y="5552633"/>
            <a:ext cx="1620000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" name="矩形 13"/>
          <p:cNvSpPr/>
          <p:nvPr/>
        </p:nvSpPr>
        <p:spPr>
          <a:xfrm>
            <a:off x="12702176" y="3880175"/>
            <a:ext cx="1620000" cy="64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" name="向上箭號 14"/>
          <p:cNvSpPr/>
          <p:nvPr/>
        </p:nvSpPr>
        <p:spPr>
          <a:xfrm>
            <a:off x="4775142" y="6267869"/>
            <a:ext cx="580016" cy="869115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" name="向上箭號 15"/>
          <p:cNvSpPr/>
          <p:nvPr/>
        </p:nvSpPr>
        <p:spPr>
          <a:xfrm>
            <a:off x="4775144" y="4552493"/>
            <a:ext cx="580016" cy="86911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7" name="文字方塊 16"/>
          <p:cNvSpPr txBox="1"/>
          <p:nvPr/>
        </p:nvSpPr>
        <p:spPr>
          <a:xfrm>
            <a:off x="6312461" y="4623954"/>
            <a:ext cx="15716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store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8" name="手繪多邊形 17"/>
          <p:cNvSpPr/>
          <p:nvPr/>
        </p:nvSpPr>
        <p:spPr>
          <a:xfrm flipH="1">
            <a:off x="5878839" y="5139458"/>
            <a:ext cx="1008869" cy="479429"/>
          </a:xfrm>
          <a:custGeom>
            <a:avLst/>
            <a:gdLst>
              <a:gd name="connsiteX0" fmla="*/ 3924300 w 3924300"/>
              <a:gd name="connsiteY0" fmla="*/ 628749 h 628749"/>
              <a:gd name="connsiteX1" fmla="*/ 1714500 w 3924300"/>
              <a:gd name="connsiteY1" fmla="*/ 99 h 628749"/>
              <a:gd name="connsiteX2" fmla="*/ 0 w 3924300"/>
              <a:gd name="connsiteY2" fmla="*/ 590649 h 628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24300" h="628749">
                <a:moveTo>
                  <a:pt x="3924300" y="628749"/>
                </a:moveTo>
                <a:cubicBezTo>
                  <a:pt x="3146425" y="317599"/>
                  <a:pt x="2368550" y="6449"/>
                  <a:pt x="1714500" y="99"/>
                </a:cubicBezTo>
                <a:cubicBezTo>
                  <a:pt x="1060450" y="-6251"/>
                  <a:pt x="530225" y="292199"/>
                  <a:pt x="0" y="590649"/>
                </a:cubicBezTo>
              </a:path>
            </a:pathLst>
          </a:custGeom>
          <a:noFill/>
          <a:ln w="38100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9" name="文字方塊 18"/>
          <p:cNvSpPr txBox="1"/>
          <p:nvPr/>
        </p:nvSpPr>
        <p:spPr>
          <a:xfrm>
            <a:off x="10462944" y="4623954"/>
            <a:ext cx="15716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store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4460333" y="7207428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1</a:t>
            </a:r>
            <a:endParaRPr lang="zh-TW" altLang="en-US" sz="3600" baseline="300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8571882" y="7223190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2</a:t>
            </a:r>
            <a:endParaRPr lang="zh-TW" altLang="en-US" sz="3600" baseline="300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12831497" y="7217915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3</a:t>
            </a:r>
            <a:endParaRPr lang="zh-TW" altLang="en-US" sz="3600" baseline="300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4384470" y="3819590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30000" dirty="0"/>
              <a:t>1</a:t>
            </a:r>
            <a:endParaRPr lang="zh-TW" altLang="en-US" sz="3600" baseline="300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8602256" y="3791370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30000" dirty="0"/>
              <a:t>2</a:t>
            </a:r>
            <a:endParaRPr lang="zh-TW" altLang="en-US" sz="3600" baseline="30000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12897815" y="3827762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30000" dirty="0"/>
              <a:t>3</a:t>
            </a:r>
            <a:endParaRPr lang="zh-TW" altLang="en-US" sz="3600" baseline="30000" dirty="0"/>
          </a:p>
        </p:txBody>
      </p:sp>
      <p:sp>
        <p:nvSpPr>
          <p:cNvPr id="26" name="向上箭號 25"/>
          <p:cNvSpPr/>
          <p:nvPr/>
        </p:nvSpPr>
        <p:spPr>
          <a:xfrm>
            <a:off x="8967665" y="6308112"/>
            <a:ext cx="580016" cy="869115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7" name="向上箭號 26"/>
          <p:cNvSpPr/>
          <p:nvPr/>
        </p:nvSpPr>
        <p:spPr>
          <a:xfrm>
            <a:off x="8967666" y="4592736"/>
            <a:ext cx="580016" cy="86911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8" name="向上箭號 27"/>
          <p:cNvSpPr/>
          <p:nvPr/>
        </p:nvSpPr>
        <p:spPr>
          <a:xfrm>
            <a:off x="13194237" y="6314213"/>
            <a:ext cx="580016" cy="869115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9" name="向上箭號 28"/>
          <p:cNvSpPr/>
          <p:nvPr/>
        </p:nvSpPr>
        <p:spPr>
          <a:xfrm>
            <a:off x="13194239" y="4598837"/>
            <a:ext cx="580016" cy="86911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0" name="弧形箭號 (上彎) 29"/>
          <p:cNvSpPr/>
          <p:nvPr/>
        </p:nvSpPr>
        <p:spPr>
          <a:xfrm>
            <a:off x="6960971" y="6199893"/>
            <a:ext cx="2071526" cy="852974"/>
          </a:xfrm>
          <a:prstGeom prst="curvedUp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31" name="弧形箭號 (上彎) 30"/>
          <p:cNvSpPr/>
          <p:nvPr/>
        </p:nvSpPr>
        <p:spPr>
          <a:xfrm>
            <a:off x="11061492" y="6207786"/>
            <a:ext cx="2071526" cy="852974"/>
          </a:xfrm>
          <a:prstGeom prst="curvedUp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32" name="手繪多邊形 31"/>
          <p:cNvSpPr/>
          <p:nvPr/>
        </p:nvSpPr>
        <p:spPr>
          <a:xfrm flipH="1">
            <a:off x="10023018" y="5129015"/>
            <a:ext cx="1008869" cy="479429"/>
          </a:xfrm>
          <a:custGeom>
            <a:avLst/>
            <a:gdLst>
              <a:gd name="connsiteX0" fmla="*/ 3924300 w 3924300"/>
              <a:gd name="connsiteY0" fmla="*/ 628749 h 628749"/>
              <a:gd name="connsiteX1" fmla="*/ 1714500 w 3924300"/>
              <a:gd name="connsiteY1" fmla="*/ 99 h 628749"/>
              <a:gd name="connsiteX2" fmla="*/ 0 w 3924300"/>
              <a:gd name="connsiteY2" fmla="*/ 590649 h 628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24300" h="628749">
                <a:moveTo>
                  <a:pt x="3924300" y="628749"/>
                </a:moveTo>
                <a:cubicBezTo>
                  <a:pt x="3146425" y="317599"/>
                  <a:pt x="2368550" y="6449"/>
                  <a:pt x="1714500" y="99"/>
                </a:cubicBezTo>
                <a:cubicBezTo>
                  <a:pt x="1060450" y="-6251"/>
                  <a:pt x="530225" y="292199"/>
                  <a:pt x="0" y="590649"/>
                </a:cubicBezTo>
              </a:path>
            </a:pathLst>
          </a:custGeom>
          <a:noFill/>
          <a:ln w="38100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3" name="文字方塊 32"/>
          <p:cNvSpPr txBox="1"/>
          <p:nvPr/>
        </p:nvSpPr>
        <p:spPr>
          <a:xfrm>
            <a:off x="4917102" y="4959966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</a:t>
            </a:r>
            <a:r>
              <a:rPr lang="en-US" altLang="zh-TW" sz="3600" baseline="30000" dirty="0"/>
              <a:t>1</a:t>
            </a:r>
            <a:endParaRPr lang="zh-TW" altLang="en-US" sz="3600" baseline="3000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6405038" y="5454860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</a:t>
            </a:r>
            <a:r>
              <a:rPr lang="en-US" altLang="zh-TW" sz="3600" baseline="30000" dirty="0"/>
              <a:t>1</a:t>
            </a:r>
            <a:endParaRPr lang="zh-TW" altLang="en-US" sz="3600" baseline="300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10559506" y="5511711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</a:t>
            </a:r>
            <a:r>
              <a:rPr lang="en-US" altLang="zh-TW" sz="3600" baseline="30000" dirty="0"/>
              <a:t>2</a:t>
            </a:r>
            <a:endParaRPr lang="zh-TW" altLang="en-US" sz="3600" baseline="30000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9315318" y="4989854"/>
            <a:ext cx="85899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</a:t>
            </a:r>
            <a:r>
              <a:rPr lang="en-US" altLang="zh-TW" sz="3600" baseline="30000" dirty="0"/>
              <a:t>2</a:t>
            </a:r>
            <a:endParaRPr lang="zh-TW" altLang="en-US" sz="3600" baseline="300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13561580" y="4977281"/>
            <a:ext cx="85899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</a:t>
            </a:r>
            <a:r>
              <a:rPr lang="en-US" altLang="zh-TW" sz="3600" baseline="30000" dirty="0"/>
              <a:t>3</a:t>
            </a:r>
            <a:endParaRPr lang="zh-TW" altLang="en-US" sz="3600" baseline="30000" dirty="0"/>
          </a:p>
        </p:txBody>
      </p:sp>
      <p:sp>
        <p:nvSpPr>
          <p:cNvPr id="38" name="矩形 37"/>
          <p:cNvSpPr/>
          <p:nvPr/>
        </p:nvSpPr>
        <p:spPr>
          <a:xfrm>
            <a:off x="4949477" y="8856375"/>
            <a:ext cx="838269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sz="3200" dirty="0"/>
              <a:t>arrive     </a:t>
            </a:r>
            <a:r>
              <a:rPr lang="en-US" altLang="zh-TW" sz="3200" dirty="0">
                <a:solidFill>
                  <a:srgbClr val="FF0000"/>
                </a:solidFill>
              </a:rPr>
              <a:t>Taipei     </a:t>
            </a:r>
            <a:r>
              <a:rPr lang="en-US" altLang="zh-TW" sz="3200" dirty="0"/>
              <a:t>on     </a:t>
            </a:r>
            <a:r>
              <a:rPr lang="en-US" altLang="zh-TW" sz="3200" dirty="0">
                <a:solidFill>
                  <a:srgbClr val="0000FF"/>
                </a:solidFill>
              </a:rPr>
              <a:t>November     2</a:t>
            </a:r>
            <a:r>
              <a:rPr lang="en-US" altLang="zh-TW" sz="3200" baseline="30000" dirty="0">
                <a:solidFill>
                  <a:srgbClr val="0000FF"/>
                </a:solidFill>
              </a:rPr>
              <a:t>nd</a:t>
            </a:r>
            <a:r>
              <a:rPr lang="en-US" altLang="zh-TW" sz="3200" dirty="0"/>
              <a:t> </a:t>
            </a:r>
            <a:endParaRPr lang="en-US" altLang="zh-TW" sz="3200" dirty="0">
              <a:solidFill>
                <a:srgbClr val="FFC000"/>
              </a:solidFill>
            </a:endParaRPr>
          </a:p>
        </p:txBody>
      </p:sp>
      <p:pic>
        <p:nvPicPr>
          <p:cNvPr id="39" name="Picture 8" descr="User Symbol Blue Clip Ar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4579" y="8812922"/>
            <a:ext cx="745671" cy="1145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圓角矩形圖說文字 39"/>
          <p:cNvSpPr/>
          <p:nvPr/>
        </p:nvSpPr>
        <p:spPr>
          <a:xfrm>
            <a:off x="5581371" y="8812922"/>
            <a:ext cx="7980209" cy="767790"/>
          </a:xfrm>
          <a:prstGeom prst="wedgeRoundRectCallout">
            <a:avLst>
              <a:gd name="adj1" fmla="val -61795"/>
              <a:gd name="adj2" fmla="val 34144"/>
              <a:gd name="adj3" fmla="val 16667"/>
            </a:avLst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41" name="直線單箭頭接點 40"/>
          <p:cNvCxnSpPr>
            <a:endCxn id="20" idx="2"/>
          </p:cNvCxnSpPr>
          <p:nvPr/>
        </p:nvCxnSpPr>
        <p:spPr>
          <a:xfrm flipH="1" flipV="1">
            <a:off x="9997809" y="11778505"/>
            <a:ext cx="1317983" cy="117876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 flipV="1">
            <a:off x="7991729" y="7865891"/>
            <a:ext cx="1175559" cy="119102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/>
          <p:nvPr/>
        </p:nvCxnSpPr>
        <p:spPr>
          <a:xfrm flipV="1">
            <a:off x="9438582" y="7925165"/>
            <a:ext cx="3755655" cy="112426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/>
          <p:cNvSpPr txBox="1"/>
          <p:nvPr/>
        </p:nvSpPr>
        <p:spPr>
          <a:xfrm>
            <a:off x="3141443" y="2430581"/>
            <a:ext cx="404614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Probability of “arrive” in each slot</a:t>
            </a:r>
            <a:endParaRPr lang="zh-TW" altLang="en-US" sz="3600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7494278" y="2417846"/>
            <a:ext cx="404614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Probability of “</a:t>
            </a:r>
            <a:r>
              <a:rPr lang="en-US" altLang="zh-TW" sz="3600" dirty="0">
                <a:solidFill>
                  <a:srgbClr val="FF0000"/>
                </a:solidFill>
              </a:rPr>
              <a:t>Taipei</a:t>
            </a:r>
            <a:r>
              <a:rPr lang="en-US" altLang="zh-TW" sz="3600" dirty="0"/>
              <a:t>” in each slot</a:t>
            </a:r>
            <a:endParaRPr lang="zh-TW" altLang="en-US" sz="3600" dirty="0"/>
          </a:p>
        </p:txBody>
      </p:sp>
      <p:sp>
        <p:nvSpPr>
          <p:cNvPr id="46" name="文字方塊 45"/>
          <p:cNvSpPr txBox="1"/>
          <p:nvPr/>
        </p:nvSpPr>
        <p:spPr>
          <a:xfrm>
            <a:off x="11867829" y="2433503"/>
            <a:ext cx="3497886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Probability of “on” in each slot</a:t>
            </a:r>
            <a:endParaRPr lang="zh-TW" altLang="en-US" sz="3600" dirty="0"/>
          </a:p>
        </p:txBody>
      </p:sp>
      <p:sp>
        <p:nvSpPr>
          <p:cNvPr id="47" name="文字方塊 46"/>
          <p:cNvSpPr txBox="1"/>
          <p:nvPr/>
        </p:nvSpPr>
        <p:spPr>
          <a:xfrm>
            <a:off x="5206237" y="4372865"/>
            <a:ext cx="8464688" cy="1383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Input and output are both sequences with the same length</a:t>
            </a:r>
            <a:endParaRPr lang="zh-TW" altLang="en-US" sz="4200" dirty="0"/>
          </a:p>
        </p:txBody>
      </p:sp>
      <p:sp>
        <p:nvSpPr>
          <p:cNvPr id="48" name="文字方塊 47"/>
          <p:cNvSpPr txBox="1"/>
          <p:nvPr/>
        </p:nvSpPr>
        <p:spPr>
          <a:xfrm>
            <a:off x="5214752" y="6209960"/>
            <a:ext cx="8464688" cy="73723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RNN can do more than that!</a:t>
            </a:r>
            <a:endParaRPr lang="zh-TW" altLang="en-US" sz="4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bldLvl="0" animBg="1"/>
      <p:bldP spid="48" grpId="0" bldLvl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Many to one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/>
              <a:t>Input is a vector sequence, but output is only one vector</a:t>
            </a:r>
            <a:endParaRPr lang="zh-TW" altLang="en-US" sz="3600" b="1" i="1" u="sng" dirty="0"/>
          </a:p>
        </p:txBody>
      </p:sp>
      <p:sp>
        <p:nvSpPr>
          <p:cNvPr id="10" name="文字方塊 9"/>
          <p:cNvSpPr txBox="1"/>
          <p:nvPr/>
        </p:nvSpPr>
        <p:spPr>
          <a:xfrm>
            <a:off x="2741248" y="3158257"/>
            <a:ext cx="4071812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i="1" u="sng" dirty="0"/>
              <a:t>Sentiment Analysis</a:t>
            </a:r>
            <a:endParaRPr lang="zh-TW" altLang="en-US" sz="3600" b="1" i="1" u="sng" dirty="0"/>
          </a:p>
        </p:txBody>
      </p:sp>
      <p:sp>
        <p:nvSpPr>
          <p:cNvPr id="18" name="矩形 17"/>
          <p:cNvSpPr/>
          <p:nvPr/>
        </p:nvSpPr>
        <p:spPr>
          <a:xfrm>
            <a:off x="4168133" y="7423890"/>
            <a:ext cx="692499" cy="1350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19" name="矩形 18"/>
          <p:cNvSpPr/>
          <p:nvPr/>
        </p:nvSpPr>
        <p:spPr>
          <a:xfrm>
            <a:off x="5606519" y="7423890"/>
            <a:ext cx="697730" cy="1350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20" name="矩形 19"/>
          <p:cNvSpPr/>
          <p:nvPr/>
        </p:nvSpPr>
        <p:spPr>
          <a:xfrm>
            <a:off x="10199736" y="7428053"/>
            <a:ext cx="697730" cy="1350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21" name="矩形 20"/>
          <p:cNvSpPr/>
          <p:nvPr/>
        </p:nvSpPr>
        <p:spPr>
          <a:xfrm>
            <a:off x="11643353" y="7428053"/>
            <a:ext cx="697730" cy="1350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22" name="矩形 21"/>
          <p:cNvSpPr/>
          <p:nvPr/>
        </p:nvSpPr>
        <p:spPr>
          <a:xfrm>
            <a:off x="13086969" y="7428053"/>
            <a:ext cx="697730" cy="1350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cxnSp>
        <p:nvCxnSpPr>
          <p:cNvPr id="34" name="直線單箭頭接點 33"/>
          <p:cNvCxnSpPr/>
          <p:nvPr/>
        </p:nvCxnSpPr>
        <p:spPr>
          <a:xfrm flipV="1">
            <a:off x="13420764" y="6943638"/>
            <a:ext cx="0" cy="469062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>
            <a:endCxn id="19" idx="1"/>
          </p:cNvCxnSpPr>
          <p:nvPr/>
        </p:nvCxnSpPr>
        <p:spPr>
          <a:xfrm>
            <a:off x="4888082" y="8098890"/>
            <a:ext cx="718437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>
            <a:off x="6313713" y="8103053"/>
            <a:ext cx="718437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>
            <a:off x="10913883" y="8111378"/>
            <a:ext cx="718437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>
            <a:off x="12339504" y="8115540"/>
            <a:ext cx="718437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/>
          <p:nvPr/>
        </p:nvCxnSpPr>
        <p:spPr>
          <a:xfrm>
            <a:off x="9481299" y="8103053"/>
            <a:ext cx="718437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 flipV="1">
            <a:off x="4545539" y="8773890"/>
            <a:ext cx="0" cy="46906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/>
          <p:nvPr/>
        </p:nvCxnSpPr>
        <p:spPr>
          <a:xfrm flipV="1">
            <a:off x="5978567" y="8773890"/>
            <a:ext cx="0" cy="46906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/>
          <p:cNvSpPr txBox="1"/>
          <p:nvPr/>
        </p:nvSpPr>
        <p:spPr>
          <a:xfrm>
            <a:off x="8451300" y="7582151"/>
            <a:ext cx="165462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>
                <a:solidFill>
                  <a:srgbClr val="00B050"/>
                </a:solidFill>
              </a:rPr>
              <a:t>……</a:t>
            </a:r>
            <a:endParaRPr lang="zh-TW" altLang="en-US" sz="4200" dirty="0">
              <a:solidFill>
                <a:srgbClr val="00B050"/>
              </a:solidFill>
            </a:endParaRPr>
          </a:p>
        </p:txBody>
      </p:sp>
      <p:cxnSp>
        <p:nvCxnSpPr>
          <p:cNvPr id="43" name="直線單箭頭接點 42"/>
          <p:cNvCxnSpPr/>
          <p:nvPr/>
        </p:nvCxnSpPr>
        <p:spPr>
          <a:xfrm flipV="1">
            <a:off x="10559793" y="8773890"/>
            <a:ext cx="0" cy="46906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 flipV="1">
            <a:off x="12017759" y="8773890"/>
            <a:ext cx="0" cy="46906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 flipV="1">
            <a:off x="13465566" y="8773890"/>
            <a:ext cx="0" cy="46906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4055688" y="9247947"/>
            <a:ext cx="10464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/>
              <a:t>This</a:t>
            </a:r>
          </a:p>
        </p:txBody>
      </p:sp>
      <p:sp>
        <p:nvSpPr>
          <p:cNvPr id="47" name="矩形 46"/>
          <p:cNvSpPr/>
          <p:nvPr/>
        </p:nvSpPr>
        <p:spPr>
          <a:xfrm>
            <a:off x="7082021" y="7428053"/>
            <a:ext cx="697730" cy="1350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cxnSp>
        <p:nvCxnSpPr>
          <p:cNvPr id="48" name="直線單箭頭接點 47"/>
          <p:cNvCxnSpPr/>
          <p:nvPr/>
        </p:nvCxnSpPr>
        <p:spPr>
          <a:xfrm>
            <a:off x="7789215" y="8107215"/>
            <a:ext cx="718437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/>
          <p:nvPr/>
        </p:nvCxnSpPr>
        <p:spPr>
          <a:xfrm flipV="1">
            <a:off x="7454069" y="8778053"/>
            <a:ext cx="0" cy="46906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5295597" y="9247947"/>
            <a:ext cx="1517463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600"/>
              <a:t>movie</a:t>
            </a:r>
            <a:endParaRPr lang="en-US" altLang="zh-TW" sz="3600" dirty="0"/>
          </a:p>
        </p:txBody>
      </p:sp>
      <p:sp>
        <p:nvSpPr>
          <p:cNvPr id="51" name="矩形 50"/>
          <p:cNvSpPr/>
          <p:nvPr/>
        </p:nvSpPr>
        <p:spPr>
          <a:xfrm>
            <a:off x="10199736" y="9304241"/>
            <a:ext cx="12750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/>
              <a:t>really</a:t>
            </a:r>
          </a:p>
        </p:txBody>
      </p:sp>
      <p:sp>
        <p:nvSpPr>
          <p:cNvPr id="52" name="矩形 51"/>
          <p:cNvSpPr/>
          <p:nvPr/>
        </p:nvSpPr>
        <p:spPr>
          <a:xfrm>
            <a:off x="7084736" y="9260340"/>
            <a:ext cx="5130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/>
              <a:t>is</a:t>
            </a:r>
          </a:p>
        </p:txBody>
      </p:sp>
      <p:sp>
        <p:nvSpPr>
          <p:cNvPr id="53" name="矩形 52"/>
          <p:cNvSpPr/>
          <p:nvPr/>
        </p:nvSpPr>
        <p:spPr>
          <a:xfrm>
            <a:off x="11653706" y="9310415"/>
            <a:ext cx="8178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/>
              <a:t>too</a:t>
            </a:r>
          </a:p>
        </p:txBody>
      </p:sp>
      <p:sp>
        <p:nvSpPr>
          <p:cNvPr id="54" name="矩形 53"/>
          <p:cNvSpPr/>
          <p:nvPr/>
        </p:nvSpPr>
        <p:spPr>
          <a:xfrm>
            <a:off x="13016982" y="9325154"/>
            <a:ext cx="9448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/>
              <a:t>bad</a:t>
            </a:r>
            <a:endParaRPr lang="en-US" altLang="zh-TW" sz="3600" dirty="0"/>
          </a:p>
        </p:txBody>
      </p:sp>
      <p:grpSp>
        <p:nvGrpSpPr>
          <p:cNvPr id="11" name="群組 10"/>
          <p:cNvGrpSpPr/>
          <p:nvPr/>
        </p:nvGrpSpPr>
        <p:grpSpPr>
          <a:xfrm>
            <a:off x="13022025" y="3558827"/>
            <a:ext cx="697730" cy="3384921"/>
            <a:chOff x="6774969" y="2139801"/>
            <a:chExt cx="465153" cy="2256614"/>
          </a:xfrm>
        </p:grpSpPr>
        <p:sp>
          <p:nvSpPr>
            <p:cNvPr id="26" name="矩形 25"/>
            <p:cNvSpPr/>
            <p:nvPr/>
          </p:nvSpPr>
          <p:spPr>
            <a:xfrm>
              <a:off x="6774969" y="2139801"/>
              <a:ext cx="465153" cy="2256614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4" name="橢圓 3"/>
            <p:cNvSpPr/>
            <p:nvPr/>
          </p:nvSpPr>
          <p:spPr>
            <a:xfrm>
              <a:off x="6816791" y="2587914"/>
              <a:ext cx="381507" cy="381507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55" name="橢圓 54"/>
            <p:cNvSpPr/>
            <p:nvPr/>
          </p:nvSpPr>
          <p:spPr>
            <a:xfrm>
              <a:off x="6816791" y="3499459"/>
              <a:ext cx="381507" cy="381507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56" name="橢圓 55"/>
            <p:cNvSpPr/>
            <p:nvPr/>
          </p:nvSpPr>
          <p:spPr>
            <a:xfrm>
              <a:off x="6816791" y="3037957"/>
              <a:ext cx="381507" cy="381507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57" name="橢圓 56"/>
            <p:cNvSpPr/>
            <p:nvPr/>
          </p:nvSpPr>
          <p:spPr>
            <a:xfrm>
              <a:off x="6818786" y="3934184"/>
              <a:ext cx="381507" cy="381507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58" name="橢圓 57"/>
            <p:cNvSpPr/>
            <p:nvPr/>
          </p:nvSpPr>
          <p:spPr>
            <a:xfrm>
              <a:off x="6816791" y="2156426"/>
              <a:ext cx="381507" cy="381507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sp>
        <p:nvSpPr>
          <p:cNvPr id="59" name="矩形 58"/>
          <p:cNvSpPr/>
          <p:nvPr/>
        </p:nvSpPr>
        <p:spPr>
          <a:xfrm>
            <a:off x="13734369" y="3522938"/>
            <a:ext cx="218059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Awesome</a:t>
            </a:r>
            <a:endParaRPr lang="zh-TW" altLang="en-US" sz="3600" dirty="0"/>
          </a:p>
        </p:txBody>
      </p:sp>
      <p:sp>
        <p:nvSpPr>
          <p:cNvPr id="60" name="矩形 59"/>
          <p:cNvSpPr/>
          <p:nvPr/>
        </p:nvSpPr>
        <p:spPr>
          <a:xfrm>
            <a:off x="13738925" y="4170876"/>
            <a:ext cx="13004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Good</a:t>
            </a:r>
            <a:endParaRPr lang="zh-TW" altLang="en-US" sz="3600" dirty="0"/>
          </a:p>
        </p:txBody>
      </p:sp>
      <p:sp>
        <p:nvSpPr>
          <p:cNvPr id="61" name="矩形 60"/>
          <p:cNvSpPr/>
          <p:nvPr/>
        </p:nvSpPr>
        <p:spPr>
          <a:xfrm>
            <a:off x="13718391" y="4818815"/>
            <a:ext cx="16560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>
                <a:solidFill>
                  <a:srgbClr val="00B050"/>
                </a:solidFill>
              </a:rPr>
              <a:t>Normal</a:t>
            </a:r>
            <a:endParaRPr lang="zh-TW" altLang="en-US" sz="3600" dirty="0">
              <a:solidFill>
                <a:srgbClr val="00B050"/>
              </a:solidFill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13728657" y="5535032"/>
            <a:ext cx="9956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Bad</a:t>
            </a:r>
            <a:endParaRPr lang="zh-TW" altLang="en-US" sz="3600" dirty="0"/>
          </a:p>
        </p:txBody>
      </p:sp>
      <p:sp>
        <p:nvSpPr>
          <p:cNvPr id="63" name="矩形 62"/>
          <p:cNvSpPr/>
          <p:nvPr/>
        </p:nvSpPr>
        <p:spPr>
          <a:xfrm>
            <a:off x="13759242" y="6182970"/>
            <a:ext cx="16814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Terrible</a:t>
            </a:r>
            <a:endParaRPr lang="zh-TW" altLang="en-US" sz="3600" dirty="0"/>
          </a:p>
        </p:txBody>
      </p:sp>
      <p:sp>
        <p:nvSpPr>
          <p:cNvPr id="64" name="摺角紙張 63"/>
          <p:cNvSpPr/>
          <p:nvPr/>
        </p:nvSpPr>
        <p:spPr>
          <a:xfrm>
            <a:off x="3293093" y="4637756"/>
            <a:ext cx="2743200" cy="1333647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600" dirty="0"/>
              <a:t>Feel great after watching this movie …….</a:t>
            </a:r>
            <a:endParaRPr lang="zh-TW" altLang="en-US" sz="2600" dirty="0"/>
          </a:p>
        </p:txBody>
      </p:sp>
      <p:sp>
        <p:nvSpPr>
          <p:cNvPr id="65" name="摺角紙張 64"/>
          <p:cNvSpPr/>
          <p:nvPr/>
        </p:nvSpPr>
        <p:spPr>
          <a:xfrm>
            <a:off x="6433449" y="4662407"/>
            <a:ext cx="2743200" cy="1333647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600" dirty="0"/>
              <a:t>This movie is too bad</a:t>
            </a:r>
          </a:p>
          <a:p>
            <a:pPr algn="ctr"/>
            <a:r>
              <a:rPr lang="en-US" altLang="zh-TW" sz="2600" dirty="0"/>
              <a:t>…….</a:t>
            </a:r>
            <a:endParaRPr lang="zh-TW" altLang="en-US" sz="2600" dirty="0"/>
          </a:p>
        </p:txBody>
      </p:sp>
      <p:sp>
        <p:nvSpPr>
          <p:cNvPr id="66" name="摺角紙張 65"/>
          <p:cNvSpPr/>
          <p:nvPr/>
        </p:nvSpPr>
        <p:spPr>
          <a:xfrm>
            <a:off x="9590121" y="4637756"/>
            <a:ext cx="2743200" cy="1333647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TW" sz="2600" dirty="0"/>
          </a:p>
          <a:p>
            <a:pPr algn="ctr"/>
            <a:r>
              <a:rPr lang="en-US" altLang="zh-TW" sz="2600" dirty="0"/>
              <a:t>This movie is awesome …….</a:t>
            </a:r>
            <a:endParaRPr lang="zh-TW" altLang="en-US" sz="2600" dirty="0"/>
          </a:p>
        </p:txBody>
      </p:sp>
      <p:sp>
        <p:nvSpPr>
          <p:cNvPr id="67" name="文字方塊 66"/>
          <p:cNvSpPr txBox="1"/>
          <p:nvPr/>
        </p:nvSpPr>
        <p:spPr>
          <a:xfrm>
            <a:off x="3640589" y="6025621"/>
            <a:ext cx="210601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Positive 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6885486" y="5986313"/>
            <a:ext cx="215222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Negative 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10176588" y="5993844"/>
            <a:ext cx="204219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>
                <a:solidFill>
                  <a:srgbClr val="FF0000"/>
                </a:solidFill>
              </a:rPr>
              <a:t>Positive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8527445" y="9108209"/>
            <a:ext cx="165462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……</a:t>
            </a:r>
            <a:endParaRPr lang="zh-TW" altLang="en-US" sz="4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8" grpId="0" bldLvl="0" animBg="1"/>
      <p:bldP spid="19" grpId="0" bldLvl="0" animBg="1"/>
      <p:bldP spid="20" grpId="0" bldLvl="0" animBg="1"/>
      <p:bldP spid="21" grpId="0" bldLvl="0" animBg="1"/>
      <p:bldP spid="22" grpId="0" bldLvl="0" animBg="1"/>
      <p:bldP spid="42" grpId="0"/>
      <p:bldP spid="46" grpId="0"/>
      <p:bldP spid="47" grpId="0" bldLvl="0" animBg="1"/>
      <p:bldP spid="50" grpId="0"/>
      <p:bldP spid="51" grpId="0"/>
      <p:bldP spid="52" grpId="0"/>
      <p:bldP spid="53" grpId="0"/>
      <p:bldP spid="54" grpId="0"/>
      <p:bldP spid="59" grpId="0"/>
      <p:bldP spid="60" grpId="0"/>
      <p:bldP spid="61" grpId="0"/>
      <p:bldP spid="62" grpId="0"/>
      <p:bldP spid="63" grpId="0"/>
      <p:bldP spid="64" grpId="0" bldLvl="0" animBg="1"/>
      <p:bldP spid="65" grpId="0" bldLvl="0" animBg="1"/>
      <p:bldP spid="66" grpId="0" bldLvl="0" animBg="1"/>
      <p:bldP spid="67" grpId="0"/>
      <p:bldP spid="68" grpId="0"/>
      <p:bldP spid="69" grpId="0"/>
      <p:bldP spid="7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/>
              <a:t>Input an image, but output a sequence of words</a:t>
            </a:r>
            <a:endParaRPr lang="zh-TW" altLang="en-US" sz="3600" b="1" i="1" u="sng" dirty="0"/>
          </a:p>
          <a:p>
            <a:endParaRPr lang="zh-TW" altLang="en-US" sz="36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Demo: Image Caption Generation</a:t>
            </a:r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0613" y="7552533"/>
            <a:ext cx="2138735" cy="2138735"/>
          </a:xfrm>
          <a:prstGeom prst="rect">
            <a:avLst/>
          </a:prstGeom>
        </p:spPr>
      </p:pic>
      <p:sp>
        <p:nvSpPr>
          <p:cNvPr id="12" name="文字方塊 11"/>
          <p:cNvSpPr txBox="1"/>
          <p:nvPr/>
        </p:nvSpPr>
        <p:spPr>
          <a:xfrm>
            <a:off x="5550986" y="7998651"/>
            <a:ext cx="22266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Input image</a:t>
            </a:r>
            <a:endParaRPr lang="zh-TW" altLang="en-US" sz="3600" dirty="0"/>
          </a:p>
        </p:txBody>
      </p:sp>
      <p:sp>
        <p:nvSpPr>
          <p:cNvPr id="21" name="矩形 20"/>
          <p:cNvSpPr/>
          <p:nvPr/>
        </p:nvSpPr>
        <p:spPr>
          <a:xfrm>
            <a:off x="7746186" y="5791706"/>
            <a:ext cx="692499" cy="1350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22" name="矩形 21"/>
          <p:cNvSpPr/>
          <p:nvPr/>
        </p:nvSpPr>
        <p:spPr>
          <a:xfrm>
            <a:off x="9184572" y="5791706"/>
            <a:ext cx="697730" cy="1350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23" name="矩形 22"/>
          <p:cNvSpPr/>
          <p:nvPr/>
        </p:nvSpPr>
        <p:spPr>
          <a:xfrm>
            <a:off x="10628189" y="5791706"/>
            <a:ext cx="697730" cy="1350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7600469" y="4575174"/>
            <a:ext cx="942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</a:t>
            </a:r>
            <a:endParaRPr lang="zh-TW" altLang="en-US" sz="3600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8566228" y="4575174"/>
            <a:ext cx="18049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woman</a:t>
            </a:r>
            <a:endParaRPr lang="zh-TW" altLang="en-US" sz="3600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10477590" y="4575174"/>
            <a:ext cx="942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is</a:t>
            </a:r>
            <a:endParaRPr lang="zh-TW" altLang="en-US" sz="3600" dirty="0"/>
          </a:p>
        </p:txBody>
      </p:sp>
      <p:cxnSp>
        <p:nvCxnSpPr>
          <p:cNvPr id="34" name="直線單箭頭接點 33"/>
          <p:cNvCxnSpPr/>
          <p:nvPr/>
        </p:nvCxnSpPr>
        <p:spPr>
          <a:xfrm flipV="1">
            <a:off x="8115539" y="7126827"/>
            <a:ext cx="0" cy="46906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 flipV="1">
            <a:off x="8071956" y="5332338"/>
            <a:ext cx="0" cy="469062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 flipV="1">
            <a:off x="9515573" y="5332338"/>
            <a:ext cx="0" cy="469062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 flipV="1">
            <a:off x="10959189" y="5307291"/>
            <a:ext cx="0" cy="469062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>
            <a:endCxn id="22" idx="1"/>
          </p:cNvCxnSpPr>
          <p:nvPr/>
        </p:nvCxnSpPr>
        <p:spPr>
          <a:xfrm>
            <a:off x="8466135" y="6466706"/>
            <a:ext cx="718437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/>
          <p:nvPr/>
        </p:nvCxnSpPr>
        <p:spPr>
          <a:xfrm>
            <a:off x="9891767" y="6470868"/>
            <a:ext cx="718437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>
            <a:off x="11390136" y="6457950"/>
            <a:ext cx="718437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字方塊 46"/>
          <p:cNvSpPr txBox="1"/>
          <p:nvPr/>
        </p:nvSpPr>
        <p:spPr>
          <a:xfrm>
            <a:off x="12170300" y="5956302"/>
            <a:ext cx="165462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>
                <a:solidFill>
                  <a:srgbClr val="00B050"/>
                </a:solidFill>
              </a:rPr>
              <a:t>……</a:t>
            </a:r>
            <a:endParaRPr lang="zh-TW" altLang="en-US" sz="4200" dirty="0">
              <a:solidFill>
                <a:srgbClr val="00B050"/>
              </a:solidFill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13975308" y="5801549"/>
            <a:ext cx="697730" cy="1350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51" name="文字方塊 50"/>
          <p:cNvSpPr txBox="1"/>
          <p:nvPr/>
        </p:nvSpPr>
        <p:spPr>
          <a:xfrm rot="10800000">
            <a:off x="13605554" y="4603361"/>
            <a:ext cx="137230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/>
              <a:t>===</a:t>
            </a:r>
            <a:endParaRPr lang="zh-TW" altLang="en-US" sz="3600" b="1" dirty="0"/>
          </a:p>
        </p:txBody>
      </p:sp>
      <p:cxnSp>
        <p:nvCxnSpPr>
          <p:cNvPr id="52" name="直線單箭頭接點 51"/>
          <p:cNvCxnSpPr/>
          <p:nvPr/>
        </p:nvCxnSpPr>
        <p:spPr>
          <a:xfrm flipV="1">
            <a:off x="14309103" y="5317134"/>
            <a:ext cx="0" cy="469062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/>
          <p:nvPr/>
        </p:nvCxnSpPr>
        <p:spPr>
          <a:xfrm>
            <a:off x="13199327" y="6475070"/>
            <a:ext cx="718437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梯形 43"/>
          <p:cNvSpPr/>
          <p:nvPr/>
        </p:nvSpPr>
        <p:spPr>
          <a:xfrm>
            <a:off x="3146909" y="5766867"/>
            <a:ext cx="2404077" cy="1359843"/>
          </a:xfrm>
          <a:prstGeom prst="trapezoi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CNN</a:t>
            </a:r>
            <a:endParaRPr lang="zh-TW" altLang="en-US" sz="3600" dirty="0"/>
          </a:p>
        </p:txBody>
      </p:sp>
      <p:sp>
        <p:nvSpPr>
          <p:cNvPr id="50" name="矩形 49"/>
          <p:cNvSpPr/>
          <p:nvPr/>
        </p:nvSpPr>
        <p:spPr>
          <a:xfrm>
            <a:off x="4002698" y="3915603"/>
            <a:ext cx="692499" cy="116913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cxnSp>
        <p:nvCxnSpPr>
          <p:cNvPr id="55" name="直線單箭頭接點 54"/>
          <p:cNvCxnSpPr/>
          <p:nvPr/>
        </p:nvCxnSpPr>
        <p:spPr>
          <a:xfrm flipV="1">
            <a:off x="4373544" y="7105311"/>
            <a:ext cx="0" cy="123624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/>
          <p:nvPr/>
        </p:nvCxnSpPr>
        <p:spPr>
          <a:xfrm flipV="1">
            <a:off x="4348947" y="5059110"/>
            <a:ext cx="0" cy="70775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7773636" y="7595889"/>
            <a:ext cx="692499" cy="116913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cxnSp>
        <p:nvCxnSpPr>
          <p:cNvPr id="64" name="直線單箭頭接點 63"/>
          <p:cNvCxnSpPr/>
          <p:nvPr/>
        </p:nvCxnSpPr>
        <p:spPr>
          <a:xfrm>
            <a:off x="8285300" y="5038787"/>
            <a:ext cx="876362" cy="11805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單箭頭接點 64"/>
          <p:cNvCxnSpPr/>
          <p:nvPr/>
        </p:nvCxnSpPr>
        <p:spPr>
          <a:xfrm>
            <a:off x="9616029" y="5148852"/>
            <a:ext cx="1012160" cy="10704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單箭頭接點 65"/>
          <p:cNvCxnSpPr/>
          <p:nvPr/>
        </p:nvCxnSpPr>
        <p:spPr>
          <a:xfrm>
            <a:off x="11065899" y="5222370"/>
            <a:ext cx="1052258" cy="9969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字方塊 66"/>
          <p:cNvSpPr txBox="1"/>
          <p:nvPr/>
        </p:nvSpPr>
        <p:spPr>
          <a:xfrm>
            <a:off x="4834463" y="3568050"/>
            <a:ext cx="222663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A vector for whole image</a:t>
            </a:r>
            <a:endParaRPr lang="zh-TW" altLang="en-US" sz="3600" dirty="0"/>
          </a:p>
        </p:txBody>
      </p:sp>
      <p:sp>
        <p:nvSpPr>
          <p:cNvPr id="4" name="手繪多邊形 3"/>
          <p:cNvSpPr/>
          <p:nvPr/>
        </p:nvSpPr>
        <p:spPr>
          <a:xfrm>
            <a:off x="6400800" y="5038787"/>
            <a:ext cx="1371600" cy="3190814"/>
          </a:xfrm>
          <a:custGeom>
            <a:avLst/>
            <a:gdLst>
              <a:gd name="connsiteX0" fmla="*/ 0 w 914400"/>
              <a:gd name="connsiteY0" fmla="*/ 0 h 2114550"/>
              <a:gd name="connsiteX1" fmla="*/ 285750 w 914400"/>
              <a:gd name="connsiteY1" fmla="*/ 476250 h 2114550"/>
              <a:gd name="connsiteX2" fmla="*/ 381000 w 914400"/>
              <a:gd name="connsiteY2" fmla="*/ 1828800 h 2114550"/>
              <a:gd name="connsiteX3" fmla="*/ 914400 w 914400"/>
              <a:gd name="connsiteY3" fmla="*/ 2114550 h 211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2114550">
                <a:moveTo>
                  <a:pt x="0" y="0"/>
                </a:moveTo>
                <a:cubicBezTo>
                  <a:pt x="111125" y="85725"/>
                  <a:pt x="222250" y="171450"/>
                  <a:pt x="285750" y="476250"/>
                </a:cubicBezTo>
                <a:cubicBezTo>
                  <a:pt x="349250" y="781050"/>
                  <a:pt x="276225" y="1555750"/>
                  <a:pt x="381000" y="1828800"/>
                </a:cubicBezTo>
                <a:cubicBezTo>
                  <a:pt x="485775" y="2101850"/>
                  <a:pt x="700087" y="2108200"/>
                  <a:pt x="914400" y="211455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2" name="矩形 41"/>
          <p:cNvSpPr/>
          <p:nvPr/>
        </p:nvSpPr>
        <p:spPr>
          <a:xfrm>
            <a:off x="9294834" y="2775971"/>
            <a:ext cx="44233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rgbClr val="0000FF"/>
                </a:solidFill>
              </a:rPr>
              <a:t>[Kelvin Xu, arXiv’15][Li Yao, ICCV’15]</a:t>
            </a:r>
            <a:endParaRPr lang="zh-TW" altLang="en-US" sz="2000" dirty="0">
              <a:solidFill>
                <a:srgbClr val="0000FF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9659481" y="8564013"/>
            <a:ext cx="5013558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b="1" i="1" u="sng" dirty="0"/>
              <a:t>Caption Generation</a:t>
            </a:r>
            <a:endParaRPr lang="zh-TW" altLang="en-US" sz="4200" b="1" i="1" u="sng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1" grpId="0" bldLvl="0" animBg="1"/>
      <p:bldP spid="22" grpId="0" bldLvl="0" animBg="1"/>
      <p:bldP spid="23" grpId="0" bldLvl="0" animBg="1"/>
      <p:bldP spid="30" grpId="0"/>
      <p:bldP spid="31" grpId="0"/>
      <p:bldP spid="32" grpId="0"/>
      <p:bldP spid="47" grpId="0"/>
      <p:bldP spid="49" grpId="0" bldLvl="0" animBg="1"/>
      <p:bldP spid="51" grpId="0"/>
      <p:bldP spid="44" grpId="0" bldLvl="0" animBg="1"/>
      <p:bldP spid="50" grpId="0" bldLvl="0" animBg="1"/>
      <p:bldP spid="57" grpId="0" bldLvl="0" animBg="1"/>
      <p:bldP spid="67" grpId="0"/>
      <p:bldP spid="4" grpId="0" bldLvl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To Learn More ……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 Unreasonable Effectiveness of Recurrent Neural Networks</a:t>
            </a:r>
          </a:p>
          <a:p>
            <a:pPr lvl="1"/>
            <a:r>
              <a:rPr lang="en-US" altLang="zh-TW" sz="4200" dirty="0"/>
              <a:t>http://karpathy.github.io/2015/05/21/rnn-effectiveness/</a:t>
            </a:r>
          </a:p>
          <a:p>
            <a:r>
              <a:rPr lang="en-US" altLang="zh-TW" dirty="0"/>
              <a:t>Understanding LSTM Networks</a:t>
            </a:r>
          </a:p>
          <a:p>
            <a:pPr lvl="1"/>
            <a:r>
              <a:rPr lang="en-US" altLang="zh-TW" sz="4200" dirty="0"/>
              <a:t>http://colah.github.io/posts/2015-08-Understanding-LSTMs/</a:t>
            </a:r>
          </a:p>
          <a:p>
            <a:pPr lvl="1"/>
            <a:endParaRPr lang="zh-TW" altLang="en-US" sz="42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kwYzUxNzkwY2E3N2U1OThkZGUzYTRjZDY0NTk2MDE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9636FAAA-BCD0-4737-B7BF-714C4CFDEB51}">
  <ds:schemaRefs/>
</ds:datastoreItem>
</file>

<file path=customXml/itemProps2.xml><?xml version="1.0" encoding="utf-8"?>
<ds:datastoreItem xmlns:ds="http://schemas.openxmlformats.org/officeDocument/2006/customXml" ds:itemID="{BFA838ED-C12F-4A42-8E88-98BAC73D2147}">
  <ds:schemaRefs/>
</ds:datastoreItem>
</file>

<file path=customXml/itemProps3.xml><?xml version="1.0" encoding="utf-8"?>
<ds:datastoreItem xmlns:ds="http://schemas.openxmlformats.org/officeDocument/2006/customXml" ds:itemID="{3C6A4EEA-2556-441D-B20B-0657893061D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2138</Words>
  <Application>Microsoft Office PowerPoint</Application>
  <PresentationFormat>Custom</PresentationFormat>
  <Paragraphs>1098</Paragraphs>
  <Slides>49</Slides>
  <Notes>35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等线</vt:lpstr>
      <vt:lpstr>Arial</vt:lpstr>
      <vt:lpstr>Cambria Math</vt:lpstr>
      <vt:lpstr>Times</vt:lpstr>
      <vt:lpstr>Wingdings</vt:lpstr>
      <vt:lpstr>Wingdings 2</vt:lpstr>
      <vt:lpstr>Breeze</vt:lpstr>
      <vt:lpstr>方程式</vt:lpstr>
      <vt:lpstr>Recurrent Neural Network (RNN)</vt:lpstr>
      <vt:lpstr>Overview</vt:lpstr>
      <vt:lpstr> Recurrent Neural Network</vt:lpstr>
      <vt:lpstr>Example Application</vt:lpstr>
      <vt:lpstr>Example Application</vt:lpstr>
      <vt:lpstr>1-of-N encoding</vt:lpstr>
      <vt:lpstr>Beyond 1-of-N encoding</vt:lpstr>
      <vt:lpstr>Example Application</vt:lpstr>
      <vt:lpstr>Example Application</vt:lpstr>
      <vt:lpstr>RNN Architecture</vt:lpstr>
      <vt:lpstr>Recurrent Neural Network (RNN)</vt:lpstr>
      <vt:lpstr>Example</vt:lpstr>
      <vt:lpstr>Example</vt:lpstr>
      <vt:lpstr>Example</vt:lpstr>
      <vt:lpstr>RNN</vt:lpstr>
      <vt:lpstr>RNN</vt:lpstr>
      <vt:lpstr>Of course it can be deep …</vt:lpstr>
      <vt:lpstr>Elman Network &amp; Jordan Network</vt:lpstr>
      <vt:lpstr>Bidirectional RNN</vt:lpstr>
      <vt:lpstr> LSTM</vt:lpstr>
      <vt:lpstr> Long Short-term Memory (LSTM)</vt:lpstr>
      <vt:lpstr>PowerPoint Presentation</vt:lpstr>
      <vt:lpstr>LSTM -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LSTM (Cont’d)</vt:lpstr>
      <vt:lpstr>PowerPoint Presentation</vt:lpstr>
      <vt:lpstr>PowerPoint Presentation</vt:lpstr>
      <vt:lpstr>LSTM</vt:lpstr>
      <vt:lpstr>LSTM</vt:lpstr>
      <vt:lpstr>LSTM</vt:lpstr>
      <vt:lpstr>PowerPoint Presentation</vt:lpstr>
      <vt:lpstr> Learning on RNN</vt:lpstr>
      <vt:lpstr>PowerPoint Presentation</vt:lpstr>
      <vt:lpstr>Learning</vt:lpstr>
      <vt:lpstr>Unfortunately …… </vt:lpstr>
      <vt:lpstr>The error surface is rough.</vt:lpstr>
      <vt:lpstr>Why? </vt:lpstr>
      <vt:lpstr> Helpful Techniques</vt:lpstr>
      <vt:lpstr>Helpful Techniques</vt:lpstr>
      <vt:lpstr>Helpful Techniques</vt:lpstr>
      <vt:lpstr>More Applications ……</vt:lpstr>
      <vt:lpstr>Many to one</vt:lpstr>
      <vt:lpstr>Demo: Image Caption Generation</vt:lpstr>
      <vt:lpstr>To Learn More ……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Zehui Bai</cp:lastModifiedBy>
  <cp:revision>36</cp:revision>
  <dcterms:created xsi:type="dcterms:W3CDTF">2019-02-13T16:04:00Z</dcterms:created>
  <dcterms:modified xsi:type="dcterms:W3CDTF">2025-11-25T14:10:21Z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2FDE17E7A9D6443A9C0CF1913E2AA2B7_12</vt:lpwstr>
  </property>
  <property fmtid="{D5CDD505-2E9C-101B-9397-08002B2CF9AE}" pid="5" name="KSOProductBuildVer">
    <vt:lpwstr>2052-12.1.0.16364</vt:lpwstr>
  </property>
</Properties>
</file>