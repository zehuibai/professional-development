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3"/>
  </p:sldMasterIdLst>
  <p:notesMasterIdLst>
    <p:notesMasterId r:id="rId71"/>
  </p:notesMasterIdLst>
  <p:sldIdLst>
    <p:sldId id="259" r:id="rId4"/>
    <p:sldId id="462" r:id="rId5"/>
    <p:sldId id="262" r:id="rId6"/>
    <p:sldId id="373" r:id="rId7"/>
    <p:sldId id="375" r:id="rId8"/>
    <p:sldId id="376" r:id="rId9"/>
    <p:sldId id="282" r:id="rId10"/>
    <p:sldId id="1843" r:id="rId11"/>
    <p:sldId id="1844" r:id="rId12"/>
    <p:sldId id="311" r:id="rId13"/>
    <p:sldId id="1845" r:id="rId14"/>
    <p:sldId id="313" r:id="rId15"/>
    <p:sldId id="314" r:id="rId16"/>
    <p:sldId id="315" r:id="rId17"/>
    <p:sldId id="293" r:id="rId18"/>
    <p:sldId id="304" r:id="rId19"/>
    <p:sldId id="305" r:id="rId20"/>
    <p:sldId id="306" r:id="rId21"/>
    <p:sldId id="307" r:id="rId22"/>
    <p:sldId id="308" r:id="rId23"/>
    <p:sldId id="309" r:id="rId24"/>
    <p:sldId id="317" r:id="rId25"/>
    <p:sldId id="318" r:id="rId26"/>
    <p:sldId id="319" r:id="rId27"/>
    <p:sldId id="320" r:id="rId28"/>
    <p:sldId id="321" r:id="rId29"/>
    <p:sldId id="322" r:id="rId30"/>
    <p:sldId id="323" r:id="rId31"/>
    <p:sldId id="324" r:id="rId32"/>
    <p:sldId id="325" r:id="rId33"/>
    <p:sldId id="326" r:id="rId34"/>
    <p:sldId id="328" r:id="rId35"/>
    <p:sldId id="336" r:id="rId36"/>
    <p:sldId id="267" r:id="rId37"/>
    <p:sldId id="268" r:id="rId38"/>
    <p:sldId id="269" r:id="rId39"/>
    <p:sldId id="330" r:id="rId40"/>
    <p:sldId id="331" r:id="rId41"/>
    <p:sldId id="332" r:id="rId42"/>
    <p:sldId id="333" r:id="rId43"/>
    <p:sldId id="334" r:id="rId44"/>
    <p:sldId id="335" r:id="rId45"/>
    <p:sldId id="458" r:id="rId46"/>
    <p:sldId id="454" r:id="rId47"/>
    <p:sldId id="455" r:id="rId48"/>
    <p:sldId id="456" r:id="rId49"/>
    <p:sldId id="457" r:id="rId50"/>
    <p:sldId id="337" r:id="rId51"/>
    <p:sldId id="448" r:id="rId52"/>
    <p:sldId id="449" r:id="rId53"/>
    <p:sldId id="340" r:id="rId54"/>
    <p:sldId id="341" r:id="rId55"/>
    <p:sldId id="346" r:id="rId56"/>
    <p:sldId id="342" r:id="rId57"/>
    <p:sldId id="343" r:id="rId58"/>
    <p:sldId id="344" r:id="rId59"/>
    <p:sldId id="345" r:id="rId60"/>
    <p:sldId id="347" r:id="rId61"/>
    <p:sldId id="348" r:id="rId62"/>
    <p:sldId id="349" r:id="rId63"/>
    <p:sldId id="450" r:id="rId64"/>
    <p:sldId id="351" r:id="rId65"/>
    <p:sldId id="451" r:id="rId66"/>
    <p:sldId id="452" r:id="rId67"/>
    <p:sldId id="354" r:id="rId68"/>
    <p:sldId id="355" r:id="rId69"/>
    <p:sldId id="357" r:id="rId70"/>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3287">
          <p15:clr>
            <a:srgbClr val="A4A3A4"/>
          </p15:clr>
        </p15:guide>
        <p15:guide id="2" pos="581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3813"/>
  </p:normalViewPr>
  <p:slideViewPr>
    <p:cSldViewPr snapToGrid="0" snapToObjects="1">
      <p:cViewPr varScale="1">
        <p:scale>
          <a:sx n="70" d="100"/>
          <a:sy n="70" d="100"/>
        </p:scale>
        <p:origin x="774" y="66"/>
      </p:cViewPr>
      <p:guideLst>
        <p:guide orient="horz" pos="3287"/>
        <p:guide pos="581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presProps" Target="presProp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8</a:t>
            </a:fld>
            <a:endParaRPr lang="zh-TW" altLang="en-US"/>
          </a:p>
        </p:txBody>
      </p:sp>
    </p:spTree>
    <p:extLst>
      <p:ext uri="{BB962C8B-B14F-4D97-AF65-F5344CB8AC3E}">
        <p14:creationId xmlns:p14="http://schemas.microsoft.com/office/powerpoint/2010/main" val="143974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Does normalization important???</a:t>
            </a:r>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11</a:t>
            </a:fld>
            <a:endParaRPr lang="zh-TW" altLang="en-US"/>
          </a:p>
        </p:txBody>
      </p:sp>
    </p:spTree>
    <p:extLst>
      <p:ext uri="{BB962C8B-B14F-4D97-AF65-F5344CB8AC3E}">
        <p14:creationId xmlns:p14="http://schemas.microsoft.com/office/powerpoint/2010/main" val="245924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12</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13</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14</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16</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
        <p:nvSpPr>
          <p:cNvPr id="4" name="投影片編號版面配置區 3"/>
          <p:cNvSpPr>
            <a:spLocks noGrp="1"/>
          </p:cNvSpPr>
          <p:nvPr>
            <p:ph type="sldNum" sz="quarter" idx="5"/>
          </p:nvPr>
        </p:nvSpPr>
        <p:spPr/>
        <p:txBody>
          <a:bodyPr/>
          <a:lstStyle/>
          <a:p>
            <a:fld id="{9A21633A-A357-4647-96F8-3609E572E7C5}" type="slidenum">
              <a:rPr lang="zh-TW" altLang="en-US" smtClean="0"/>
              <a:t>18</a:t>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19</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20</a:t>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21</a:t>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26</a:t>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29</a:t>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31</a:t>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32</a:t>
            </a:fld>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37</a:t>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38</a:t>
            </a:fld>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39</a:t>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42</a:t>
            </a:fld>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43</a:t>
            </a:fld>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44</a:t>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45</a:t>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46</a:t>
            </a:fld>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47</a:t>
            </a:fld>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49</a:t>
            </a:fld>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50</a:t>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51</a:t>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52</a:t>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53</a:t>
            </a:fld>
            <a:endParaRPr lang="zh-TW" altLang="en-US"/>
          </a:p>
        </p:txBody>
      </p:sp>
    </p:spTree>
    <p:extLst>
      <p:ext uri="{BB962C8B-B14F-4D97-AF65-F5344CB8AC3E}">
        <p14:creationId xmlns:p14="http://schemas.microsoft.com/office/powerpoint/2010/main" val="741013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54</a:t>
            </a:fld>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21633A-A357-4647-96F8-3609E572E7C5}" type="slidenum">
              <a:rPr lang="zh-TW" altLang="en-US" smtClean="0"/>
              <a:t>55</a:t>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56</a:t>
            </a:fld>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57</a:t>
            </a:fld>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59</a:t>
            </a:fld>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21633A-A357-4647-96F8-3609E572E7C5}" type="slidenum">
              <a:rPr lang="zh-TW" altLang="en-US" smtClean="0"/>
              <a:t>60</a:t>
            </a:fld>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61</a:t>
            </a:fld>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62</a:t>
            </a:fld>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63</a:t>
            </a:fld>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21633A-A357-4647-96F8-3609E572E7C5}" type="slidenum">
              <a:rPr lang="zh-TW" altLang="en-US" smtClean="0"/>
              <a:t>64</a:t>
            </a:fld>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65</a:t>
            </a:fld>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66</a:t>
            </a:fld>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9A21633A-A357-4647-96F8-3609E572E7C5}" type="slidenum">
              <a:rPr lang="zh-TW" altLang="en-US" smtClean="0"/>
              <a:t>67</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2"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2" charset="2"/>
              <a:buNone/>
              <a:defRPr sz="7200" b="1" kern="1200">
                <a:solidFill>
                  <a:schemeClr val="accent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2"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MS PGothic"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MS PGothic"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MS PGothic"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MS PGothic"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MS PGothic"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7pPr>
      <a:lvl8pPr marL="4797425"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5.jpe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6.png"/><Relationship Id="rId7" Type="http://schemas.openxmlformats.org/officeDocument/2006/relationships/image" Target="../media/image10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210.png"/><Relationship Id="rId18" Type="http://schemas.openxmlformats.org/officeDocument/2006/relationships/image" Target="../media/image260.png"/><Relationship Id="rId3" Type="http://schemas.openxmlformats.org/officeDocument/2006/relationships/image" Target="../media/image150.png"/><Relationship Id="rId7" Type="http://schemas.openxmlformats.org/officeDocument/2006/relationships/image" Target="../media/image90.png"/><Relationship Id="rId12" Type="http://schemas.openxmlformats.org/officeDocument/2006/relationships/image" Target="../media/image200.png"/><Relationship Id="rId17" Type="http://schemas.openxmlformats.org/officeDocument/2006/relationships/image" Target="../media/image250.png"/><Relationship Id="rId2" Type="http://schemas.openxmlformats.org/officeDocument/2006/relationships/notesSlide" Target="../notesSlides/notesSlide4.xml"/><Relationship Id="rId16"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190.png"/><Relationship Id="rId5" Type="http://schemas.openxmlformats.org/officeDocument/2006/relationships/image" Target="../media/image7.png"/><Relationship Id="rId15" Type="http://schemas.openxmlformats.org/officeDocument/2006/relationships/image" Target="../media/image230.png"/><Relationship Id="rId10" Type="http://schemas.openxmlformats.org/officeDocument/2006/relationships/image" Target="../media/image180.png"/><Relationship Id="rId19" Type="http://schemas.openxmlformats.org/officeDocument/2006/relationships/image" Target="../media/image270.png"/><Relationship Id="rId4" Type="http://schemas.openxmlformats.org/officeDocument/2006/relationships/image" Target="../media/image6.png"/><Relationship Id="rId9" Type="http://schemas.openxmlformats.org/officeDocument/2006/relationships/image" Target="../media/image170.png"/><Relationship Id="rId14" Type="http://schemas.openxmlformats.org/officeDocument/2006/relationships/image" Target="../media/image220.png"/></Relationships>
</file>

<file path=ppt/slides/_rels/slide13.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200.png"/><Relationship Id="rId18" Type="http://schemas.openxmlformats.org/officeDocument/2006/relationships/image" Target="../media/image29.png"/><Relationship Id="rId3" Type="http://schemas.openxmlformats.org/officeDocument/2006/relationships/image" Target="../media/image28.png"/><Relationship Id="rId21" Type="http://schemas.openxmlformats.org/officeDocument/2006/relationships/image" Target="../media/image32.png"/><Relationship Id="rId7" Type="http://schemas.openxmlformats.org/officeDocument/2006/relationships/image" Target="../media/image80.png"/><Relationship Id="rId12" Type="http://schemas.openxmlformats.org/officeDocument/2006/relationships/image" Target="../media/image190.png"/><Relationship Id="rId17" Type="http://schemas.openxmlformats.org/officeDocument/2006/relationships/image" Target="../media/image240.png"/><Relationship Id="rId25"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230.pn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80.png"/><Relationship Id="rId24" Type="http://schemas.openxmlformats.org/officeDocument/2006/relationships/image" Target="../media/image35.png"/><Relationship Id="rId5" Type="http://schemas.openxmlformats.org/officeDocument/2006/relationships/image" Target="../media/image6.png"/><Relationship Id="rId15" Type="http://schemas.openxmlformats.org/officeDocument/2006/relationships/image" Target="../media/image220.png"/><Relationship Id="rId23" Type="http://schemas.openxmlformats.org/officeDocument/2006/relationships/image" Target="../media/image34.png"/><Relationship Id="rId10" Type="http://schemas.openxmlformats.org/officeDocument/2006/relationships/image" Target="../media/image170.png"/><Relationship Id="rId19" Type="http://schemas.openxmlformats.org/officeDocument/2006/relationships/image" Target="../media/image30.png"/><Relationship Id="rId4" Type="http://schemas.openxmlformats.org/officeDocument/2006/relationships/image" Target="../media/image150.png"/><Relationship Id="rId9" Type="http://schemas.openxmlformats.org/officeDocument/2006/relationships/image" Target="../media/image160.png"/><Relationship Id="rId14" Type="http://schemas.openxmlformats.org/officeDocument/2006/relationships/image" Target="../media/image210.png"/><Relationship Id="rId22"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8.png"/><Relationship Id="rId18" Type="http://schemas.openxmlformats.org/officeDocument/2006/relationships/image" Target="../media/image80.png"/><Relationship Id="rId3" Type="http://schemas.openxmlformats.org/officeDocument/2006/relationships/image" Target="../media/image32.png"/><Relationship Id="rId21" Type="http://schemas.openxmlformats.org/officeDocument/2006/relationships/image" Target="../media/image40.png"/><Relationship Id="rId7" Type="http://schemas.openxmlformats.org/officeDocument/2006/relationships/image" Target="../media/image29.png"/><Relationship Id="rId12" Type="http://schemas.openxmlformats.org/officeDocument/2006/relationships/image" Target="../media/image170.png"/><Relationship Id="rId17" Type="http://schemas.openxmlformats.org/officeDocument/2006/relationships/image" Target="../media/image7.png"/><Relationship Id="rId25" Type="http://schemas.openxmlformats.org/officeDocument/2006/relationships/image" Target="../media/image44.png"/><Relationship Id="rId2" Type="http://schemas.openxmlformats.org/officeDocument/2006/relationships/notesSlide" Target="../notesSlides/notesSlide6.xml"/><Relationship Id="rId16" Type="http://schemas.openxmlformats.org/officeDocument/2006/relationships/image" Target="../media/image6.png"/><Relationship Id="rId20"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37.png"/><Relationship Id="rId24" Type="http://schemas.openxmlformats.org/officeDocument/2006/relationships/image" Target="../media/image43.png"/><Relationship Id="rId5" Type="http://schemas.openxmlformats.org/officeDocument/2006/relationships/image" Target="../media/image34.png"/><Relationship Id="rId15" Type="http://schemas.openxmlformats.org/officeDocument/2006/relationships/image" Target="../media/image39.png"/><Relationship Id="rId23" Type="http://schemas.openxmlformats.org/officeDocument/2006/relationships/image" Target="../media/image42.png"/><Relationship Id="rId10" Type="http://schemas.openxmlformats.org/officeDocument/2006/relationships/image" Target="../media/image150.png"/><Relationship Id="rId19" Type="http://schemas.openxmlformats.org/officeDocument/2006/relationships/image" Target="../media/image90.png"/><Relationship Id="rId4" Type="http://schemas.openxmlformats.org/officeDocument/2006/relationships/image" Target="../media/image33.png"/><Relationship Id="rId9" Type="http://schemas.openxmlformats.org/officeDocument/2006/relationships/image" Target="../media/image360.png"/><Relationship Id="rId14" Type="http://schemas.openxmlformats.org/officeDocument/2006/relationships/image" Target="../media/image180.png"/><Relationship Id="rId22"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380.png"/><Relationship Id="rId13" Type="http://schemas.openxmlformats.org/officeDocument/2006/relationships/image" Target="../media/image45.png"/><Relationship Id="rId18" Type="http://schemas.openxmlformats.org/officeDocument/2006/relationships/image" Target="../media/image710.png"/><Relationship Id="rId3" Type="http://schemas.openxmlformats.org/officeDocument/2006/relationships/image" Target="../media/image361.png"/><Relationship Id="rId21" Type="http://schemas.openxmlformats.org/officeDocument/2006/relationships/image" Target="../media/image49.png"/><Relationship Id="rId7" Type="http://schemas.openxmlformats.org/officeDocument/2006/relationships/image" Target="../media/image155.png"/><Relationship Id="rId12" Type="http://schemas.openxmlformats.org/officeDocument/2006/relationships/image" Target="../media/image440.png"/><Relationship Id="rId17" Type="http://schemas.openxmlformats.org/officeDocument/2006/relationships/image" Target="../media/image610.png"/><Relationship Id="rId2" Type="http://schemas.openxmlformats.org/officeDocument/2006/relationships/notesSlide" Target="../notesSlides/notesSlide7.xml"/><Relationship Id="rId16" Type="http://schemas.openxmlformats.org/officeDocument/2006/relationships/image" Target="../media/image48.png"/><Relationship Id="rId20" Type="http://schemas.openxmlformats.org/officeDocument/2006/relationships/image" Target="../media/image91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1810.png"/><Relationship Id="rId5" Type="http://schemas.openxmlformats.org/officeDocument/2006/relationships/image" Target="../media/image280.png"/><Relationship Id="rId15" Type="http://schemas.openxmlformats.org/officeDocument/2006/relationships/image" Target="../media/image47.png"/><Relationship Id="rId10" Type="http://schemas.openxmlformats.org/officeDocument/2006/relationships/image" Target="../media/image390.png"/><Relationship Id="rId19" Type="http://schemas.openxmlformats.org/officeDocument/2006/relationships/image" Target="../media/image810.png"/><Relationship Id="rId4" Type="http://schemas.openxmlformats.org/officeDocument/2006/relationships/image" Target="../media/image290.png"/><Relationship Id="rId9" Type="http://schemas.openxmlformats.org/officeDocument/2006/relationships/image" Target="../media/image1710.png"/><Relationship Id="rId14" Type="http://schemas.openxmlformats.org/officeDocument/2006/relationships/image" Target="../media/image46.png"/><Relationship Id="rId22" Type="http://schemas.openxmlformats.org/officeDocument/2006/relationships/image" Target="../media/image50.png"/></Relationships>
</file>

<file path=ppt/slides/_rels/slide17.xml.rels><?xml version="1.0" encoding="UTF-8" standalone="yes"?>
<Relationships xmlns="http://schemas.openxmlformats.org/package/2006/relationships"><Relationship Id="rId8" Type="http://schemas.openxmlformats.org/officeDocument/2006/relationships/image" Target="../media/image380.png"/><Relationship Id="rId13" Type="http://schemas.openxmlformats.org/officeDocument/2006/relationships/image" Target="../media/image49.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290.png"/><Relationship Id="rId21" Type="http://schemas.openxmlformats.org/officeDocument/2006/relationships/image" Target="../media/image55.png"/><Relationship Id="rId7" Type="http://schemas.openxmlformats.org/officeDocument/2006/relationships/image" Target="../media/image51.png"/><Relationship Id="rId12" Type="http://schemas.openxmlformats.org/officeDocument/2006/relationships/image" Target="../media/image1810.png"/><Relationship Id="rId17" Type="http://schemas.openxmlformats.org/officeDocument/2006/relationships/image" Target="../media/image910.png"/><Relationship Id="rId25" Type="http://schemas.openxmlformats.org/officeDocument/2006/relationships/image" Target="../media/image59.png"/><Relationship Id="rId2" Type="http://schemas.openxmlformats.org/officeDocument/2006/relationships/image" Target="../media/image361.png"/><Relationship Id="rId16" Type="http://schemas.openxmlformats.org/officeDocument/2006/relationships/image" Target="../media/image810.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155.png"/><Relationship Id="rId11" Type="http://schemas.openxmlformats.org/officeDocument/2006/relationships/image" Target="../media/image390.png"/><Relationship Id="rId24" Type="http://schemas.openxmlformats.org/officeDocument/2006/relationships/image" Target="../media/image58.png"/><Relationship Id="rId5" Type="http://schemas.openxmlformats.org/officeDocument/2006/relationships/image" Target="../media/image370.png"/><Relationship Id="rId15" Type="http://schemas.openxmlformats.org/officeDocument/2006/relationships/image" Target="../media/image710.png"/><Relationship Id="rId23" Type="http://schemas.openxmlformats.org/officeDocument/2006/relationships/image" Target="../media/image57.png"/><Relationship Id="rId10" Type="http://schemas.openxmlformats.org/officeDocument/2006/relationships/image" Target="../media/image50.png"/><Relationship Id="rId19" Type="http://schemas.openxmlformats.org/officeDocument/2006/relationships/image" Target="../media/image53.png"/><Relationship Id="rId4" Type="http://schemas.openxmlformats.org/officeDocument/2006/relationships/image" Target="../media/image280.png"/><Relationship Id="rId9" Type="http://schemas.openxmlformats.org/officeDocument/2006/relationships/image" Target="../media/image1710.png"/><Relationship Id="rId14" Type="http://schemas.openxmlformats.org/officeDocument/2006/relationships/image" Target="../media/image610.png"/><Relationship Id="rId22" Type="http://schemas.openxmlformats.org/officeDocument/2006/relationships/image" Target="../media/image56.png"/><Relationship Id="rId27" Type="http://schemas.openxmlformats.org/officeDocument/2006/relationships/image" Target="../media/image61.png"/></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1810.png"/><Relationship Id="rId18" Type="http://schemas.openxmlformats.org/officeDocument/2006/relationships/image" Target="../media/image65.png"/><Relationship Id="rId3" Type="http://schemas.openxmlformats.org/officeDocument/2006/relationships/image" Target="../media/image361.png"/><Relationship Id="rId21" Type="http://schemas.openxmlformats.org/officeDocument/2006/relationships/image" Target="../media/image221.png"/><Relationship Id="rId7" Type="http://schemas.openxmlformats.org/officeDocument/2006/relationships/image" Target="../media/image155.png"/><Relationship Id="rId12" Type="http://schemas.openxmlformats.org/officeDocument/2006/relationships/image" Target="../media/image390.png"/><Relationship Id="rId17" Type="http://schemas.openxmlformats.org/officeDocument/2006/relationships/image" Target="../media/image64.png"/><Relationship Id="rId2" Type="http://schemas.openxmlformats.org/officeDocument/2006/relationships/notesSlide" Target="../notesSlides/notesSlide8.xml"/><Relationship Id="rId16" Type="http://schemas.openxmlformats.org/officeDocument/2006/relationships/image" Target="../media/image63.png"/><Relationship Id="rId20"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50.png"/><Relationship Id="rId5" Type="http://schemas.openxmlformats.org/officeDocument/2006/relationships/image" Target="../media/image280.png"/><Relationship Id="rId15" Type="http://schemas.openxmlformats.org/officeDocument/2006/relationships/image" Target="../media/image62.png"/><Relationship Id="rId23" Type="http://schemas.openxmlformats.org/officeDocument/2006/relationships/image" Target="../media/image241.png"/><Relationship Id="rId10" Type="http://schemas.openxmlformats.org/officeDocument/2006/relationships/image" Target="../media/image1710.png"/><Relationship Id="rId19" Type="http://schemas.openxmlformats.org/officeDocument/2006/relationships/image" Target="../media/image66.png"/><Relationship Id="rId4" Type="http://schemas.openxmlformats.org/officeDocument/2006/relationships/image" Target="../media/image290.png"/><Relationship Id="rId9" Type="http://schemas.openxmlformats.org/officeDocument/2006/relationships/image" Target="../media/image380.png"/><Relationship Id="rId14" Type="http://schemas.openxmlformats.org/officeDocument/2006/relationships/image" Target="../media/image49.png"/><Relationship Id="rId22" Type="http://schemas.openxmlformats.org/officeDocument/2006/relationships/image" Target="../media/image231.png"/></Relationships>
</file>

<file path=ppt/slides/_rels/slide19.xml.rels><?xml version="1.0" encoding="UTF-8" standalone="yes"?>
<Relationships xmlns="http://schemas.openxmlformats.org/package/2006/relationships"><Relationship Id="rId13" Type="http://schemas.openxmlformats.org/officeDocument/2006/relationships/image" Target="../media/image1810.png"/><Relationship Id="rId18" Type="http://schemas.openxmlformats.org/officeDocument/2006/relationships/image" Target="../media/image231.png"/><Relationship Id="rId26" Type="http://schemas.openxmlformats.org/officeDocument/2006/relationships/image" Target="../media/image74.png"/><Relationship Id="rId39" Type="http://schemas.openxmlformats.org/officeDocument/2006/relationships/image" Target="../media/image85.png"/><Relationship Id="rId21" Type="http://schemas.openxmlformats.org/officeDocument/2006/relationships/image" Target="../media/image69.png"/><Relationship Id="rId34" Type="http://schemas.openxmlformats.org/officeDocument/2006/relationships/image" Target="../media/image82.png"/><Relationship Id="rId42" Type="http://schemas.openxmlformats.org/officeDocument/2006/relationships/image" Target="../media/image88.png"/><Relationship Id="rId47" Type="http://schemas.openxmlformats.org/officeDocument/2006/relationships/image" Target="../media/image93.png"/><Relationship Id="rId50" Type="http://schemas.openxmlformats.org/officeDocument/2006/relationships/image" Target="../media/image96.png"/><Relationship Id="rId55" Type="http://schemas.openxmlformats.org/officeDocument/2006/relationships/image" Target="../media/image65.png"/><Relationship Id="rId7" Type="http://schemas.openxmlformats.org/officeDocument/2006/relationships/image" Target="../media/image155.png"/><Relationship Id="rId2" Type="http://schemas.openxmlformats.org/officeDocument/2006/relationships/notesSlide" Target="../notesSlides/notesSlide9.xml"/><Relationship Id="rId16" Type="http://schemas.openxmlformats.org/officeDocument/2006/relationships/image" Target="../media/image310.png"/><Relationship Id="rId29" Type="http://schemas.openxmlformats.org/officeDocument/2006/relationships/image" Target="../media/image77.png"/><Relationship Id="rId11" Type="http://schemas.openxmlformats.org/officeDocument/2006/relationships/image" Target="../media/image50.png"/><Relationship Id="rId24" Type="http://schemas.openxmlformats.org/officeDocument/2006/relationships/image" Target="../media/image72.png"/><Relationship Id="rId32" Type="http://schemas.openxmlformats.org/officeDocument/2006/relationships/image" Target="../media/image800.png"/><Relationship Id="rId37" Type="http://schemas.openxmlformats.org/officeDocument/2006/relationships/image" Target="../media/image84.png"/><Relationship Id="rId40" Type="http://schemas.openxmlformats.org/officeDocument/2006/relationships/image" Target="../media/image86.png"/><Relationship Id="rId45" Type="http://schemas.openxmlformats.org/officeDocument/2006/relationships/image" Target="../media/image91.png"/><Relationship Id="rId53" Type="http://schemas.openxmlformats.org/officeDocument/2006/relationships/image" Target="../media/image63.png"/><Relationship Id="rId5" Type="http://schemas.openxmlformats.org/officeDocument/2006/relationships/image" Target="../media/image280.png"/><Relationship Id="rId10" Type="http://schemas.openxmlformats.org/officeDocument/2006/relationships/image" Target="../media/image1710.png"/><Relationship Id="rId19" Type="http://schemas.openxmlformats.org/officeDocument/2006/relationships/image" Target="../media/image241.png"/><Relationship Id="rId31" Type="http://schemas.openxmlformats.org/officeDocument/2006/relationships/image" Target="../media/image79.png"/><Relationship Id="rId44" Type="http://schemas.openxmlformats.org/officeDocument/2006/relationships/image" Target="../media/image900.png"/><Relationship Id="rId52" Type="http://schemas.openxmlformats.org/officeDocument/2006/relationships/image" Target="../media/image62.png"/><Relationship Id="rId4" Type="http://schemas.openxmlformats.org/officeDocument/2006/relationships/image" Target="../media/image290.png"/><Relationship Id="rId9" Type="http://schemas.openxmlformats.org/officeDocument/2006/relationships/image" Target="../media/image380.png"/><Relationship Id="rId14" Type="http://schemas.openxmlformats.org/officeDocument/2006/relationships/image" Target="../media/image49.png"/><Relationship Id="rId22" Type="http://schemas.openxmlformats.org/officeDocument/2006/relationships/image" Target="../media/image70.png"/><Relationship Id="rId27" Type="http://schemas.openxmlformats.org/officeDocument/2006/relationships/image" Target="../media/image75.png"/><Relationship Id="rId30" Type="http://schemas.openxmlformats.org/officeDocument/2006/relationships/image" Target="../media/image78.png"/><Relationship Id="rId35" Type="http://schemas.openxmlformats.org/officeDocument/2006/relationships/image" Target="../media/image320.png"/><Relationship Id="rId43" Type="http://schemas.openxmlformats.org/officeDocument/2006/relationships/image" Target="../media/image89.png"/><Relationship Id="rId48" Type="http://schemas.openxmlformats.org/officeDocument/2006/relationships/image" Target="../media/image94.png"/><Relationship Id="rId8" Type="http://schemas.openxmlformats.org/officeDocument/2006/relationships/image" Target="../media/image51.png"/><Relationship Id="rId51" Type="http://schemas.openxmlformats.org/officeDocument/2006/relationships/image" Target="../media/image97.png"/><Relationship Id="rId3" Type="http://schemas.openxmlformats.org/officeDocument/2006/relationships/image" Target="../media/image361.png"/><Relationship Id="rId12" Type="http://schemas.openxmlformats.org/officeDocument/2006/relationships/image" Target="../media/image390.png"/><Relationship Id="rId17" Type="http://schemas.openxmlformats.org/officeDocument/2006/relationships/image" Target="../media/image221.png"/><Relationship Id="rId25" Type="http://schemas.openxmlformats.org/officeDocument/2006/relationships/image" Target="../media/image73.png"/><Relationship Id="rId33" Type="http://schemas.openxmlformats.org/officeDocument/2006/relationships/image" Target="../media/image81.png"/><Relationship Id="rId38" Type="http://schemas.openxmlformats.org/officeDocument/2006/relationships/image" Target="../media/image350.png"/><Relationship Id="rId46" Type="http://schemas.openxmlformats.org/officeDocument/2006/relationships/image" Target="../media/image92.png"/><Relationship Id="rId20" Type="http://schemas.openxmlformats.org/officeDocument/2006/relationships/image" Target="../media/image68.png"/><Relationship Id="rId41" Type="http://schemas.openxmlformats.org/officeDocument/2006/relationships/image" Target="../media/image87.png"/><Relationship Id="rId54"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370.png"/><Relationship Id="rId15" Type="http://schemas.openxmlformats.org/officeDocument/2006/relationships/image" Target="../media/image66.png"/><Relationship Id="rId23" Type="http://schemas.openxmlformats.org/officeDocument/2006/relationships/image" Target="../media/image71.png"/><Relationship Id="rId28" Type="http://schemas.openxmlformats.org/officeDocument/2006/relationships/image" Target="../media/image76.png"/><Relationship Id="rId36" Type="http://schemas.openxmlformats.org/officeDocument/2006/relationships/image" Target="../media/image83.png"/><Relationship Id="rId49" Type="http://schemas.openxmlformats.org/officeDocument/2006/relationships/image" Target="../media/image95.png"/></Relationships>
</file>

<file path=ppt/slides/_rels/slide20.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5.png"/><Relationship Id="rId39" Type="http://schemas.openxmlformats.org/officeDocument/2006/relationships/image" Target="../media/image1100.png"/><Relationship Id="rId21" Type="http://schemas.openxmlformats.org/officeDocument/2006/relationships/image" Target="../media/image1000.png"/><Relationship Id="rId34" Type="http://schemas.openxmlformats.org/officeDocument/2006/relationships/image" Target="../media/image390.png"/><Relationship Id="rId42" Type="http://schemas.openxmlformats.org/officeDocument/2006/relationships/image" Target="../media/image330.png"/><Relationship Id="rId7" Type="http://schemas.openxmlformats.org/officeDocument/2006/relationships/image" Target="../media/image85.png"/><Relationship Id="rId2" Type="http://schemas.openxmlformats.org/officeDocument/2006/relationships/notesSlide" Target="../notesSlides/notesSlide10.xml"/><Relationship Id="rId16" Type="http://schemas.openxmlformats.org/officeDocument/2006/relationships/image" Target="../media/image94.png"/><Relationship Id="rId20" Type="http://schemas.openxmlformats.org/officeDocument/2006/relationships/image" Target="../media/image99.png"/><Relationship Id="rId29" Type="http://schemas.openxmlformats.org/officeDocument/2006/relationships/image" Target="../media/image108.png"/><Relationship Id="rId41"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image" Target="../media/image89.png"/><Relationship Id="rId24" Type="http://schemas.openxmlformats.org/officeDocument/2006/relationships/image" Target="../media/image103.png"/><Relationship Id="rId32" Type="http://schemas.openxmlformats.org/officeDocument/2006/relationships/image" Target="../media/image361.png"/><Relationship Id="rId37" Type="http://schemas.openxmlformats.org/officeDocument/2006/relationships/image" Target="../media/image1110.png"/><Relationship Id="rId40" Type="http://schemas.openxmlformats.org/officeDocument/2006/relationships/image" Target="../media/image111.png"/><Relationship Id="rId5" Type="http://schemas.openxmlformats.org/officeDocument/2006/relationships/image" Target="../media/image84.png"/><Relationship Id="rId15" Type="http://schemas.openxmlformats.org/officeDocument/2006/relationships/image" Target="../media/image93.png"/><Relationship Id="rId23" Type="http://schemas.openxmlformats.org/officeDocument/2006/relationships/image" Target="../media/image102.png"/><Relationship Id="rId28" Type="http://schemas.openxmlformats.org/officeDocument/2006/relationships/image" Target="../media/image107.png"/><Relationship Id="rId36" Type="http://schemas.openxmlformats.org/officeDocument/2006/relationships/image" Target="../media/image61.png"/><Relationship Id="rId10" Type="http://schemas.openxmlformats.org/officeDocument/2006/relationships/image" Target="../media/image88.png"/><Relationship Id="rId19" Type="http://schemas.openxmlformats.org/officeDocument/2006/relationships/image" Target="../media/image98.png"/><Relationship Id="rId31" Type="http://schemas.openxmlformats.org/officeDocument/2006/relationships/image" Target="../media/image97.png"/><Relationship Id="rId4" Type="http://schemas.openxmlformats.org/officeDocument/2006/relationships/image" Target="../media/image83.png"/><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101.png"/><Relationship Id="rId27" Type="http://schemas.openxmlformats.org/officeDocument/2006/relationships/image" Target="../media/image106.png"/><Relationship Id="rId30" Type="http://schemas.openxmlformats.org/officeDocument/2006/relationships/image" Target="../media/image109.png"/><Relationship Id="rId35" Type="http://schemas.openxmlformats.org/officeDocument/2006/relationships/image" Target="../media/image370.png"/><Relationship Id="rId43" Type="http://schemas.openxmlformats.org/officeDocument/2006/relationships/image" Target="../media/image340.png"/><Relationship Id="rId8" Type="http://schemas.openxmlformats.org/officeDocument/2006/relationships/image" Target="../media/image86.png"/><Relationship Id="rId3" Type="http://schemas.openxmlformats.org/officeDocument/2006/relationships/image" Target="../media/image320.png"/><Relationship Id="rId12" Type="http://schemas.openxmlformats.org/officeDocument/2006/relationships/image" Target="../media/image900.png"/><Relationship Id="rId17" Type="http://schemas.openxmlformats.org/officeDocument/2006/relationships/image" Target="../media/image95.png"/><Relationship Id="rId25" Type="http://schemas.openxmlformats.org/officeDocument/2006/relationships/image" Target="../media/image104.png"/><Relationship Id="rId33" Type="http://schemas.openxmlformats.org/officeDocument/2006/relationships/image" Target="../media/image380.png"/><Relationship Id="rId38" Type="http://schemas.openxmlformats.org/officeDocument/2006/relationships/image" Target="../media/image48.png"/></Relationships>
</file>

<file path=ppt/slides/_rels/slide21.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1.png"/><Relationship Id="rId3" Type="http://schemas.openxmlformats.org/officeDocument/2006/relationships/image" Target="../media/image55.png"/><Relationship Id="rId7" Type="http://schemas.openxmlformats.org/officeDocument/2006/relationships/image" Target="../media/image116.png"/><Relationship Id="rId12" Type="http://schemas.openxmlformats.org/officeDocument/2006/relationships/image" Target="../media/image1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19.png"/><Relationship Id="rId5" Type="http://schemas.openxmlformats.org/officeDocument/2006/relationships/image" Target="../media/image114.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3.png"/><Relationship Id="rId9" Type="http://schemas.openxmlformats.org/officeDocument/2006/relationships/image" Target="../media/image800.png"/><Relationship Id="rId14" Type="http://schemas.openxmlformats.org/officeDocument/2006/relationships/image" Target="../media/image122.png"/></Relationships>
</file>

<file path=ppt/slides/_rels/slide22.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18" Type="http://schemas.openxmlformats.org/officeDocument/2006/relationships/image" Target="../media/image140.png"/><Relationship Id="rId3" Type="http://schemas.openxmlformats.org/officeDocument/2006/relationships/image" Target="../media/image125.png"/><Relationship Id="rId21" Type="http://schemas.openxmlformats.org/officeDocument/2006/relationships/image" Target="../media/image143.png"/><Relationship Id="rId7" Type="http://schemas.openxmlformats.org/officeDocument/2006/relationships/image" Target="../media/image129.png"/><Relationship Id="rId12" Type="http://schemas.openxmlformats.org/officeDocument/2006/relationships/image" Target="../media/image134.png"/><Relationship Id="rId17" Type="http://schemas.openxmlformats.org/officeDocument/2006/relationships/image" Target="../media/image139.png"/><Relationship Id="rId25" Type="http://schemas.openxmlformats.org/officeDocument/2006/relationships/image" Target="../media/image147.png"/><Relationship Id="rId2" Type="http://schemas.openxmlformats.org/officeDocument/2006/relationships/image" Target="../media/image124.png"/><Relationship Id="rId16" Type="http://schemas.openxmlformats.org/officeDocument/2006/relationships/image" Target="../media/image138.png"/><Relationship Id="rId20"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png"/><Relationship Id="rId24" Type="http://schemas.openxmlformats.org/officeDocument/2006/relationships/image" Target="../media/image146.png"/><Relationship Id="rId5" Type="http://schemas.openxmlformats.org/officeDocument/2006/relationships/image" Target="../media/image127.png"/><Relationship Id="rId15" Type="http://schemas.openxmlformats.org/officeDocument/2006/relationships/image" Target="../media/image137.png"/><Relationship Id="rId23" Type="http://schemas.openxmlformats.org/officeDocument/2006/relationships/image" Target="../media/image145.png"/><Relationship Id="rId10" Type="http://schemas.openxmlformats.org/officeDocument/2006/relationships/image" Target="../media/image132.png"/><Relationship Id="rId19" Type="http://schemas.openxmlformats.org/officeDocument/2006/relationships/image" Target="../media/image141.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image" Target="../media/image136.png"/><Relationship Id="rId22" Type="http://schemas.openxmlformats.org/officeDocument/2006/relationships/image" Target="../media/image144.png"/></Relationships>
</file>

<file path=ppt/slides/_rels/slide23.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26" Type="http://schemas.openxmlformats.org/officeDocument/2006/relationships/image" Target="../media/image147.png"/><Relationship Id="rId3" Type="http://schemas.openxmlformats.org/officeDocument/2006/relationships/image" Target="../media/image148.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5" Type="http://schemas.openxmlformats.org/officeDocument/2006/relationships/image" Target="../media/image146.png"/><Relationship Id="rId2" Type="http://schemas.openxmlformats.org/officeDocument/2006/relationships/image" Target="../media/image144.png"/><Relationship Id="rId16" Type="http://schemas.openxmlformats.org/officeDocument/2006/relationships/image" Target="../media/image136.png"/><Relationship Id="rId20"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26.png"/><Relationship Id="rId11" Type="http://schemas.openxmlformats.org/officeDocument/2006/relationships/image" Target="../media/image131.png"/><Relationship Id="rId24" Type="http://schemas.openxmlformats.org/officeDocument/2006/relationships/image" Target="../media/image145.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s>
</file>

<file path=ppt/slides/_rels/slide24.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5.png"/><Relationship Id="rId3" Type="http://schemas.openxmlformats.org/officeDocument/2006/relationships/image" Target="../media/image148.png"/><Relationship Id="rId21" Type="http://schemas.openxmlformats.org/officeDocument/2006/relationships/image" Target="../media/image139.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image" Target="../media/image144.png"/><Relationship Id="rId16" Type="http://schemas.openxmlformats.org/officeDocument/2006/relationships/image" Target="../media/image134.png"/><Relationship Id="rId20"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5" Type="http://schemas.openxmlformats.org/officeDocument/2006/relationships/image" Target="../media/image1500.png"/><Relationship Id="rId15" Type="http://schemas.openxmlformats.org/officeDocument/2006/relationships/image" Target="../media/image133.png"/><Relationship Id="rId23" Type="http://schemas.openxmlformats.org/officeDocument/2006/relationships/image" Target="../media/image141.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49.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410.png"/><Relationship Id="rId7" Type="http://schemas.openxmlformats.org/officeDocument/2006/relationships/image" Target="../media/image126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270.png"/><Relationship Id="rId5" Type="http://schemas.openxmlformats.org/officeDocument/2006/relationships/image" Target="../media/image1240.png"/><Relationship Id="rId10" Type="http://schemas.openxmlformats.org/officeDocument/2006/relationships/image" Target="../media/image151.png"/><Relationship Id="rId4" Type="http://schemas.openxmlformats.org/officeDocument/2006/relationships/image" Target="../media/image1250.png"/><Relationship Id="rId9" Type="http://schemas.openxmlformats.org/officeDocument/2006/relationships/image" Target="../media/image153.png"/></Relationships>
</file>

<file path=ppt/slides/_rels/slide27.xml.rels><?xml version="1.0" encoding="UTF-8" standalone="yes"?>
<Relationships xmlns="http://schemas.openxmlformats.org/package/2006/relationships"><Relationship Id="rId8" Type="http://schemas.openxmlformats.org/officeDocument/2006/relationships/image" Target="../media/image711.png"/><Relationship Id="rId13" Type="http://schemas.openxmlformats.org/officeDocument/2006/relationships/image" Target="../media/image157.png"/><Relationship Id="rId3" Type="http://schemas.openxmlformats.org/officeDocument/2006/relationships/image" Target="../media/image1111.png"/><Relationship Id="rId7" Type="http://schemas.openxmlformats.org/officeDocument/2006/relationships/image" Target="../media/image611.png"/><Relationship Id="rId12" Type="http://schemas.openxmlformats.org/officeDocument/2006/relationships/image" Target="../media/image120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1112.png"/><Relationship Id="rId11" Type="http://schemas.openxmlformats.org/officeDocument/2006/relationships/image" Target="../media/image154.png"/><Relationship Id="rId5" Type="http://schemas.openxmlformats.org/officeDocument/2006/relationships/image" Target="../media/image480.png"/><Relationship Id="rId10" Type="http://schemas.openxmlformats.org/officeDocument/2006/relationships/image" Target="../media/image911.png"/><Relationship Id="rId4" Type="http://schemas.openxmlformats.org/officeDocument/2006/relationships/image" Target="../media/image1101.png"/><Relationship Id="rId9" Type="http://schemas.openxmlformats.org/officeDocument/2006/relationships/image" Target="../media/image811.png"/><Relationship Id="rId14" Type="http://schemas.openxmlformats.org/officeDocument/2006/relationships/image" Target="../media/image158.png"/></Relationships>
</file>

<file path=ppt/slides/_rels/slide28.xml.rels><?xml version="1.0" encoding="UTF-8" standalone="yes"?>
<Relationships xmlns="http://schemas.openxmlformats.org/package/2006/relationships"><Relationship Id="rId2" Type="http://schemas.openxmlformats.org/officeDocument/2006/relationships/image" Target="../media/image155.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68.png"/><Relationship Id="rId4" Type="http://schemas.openxmlformats.org/officeDocument/2006/relationships/image" Target="../media/image167.png"/></Relationships>
</file>

<file path=ppt/slides/_rels/slide4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71.png"/><Relationship Id="rId7" Type="http://schemas.openxmlformats.org/officeDocument/2006/relationships/image" Target="../media/image174.png"/><Relationship Id="rId12" Type="http://schemas.openxmlformats.org/officeDocument/2006/relationships/image" Target="../media/image17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image" Target="../media/image178.png"/><Relationship Id="rId5" Type="http://schemas.openxmlformats.org/officeDocument/2006/relationships/image" Target="../media/image172.png"/><Relationship Id="rId10" Type="http://schemas.openxmlformats.org/officeDocument/2006/relationships/image" Target="../media/image177.png"/><Relationship Id="rId4" Type="http://schemas.openxmlformats.org/officeDocument/2006/relationships/image" Target="../media/image169.png"/><Relationship Id="rId9" Type="http://schemas.openxmlformats.org/officeDocument/2006/relationships/image" Target="../media/image176.png"/></Relationships>
</file>

<file path=ppt/slides/_rels/slide45.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75.png"/><Relationship Id="rId11" Type="http://schemas.openxmlformats.org/officeDocument/2006/relationships/image" Target="../media/image5.jpeg"/><Relationship Id="rId5" Type="http://schemas.openxmlformats.org/officeDocument/2006/relationships/image" Target="../media/image17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s>
</file>

<file path=ppt/slides/_rels/slide46.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image" Target="../media/image5.jpe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0" Type="http://schemas.openxmlformats.org/officeDocument/2006/relationships/image" Target="../media/image186.png"/><Relationship Id="rId4" Type="http://schemas.openxmlformats.org/officeDocument/2006/relationships/image" Target="../media/image172.jpeg"/><Relationship Id="rId9" Type="http://schemas.openxmlformats.org/officeDocument/2006/relationships/image" Target="../media/image185.png"/></Relationships>
</file>

<file path=ppt/slides/_rels/slide47.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71.png"/><Relationship Id="rId7" Type="http://schemas.openxmlformats.org/officeDocument/2006/relationships/image" Target="../media/image174.png"/><Relationship Id="rId12" Type="http://schemas.openxmlformats.org/officeDocument/2006/relationships/image" Target="../media/image17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image" Target="../media/image178.png"/><Relationship Id="rId5" Type="http://schemas.openxmlformats.org/officeDocument/2006/relationships/image" Target="../media/image172.png"/><Relationship Id="rId10" Type="http://schemas.openxmlformats.org/officeDocument/2006/relationships/image" Target="../media/image177.png"/><Relationship Id="rId4" Type="http://schemas.openxmlformats.org/officeDocument/2006/relationships/image" Target="../media/image169.png"/><Relationship Id="rId9" Type="http://schemas.openxmlformats.org/officeDocument/2006/relationships/image" Target="../media/image17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89.png"/><Relationship Id="rId4" Type="http://schemas.openxmlformats.org/officeDocument/2006/relationships/image" Target="../media/image169.png"/></Relationships>
</file>

<file path=ppt/slides/_rels/slide5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89.png"/></Relationships>
</file>

<file path=ppt/slides/_rels/slide5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89.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91.png"/></Relationships>
</file>

<file path=ppt/slides/_rels/slide55.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1102.png"/><Relationship Id="rId3" Type="http://schemas.openxmlformats.org/officeDocument/2006/relationships/image" Target="../media/image600.png"/><Relationship Id="rId7" Type="http://schemas.openxmlformats.org/officeDocument/2006/relationships/image" Target="../media/image111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12.png"/><Relationship Id="rId11" Type="http://schemas.openxmlformats.org/officeDocument/2006/relationships/image" Target="../media/image4.png"/><Relationship Id="rId5" Type="http://schemas.openxmlformats.org/officeDocument/2006/relationships/image" Target="../media/image801.png"/><Relationship Id="rId10" Type="http://schemas.openxmlformats.org/officeDocument/2006/relationships/image" Target="../media/image1114.png"/><Relationship Id="rId4" Type="http://schemas.openxmlformats.org/officeDocument/2006/relationships/image" Target="../media/image700.png"/><Relationship Id="rId9" Type="http://schemas.openxmlformats.org/officeDocument/2006/relationships/image" Target="../media/image481.png"/></Relationships>
</file>

<file path=ppt/slides/_rels/slide57.xml.rels><?xml version="1.0" encoding="UTF-8" standalone="yes"?>
<Relationships xmlns="http://schemas.openxmlformats.org/package/2006/relationships"><Relationship Id="rId8" Type="http://schemas.openxmlformats.org/officeDocument/2006/relationships/image" Target="../media/image510.png"/><Relationship Id="rId13" Type="http://schemas.openxmlformats.org/officeDocument/2006/relationships/image" Target="../media/image441.png"/><Relationship Id="rId18" Type="http://schemas.openxmlformats.org/officeDocument/2006/relationships/image" Target="../media/image600.png"/><Relationship Id="rId3" Type="http://schemas.openxmlformats.org/officeDocument/2006/relationships/image" Target="../media/image362.png"/><Relationship Id="rId21" Type="http://schemas.openxmlformats.org/officeDocument/2006/relationships/image" Target="../media/image912.png"/><Relationship Id="rId7" Type="http://schemas.openxmlformats.org/officeDocument/2006/relationships/image" Target="../media/image1510.png"/><Relationship Id="rId12" Type="http://schemas.openxmlformats.org/officeDocument/2006/relationships/image" Target="../media/image1811.png"/><Relationship Id="rId17" Type="http://schemas.openxmlformats.org/officeDocument/2006/relationships/image" Target="../media/image481.png"/><Relationship Id="rId2" Type="http://schemas.openxmlformats.org/officeDocument/2006/relationships/notesSlide" Target="../notesSlides/notesSlide33.xml"/><Relationship Id="rId16" Type="http://schemas.openxmlformats.org/officeDocument/2006/relationships/image" Target="../media/image470.png"/><Relationship Id="rId20" Type="http://schemas.openxmlformats.org/officeDocument/2006/relationships/image" Target="../media/image801.png"/><Relationship Id="rId1" Type="http://schemas.openxmlformats.org/officeDocument/2006/relationships/slideLayout" Target="../slideLayouts/slideLayout2.xml"/><Relationship Id="rId6" Type="http://schemas.openxmlformats.org/officeDocument/2006/relationships/image" Target="../media/image371.png"/><Relationship Id="rId11" Type="http://schemas.openxmlformats.org/officeDocument/2006/relationships/image" Target="../media/image391.png"/><Relationship Id="rId5" Type="http://schemas.openxmlformats.org/officeDocument/2006/relationships/image" Target="../media/image281.png"/><Relationship Id="rId15" Type="http://schemas.openxmlformats.org/officeDocument/2006/relationships/image" Target="../media/image460.png"/><Relationship Id="rId23" Type="http://schemas.openxmlformats.org/officeDocument/2006/relationships/image" Target="../media/image500.png"/><Relationship Id="rId10" Type="http://schemas.openxmlformats.org/officeDocument/2006/relationships/image" Target="../media/image1711.png"/><Relationship Id="rId19" Type="http://schemas.openxmlformats.org/officeDocument/2006/relationships/image" Target="../media/image700.png"/><Relationship Id="rId4" Type="http://schemas.openxmlformats.org/officeDocument/2006/relationships/image" Target="../media/image291.png"/><Relationship Id="rId9" Type="http://schemas.openxmlformats.org/officeDocument/2006/relationships/image" Target="../media/image381.png"/><Relationship Id="rId14" Type="http://schemas.openxmlformats.org/officeDocument/2006/relationships/image" Target="../media/image450.png"/><Relationship Id="rId22" Type="http://schemas.openxmlformats.org/officeDocument/2006/relationships/image" Target="../media/image490.png"/></Relationships>
</file>

<file path=ppt/slides/_rels/slide58.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6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89.png"/><Relationship Id="rId4" Type="http://schemas.openxmlformats.org/officeDocument/2006/relationships/image" Target="../media/image169.png"/></Relationships>
</file>

<file path=ppt/slides/_rels/slide6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89.png"/></Relationships>
</file>

<file path=ppt/slides/_rels/slide61.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4.png"/><Relationship Id="rId18" Type="http://schemas.openxmlformats.org/officeDocument/2006/relationships/image" Target="../media/image381.png"/><Relationship Id="rId3" Type="http://schemas.openxmlformats.org/officeDocument/2006/relationships/image" Target="../media/image912.png"/><Relationship Id="rId7" Type="http://schemas.openxmlformats.org/officeDocument/2006/relationships/image" Target="../media/image193.png"/><Relationship Id="rId12" Type="http://schemas.openxmlformats.org/officeDocument/2006/relationships/image" Target="../media/image196.png"/><Relationship Id="rId17" Type="http://schemas.openxmlformats.org/officeDocument/2006/relationships/image" Target="../media/image1510.png"/><Relationship Id="rId2" Type="http://schemas.openxmlformats.org/officeDocument/2006/relationships/notesSlide" Target="../notesSlides/notesSlide40.xml"/><Relationship Id="rId16" Type="http://schemas.openxmlformats.org/officeDocument/2006/relationships/image" Target="../media/image371.png"/><Relationship Id="rId1" Type="http://schemas.openxmlformats.org/officeDocument/2006/relationships/slideLayout" Target="../slideLayouts/slideLayout2.xml"/><Relationship Id="rId6" Type="http://schemas.openxmlformats.org/officeDocument/2006/relationships/image" Target="../media/image1920.png"/><Relationship Id="rId11" Type="http://schemas.openxmlformats.org/officeDocument/2006/relationships/image" Target="../media/image195.png"/><Relationship Id="rId5" Type="http://schemas.openxmlformats.org/officeDocument/2006/relationships/image" Target="../media/image700.png"/><Relationship Id="rId15" Type="http://schemas.openxmlformats.org/officeDocument/2006/relationships/image" Target="../media/image291.png"/><Relationship Id="rId10" Type="http://schemas.openxmlformats.org/officeDocument/2006/relationships/image" Target="../media/image194.png"/><Relationship Id="rId19" Type="http://schemas.openxmlformats.org/officeDocument/2006/relationships/image" Target="../media/image1711.png"/><Relationship Id="rId4" Type="http://schemas.openxmlformats.org/officeDocument/2006/relationships/image" Target="../media/image801.png"/><Relationship Id="rId9" Type="http://schemas.openxmlformats.org/officeDocument/2006/relationships/image" Target="../media/image169.png"/><Relationship Id="rId14" Type="http://schemas.openxmlformats.org/officeDocument/2006/relationships/image" Target="../media/image362.png"/></Relationships>
</file>

<file path=ppt/slides/_rels/slide66.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362.png"/><Relationship Id="rId18" Type="http://schemas.openxmlformats.org/officeDocument/2006/relationships/image" Target="../media/image1711.png"/><Relationship Id="rId3" Type="http://schemas.openxmlformats.org/officeDocument/2006/relationships/image" Target="../media/image197.png"/><Relationship Id="rId7" Type="http://schemas.openxmlformats.org/officeDocument/2006/relationships/image" Target="../media/image195.png"/><Relationship Id="rId12" Type="http://schemas.openxmlformats.org/officeDocument/2006/relationships/image" Target="../media/image700.png"/><Relationship Id="rId17" Type="http://schemas.openxmlformats.org/officeDocument/2006/relationships/image" Target="../media/image381.png"/><Relationship Id="rId2" Type="http://schemas.openxmlformats.org/officeDocument/2006/relationships/notesSlide" Target="../notesSlides/notesSlide41.xml"/><Relationship Id="rId16" Type="http://schemas.openxmlformats.org/officeDocument/2006/relationships/image" Target="../media/image1510.png"/><Relationship Id="rId1" Type="http://schemas.openxmlformats.org/officeDocument/2006/relationships/slideLayout" Target="../slideLayouts/slideLayout2.xml"/><Relationship Id="rId6" Type="http://schemas.openxmlformats.org/officeDocument/2006/relationships/image" Target="../media/image194.png"/><Relationship Id="rId11" Type="http://schemas.openxmlformats.org/officeDocument/2006/relationships/image" Target="../media/image801.png"/><Relationship Id="rId5" Type="http://schemas.openxmlformats.org/officeDocument/2006/relationships/image" Target="../media/image189.png"/><Relationship Id="rId15" Type="http://schemas.openxmlformats.org/officeDocument/2006/relationships/image" Target="../media/image371.png"/><Relationship Id="rId10" Type="http://schemas.openxmlformats.org/officeDocument/2006/relationships/image" Target="../media/image912.png"/><Relationship Id="rId19" Type="http://schemas.openxmlformats.org/officeDocument/2006/relationships/image" Target="../media/image169.png"/><Relationship Id="rId4" Type="http://schemas.openxmlformats.org/officeDocument/2006/relationships/image" Target="../media/image198.png"/><Relationship Id="rId9" Type="http://schemas.openxmlformats.org/officeDocument/2006/relationships/image" Target="../media/image4.png"/><Relationship Id="rId14" Type="http://schemas.openxmlformats.org/officeDocument/2006/relationships/image" Target="../media/image291.png"/></Relationships>
</file>

<file path=ppt/slides/_rels/slide67.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a:t>Self-Attention&amp;Transformer</a:t>
            </a:r>
          </a:p>
        </p:txBody>
      </p:sp>
      <p:sp>
        <p:nvSpPr>
          <p:cNvPr id="3" name="Subtitle 2"/>
          <p:cNvSpPr>
            <a:spLocks noGrp="1"/>
          </p:cNvSpPr>
          <p:nvPr>
            <p:ph type="subTitle" idx="1"/>
          </p:nvPr>
        </p:nvSpPr>
        <p:spPr>
          <a:xfrm>
            <a:off x="2644775" y="5627160"/>
            <a:ext cx="12998450" cy="1374774"/>
          </a:xfrm>
        </p:spPr>
        <p:txBody>
          <a:bodyPr/>
          <a:lstStyle/>
          <a:p>
            <a:pPr fontAlgn="auto">
              <a:spcAft>
                <a:spcPts val="0"/>
              </a:spcAft>
              <a:defRPr/>
            </a:pPr>
            <a:r>
              <a:rPr lang="en-US" dirty="0"/>
              <a:t>Instructor: Dr. Yan Yan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sp>
        <p:nvSpPr>
          <p:cNvPr id="5" name="內容版面配置區 2">
            <a:extLst>
              <a:ext uri="{FF2B5EF4-FFF2-40B4-BE49-F238E27FC236}">
                <a16:creationId xmlns:a16="http://schemas.microsoft.com/office/drawing/2014/main" id="{7BC32825-CF8B-9A04-75AA-3B687D23012A}"/>
              </a:ext>
            </a:extLst>
          </p:cNvPr>
          <p:cNvSpPr>
            <a:spLocks noGrp="1"/>
          </p:cNvSpPr>
          <p:nvPr>
            <p:ph idx="1"/>
          </p:nvPr>
        </p:nvSpPr>
        <p:spPr>
          <a:xfrm>
            <a:off x="1098550" y="2206709"/>
            <a:ext cx="16571244" cy="6209158"/>
          </a:xfrm>
        </p:spPr>
        <p:txBody>
          <a:bodyPr/>
          <a:lstStyle/>
          <a:p>
            <a:pPr>
              <a:buFont typeface="Arial" panose="020B0604020202020204" pitchFamily="34" charset="0"/>
              <a:buChar char="•"/>
            </a:pPr>
            <a:r>
              <a:rPr lang="en-US" altLang="zh-TW" b="1" dirty="0"/>
              <a:t>Attention</a:t>
            </a:r>
          </a:p>
          <a:p>
            <a:pPr lvl="1">
              <a:buFont typeface="Arial" panose="020B0604020202020204" pitchFamily="34" charset="0"/>
              <a:buChar char="•"/>
            </a:pPr>
            <a:r>
              <a:rPr lang="en-US" sz="2800" dirty="0"/>
              <a:t>Attention is a mechanism which intuitively mimics cognitive attention. It calculates "soft" weights for each word, more precisely for its embedding, in the context window. These weights can be computed either in parallel (such as in transformers) or sequentially (such as recurrent neural networks). </a:t>
            </a:r>
            <a:endParaRPr lang="en-US" altLang="zh-TW" sz="2800" b="1" dirty="0"/>
          </a:p>
          <a:p>
            <a:pPr>
              <a:buFont typeface="Arial" panose="020B0604020202020204" pitchFamily="34" charset="0"/>
              <a:buChar char="•"/>
            </a:pPr>
            <a:r>
              <a:rPr lang="en-US" altLang="zh-TW" b="1" dirty="0"/>
              <a:t>Transformer</a:t>
            </a:r>
          </a:p>
          <a:p>
            <a:pPr lvl="1">
              <a:buFont typeface="Arial" panose="020B0604020202020204" pitchFamily="34" charset="0"/>
              <a:buChar char="•"/>
            </a:pPr>
            <a:r>
              <a:rPr lang="en-US" sz="2800" dirty="0"/>
              <a:t>Transformer model is based on an encoder-decoder architecture. Both the encoder and decoder consist of two and three sub-layers, respectively: </a:t>
            </a:r>
            <a:r>
              <a:rPr lang="en-US" sz="2800" b="1" dirty="0"/>
              <a:t>multi-head self-attention</a:t>
            </a:r>
            <a:r>
              <a:rPr lang="en-US" sz="2800" dirty="0"/>
              <a:t>, </a:t>
            </a:r>
            <a:r>
              <a:rPr lang="en-US" sz="2800" b="1" dirty="0"/>
              <a:t>a fully-connected feed forward network</a:t>
            </a:r>
            <a:r>
              <a:rPr lang="en-US" sz="2800" dirty="0"/>
              <a:t> and — in the case of the decoder — </a:t>
            </a:r>
            <a:r>
              <a:rPr lang="en-US" sz="2800" b="1" dirty="0"/>
              <a:t>encoder-decoder self-attention</a:t>
            </a:r>
            <a:r>
              <a:rPr lang="en-US" sz="2800" dirty="0"/>
              <a:t>.</a:t>
            </a:r>
            <a:endParaRPr lang="en-US" altLang="zh-TW" dirty="0"/>
          </a:p>
          <a:p>
            <a:pPr marL="0" indent="0">
              <a:buNone/>
            </a:pPr>
            <a:endParaRPr lang="zh-TW" altLang="en-US" b="1" dirty="0"/>
          </a:p>
        </p:txBody>
      </p:sp>
    </p:spTree>
    <p:extLst>
      <p:ext uri="{BB962C8B-B14F-4D97-AF65-F5344CB8AC3E}">
        <p14:creationId xmlns:p14="http://schemas.microsoft.com/office/powerpoint/2010/main" val="5376992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dirty="0"/>
              <a:t>Self-Attention</a:t>
            </a:r>
          </a:p>
        </p:txBody>
      </p:sp>
      <p:sp>
        <p:nvSpPr>
          <p:cNvPr id="3" name="Subtitle 2"/>
          <p:cNvSpPr>
            <a:spLocks noGrp="1"/>
          </p:cNvSpPr>
          <p:nvPr>
            <p:ph type="subTitle" idx="1"/>
          </p:nvPr>
        </p:nvSpPr>
        <p:spPr>
          <a:xfrm>
            <a:off x="2644777" y="4949827"/>
            <a:ext cx="12998450" cy="1374774"/>
          </a:xfrm>
        </p:spPr>
        <p:txBody>
          <a:bodyPr/>
          <a:lstStyle/>
          <a:p>
            <a:pPr fontAlgn="auto">
              <a:spcAft>
                <a:spcPts val="0"/>
              </a:spcAft>
              <a:defRPr/>
            </a:pPr>
            <a:r>
              <a:rPr lang="en-US" dirty="0"/>
              <a:t>Idea and Principle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Sophisticated Input </a:t>
            </a:r>
            <a:endParaRPr lang="zh-TW" altLang="en-US" dirty="0"/>
          </a:p>
        </p:txBody>
      </p:sp>
      <p:sp>
        <p:nvSpPr>
          <p:cNvPr id="3" name="內容版面配置區 2"/>
          <p:cNvSpPr>
            <a:spLocks noGrp="1"/>
          </p:cNvSpPr>
          <p:nvPr>
            <p:ph idx="1"/>
          </p:nvPr>
        </p:nvSpPr>
        <p:spPr>
          <a:xfrm>
            <a:off x="1101725" y="2035459"/>
            <a:ext cx="16084552" cy="6888006"/>
          </a:xfrm>
        </p:spPr>
        <p:txBody>
          <a:bodyPr/>
          <a:lstStyle/>
          <a:p>
            <a:r>
              <a:rPr lang="en-US" altLang="zh-TW" dirty="0"/>
              <a:t>Input is </a:t>
            </a:r>
            <a:r>
              <a:rPr lang="en-US" altLang="zh-TW" b="1" dirty="0"/>
              <a:t>a vector </a:t>
            </a:r>
          </a:p>
          <a:p>
            <a:endParaRPr lang="en-US" altLang="zh-TW" dirty="0"/>
          </a:p>
          <a:p>
            <a:pPr marL="0" indent="0">
              <a:buNone/>
            </a:pPr>
            <a:endParaRPr lang="en-US" altLang="zh-TW" dirty="0"/>
          </a:p>
          <a:p>
            <a:endParaRPr lang="en-US" altLang="zh-TW" dirty="0"/>
          </a:p>
          <a:p>
            <a:pPr marL="0" indent="0">
              <a:buNone/>
            </a:pPr>
            <a:endParaRPr lang="zh-TW" altLang="en-US" b="1" dirty="0"/>
          </a:p>
        </p:txBody>
      </p:sp>
      <p:sp>
        <p:nvSpPr>
          <p:cNvPr id="4" name="矩形: 圓角 3"/>
          <p:cNvSpPr/>
          <p:nvPr/>
        </p:nvSpPr>
        <p:spPr>
          <a:xfrm>
            <a:off x="8097618" y="3597215"/>
            <a:ext cx="2510286" cy="154628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Model</a:t>
            </a:r>
            <a:endParaRPr lang="zh-TW" altLang="en-US" sz="3600" dirty="0"/>
          </a:p>
        </p:txBody>
      </p:sp>
      <p:cxnSp>
        <p:nvCxnSpPr>
          <p:cNvPr id="7" name="直線單箭頭接點 6"/>
          <p:cNvCxnSpPr/>
          <p:nvPr/>
        </p:nvCxnSpPr>
        <p:spPr>
          <a:xfrm>
            <a:off x="6984809" y="4373592"/>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a:off x="10758864" y="4370357"/>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11716395" y="4024107"/>
            <a:ext cx="3985404" cy="645160"/>
          </a:xfrm>
          <a:prstGeom prst="rect">
            <a:avLst/>
          </a:prstGeom>
          <a:noFill/>
        </p:spPr>
        <p:txBody>
          <a:bodyPr wrap="square" rtlCol="0">
            <a:spAutoFit/>
          </a:bodyPr>
          <a:lstStyle/>
          <a:p>
            <a:r>
              <a:rPr lang="en-US" altLang="zh-TW" sz="3600" dirty="0"/>
              <a:t>Scalar or Class</a:t>
            </a:r>
            <a:endParaRPr lang="zh-TW" altLang="en-US" sz="3600" dirty="0"/>
          </a:p>
        </p:txBody>
      </p:sp>
      <p:sp>
        <p:nvSpPr>
          <p:cNvPr id="10" name="矩形: 圓角 9"/>
          <p:cNvSpPr/>
          <p:nvPr/>
        </p:nvSpPr>
        <p:spPr>
          <a:xfrm>
            <a:off x="8097618" y="6952977"/>
            <a:ext cx="2510286" cy="154628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Model</a:t>
            </a:r>
            <a:endParaRPr lang="zh-TW" altLang="en-US" sz="3600" dirty="0"/>
          </a:p>
        </p:txBody>
      </p:sp>
      <p:cxnSp>
        <p:nvCxnSpPr>
          <p:cNvPr id="12" name="直線單箭頭接點 11"/>
          <p:cNvCxnSpPr/>
          <p:nvPr/>
        </p:nvCxnSpPr>
        <p:spPr>
          <a:xfrm>
            <a:off x="6984809" y="7729355"/>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10758864" y="7726119"/>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11716385" y="7379970"/>
            <a:ext cx="5466715" cy="645160"/>
          </a:xfrm>
          <a:prstGeom prst="rect">
            <a:avLst/>
          </a:prstGeom>
          <a:noFill/>
        </p:spPr>
        <p:txBody>
          <a:bodyPr wrap="square" rtlCol="0">
            <a:spAutoFit/>
          </a:bodyPr>
          <a:lstStyle/>
          <a:p>
            <a:r>
              <a:rPr lang="en-US" altLang="zh-TW" sz="3600" dirty="0"/>
              <a:t>Scalars or Classes</a:t>
            </a:r>
            <a:endParaRPr lang="zh-TW" altLang="en-US" sz="3600" dirty="0"/>
          </a:p>
        </p:txBody>
      </p:sp>
      <p:sp>
        <p:nvSpPr>
          <p:cNvPr id="20" name="矩形: 圓角 19"/>
          <p:cNvSpPr/>
          <p:nvPr/>
        </p:nvSpPr>
        <p:spPr>
          <a:xfrm>
            <a:off x="4234358" y="7201167"/>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21" name="矩形: 圓角 20"/>
          <p:cNvSpPr/>
          <p:nvPr/>
        </p:nvSpPr>
        <p:spPr>
          <a:xfrm>
            <a:off x="4979673" y="7201167"/>
            <a:ext cx="376995" cy="10044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22" name="矩形: 圓角 21"/>
          <p:cNvSpPr/>
          <p:nvPr/>
        </p:nvSpPr>
        <p:spPr>
          <a:xfrm>
            <a:off x="5668370" y="7201167"/>
            <a:ext cx="376995" cy="10044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23" name="矩形: 圓角 22"/>
          <p:cNvSpPr/>
          <p:nvPr/>
        </p:nvSpPr>
        <p:spPr>
          <a:xfrm>
            <a:off x="6326589" y="7201169"/>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24" name="矩形: 圓角 23"/>
          <p:cNvSpPr/>
          <p:nvPr/>
        </p:nvSpPr>
        <p:spPr>
          <a:xfrm>
            <a:off x="6326589" y="3864188"/>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6" name="內容版面配置區 2"/>
          <p:cNvSpPr>
            <a:spLocks noGrp="1"/>
          </p:cNvSpPr>
          <p:nvPr/>
        </p:nvSpPr>
        <p:spPr>
          <a:xfrm>
            <a:off x="981710" y="2516505"/>
            <a:ext cx="16084550" cy="4436745"/>
          </a:xfrm>
          <a:prstGeom prst="rect">
            <a:avLst/>
          </a:prstGeom>
          <a:noFill/>
          <a:ln>
            <a:noFill/>
          </a:ln>
        </p:spPr>
        <p:txBody>
          <a:bodyPr vert="horz" wrap="square" lIns="91440" tIns="45720" rIns="91440" bIns="45720" numCol="1" anchor="t" anchorCtr="0" compatLnSpc="1"/>
          <a:lstStyle>
            <a:lvl1pPr marL="698500" indent="-698500" algn="l" rtl="0" fontAlgn="base">
              <a:spcBef>
                <a:spcPts val="4000"/>
              </a:spcBef>
              <a:spcAft>
                <a:spcPct val="0"/>
              </a:spcAft>
              <a:buClr>
                <a:schemeClr val="accent2"/>
              </a:buClr>
              <a:buSzPct val="100000"/>
              <a:buFont typeface="Wingdings 2" pitchFamily="2" charset="2"/>
              <a:buChar char=""/>
              <a:defRPr sz="4000" kern="1200">
                <a:solidFill>
                  <a:schemeClr val="tx1"/>
                </a:solidFill>
                <a:latin typeface="+mn-lt"/>
                <a:ea typeface="MS PGothic"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MS PGothic"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MS PGothic"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MS PGothic"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MS PGothic"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7pPr>
            <a:lvl8pPr marL="4797425"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a:solidFill>
                  <a:schemeClr val="tx1">
                    <a:lumMod val="65000"/>
                    <a:lumOff val="35000"/>
                  </a:schemeClr>
                </a:solidFill>
                <a:latin typeface="+mn-lt"/>
                <a:ea typeface="+mn-ea"/>
                <a:cs typeface="+mn-cs"/>
              </a:defRPr>
            </a:lvl9pPr>
          </a:lstStyle>
          <a:p>
            <a:endParaRPr lang="en-US" altLang="zh-TW" dirty="0"/>
          </a:p>
          <a:p>
            <a:pPr marL="0" indent="0">
              <a:buNone/>
            </a:pPr>
            <a:endParaRPr lang="en-US" altLang="zh-TW" dirty="0"/>
          </a:p>
          <a:p>
            <a:endParaRPr lang="en-US" altLang="zh-TW" dirty="0"/>
          </a:p>
          <a:p>
            <a:r>
              <a:rPr lang="en-US" altLang="zh-TW" dirty="0"/>
              <a:t>Input is </a:t>
            </a:r>
            <a:r>
              <a:rPr lang="en-US" altLang="zh-TW" b="1" dirty="0"/>
              <a:t>a set of vectors</a:t>
            </a:r>
            <a:endParaRPr lang="zh-TW" altLang="en-US" b="1" dirty="0"/>
          </a:p>
        </p:txBody>
      </p:sp>
      <p:sp>
        <p:nvSpPr>
          <p:cNvPr id="6" name="TextBox 5">
            <a:extLst>
              <a:ext uri="{FF2B5EF4-FFF2-40B4-BE49-F238E27FC236}">
                <a16:creationId xmlns:a16="http://schemas.microsoft.com/office/drawing/2014/main" id="{07C7B8FC-91E5-F43E-D9C1-E2A620D7C714}"/>
              </a:ext>
            </a:extLst>
          </p:cNvPr>
          <p:cNvSpPr txBox="1"/>
          <p:nvPr/>
        </p:nvSpPr>
        <p:spPr>
          <a:xfrm>
            <a:off x="4451985" y="8451850"/>
            <a:ext cx="9144000" cy="369332"/>
          </a:xfrm>
          <a:prstGeom prst="rect">
            <a:avLst/>
          </a:prstGeom>
          <a:noFill/>
        </p:spPr>
        <p:txBody>
          <a:bodyPr wrap="square">
            <a:spAutoFit/>
          </a:bodyPr>
          <a:lstStyle/>
          <a:p>
            <a:r>
              <a:rPr lang="en-US" dirty="0"/>
              <a:t>may change length</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animBg="1"/>
      <p:bldP spid="10" grpId="1" animBg="1"/>
      <p:bldP spid="14" grpId="0"/>
      <p:bldP spid="14" grpId="1"/>
      <p:bldP spid="20" grpId="0" animBg="1"/>
      <p:bldP spid="20" grpId="1" animBg="1"/>
      <p:bldP spid="21" grpId="0" animBg="1"/>
      <p:bldP spid="21" grpId="1" animBg="1"/>
      <p:bldP spid="22" grpId="0" animBg="1"/>
      <p:bldP spid="22" grpId="1" animBg="1"/>
      <p:bldP spid="23" grpId="0" animBg="1"/>
      <p:bldP spid="23" grpId="1" animBg="1"/>
      <p:bldP spid="24" grpId="0" animBg="1"/>
      <p:bldP spid="16" grpId="0"/>
      <p:bldP spid="16" grpId="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圓角 3"/>
          <p:cNvSpPr/>
          <p:nvPr/>
        </p:nvSpPr>
        <p:spPr>
          <a:xfrm>
            <a:off x="8912024" y="3150986"/>
            <a:ext cx="2510286"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Model</a:t>
            </a:r>
            <a:endParaRPr lang="zh-TW" altLang="en-US" sz="3600" dirty="0"/>
          </a:p>
        </p:txBody>
      </p:sp>
      <p:cxnSp>
        <p:nvCxnSpPr>
          <p:cNvPr id="6" name="直線單箭頭接點 5"/>
          <p:cNvCxnSpPr/>
          <p:nvPr/>
        </p:nvCxnSpPr>
        <p:spPr>
          <a:xfrm>
            <a:off x="7799216" y="3755673"/>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a:off x="11573271" y="3752438"/>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7" name="群組 26"/>
          <p:cNvGrpSpPr/>
          <p:nvPr/>
        </p:nvGrpSpPr>
        <p:grpSpPr>
          <a:xfrm>
            <a:off x="5093782" y="3168749"/>
            <a:ext cx="2469227" cy="1004415"/>
            <a:chOff x="1298905" y="4800778"/>
            <a:chExt cx="1646151" cy="669610"/>
          </a:xfrm>
        </p:grpSpPr>
        <p:sp>
          <p:nvSpPr>
            <p:cNvPr id="23" name="矩形: 圓角 22"/>
            <p:cNvSpPr/>
            <p:nvPr/>
          </p:nvSpPr>
          <p:spPr>
            <a:xfrm>
              <a:off x="1298905" y="4800778"/>
              <a:ext cx="251330" cy="66960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24" name="矩形: 圓角 23"/>
            <p:cNvSpPr/>
            <p:nvPr/>
          </p:nvSpPr>
          <p:spPr>
            <a:xfrm>
              <a:off x="1795782" y="4800778"/>
              <a:ext cx="251330" cy="6696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25" name="矩形: 圓角 24"/>
            <p:cNvSpPr/>
            <p:nvPr/>
          </p:nvSpPr>
          <p:spPr>
            <a:xfrm>
              <a:off x="2254913" y="4800778"/>
              <a:ext cx="251330" cy="66960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26" name="矩形: 圓角 25"/>
            <p:cNvSpPr/>
            <p:nvPr/>
          </p:nvSpPr>
          <p:spPr>
            <a:xfrm>
              <a:off x="2693726" y="4800779"/>
              <a:ext cx="251330" cy="66960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grpSp>
        <p:nvGrpSpPr>
          <p:cNvPr id="32" name="群組 31"/>
          <p:cNvGrpSpPr/>
          <p:nvPr/>
        </p:nvGrpSpPr>
        <p:grpSpPr>
          <a:xfrm>
            <a:off x="12771327" y="3539603"/>
            <a:ext cx="2305065" cy="450410"/>
            <a:chOff x="6308106" y="2144839"/>
            <a:chExt cx="1536710" cy="300273"/>
          </a:xfrm>
        </p:grpSpPr>
        <p:sp>
          <p:nvSpPr>
            <p:cNvPr id="28" name="橢圓 27"/>
            <p:cNvSpPr/>
            <p:nvPr/>
          </p:nvSpPr>
          <p:spPr>
            <a:xfrm>
              <a:off x="6308106" y="2144839"/>
              <a:ext cx="283779" cy="28377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29" name="橢圓 28"/>
            <p:cNvSpPr/>
            <p:nvPr/>
          </p:nvSpPr>
          <p:spPr>
            <a:xfrm>
              <a:off x="6725750" y="2161333"/>
              <a:ext cx="283779" cy="28377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30" name="橢圓 29"/>
            <p:cNvSpPr/>
            <p:nvPr/>
          </p:nvSpPr>
          <p:spPr>
            <a:xfrm>
              <a:off x="7143394" y="2161332"/>
              <a:ext cx="283779" cy="28377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31" name="橢圓 30"/>
            <p:cNvSpPr/>
            <p:nvPr/>
          </p:nvSpPr>
          <p:spPr>
            <a:xfrm>
              <a:off x="7561037" y="2161332"/>
              <a:ext cx="283779" cy="28377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sp>
        <p:nvSpPr>
          <p:cNvPr id="33" name="右大括弧 32"/>
          <p:cNvSpPr/>
          <p:nvPr/>
        </p:nvSpPr>
        <p:spPr>
          <a:xfrm rot="5400000">
            <a:off x="6170039" y="2867094"/>
            <a:ext cx="425669" cy="2832681"/>
          </a:xfrm>
          <a:prstGeom prst="rightBrace">
            <a:avLst>
              <a:gd name="adj1" fmla="val 48611"/>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34" name="右大括弧 33"/>
          <p:cNvSpPr/>
          <p:nvPr/>
        </p:nvSpPr>
        <p:spPr>
          <a:xfrm rot="5400000">
            <a:off x="13734306" y="2915717"/>
            <a:ext cx="425669" cy="2832681"/>
          </a:xfrm>
          <a:prstGeom prst="rightBrace">
            <a:avLst>
              <a:gd name="adj1" fmla="val 48611"/>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35" name="文字方塊 34"/>
          <p:cNvSpPr txBox="1"/>
          <p:nvPr/>
        </p:nvSpPr>
        <p:spPr>
          <a:xfrm>
            <a:off x="5736542" y="4501132"/>
            <a:ext cx="1292660" cy="737235"/>
          </a:xfrm>
          <a:prstGeom prst="rect">
            <a:avLst/>
          </a:prstGeom>
          <a:noFill/>
        </p:spPr>
        <p:txBody>
          <a:bodyPr wrap="square" rtlCol="0">
            <a:spAutoFit/>
          </a:bodyPr>
          <a:lstStyle/>
          <a:p>
            <a:pPr algn="ctr"/>
            <a:r>
              <a:rPr lang="en-US" altLang="zh-TW" sz="4200" dirty="0"/>
              <a:t>N</a:t>
            </a:r>
            <a:endParaRPr lang="zh-TW" altLang="en-US" sz="4200" dirty="0"/>
          </a:p>
        </p:txBody>
      </p:sp>
      <p:sp>
        <p:nvSpPr>
          <p:cNvPr id="36" name="文字方塊 35"/>
          <p:cNvSpPr txBox="1"/>
          <p:nvPr/>
        </p:nvSpPr>
        <p:spPr>
          <a:xfrm>
            <a:off x="13305744" y="4576248"/>
            <a:ext cx="1292660" cy="737235"/>
          </a:xfrm>
          <a:prstGeom prst="rect">
            <a:avLst/>
          </a:prstGeom>
          <a:noFill/>
        </p:spPr>
        <p:txBody>
          <a:bodyPr wrap="square" rtlCol="0">
            <a:spAutoFit/>
          </a:bodyPr>
          <a:lstStyle/>
          <a:p>
            <a:pPr algn="ctr"/>
            <a:r>
              <a:rPr lang="en-US" altLang="zh-TW" sz="4200" dirty="0"/>
              <a:t>N</a:t>
            </a:r>
            <a:endParaRPr lang="zh-TW" altLang="en-US" sz="4200" dirty="0"/>
          </a:p>
        </p:txBody>
      </p:sp>
      <p:cxnSp>
        <p:nvCxnSpPr>
          <p:cNvPr id="38" name="直線單箭頭接點 37"/>
          <p:cNvCxnSpPr/>
          <p:nvPr/>
        </p:nvCxnSpPr>
        <p:spPr>
          <a:xfrm>
            <a:off x="7907963" y="6601995"/>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a:off x="11682019" y="6598759"/>
            <a:ext cx="9575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0" name="群組 39"/>
          <p:cNvGrpSpPr/>
          <p:nvPr/>
        </p:nvGrpSpPr>
        <p:grpSpPr>
          <a:xfrm>
            <a:off x="5202530" y="6015070"/>
            <a:ext cx="2469227" cy="1004415"/>
            <a:chOff x="1298905" y="4800778"/>
            <a:chExt cx="1646151" cy="669610"/>
          </a:xfrm>
        </p:grpSpPr>
        <p:sp>
          <p:nvSpPr>
            <p:cNvPr id="41" name="矩形: 圓角 40"/>
            <p:cNvSpPr/>
            <p:nvPr/>
          </p:nvSpPr>
          <p:spPr>
            <a:xfrm>
              <a:off x="1298905" y="4800778"/>
              <a:ext cx="251330" cy="66960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42" name="矩形: 圓角 41"/>
            <p:cNvSpPr/>
            <p:nvPr/>
          </p:nvSpPr>
          <p:spPr>
            <a:xfrm>
              <a:off x="1795782" y="4800778"/>
              <a:ext cx="251330" cy="6696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43" name="矩形: 圓角 42"/>
            <p:cNvSpPr/>
            <p:nvPr/>
          </p:nvSpPr>
          <p:spPr>
            <a:xfrm>
              <a:off x="2254913" y="4800778"/>
              <a:ext cx="251330" cy="66960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44" name="矩形: 圓角 43"/>
            <p:cNvSpPr/>
            <p:nvPr/>
          </p:nvSpPr>
          <p:spPr>
            <a:xfrm>
              <a:off x="2693726" y="4800779"/>
              <a:ext cx="251330" cy="66960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sp>
        <p:nvSpPr>
          <p:cNvPr id="46" name="橢圓 45"/>
          <p:cNvSpPr/>
          <p:nvPr/>
        </p:nvSpPr>
        <p:spPr>
          <a:xfrm>
            <a:off x="12880075" y="6385924"/>
            <a:ext cx="425669" cy="42566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73" name="矩形: 圓角 72"/>
          <p:cNvSpPr/>
          <p:nvPr/>
        </p:nvSpPr>
        <p:spPr>
          <a:xfrm>
            <a:off x="8994383" y="6000369"/>
            <a:ext cx="2510286"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Model</a:t>
            </a:r>
            <a:endParaRPr lang="zh-TW" altLang="en-US" sz="3600" dirty="0"/>
          </a:p>
        </p:txBody>
      </p:sp>
      <p:sp>
        <p:nvSpPr>
          <p:cNvPr id="3" name="標題 1"/>
          <p:cNvSpPr>
            <a:spLocks noGrp="1"/>
          </p:cNvSpPr>
          <p:nvPr>
            <p:ph type="title"/>
          </p:nvPr>
        </p:nvSpPr>
        <p:spPr/>
        <p:txBody>
          <a:bodyPr/>
          <a:lstStyle/>
          <a:p>
            <a:r>
              <a:rPr lang="en-US" altLang="zh-TW" dirty="0">
                <a:sym typeface="+mn-ea"/>
              </a:rPr>
              <a:t>What is the output?</a:t>
            </a:r>
            <a:r>
              <a:rPr lang="en-US" altLang="zh-TW" dirty="0"/>
              <a:t> </a:t>
            </a:r>
            <a:endParaRPr lang="zh-TW" altLang="en-US" dirty="0"/>
          </a:p>
        </p:txBody>
      </p:sp>
      <p:sp>
        <p:nvSpPr>
          <p:cNvPr id="5" name="內容版面配置區 2"/>
          <p:cNvSpPr>
            <a:spLocks noGrp="1"/>
          </p:cNvSpPr>
          <p:nvPr>
            <p:ph idx="1"/>
          </p:nvPr>
        </p:nvSpPr>
        <p:spPr>
          <a:xfrm>
            <a:off x="1101725" y="2035175"/>
            <a:ext cx="16084550" cy="765175"/>
          </a:xfrm>
        </p:spPr>
        <p:txBody>
          <a:bodyPr/>
          <a:lstStyle/>
          <a:p>
            <a:r>
              <a:rPr lang="en-US" altLang="zh-TW" dirty="0">
                <a:sym typeface="+mn-ea"/>
              </a:rPr>
              <a:t>Each vector has a label. </a:t>
            </a:r>
            <a:r>
              <a:rPr lang="en-US" altLang="zh-TW" b="1" dirty="0"/>
              <a:t> </a:t>
            </a:r>
            <a:endParaRPr lang="zh-TW" altLang="en-US" b="1" dirty="0"/>
          </a:p>
        </p:txBody>
      </p:sp>
      <p:sp>
        <p:nvSpPr>
          <p:cNvPr id="8" name="內容版面配置區 2"/>
          <p:cNvSpPr>
            <a:spLocks noGrp="1"/>
          </p:cNvSpPr>
          <p:nvPr/>
        </p:nvSpPr>
        <p:spPr>
          <a:xfrm>
            <a:off x="982053" y="2834703"/>
            <a:ext cx="16084550" cy="901848"/>
          </a:xfrm>
          <a:prstGeom prst="rect">
            <a:avLst/>
          </a:prstGeom>
          <a:noFill/>
          <a:ln>
            <a:noFill/>
          </a:ln>
        </p:spPr>
        <p:txBody>
          <a:bodyPr vert="horz" wrap="square" lIns="91440" tIns="45720" rIns="91440" bIns="45720" numCol="1" anchor="t" anchorCtr="0" compatLnSpc="1"/>
          <a:lstStyle>
            <a:lvl1pPr marL="698500" indent="-698500" algn="l" rtl="0" fontAlgn="base">
              <a:spcBef>
                <a:spcPts val="4000"/>
              </a:spcBef>
              <a:spcAft>
                <a:spcPct val="0"/>
              </a:spcAft>
              <a:buClr>
                <a:schemeClr val="accent2"/>
              </a:buClr>
              <a:buSzPct val="100000"/>
              <a:buFont typeface="Wingdings 2" pitchFamily="2" charset="2"/>
              <a:buChar char=""/>
              <a:defRPr sz="4000" kern="1200">
                <a:solidFill>
                  <a:schemeClr val="tx1"/>
                </a:solidFill>
                <a:latin typeface="+mn-lt"/>
                <a:ea typeface="MS PGothic"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MS PGothic"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MS PGothic"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MS PGothic"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MS PGothic"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7pPr>
            <a:lvl8pPr marL="4797425"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a:solidFill>
                  <a:schemeClr val="tx1">
                    <a:lumMod val="65000"/>
                    <a:lumOff val="35000"/>
                  </a:schemeClr>
                </a:solidFill>
                <a:latin typeface="+mn-lt"/>
                <a:ea typeface="+mn-ea"/>
                <a:cs typeface="+mn-cs"/>
              </a:defRPr>
            </a:lvl9pPr>
          </a:lstStyle>
          <a:p>
            <a:endParaRPr lang="en-US" altLang="zh-TW" dirty="0"/>
          </a:p>
          <a:p>
            <a:pPr marL="0" indent="0">
              <a:buNone/>
            </a:pPr>
            <a:endParaRPr lang="en-US" altLang="zh-TW" dirty="0"/>
          </a:p>
          <a:p>
            <a:r>
              <a:rPr lang="en-US" altLang="zh-TW" dirty="0">
                <a:sym typeface="+mn-ea"/>
              </a:rPr>
              <a:t>The whole sequence has a label</a:t>
            </a:r>
            <a:endParaRPr lang="zh-TW" altLang="en-US" b="1" dirty="0"/>
          </a:p>
        </p:txBody>
      </p:sp>
      <p:sp>
        <p:nvSpPr>
          <p:cNvPr id="2" name="文字方塊 54">
            <a:extLst>
              <a:ext uri="{FF2B5EF4-FFF2-40B4-BE49-F238E27FC236}">
                <a16:creationId xmlns:a16="http://schemas.microsoft.com/office/drawing/2014/main" id="{431AA669-7B68-94A0-E20B-0FD9016D750C}"/>
              </a:ext>
            </a:extLst>
          </p:cNvPr>
          <p:cNvSpPr txBox="1"/>
          <p:nvPr/>
        </p:nvSpPr>
        <p:spPr>
          <a:xfrm>
            <a:off x="1148299" y="7771653"/>
            <a:ext cx="9983526" cy="707886"/>
          </a:xfrm>
          <a:prstGeom prst="rect">
            <a:avLst/>
          </a:prstGeom>
          <a:noFill/>
        </p:spPr>
        <p:txBody>
          <a:bodyPr wrap="square">
            <a:spAutoFit/>
          </a:bodyPr>
          <a:lstStyle/>
          <a:p>
            <a:pPr marL="285750" indent="-285750">
              <a:buFont typeface="Arial" panose="020B0604020202020204" pitchFamily="34" charset="0"/>
              <a:buChar char="•"/>
            </a:pPr>
            <a:r>
              <a:rPr lang="en-US" altLang="zh-TW" sz="4000" dirty="0"/>
              <a:t> Model decides the number of labels itself.</a:t>
            </a:r>
          </a:p>
        </p:txBody>
      </p:sp>
      <p:cxnSp>
        <p:nvCxnSpPr>
          <p:cNvPr id="9" name="直線單箭頭接點 55">
            <a:extLst>
              <a:ext uri="{FF2B5EF4-FFF2-40B4-BE49-F238E27FC236}">
                <a16:creationId xmlns:a16="http://schemas.microsoft.com/office/drawing/2014/main" id="{C611B8AA-2766-CE3D-68CD-B0226086403A}"/>
              </a:ext>
            </a:extLst>
          </p:cNvPr>
          <p:cNvCxnSpPr>
            <a:cxnSpLocks/>
          </p:cNvCxnSpPr>
          <p:nvPr/>
        </p:nvCxnSpPr>
        <p:spPr>
          <a:xfrm>
            <a:off x="7190610" y="9090561"/>
            <a:ext cx="63835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57">
            <a:extLst>
              <a:ext uri="{FF2B5EF4-FFF2-40B4-BE49-F238E27FC236}">
                <a16:creationId xmlns:a16="http://schemas.microsoft.com/office/drawing/2014/main" id="{3BF7B6AC-7CC1-0785-8920-85DCBD312448}"/>
              </a:ext>
            </a:extLst>
          </p:cNvPr>
          <p:cNvCxnSpPr>
            <a:cxnSpLocks/>
          </p:cNvCxnSpPr>
          <p:nvPr/>
        </p:nvCxnSpPr>
        <p:spPr>
          <a:xfrm>
            <a:off x="9706647" y="9088404"/>
            <a:ext cx="63835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58">
            <a:extLst>
              <a:ext uri="{FF2B5EF4-FFF2-40B4-BE49-F238E27FC236}">
                <a16:creationId xmlns:a16="http://schemas.microsoft.com/office/drawing/2014/main" id="{6CF50069-8516-F4A3-FAEB-6C07E7974D15}"/>
              </a:ext>
            </a:extLst>
          </p:cNvPr>
          <p:cNvSpPr/>
          <p:nvPr/>
        </p:nvSpPr>
        <p:spPr>
          <a:xfrm>
            <a:off x="5386988" y="8699278"/>
            <a:ext cx="251330" cy="66960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2" name="矩形: 圓角 59">
            <a:extLst>
              <a:ext uri="{FF2B5EF4-FFF2-40B4-BE49-F238E27FC236}">
                <a16:creationId xmlns:a16="http://schemas.microsoft.com/office/drawing/2014/main" id="{B7A51BA6-033C-D5C5-80D0-F4A7744D4DF5}"/>
              </a:ext>
            </a:extLst>
          </p:cNvPr>
          <p:cNvSpPr/>
          <p:nvPr/>
        </p:nvSpPr>
        <p:spPr>
          <a:xfrm>
            <a:off x="5883865" y="8699278"/>
            <a:ext cx="251330" cy="6696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13" name="矩形: 圓角 60">
            <a:extLst>
              <a:ext uri="{FF2B5EF4-FFF2-40B4-BE49-F238E27FC236}">
                <a16:creationId xmlns:a16="http://schemas.microsoft.com/office/drawing/2014/main" id="{B5E3CF98-FA65-481F-D757-8C348ED2C5A0}"/>
              </a:ext>
            </a:extLst>
          </p:cNvPr>
          <p:cNvSpPr/>
          <p:nvPr/>
        </p:nvSpPr>
        <p:spPr>
          <a:xfrm>
            <a:off x="6342996" y="8699278"/>
            <a:ext cx="251330" cy="66960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4" name="矩形: 圓角 63">
            <a:extLst>
              <a:ext uri="{FF2B5EF4-FFF2-40B4-BE49-F238E27FC236}">
                <a16:creationId xmlns:a16="http://schemas.microsoft.com/office/drawing/2014/main" id="{F5468AFD-B691-2658-9C61-3A557DE717DF}"/>
              </a:ext>
            </a:extLst>
          </p:cNvPr>
          <p:cNvSpPr/>
          <p:nvPr/>
        </p:nvSpPr>
        <p:spPr>
          <a:xfrm>
            <a:off x="6781809" y="8699279"/>
            <a:ext cx="251330" cy="66960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 name="橢圓 64">
            <a:extLst>
              <a:ext uri="{FF2B5EF4-FFF2-40B4-BE49-F238E27FC236}">
                <a16:creationId xmlns:a16="http://schemas.microsoft.com/office/drawing/2014/main" id="{98AF9EF5-DC5B-201F-5B75-47663418C789}"/>
              </a:ext>
            </a:extLst>
          </p:cNvPr>
          <p:cNvSpPr/>
          <p:nvPr/>
        </p:nvSpPr>
        <p:spPr>
          <a:xfrm>
            <a:off x="11236959" y="8943768"/>
            <a:ext cx="283779" cy="28377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16" name="橢圓 65">
            <a:extLst>
              <a:ext uri="{FF2B5EF4-FFF2-40B4-BE49-F238E27FC236}">
                <a16:creationId xmlns:a16="http://schemas.microsoft.com/office/drawing/2014/main" id="{D6D5FC69-828B-1008-C8C8-51722B64F3A0}"/>
              </a:ext>
            </a:extLst>
          </p:cNvPr>
          <p:cNvSpPr/>
          <p:nvPr/>
        </p:nvSpPr>
        <p:spPr>
          <a:xfrm>
            <a:off x="10761384" y="8943767"/>
            <a:ext cx="283779" cy="28377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7" name="橢圓 66">
            <a:extLst>
              <a:ext uri="{FF2B5EF4-FFF2-40B4-BE49-F238E27FC236}">
                <a16:creationId xmlns:a16="http://schemas.microsoft.com/office/drawing/2014/main" id="{0FEF8778-8ED8-4D57-A13D-D07754D43FFA}"/>
              </a:ext>
            </a:extLst>
          </p:cNvPr>
          <p:cNvSpPr/>
          <p:nvPr/>
        </p:nvSpPr>
        <p:spPr>
          <a:xfrm>
            <a:off x="11651083" y="8929013"/>
            <a:ext cx="283779" cy="28377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8" name="右大括弧 67">
            <a:extLst>
              <a:ext uri="{FF2B5EF4-FFF2-40B4-BE49-F238E27FC236}">
                <a16:creationId xmlns:a16="http://schemas.microsoft.com/office/drawing/2014/main" id="{FD4BA84F-B279-ECC7-9886-8CDDE12E63FD}"/>
              </a:ext>
            </a:extLst>
          </p:cNvPr>
          <p:cNvSpPr/>
          <p:nvPr/>
        </p:nvSpPr>
        <p:spPr>
          <a:xfrm rot="5400000">
            <a:off x="6104492" y="8498175"/>
            <a:ext cx="283779" cy="1888454"/>
          </a:xfrm>
          <a:prstGeom prst="rightBrace">
            <a:avLst>
              <a:gd name="adj1" fmla="val 48611"/>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9" name="右大括弧 68">
            <a:extLst>
              <a:ext uri="{FF2B5EF4-FFF2-40B4-BE49-F238E27FC236}">
                <a16:creationId xmlns:a16="http://schemas.microsoft.com/office/drawing/2014/main" id="{0F9EF1B5-F23B-05EB-BBAD-5D0643624CE3}"/>
              </a:ext>
            </a:extLst>
          </p:cNvPr>
          <p:cNvSpPr/>
          <p:nvPr/>
        </p:nvSpPr>
        <p:spPr>
          <a:xfrm rot="5400000">
            <a:off x="11272534" y="8605013"/>
            <a:ext cx="232494" cy="1503760"/>
          </a:xfrm>
          <a:prstGeom prst="rightBrace">
            <a:avLst>
              <a:gd name="adj1" fmla="val 48611"/>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0" name="文字方塊 69">
            <a:extLst>
              <a:ext uri="{FF2B5EF4-FFF2-40B4-BE49-F238E27FC236}">
                <a16:creationId xmlns:a16="http://schemas.microsoft.com/office/drawing/2014/main" id="{1DAE8114-37EB-DFC3-C8DA-A1D1D2CAF9F9}"/>
              </a:ext>
            </a:extLst>
          </p:cNvPr>
          <p:cNvSpPr txBox="1"/>
          <p:nvPr/>
        </p:nvSpPr>
        <p:spPr>
          <a:xfrm>
            <a:off x="5815494" y="9587534"/>
            <a:ext cx="861773" cy="523220"/>
          </a:xfrm>
          <a:prstGeom prst="rect">
            <a:avLst/>
          </a:prstGeom>
          <a:noFill/>
        </p:spPr>
        <p:txBody>
          <a:bodyPr wrap="square" rtlCol="0">
            <a:spAutoFit/>
          </a:bodyPr>
          <a:lstStyle/>
          <a:p>
            <a:pPr algn="ctr"/>
            <a:r>
              <a:rPr lang="en-US" altLang="zh-TW" sz="2800" dirty="0"/>
              <a:t>N</a:t>
            </a:r>
            <a:endParaRPr lang="zh-TW" altLang="en-US" sz="2800" dirty="0"/>
          </a:p>
        </p:txBody>
      </p:sp>
      <p:sp>
        <p:nvSpPr>
          <p:cNvPr id="21" name="文字方塊 71">
            <a:extLst>
              <a:ext uri="{FF2B5EF4-FFF2-40B4-BE49-F238E27FC236}">
                <a16:creationId xmlns:a16="http://schemas.microsoft.com/office/drawing/2014/main" id="{D5299C31-6D43-6319-F59E-8C5C32C5716B}"/>
              </a:ext>
            </a:extLst>
          </p:cNvPr>
          <p:cNvSpPr txBox="1"/>
          <p:nvPr/>
        </p:nvSpPr>
        <p:spPr>
          <a:xfrm>
            <a:off x="10994857" y="9560022"/>
            <a:ext cx="861773" cy="523220"/>
          </a:xfrm>
          <a:prstGeom prst="rect">
            <a:avLst/>
          </a:prstGeom>
          <a:noFill/>
        </p:spPr>
        <p:txBody>
          <a:bodyPr wrap="square" rtlCol="0">
            <a:spAutoFit/>
          </a:bodyPr>
          <a:lstStyle/>
          <a:p>
            <a:pPr algn="ctr"/>
            <a:r>
              <a:rPr lang="en-US" altLang="zh-TW" sz="2800" dirty="0"/>
              <a:t>N’</a:t>
            </a:r>
            <a:endParaRPr lang="zh-TW" altLang="en-US" sz="2800" dirty="0"/>
          </a:p>
        </p:txBody>
      </p:sp>
      <p:sp>
        <p:nvSpPr>
          <p:cNvPr id="22" name="矩形: 圓角 74">
            <a:extLst>
              <a:ext uri="{FF2B5EF4-FFF2-40B4-BE49-F238E27FC236}">
                <a16:creationId xmlns:a16="http://schemas.microsoft.com/office/drawing/2014/main" id="{D907E395-89F3-BF83-D3FB-83BD5C4A46D2}"/>
              </a:ext>
            </a:extLst>
          </p:cNvPr>
          <p:cNvSpPr/>
          <p:nvPr/>
        </p:nvSpPr>
        <p:spPr>
          <a:xfrm>
            <a:off x="7907963" y="8707107"/>
            <a:ext cx="1673524" cy="7570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200" dirty="0"/>
              <a:t>Model</a:t>
            </a:r>
            <a:endParaRPr lang="zh-TW" altLang="en-US" sz="3200" dirty="0"/>
          </a:p>
        </p:txBody>
      </p:sp>
      <p:sp>
        <p:nvSpPr>
          <p:cNvPr id="37" name="文字方塊 81">
            <a:extLst>
              <a:ext uri="{FF2B5EF4-FFF2-40B4-BE49-F238E27FC236}">
                <a16:creationId xmlns:a16="http://schemas.microsoft.com/office/drawing/2014/main" id="{E028EEBF-BFF8-6BAB-4980-F81240646693}"/>
              </a:ext>
            </a:extLst>
          </p:cNvPr>
          <p:cNvSpPr txBox="1"/>
          <p:nvPr/>
        </p:nvSpPr>
        <p:spPr>
          <a:xfrm>
            <a:off x="7269738" y="9473140"/>
            <a:ext cx="2921000" cy="461665"/>
          </a:xfrm>
          <a:prstGeom prst="rect">
            <a:avLst/>
          </a:prstGeom>
          <a:noFill/>
        </p:spPr>
        <p:txBody>
          <a:bodyPr wrap="square" rtlCol="0">
            <a:spAutoFit/>
          </a:bodyPr>
          <a:lstStyle/>
          <a:p>
            <a:pPr algn="ctr"/>
            <a:r>
              <a:rPr lang="en-US" altLang="zh-TW" sz="2400" b="1" dirty="0"/>
              <a:t>Translation</a:t>
            </a:r>
            <a:endParaRPr lang="zh-TW" altLang="en-US" sz="2400" b="1" dirty="0"/>
          </a:p>
        </p:txBody>
      </p:sp>
      <p:sp>
        <p:nvSpPr>
          <p:cNvPr id="45" name="文字方塊 92">
            <a:extLst>
              <a:ext uri="{FF2B5EF4-FFF2-40B4-BE49-F238E27FC236}">
                <a16:creationId xmlns:a16="http://schemas.microsoft.com/office/drawing/2014/main" id="{F0515661-6975-874C-FC14-BC9E00D8B942}"/>
              </a:ext>
            </a:extLst>
          </p:cNvPr>
          <p:cNvSpPr txBox="1"/>
          <p:nvPr/>
        </p:nvSpPr>
        <p:spPr>
          <a:xfrm>
            <a:off x="11227278" y="7840940"/>
            <a:ext cx="2170515"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n-US" altLang="zh-TW" sz="2800" dirty="0"/>
              <a:t>seq2seq</a:t>
            </a:r>
            <a:endParaRPr lang="zh-TW"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73" grpId="0" bldLvl="0" animBg="1"/>
      <p:bldP spid="8" grpId="0" uiExpand="1"/>
      <p:bldP spid="8" grpId="1"/>
      <p:bldP spid="2"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1" grpId="0"/>
      <p:bldP spid="22" grpId="0" animBg="1"/>
      <p:bldP spid="37" grpId="0"/>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sym typeface="+mn-ea"/>
              </a:rPr>
              <a:t>Sequence Learning</a:t>
            </a:r>
            <a:endParaRPr lang="zh-TW" altLang="en-US" dirty="0"/>
          </a:p>
        </p:txBody>
      </p:sp>
      <p:sp>
        <p:nvSpPr>
          <p:cNvPr id="5" name="矩形: 圓角 4"/>
          <p:cNvSpPr/>
          <p:nvPr/>
        </p:nvSpPr>
        <p:spPr>
          <a:xfrm>
            <a:off x="2622944" y="7935912"/>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6" name="矩形: 圓角 5"/>
          <p:cNvSpPr/>
          <p:nvPr/>
        </p:nvSpPr>
        <p:spPr>
          <a:xfrm>
            <a:off x="5473832" y="7935912"/>
            <a:ext cx="376995" cy="10044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7" name="矩形: 圓角 6"/>
          <p:cNvSpPr/>
          <p:nvPr/>
        </p:nvSpPr>
        <p:spPr>
          <a:xfrm>
            <a:off x="8324719" y="7935912"/>
            <a:ext cx="376995" cy="10044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8" name="矩形: 圓角 7"/>
          <p:cNvSpPr/>
          <p:nvPr/>
        </p:nvSpPr>
        <p:spPr>
          <a:xfrm>
            <a:off x="11175609" y="7935912"/>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9" name="矩形: 圓角 8"/>
          <p:cNvSpPr/>
          <p:nvPr/>
        </p:nvSpPr>
        <p:spPr>
          <a:xfrm>
            <a:off x="2115143" y="5839454"/>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cxnSp>
        <p:nvCxnSpPr>
          <p:cNvPr id="10" name="直線單箭頭接點 9"/>
          <p:cNvCxnSpPr/>
          <p:nvPr/>
        </p:nvCxnSpPr>
        <p:spPr>
          <a:xfrm flipV="1">
            <a:off x="2812289" y="7057807"/>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V="1">
            <a:off x="5652734" y="7057807"/>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V="1">
            <a:off x="8513219" y="7097565"/>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11362764" y="7097565"/>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圓角 15"/>
          <p:cNvSpPr/>
          <p:nvPr/>
        </p:nvSpPr>
        <p:spPr>
          <a:xfrm>
            <a:off x="4945305" y="5839454"/>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7" name="矩形: 圓角 16"/>
          <p:cNvSpPr/>
          <p:nvPr/>
        </p:nvSpPr>
        <p:spPr>
          <a:xfrm>
            <a:off x="7796193" y="5839452"/>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8" name="矩形: 圓角 17"/>
          <p:cNvSpPr/>
          <p:nvPr/>
        </p:nvSpPr>
        <p:spPr>
          <a:xfrm>
            <a:off x="10665618" y="5839452"/>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cxnSp>
        <p:nvCxnSpPr>
          <p:cNvPr id="19" name="直線單箭頭接點 18"/>
          <p:cNvCxnSpPr/>
          <p:nvPr/>
        </p:nvCxnSpPr>
        <p:spPr>
          <a:xfrm flipV="1">
            <a:off x="2812289" y="4995435"/>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V="1">
            <a:off x="5652734" y="4995435"/>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flipV="1">
            <a:off x="8513219" y="5035193"/>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V="1">
            <a:off x="11362764" y="5035193"/>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橢圓 23"/>
          <p:cNvSpPr/>
          <p:nvPr/>
        </p:nvSpPr>
        <p:spPr>
          <a:xfrm>
            <a:off x="2598606" y="4430354"/>
            <a:ext cx="425669" cy="42566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25" name="橢圓 24"/>
          <p:cNvSpPr/>
          <p:nvPr/>
        </p:nvSpPr>
        <p:spPr>
          <a:xfrm>
            <a:off x="5439898" y="4430354"/>
            <a:ext cx="425669" cy="42566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26" name="橢圓 25"/>
          <p:cNvSpPr/>
          <p:nvPr/>
        </p:nvSpPr>
        <p:spPr>
          <a:xfrm>
            <a:off x="8315802" y="4440725"/>
            <a:ext cx="425669" cy="42566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27" name="橢圓 26"/>
          <p:cNvSpPr/>
          <p:nvPr/>
        </p:nvSpPr>
        <p:spPr>
          <a:xfrm>
            <a:off x="11137217" y="4440723"/>
            <a:ext cx="425669" cy="42566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cxnSp>
        <p:nvCxnSpPr>
          <p:cNvPr id="28" name="直線單箭頭接點 27"/>
          <p:cNvCxnSpPr/>
          <p:nvPr/>
        </p:nvCxnSpPr>
        <p:spPr>
          <a:xfrm flipV="1">
            <a:off x="2999939" y="7097567"/>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flipV="1">
            <a:off x="5764335" y="7077686"/>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V="1">
            <a:off x="8788210" y="7052664"/>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200901" y="7167273"/>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H="1" flipV="1">
            <a:off x="2949785" y="7097565"/>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H="1" flipV="1">
            <a:off x="5843484" y="7114511"/>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H="1" flipV="1">
            <a:off x="8737184" y="7101548"/>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H="1" flipV="1">
            <a:off x="11449752" y="7074753"/>
            <a:ext cx="2473893" cy="698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字方塊 38"/>
          <p:cNvSpPr txBox="1"/>
          <p:nvPr/>
        </p:nvSpPr>
        <p:spPr>
          <a:xfrm>
            <a:off x="2356874" y="8987927"/>
            <a:ext cx="910829" cy="645160"/>
          </a:xfrm>
          <a:prstGeom prst="rect">
            <a:avLst/>
          </a:prstGeom>
          <a:noFill/>
        </p:spPr>
        <p:txBody>
          <a:bodyPr wrap="square" rtlCol="0">
            <a:spAutoFit/>
          </a:bodyPr>
          <a:lstStyle/>
          <a:p>
            <a:pPr algn="ctr"/>
            <a:r>
              <a:rPr lang="en-US" altLang="zh-TW" sz="3600" dirty="0"/>
              <a:t>I</a:t>
            </a:r>
          </a:p>
        </p:txBody>
      </p:sp>
      <p:sp>
        <p:nvSpPr>
          <p:cNvPr id="40" name="文字方塊 39"/>
          <p:cNvSpPr txBox="1"/>
          <p:nvPr/>
        </p:nvSpPr>
        <p:spPr>
          <a:xfrm>
            <a:off x="5122404" y="8987927"/>
            <a:ext cx="1079850" cy="645160"/>
          </a:xfrm>
          <a:prstGeom prst="rect">
            <a:avLst/>
          </a:prstGeom>
          <a:noFill/>
        </p:spPr>
        <p:txBody>
          <a:bodyPr wrap="square" rtlCol="0">
            <a:spAutoFit/>
          </a:bodyPr>
          <a:lstStyle/>
          <a:p>
            <a:pPr algn="ctr"/>
            <a:r>
              <a:rPr lang="en-US" altLang="zh-TW" sz="3600" dirty="0"/>
              <a:t>saw</a:t>
            </a:r>
            <a:endParaRPr lang="zh-TW" altLang="en-US" sz="3600" dirty="0"/>
          </a:p>
        </p:txBody>
      </p:sp>
      <p:sp>
        <p:nvSpPr>
          <p:cNvPr id="41" name="文字方塊 40"/>
          <p:cNvSpPr txBox="1"/>
          <p:nvPr/>
        </p:nvSpPr>
        <p:spPr>
          <a:xfrm>
            <a:off x="7395845" y="9039225"/>
            <a:ext cx="2233930" cy="645160"/>
          </a:xfrm>
          <a:prstGeom prst="rect">
            <a:avLst/>
          </a:prstGeom>
          <a:noFill/>
        </p:spPr>
        <p:txBody>
          <a:bodyPr wrap="square" rtlCol="0">
            <a:spAutoFit/>
          </a:bodyPr>
          <a:lstStyle/>
          <a:p>
            <a:pPr algn="ctr"/>
            <a:r>
              <a:rPr lang="en-US" altLang="zh-TW" sz="3600" dirty="0"/>
              <a:t>a</a:t>
            </a:r>
          </a:p>
        </p:txBody>
      </p:sp>
      <p:sp>
        <p:nvSpPr>
          <p:cNvPr id="42" name="文字方塊 41"/>
          <p:cNvSpPr txBox="1"/>
          <p:nvPr/>
        </p:nvSpPr>
        <p:spPr>
          <a:xfrm>
            <a:off x="10824210" y="9022080"/>
            <a:ext cx="2187575" cy="645160"/>
          </a:xfrm>
          <a:prstGeom prst="rect">
            <a:avLst/>
          </a:prstGeom>
          <a:noFill/>
        </p:spPr>
        <p:txBody>
          <a:bodyPr wrap="square" rtlCol="0">
            <a:spAutoFit/>
          </a:bodyPr>
          <a:lstStyle/>
          <a:p>
            <a:pPr algn="ctr"/>
            <a:r>
              <a:rPr lang="en-US" altLang="zh-TW" sz="3600" dirty="0"/>
              <a:t>saw</a:t>
            </a:r>
          </a:p>
        </p:txBody>
      </p:sp>
      <p:grpSp>
        <p:nvGrpSpPr>
          <p:cNvPr id="45" name="群組 44"/>
          <p:cNvGrpSpPr/>
          <p:nvPr/>
        </p:nvGrpSpPr>
        <p:grpSpPr>
          <a:xfrm>
            <a:off x="13167577" y="4590470"/>
            <a:ext cx="4015585" cy="1198880"/>
            <a:chOff x="6249484" y="1684426"/>
            <a:chExt cx="2677057" cy="799253"/>
          </a:xfrm>
        </p:grpSpPr>
        <p:sp>
          <p:nvSpPr>
            <p:cNvPr id="43" name="矩形: 圓角 42"/>
            <p:cNvSpPr/>
            <p:nvPr/>
          </p:nvSpPr>
          <p:spPr>
            <a:xfrm>
              <a:off x="6249484" y="1719303"/>
              <a:ext cx="929528" cy="7570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44" name="文字方塊 43"/>
            <p:cNvSpPr txBox="1"/>
            <p:nvPr/>
          </p:nvSpPr>
          <p:spPr>
            <a:xfrm>
              <a:off x="7277279" y="1684426"/>
              <a:ext cx="1649262" cy="799253"/>
            </a:xfrm>
            <a:prstGeom prst="rect">
              <a:avLst/>
            </a:prstGeom>
            <a:noFill/>
          </p:spPr>
          <p:txBody>
            <a:bodyPr wrap="square" rtlCol="0">
              <a:spAutoFit/>
            </a:bodyPr>
            <a:lstStyle/>
            <a:p>
              <a:r>
                <a:rPr lang="en-US" altLang="zh-TW" sz="3600" dirty="0"/>
                <a:t>Fully-connected</a:t>
              </a:r>
            </a:p>
          </p:txBody>
        </p:sp>
      </p:grpSp>
      <p:sp>
        <p:nvSpPr>
          <p:cNvPr id="49" name="矩形: 圓角 48"/>
          <p:cNvSpPr/>
          <p:nvPr/>
        </p:nvSpPr>
        <p:spPr>
          <a:xfrm>
            <a:off x="2446680" y="7770312"/>
            <a:ext cx="6431298" cy="132782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4" name="文字方塊 3"/>
          <p:cNvSpPr txBox="1"/>
          <p:nvPr/>
        </p:nvSpPr>
        <p:spPr>
          <a:xfrm>
            <a:off x="427065" y="8045964"/>
            <a:ext cx="2019615" cy="645160"/>
          </a:xfrm>
          <a:prstGeom prst="rect">
            <a:avLst/>
          </a:prstGeom>
          <a:noFill/>
        </p:spPr>
        <p:txBody>
          <a:bodyPr wrap="square" rtlCol="0">
            <a:spAutoFit/>
          </a:bodyPr>
          <a:lstStyle/>
          <a:p>
            <a:pPr algn="r"/>
            <a:r>
              <a:rPr lang="en-US" altLang="zh-TW" sz="3600" dirty="0">
                <a:solidFill>
                  <a:srgbClr val="FF0000"/>
                </a:solidFill>
              </a:rPr>
              <a:t>window</a:t>
            </a:r>
            <a:endParaRPr lang="zh-TW" altLang="en-US" sz="3600" dirty="0">
              <a:solidFill>
                <a:srgbClr val="FF0000"/>
              </a:solidFill>
            </a:endParaRPr>
          </a:p>
        </p:txBody>
      </p:sp>
      <p:sp>
        <p:nvSpPr>
          <p:cNvPr id="29" name="Text Box 28"/>
          <p:cNvSpPr txBox="1"/>
          <p:nvPr/>
        </p:nvSpPr>
        <p:spPr>
          <a:xfrm>
            <a:off x="3267703" y="2735982"/>
            <a:ext cx="11166475" cy="521970"/>
          </a:xfrm>
          <a:prstGeom prst="rect">
            <a:avLst/>
          </a:prstGeom>
          <a:noFill/>
        </p:spPr>
        <p:txBody>
          <a:bodyPr wrap="none" rtlCol="0" anchor="t">
            <a:spAutoFit/>
          </a:bodyPr>
          <a:lstStyle/>
          <a:p>
            <a:pPr algn="l"/>
            <a:r>
              <a:rPr lang="en-US" altLang="en-US" sz="2800" dirty="0">
                <a:solidFill>
                  <a:schemeClr val="accent1"/>
                </a:solidFill>
                <a:latin typeface="+mj-lt"/>
                <a:cs typeface="+mj-cs"/>
                <a:sym typeface="+mn-ea"/>
              </a:rPr>
              <a:t> FC can consider the neighbor, but how to consider the whole inputs? </a:t>
            </a:r>
          </a:p>
        </p:txBody>
      </p:sp>
      <p:sp>
        <p:nvSpPr>
          <p:cNvPr id="11" name="文字方塊 45"/>
          <p:cNvSpPr txBox="1"/>
          <p:nvPr/>
        </p:nvSpPr>
        <p:spPr>
          <a:xfrm>
            <a:off x="5206050" y="3239055"/>
            <a:ext cx="9862185" cy="521970"/>
          </a:xfrm>
          <a:prstGeom prst="rect">
            <a:avLst/>
          </a:prstGeom>
          <a:noFill/>
        </p:spPr>
        <p:txBody>
          <a:bodyPr wrap="square" rtlCol="0">
            <a:spAutoFit/>
          </a:bodyPr>
          <a:lstStyle/>
          <a:p>
            <a:r>
              <a:rPr lang="en-US" altLang="zh-TW" sz="2800" dirty="0"/>
              <a:t>a window cover the whole sequence?</a:t>
            </a:r>
          </a:p>
        </p:txBody>
      </p:sp>
      <p:sp>
        <p:nvSpPr>
          <p:cNvPr id="12" name="文字方塊 45">
            <a:extLst>
              <a:ext uri="{FF2B5EF4-FFF2-40B4-BE49-F238E27FC236}">
                <a16:creationId xmlns:a16="http://schemas.microsoft.com/office/drawing/2014/main" id="{E9F0A4E5-833D-16A8-EDBC-BC2F36608D55}"/>
              </a:ext>
            </a:extLst>
          </p:cNvPr>
          <p:cNvSpPr txBox="1"/>
          <p:nvPr/>
        </p:nvSpPr>
        <p:spPr>
          <a:xfrm>
            <a:off x="5206050" y="2161349"/>
            <a:ext cx="9862185" cy="521970"/>
          </a:xfrm>
          <a:prstGeom prst="rect">
            <a:avLst/>
          </a:prstGeom>
          <a:noFill/>
        </p:spPr>
        <p:txBody>
          <a:bodyPr wrap="square" rtlCol="0">
            <a:spAutoFit/>
          </a:bodyPr>
          <a:lstStyle/>
          <a:p>
            <a:r>
              <a:rPr lang="en-US" altLang="zh-TW" sz="2800" dirty="0"/>
              <a:t>Is it possible to consider the context?</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6" grpId="0" bldLvl="0" animBg="1"/>
      <p:bldP spid="17" grpId="0" bldLvl="0" animBg="1"/>
      <p:bldP spid="18" grpId="0" bldLvl="0" animBg="1"/>
      <p:bldP spid="24" grpId="0" bldLvl="0" animBg="1"/>
      <p:bldP spid="25" grpId="0" bldLvl="0" animBg="1"/>
      <p:bldP spid="26" grpId="0" bldLvl="0" animBg="1"/>
      <p:bldP spid="27" grpId="0" bldLvl="0" animBg="1"/>
      <p:bldP spid="39" grpId="0"/>
      <p:bldP spid="40" grpId="0"/>
      <p:bldP spid="41" grpId="0"/>
      <p:bldP spid="42" grpId="0"/>
      <p:bldP spid="49" grpId="0" bldLvl="0" animBg="1"/>
      <p:bldP spid="4"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Self-attention</a:t>
            </a:r>
          </a:p>
        </p:txBody>
      </p:sp>
      <p:sp>
        <p:nvSpPr>
          <p:cNvPr id="8" name="矩形: 圓角 7"/>
          <p:cNvSpPr/>
          <p:nvPr/>
        </p:nvSpPr>
        <p:spPr>
          <a:xfrm>
            <a:off x="2543000" y="4005090"/>
            <a:ext cx="929528" cy="7570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FC</a:t>
            </a:r>
            <a:endParaRPr lang="zh-TW" altLang="en-US" sz="2400" dirty="0"/>
          </a:p>
        </p:txBody>
      </p:sp>
      <p:sp>
        <p:nvSpPr>
          <p:cNvPr id="13" name="矩形: 圓角 12"/>
          <p:cNvSpPr/>
          <p:nvPr/>
        </p:nvSpPr>
        <p:spPr>
          <a:xfrm>
            <a:off x="4429775" y="4005090"/>
            <a:ext cx="929528" cy="7570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FC</a:t>
            </a:r>
            <a:endParaRPr lang="zh-TW" altLang="en-US" sz="2400" dirty="0"/>
          </a:p>
        </p:txBody>
      </p:sp>
      <p:sp>
        <p:nvSpPr>
          <p:cNvPr id="14" name="矩形: 圓角 13"/>
          <p:cNvSpPr/>
          <p:nvPr/>
        </p:nvSpPr>
        <p:spPr>
          <a:xfrm>
            <a:off x="6330367" y="4005089"/>
            <a:ext cx="929528" cy="7570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FC</a:t>
            </a:r>
            <a:endParaRPr lang="zh-TW" altLang="en-US" sz="2400" dirty="0"/>
          </a:p>
        </p:txBody>
      </p:sp>
      <p:sp>
        <p:nvSpPr>
          <p:cNvPr id="15" name="矩形: 圓角 14"/>
          <p:cNvSpPr/>
          <p:nvPr/>
        </p:nvSpPr>
        <p:spPr>
          <a:xfrm>
            <a:off x="8243317" y="4005089"/>
            <a:ext cx="929528" cy="75709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FC</a:t>
            </a:r>
            <a:endParaRPr lang="zh-TW" altLang="en-US" sz="2400" dirty="0"/>
          </a:p>
        </p:txBody>
      </p:sp>
      <p:cxnSp>
        <p:nvCxnSpPr>
          <p:cNvPr id="16" name="直線單箭頭接點 15"/>
          <p:cNvCxnSpPr/>
          <p:nvPr/>
        </p:nvCxnSpPr>
        <p:spPr>
          <a:xfrm flipV="1">
            <a:off x="3007764" y="3442411"/>
            <a:ext cx="0" cy="492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4901394" y="3442411"/>
            <a:ext cx="0" cy="492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6808384" y="3468916"/>
            <a:ext cx="0" cy="492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8708081" y="3468916"/>
            <a:ext cx="0" cy="492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橢圓 19"/>
          <p:cNvSpPr/>
          <p:nvPr/>
        </p:nvSpPr>
        <p:spPr>
          <a:xfrm>
            <a:off x="2865309" y="3065690"/>
            <a:ext cx="283779" cy="28377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橢圓 20"/>
          <p:cNvSpPr/>
          <p:nvPr/>
        </p:nvSpPr>
        <p:spPr>
          <a:xfrm>
            <a:off x="4759504" y="3065690"/>
            <a:ext cx="283779" cy="28377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22" name="橢圓 21"/>
          <p:cNvSpPr/>
          <p:nvPr/>
        </p:nvSpPr>
        <p:spPr>
          <a:xfrm>
            <a:off x="6676773" y="3072604"/>
            <a:ext cx="283779" cy="28377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3" name="橢圓 22"/>
          <p:cNvSpPr/>
          <p:nvPr/>
        </p:nvSpPr>
        <p:spPr>
          <a:xfrm>
            <a:off x="8542476" y="3072603"/>
            <a:ext cx="283779" cy="28377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39" name="矩形: 圓角 38"/>
          <p:cNvSpPr/>
          <p:nvPr/>
        </p:nvSpPr>
        <p:spPr>
          <a:xfrm>
            <a:off x="2537237" y="6227069"/>
            <a:ext cx="6629845" cy="75709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Self-attention</a:t>
            </a:r>
            <a:endParaRPr lang="zh-TW" altLang="en-US" sz="2400" dirty="0"/>
          </a:p>
        </p:txBody>
      </p:sp>
      <p:cxnSp>
        <p:nvCxnSpPr>
          <p:cNvPr id="40" name="直線單箭頭接點 39"/>
          <p:cNvCxnSpPr/>
          <p:nvPr/>
        </p:nvCxnSpPr>
        <p:spPr>
          <a:xfrm flipH="1" flipV="1">
            <a:off x="3001435" y="6994515"/>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flipH="1" flipV="1">
            <a:off x="4902028" y="6990350"/>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H="1" flipV="1">
            <a:off x="6795131" y="698416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flipH="1" flipV="1">
            <a:off x="8702318" y="7004864"/>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圓角 47"/>
          <p:cNvSpPr/>
          <p:nvPr/>
        </p:nvSpPr>
        <p:spPr>
          <a:xfrm>
            <a:off x="2882643" y="5161028"/>
            <a:ext cx="251330" cy="669609"/>
          </a:xfrm>
          <a:prstGeom prst="roundRect">
            <a:avLst/>
          </a:prstGeom>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49" name="矩形: 圓角 48"/>
          <p:cNvSpPr/>
          <p:nvPr/>
        </p:nvSpPr>
        <p:spPr>
          <a:xfrm>
            <a:off x="4782620" y="5161028"/>
            <a:ext cx="251330" cy="669609"/>
          </a:xfrm>
          <a:prstGeom prst="roundRect">
            <a:avLst/>
          </a:prstGeom>
          <a:ln w="28575">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50" name="矩形: 圓角 49"/>
          <p:cNvSpPr/>
          <p:nvPr/>
        </p:nvSpPr>
        <p:spPr>
          <a:xfrm>
            <a:off x="6683212" y="5161028"/>
            <a:ext cx="251330" cy="669609"/>
          </a:xfrm>
          <a:prstGeom prst="roundRect">
            <a:avLst/>
          </a:prstGeom>
          <a:ln w="28575">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51" name="矩形: 圓角 50"/>
          <p:cNvSpPr/>
          <p:nvPr/>
        </p:nvSpPr>
        <p:spPr>
          <a:xfrm>
            <a:off x="8583805" y="5161028"/>
            <a:ext cx="251330" cy="669609"/>
          </a:xfrm>
          <a:prstGeom prst="roundRect">
            <a:avLst/>
          </a:prstGeom>
          <a:ln w="28575">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82" name="矩形: 圓角 81"/>
          <p:cNvSpPr/>
          <p:nvPr/>
        </p:nvSpPr>
        <p:spPr>
          <a:xfrm>
            <a:off x="2875119" y="7406428"/>
            <a:ext cx="251330" cy="66960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3" name="矩形: 圓角 82"/>
          <p:cNvSpPr/>
          <p:nvPr/>
        </p:nvSpPr>
        <p:spPr>
          <a:xfrm>
            <a:off x="4775711" y="7406428"/>
            <a:ext cx="251330" cy="6696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84" name="矩形: 圓角 83"/>
          <p:cNvSpPr/>
          <p:nvPr/>
        </p:nvSpPr>
        <p:spPr>
          <a:xfrm>
            <a:off x="6676303" y="7406428"/>
            <a:ext cx="251330" cy="66960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5" name="矩形: 圓角 84"/>
          <p:cNvSpPr/>
          <p:nvPr/>
        </p:nvSpPr>
        <p:spPr>
          <a:xfrm>
            <a:off x="8576896" y="7406428"/>
            <a:ext cx="251330" cy="66960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cxnSp>
        <p:nvCxnSpPr>
          <p:cNvPr id="86" name="直線單箭頭接點 85"/>
          <p:cNvCxnSpPr/>
          <p:nvPr/>
        </p:nvCxnSpPr>
        <p:spPr>
          <a:xfrm flipH="1" flipV="1">
            <a:off x="3001435" y="584098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p:nvPr/>
        </p:nvCxnSpPr>
        <p:spPr>
          <a:xfrm flipH="1" flipV="1">
            <a:off x="4902028" y="5836821"/>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p:cNvCxnSpPr/>
          <p:nvPr/>
        </p:nvCxnSpPr>
        <p:spPr>
          <a:xfrm flipH="1" flipV="1">
            <a:off x="6795131" y="5830637"/>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H="1" flipV="1">
            <a:off x="8702318" y="5851335"/>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H="1" flipV="1">
            <a:off x="3001988" y="4781791"/>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flipH="1" flipV="1">
            <a:off x="4902581" y="477762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flipH="1" flipV="1">
            <a:off x="6795684" y="4771442"/>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flipH="1" flipV="1">
            <a:off x="8702871" y="4792140"/>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文字方塊 93"/>
          <p:cNvSpPr txBox="1"/>
          <p:nvPr/>
        </p:nvSpPr>
        <p:spPr>
          <a:xfrm>
            <a:off x="288925" y="5111750"/>
            <a:ext cx="2537460" cy="460375"/>
          </a:xfrm>
          <a:prstGeom prst="rect">
            <a:avLst/>
          </a:prstGeom>
          <a:noFill/>
        </p:spPr>
        <p:txBody>
          <a:bodyPr wrap="square" rtlCol="0">
            <a:spAutoFit/>
          </a:bodyPr>
          <a:lstStyle/>
          <a:p>
            <a:pPr algn="r"/>
            <a:r>
              <a:rPr lang="en-US" altLang="zh-TW" sz="2400" dirty="0"/>
              <a:t>with context</a:t>
            </a:r>
            <a:endParaRPr lang="zh-TW" altLang="en-US" sz="2400" dirty="0"/>
          </a:p>
        </p:txBody>
      </p:sp>
      <p:sp>
        <p:nvSpPr>
          <p:cNvPr id="5" name="Text Box 4"/>
          <p:cNvSpPr txBox="1"/>
          <p:nvPr/>
        </p:nvSpPr>
        <p:spPr>
          <a:xfrm>
            <a:off x="12981940" y="8474710"/>
            <a:ext cx="3429635" cy="368300"/>
          </a:xfrm>
          <a:prstGeom prst="rect">
            <a:avLst/>
          </a:prstGeom>
          <a:noFill/>
        </p:spPr>
        <p:txBody>
          <a:bodyPr wrap="none" rtlCol="0" anchor="t">
            <a:spAutoFit/>
          </a:bodyPr>
          <a:lstStyle/>
          <a:p>
            <a:pPr algn="ctr"/>
            <a:r>
              <a:rPr lang="zh-TW" altLang="en-US" dirty="0">
                <a:sym typeface="+mn-ea"/>
              </a:rPr>
              <a:t>https://arxiv.org/abs/1706.03762</a:t>
            </a:r>
            <a:endParaRPr lang="en-US"/>
          </a:p>
        </p:txBody>
      </p:sp>
      <p:pic>
        <p:nvPicPr>
          <p:cNvPr id="6" name="Content Placeholder 5"/>
          <p:cNvPicPr>
            <a:picLocks noGrp="1" noChangeAspect="1"/>
          </p:cNvPicPr>
          <p:nvPr>
            <p:ph idx="1"/>
          </p:nvPr>
        </p:nvPicPr>
        <p:blipFill>
          <a:blip r:embed="rId2"/>
          <a:stretch>
            <a:fillRect/>
          </a:stretch>
        </p:blipFill>
        <p:spPr>
          <a:xfrm>
            <a:off x="12077065" y="2813050"/>
            <a:ext cx="5238750" cy="5661660"/>
          </a:xfrm>
          <a:prstGeom prst="rect">
            <a:avLst/>
          </a:prstGeom>
        </p:spPr>
      </p:pic>
      <p:sp>
        <p:nvSpPr>
          <p:cNvPr id="7" name="Left Arrow 6"/>
          <p:cNvSpPr/>
          <p:nvPr/>
        </p:nvSpPr>
        <p:spPr>
          <a:xfrm>
            <a:off x="9858375" y="5175250"/>
            <a:ext cx="1694815" cy="337820"/>
          </a:xfrm>
          <a:prstGeom prst="leftArrow">
            <a:avLst/>
          </a:prstGeom>
          <a:blipFill>
            <a:blip r:embed="rId3"/>
            <a:tile tx="0" ty="0" sx="100000" sy="100000" flip="none" algn="tl"/>
          </a:blip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 Box 28"/>
          <p:cNvSpPr txBox="1"/>
          <p:nvPr/>
        </p:nvSpPr>
        <p:spPr>
          <a:xfrm>
            <a:off x="12505055" y="2291080"/>
            <a:ext cx="4382770" cy="521970"/>
          </a:xfrm>
          <a:prstGeom prst="rect">
            <a:avLst/>
          </a:prstGeom>
          <a:noFill/>
        </p:spPr>
        <p:txBody>
          <a:bodyPr wrap="none" rtlCol="0" anchor="t">
            <a:spAutoFit/>
          </a:bodyPr>
          <a:lstStyle/>
          <a:p>
            <a:pPr algn="l"/>
            <a:r>
              <a:rPr lang="en-US" altLang="en-US" sz="2800" b="1">
                <a:solidFill>
                  <a:schemeClr val="accent1"/>
                </a:solidFill>
                <a:latin typeface="+mj-lt"/>
                <a:cs typeface="+mj-cs"/>
                <a:sym typeface="+mn-ea"/>
              </a:rPr>
              <a:t>Attention is All You Need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3" grpId="0" bldLvl="0" animBg="1"/>
      <p:bldP spid="14" grpId="0" bldLvl="0" animBg="1"/>
      <p:bldP spid="15" grpId="0" bldLvl="0" animBg="1"/>
      <p:bldP spid="20" grpId="0" animBg="1"/>
      <p:bldP spid="20" grpId="1" animBg="1"/>
      <p:bldP spid="21" grpId="0" animBg="1"/>
      <p:bldP spid="21" grpId="1" animBg="1"/>
      <p:bldP spid="22" grpId="0" animBg="1"/>
      <p:bldP spid="22" grpId="1" animBg="1"/>
      <p:bldP spid="23" grpId="0" animBg="1"/>
      <p:bldP spid="23" grpId="1" animBg="1"/>
      <p:bldP spid="39" grpId="0" bldLvl="0" animBg="1"/>
      <p:bldP spid="48" grpId="0" bldLvl="0" animBg="1"/>
      <p:bldP spid="49" grpId="0" bldLvl="0" animBg="1"/>
      <p:bldP spid="50" grpId="0" bldLvl="0" animBg="1"/>
      <p:bldP spid="51" grpId="0" bldLvl="0" animBg="1"/>
      <p:bldP spid="82" grpId="0" animBg="1"/>
      <p:bldP spid="82" grpId="1" animBg="1"/>
      <p:bldP spid="83" grpId="0" animBg="1"/>
      <p:bldP spid="83" grpId="1" animBg="1"/>
      <p:bldP spid="84" grpId="0" animBg="1"/>
      <p:bldP spid="84" grpId="1" animBg="1"/>
      <p:bldP spid="85" grpId="0" animBg="1"/>
      <p:bldP spid="85" grpId="1" animBg="1"/>
      <p:bldP spid="94" grpId="0"/>
      <p:bldP spid="7" grpId="0" animBg="1"/>
      <p:bldP spid="7"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A344A933-0398-4C50-B415-DCBFF3F4E898}"/>
              </a:ext>
            </a:extLst>
          </p:cNvPr>
          <p:cNvSpPr/>
          <p:nvPr/>
        </p:nvSpPr>
        <p:spPr>
          <a:xfrm>
            <a:off x="4191494" y="4771627"/>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3" name="矩形: 圓角 12">
            <a:extLst>
              <a:ext uri="{FF2B5EF4-FFF2-40B4-BE49-F238E27FC236}">
                <a16:creationId xmlns:a16="http://schemas.microsoft.com/office/drawing/2014/main" id="{E887B525-DC95-4996-8249-41F2367DF0ED}"/>
              </a:ext>
            </a:extLst>
          </p:cNvPr>
          <p:cNvSpPr/>
          <p:nvPr/>
        </p:nvSpPr>
        <p:spPr>
          <a:xfrm>
            <a:off x="7021656" y="4771627"/>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4" name="矩形: 圓角 13">
            <a:extLst>
              <a:ext uri="{FF2B5EF4-FFF2-40B4-BE49-F238E27FC236}">
                <a16:creationId xmlns:a16="http://schemas.microsoft.com/office/drawing/2014/main" id="{F97309D0-C95A-4DEB-9C2B-CD1715C088BE}"/>
              </a:ext>
            </a:extLst>
          </p:cNvPr>
          <p:cNvSpPr/>
          <p:nvPr/>
        </p:nvSpPr>
        <p:spPr>
          <a:xfrm>
            <a:off x="9872544" y="4771625"/>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5" name="矩形: 圓角 14">
            <a:extLst>
              <a:ext uri="{FF2B5EF4-FFF2-40B4-BE49-F238E27FC236}">
                <a16:creationId xmlns:a16="http://schemas.microsoft.com/office/drawing/2014/main" id="{5DD846DB-7213-44CE-87EA-B5BB868293E4}"/>
              </a:ext>
            </a:extLst>
          </p:cNvPr>
          <p:cNvSpPr/>
          <p:nvPr/>
        </p:nvSpPr>
        <p:spPr>
          <a:xfrm>
            <a:off x="12741969" y="4771625"/>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39" name="矩形: 圓角 38">
            <a:extLst>
              <a:ext uri="{FF2B5EF4-FFF2-40B4-BE49-F238E27FC236}">
                <a16:creationId xmlns:a16="http://schemas.microsoft.com/office/drawing/2014/main" id="{2832B640-3935-4125-A22F-F2843B10EBF2}"/>
              </a:ext>
            </a:extLst>
          </p:cNvPr>
          <p:cNvSpPr/>
          <p:nvPr/>
        </p:nvSpPr>
        <p:spPr>
          <a:xfrm>
            <a:off x="4171616" y="6536444"/>
            <a:ext cx="9944768" cy="1135646"/>
          </a:xfrm>
          <a:prstGeom prst="roundRect">
            <a:avLst/>
          </a:prstGeom>
          <a:blipFill>
            <a:blip r:embed="rId3"/>
            <a:tile tx="0" ty="0" sx="100000" sy="100000" flip="none" algn="tl"/>
          </a:blipFill>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3600" dirty="0"/>
              <a:t>Self-attention</a:t>
            </a:r>
            <a:endParaRPr lang="zh-TW" altLang="en-US" sz="3600" dirty="0"/>
          </a:p>
        </p:txBody>
      </p:sp>
      <p:cxnSp>
        <p:nvCxnSpPr>
          <p:cNvPr id="40" name="直線單箭頭接點 39">
            <a:extLst>
              <a:ext uri="{FF2B5EF4-FFF2-40B4-BE49-F238E27FC236}">
                <a16:creationId xmlns:a16="http://schemas.microsoft.com/office/drawing/2014/main" id="{82B76B92-78A9-4A77-AFCA-F6BBA03412BE}"/>
              </a:ext>
            </a:extLst>
          </p:cNvPr>
          <p:cNvCxnSpPr>
            <a:cxnSpLocks/>
          </p:cNvCxnSpPr>
          <p:nvPr/>
        </p:nvCxnSpPr>
        <p:spPr>
          <a:xfrm flipH="1" flipV="1">
            <a:off x="4867913" y="7687613"/>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461FAD89-941D-4EAE-9C61-7210AD0DF888}"/>
              </a:ext>
            </a:extLst>
          </p:cNvPr>
          <p:cNvCxnSpPr>
            <a:cxnSpLocks/>
          </p:cNvCxnSpPr>
          <p:nvPr/>
        </p:nvCxnSpPr>
        <p:spPr>
          <a:xfrm flipH="1" flipV="1">
            <a:off x="7718802" y="768136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31D62354-08B3-459E-AC0E-AFD736CF2A40}"/>
              </a:ext>
            </a:extLst>
          </p:cNvPr>
          <p:cNvCxnSpPr>
            <a:cxnSpLocks/>
          </p:cNvCxnSpPr>
          <p:nvPr/>
        </p:nvCxnSpPr>
        <p:spPr>
          <a:xfrm flipH="1" flipV="1">
            <a:off x="10558457" y="7672090"/>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7015A657-C578-44CD-9664-C506BBF799B8}"/>
              </a:ext>
            </a:extLst>
          </p:cNvPr>
          <p:cNvCxnSpPr>
            <a:cxnSpLocks/>
          </p:cNvCxnSpPr>
          <p:nvPr/>
        </p:nvCxnSpPr>
        <p:spPr>
          <a:xfrm flipH="1" flipV="1">
            <a:off x="13419237" y="770313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圓角 81">
            <a:extLst>
              <a:ext uri="{FF2B5EF4-FFF2-40B4-BE49-F238E27FC236}">
                <a16:creationId xmlns:a16="http://schemas.microsoft.com/office/drawing/2014/main" id="{DAB20ADC-4B01-47C0-AA47-F69267A6847F}"/>
              </a:ext>
            </a:extLst>
          </p:cNvPr>
          <p:cNvSpPr/>
          <p:nvPr/>
        </p:nvSpPr>
        <p:spPr>
          <a:xfrm>
            <a:off x="4701299" y="8305483"/>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3" name="矩形: 圓角 82">
            <a:extLst>
              <a:ext uri="{FF2B5EF4-FFF2-40B4-BE49-F238E27FC236}">
                <a16:creationId xmlns:a16="http://schemas.microsoft.com/office/drawing/2014/main" id="{795E40B0-AAED-4CEE-B47C-6F4523E0EE7F}"/>
              </a:ext>
            </a:extLst>
          </p:cNvPr>
          <p:cNvSpPr/>
          <p:nvPr/>
        </p:nvSpPr>
        <p:spPr>
          <a:xfrm>
            <a:off x="7552187" y="8305483"/>
            <a:ext cx="376995" cy="10044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84" name="矩形: 圓角 83">
            <a:extLst>
              <a:ext uri="{FF2B5EF4-FFF2-40B4-BE49-F238E27FC236}">
                <a16:creationId xmlns:a16="http://schemas.microsoft.com/office/drawing/2014/main" id="{C010A3C1-6924-439A-834D-B68B6E3E9195}"/>
              </a:ext>
            </a:extLst>
          </p:cNvPr>
          <p:cNvSpPr/>
          <p:nvPr/>
        </p:nvSpPr>
        <p:spPr>
          <a:xfrm>
            <a:off x="10403075" y="8305483"/>
            <a:ext cx="376995" cy="10044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5" name="矩形: 圓角 84">
            <a:extLst>
              <a:ext uri="{FF2B5EF4-FFF2-40B4-BE49-F238E27FC236}">
                <a16:creationId xmlns:a16="http://schemas.microsoft.com/office/drawing/2014/main" id="{B13FD4EC-E0DA-4993-B8E5-F35AE8ECFF2D}"/>
              </a:ext>
            </a:extLst>
          </p:cNvPr>
          <p:cNvSpPr/>
          <p:nvPr/>
        </p:nvSpPr>
        <p:spPr>
          <a:xfrm>
            <a:off x="13253964" y="8305483"/>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cxnSp>
        <p:nvCxnSpPr>
          <p:cNvPr id="86" name="直線單箭頭接點 85">
            <a:extLst>
              <a:ext uri="{FF2B5EF4-FFF2-40B4-BE49-F238E27FC236}">
                <a16:creationId xmlns:a16="http://schemas.microsoft.com/office/drawing/2014/main" id="{91FD6098-305E-469F-8E2F-F05691D051BB}"/>
              </a:ext>
            </a:extLst>
          </p:cNvPr>
          <p:cNvCxnSpPr>
            <a:cxnSpLocks/>
          </p:cNvCxnSpPr>
          <p:nvPr/>
        </p:nvCxnSpPr>
        <p:spPr>
          <a:xfrm flipH="1" flipV="1">
            <a:off x="4867913" y="5957320"/>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2841A0AD-21C5-4ECF-A473-5750324636C8}"/>
              </a:ext>
            </a:extLst>
          </p:cNvPr>
          <p:cNvCxnSpPr>
            <a:cxnSpLocks/>
          </p:cNvCxnSpPr>
          <p:nvPr/>
        </p:nvCxnSpPr>
        <p:spPr>
          <a:xfrm flipH="1" flipV="1">
            <a:off x="7718802" y="5951072"/>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25908A39-2F2B-492E-845C-1032DEADF1EB}"/>
              </a:ext>
            </a:extLst>
          </p:cNvPr>
          <p:cNvCxnSpPr>
            <a:cxnSpLocks/>
          </p:cNvCxnSpPr>
          <p:nvPr/>
        </p:nvCxnSpPr>
        <p:spPr>
          <a:xfrm flipH="1" flipV="1">
            <a:off x="10558457" y="594179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a:extLst>
              <a:ext uri="{FF2B5EF4-FFF2-40B4-BE49-F238E27FC236}">
                <a16:creationId xmlns:a16="http://schemas.microsoft.com/office/drawing/2014/main" id="{1D9EC5C4-9E1E-459B-A8C0-333E88193385}"/>
              </a:ext>
            </a:extLst>
          </p:cNvPr>
          <p:cNvCxnSpPr>
            <a:cxnSpLocks/>
          </p:cNvCxnSpPr>
          <p:nvPr/>
        </p:nvCxnSpPr>
        <p:spPr>
          <a:xfrm flipH="1" flipV="1">
            <a:off x="13419237" y="5972843"/>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矩形: 圓角 71">
            <a:extLst>
              <a:ext uri="{FF2B5EF4-FFF2-40B4-BE49-F238E27FC236}">
                <a16:creationId xmlns:a16="http://schemas.microsoft.com/office/drawing/2014/main" id="{2FD5E9C7-CFE0-40E7-BEDC-9A21180986FB}"/>
              </a:ext>
            </a:extLst>
          </p:cNvPr>
          <p:cNvSpPr/>
          <p:nvPr/>
        </p:nvSpPr>
        <p:spPr>
          <a:xfrm>
            <a:off x="4191494" y="3004697"/>
            <a:ext cx="9944768" cy="1135646"/>
          </a:xfrm>
          <a:prstGeom prst="roundRect">
            <a:avLst/>
          </a:prstGeom>
          <a:blipFill>
            <a:blip r:embed="rId4"/>
            <a:tile tx="0" ty="0" sx="100000" sy="100000" flip="none" algn="tl"/>
          </a:blipFill>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3600" dirty="0"/>
              <a:t>Self-attention</a:t>
            </a:r>
            <a:endParaRPr lang="zh-TW" altLang="en-US" sz="3600" dirty="0"/>
          </a:p>
        </p:txBody>
      </p:sp>
      <p:cxnSp>
        <p:nvCxnSpPr>
          <p:cNvPr id="73" name="直線單箭頭接點 72">
            <a:extLst>
              <a:ext uri="{FF2B5EF4-FFF2-40B4-BE49-F238E27FC236}">
                <a16:creationId xmlns:a16="http://schemas.microsoft.com/office/drawing/2014/main" id="{B6EB8278-19B0-4B0D-AB14-818DF48F85E3}"/>
              </a:ext>
            </a:extLst>
          </p:cNvPr>
          <p:cNvCxnSpPr>
            <a:cxnSpLocks/>
          </p:cNvCxnSpPr>
          <p:nvPr/>
        </p:nvCxnSpPr>
        <p:spPr>
          <a:xfrm flipH="1" flipV="1">
            <a:off x="4887791" y="415586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0C0FD6DB-929B-4147-8D0B-95EF3A3E7B57}"/>
              </a:ext>
            </a:extLst>
          </p:cNvPr>
          <p:cNvCxnSpPr>
            <a:cxnSpLocks/>
          </p:cNvCxnSpPr>
          <p:nvPr/>
        </p:nvCxnSpPr>
        <p:spPr>
          <a:xfrm flipH="1" flipV="1">
            <a:off x="7738680" y="4149619"/>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EED8986D-C547-4A49-B78A-9E9D50D7E306}"/>
              </a:ext>
            </a:extLst>
          </p:cNvPr>
          <p:cNvCxnSpPr>
            <a:cxnSpLocks/>
          </p:cNvCxnSpPr>
          <p:nvPr/>
        </p:nvCxnSpPr>
        <p:spPr>
          <a:xfrm flipH="1" flipV="1">
            <a:off x="10578335" y="4140343"/>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60B8A04E-4550-4BAC-B0AD-2B8680C85205}"/>
              </a:ext>
            </a:extLst>
          </p:cNvPr>
          <p:cNvCxnSpPr>
            <a:cxnSpLocks/>
          </p:cNvCxnSpPr>
          <p:nvPr/>
        </p:nvCxnSpPr>
        <p:spPr>
          <a:xfrm flipH="1" flipV="1">
            <a:off x="13439115" y="4171390"/>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50B48BB1-3D1C-4F5B-9598-9344384C92EB}"/>
              </a:ext>
            </a:extLst>
          </p:cNvPr>
          <p:cNvCxnSpPr>
            <a:cxnSpLocks/>
          </p:cNvCxnSpPr>
          <p:nvPr/>
        </p:nvCxnSpPr>
        <p:spPr>
          <a:xfrm flipH="1" flipV="1">
            <a:off x="4887791" y="2425573"/>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BCD5CAA8-CB6C-4EA4-801C-CFC83CFF538C}"/>
              </a:ext>
            </a:extLst>
          </p:cNvPr>
          <p:cNvCxnSpPr>
            <a:cxnSpLocks/>
          </p:cNvCxnSpPr>
          <p:nvPr/>
        </p:nvCxnSpPr>
        <p:spPr>
          <a:xfrm flipH="1" flipV="1">
            <a:off x="7738680" y="2419325"/>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a:extLst>
              <a:ext uri="{FF2B5EF4-FFF2-40B4-BE49-F238E27FC236}">
                <a16:creationId xmlns:a16="http://schemas.microsoft.com/office/drawing/2014/main" id="{50D1251B-6090-44F0-B04D-7C3ABCBFCBB3}"/>
              </a:ext>
            </a:extLst>
          </p:cNvPr>
          <p:cNvCxnSpPr>
            <a:cxnSpLocks/>
          </p:cNvCxnSpPr>
          <p:nvPr/>
        </p:nvCxnSpPr>
        <p:spPr>
          <a:xfrm flipH="1" flipV="1">
            <a:off x="10578335" y="2410049"/>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4491E4A6-C0D9-4021-81D4-0A0CF9064E59}"/>
              </a:ext>
            </a:extLst>
          </p:cNvPr>
          <p:cNvCxnSpPr>
            <a:cxnSpLocks/>
          </p:cNvCxnSpPr>
          <p:nvPr/>
        </p:nvCxnSpPr>
        <p:spPr>
          <a:xfrm flipH="1" flipV="1">
            <a:off x="13439115" y="244109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a:extLst>
              <a:ext uri="{FF2B5EF4-FFF2-40B4-BE49-F238E27FC236}">
                <a16:creationId xmlns:a16="http://schemas.microsoft.com/office/drawing/2014/main" id="{BC603C6D-B581-4B34-B3E4-82BA0352EBCA}"/>
              </a:ext>
            </a:extLst>
          </p:cNvPr>
          <p:cNvCxnSpPr>
            <a:cxnSpLocks/>
          </p:cNvCxnSpPr>
          <p:nvPr/>
        </p:nvCxnSpPr>
        <p:spPr>
          <a:xfrm flipV="1">
            <a:off x="4858077" y="705161"/>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a:extLst>
              <a:ext uri="{FF2B5EF4-FFF2-40B4-BE49-F238E27FC236}">
                <a16:creationId xmlns:a16="http://schemas.microsoft.com/office/drawing/2014/main" id="{7A99F931-4CF8-485B-9874-25AC07FF129D}"/>
              </a:ext>
            </a:extLst>
          </p:cNvPr>
          <p:cNvCxnSpPr>
            <a:cxnSpLocks/>
          </p:cNvCxnSpPr>
          <p:nvPr/>
        </p:nvCxnSpPr>
        <p:spPr>
          <a:xfrm flipV="1">
            <a:off x="7731075" y="725350"/>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a:extLst>
              <a:ext uri="{FF2B5EF4-FFF2-40B4-BE49-F238E27FC236}">
                <a16:creationId xmlns:a16="http://schemas.microsoft.com/office/drawing/2014/main" id="{CEAFB9BA-20F8-4A04-A666-5A63935CCE8B}"/>
              </a:ext>
            </a:extLst>
          </p:cNvPr>
          <p:cNvCxnSpPr>
            <a:cxnSpLocks/>
          </p:cNvCxnSpPr>
          <p:nvPr/>
        </p:nvCxnSpPr>
        <p:spPr>
          <a:xfrm flipV="1">
            <a:off x="10578335" y="716563"/>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a:extLst>
              <a:ext uri="{FF2B5EF4-FFF2-40B4-BE49-F238E27FC236}">
                <a16:creationId xmlns:a16="http://schemas.microsoft.com/office/drawing/2014/main" id="{97CEE731-AEDE-477A-89F7-9DD59F9449A3}"/>
              </a:ext>
            </a:extLst>
          </p:cNvPr>
          <p:cNvCxnSpPr>
            <a:cxnSpLocks/>
          </p:cNvCxnSpPr>
          <p:nvPr/>
        </p:nvCxnSpPr>
        <p:spPr>
          <a:xfrm flipV="1">
            <a:off x="13460886" y="726932"/>
            <a:ext cx="0" cy="7386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橢圓 98">
            <a:extLst>
              <a:ext uri="{FF2B5EF4-FFF2-40B4-BE49-F238E27FC236}">
                <a16:creationId xmlns:a16="http://schemas.microsoft.com/office/drawing/2014/main" id="{2DEEC94D-6B8F-4903-BE20-D6561E2EAF96}"/>
              </a:ext>
            </a:extLst>
          </p:cNvPr>
          <p:cNvSpPr/>
          <p:nvPr/>
        </p:nvSpPr>
        <p:spPr>
          <a:xfrm>
            <a:off x="4676948" y="269123"/>
            <a:ext cx="425669" cy="42566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00" name="橢圓 99">
            <a:extLst>
              <a:ext uri="{FF2B5EF4-FFF2-40B4-BE49-F238E27FC236}">
                <a16:creationId xmlns:a16="http://schemas.microsoft.com/office/drawing/2014/main" id="{F1739675-A671-4D36-A4FB-4210BBD9A51B}"/>
              </a:ext>
            </a:extLst>
          </p:cNvPr>
          <p:cNvSpPr/>
          <p:nvPr/>
        </p:nvSpPr>
        <p:spPr>
          <a:xfrm>
            <a:off x="7518241" y="269123"/>
            <a:ext cx="425669" cy="42566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p>
        </p:txBody>
      </p:sp>
      <p:sp>
        <p:nvSpPr>
          <p:cNvPr id="101" name="橢圓 100">
            <a:extLst>
              <a:ext uri="{FF2B5EF4-FFF2-40B4-BE49-F238E27FC236}">
                <a16:creationId xmlns:a16="http://schemas.microsoft.com/office/drawing/2014/main" id="{429FB898-E2A1-4C1A-867B-E070FC63A048}"/>
              </a:ext>
            </a:extLst>
          </p:cNvPr>
          <p:cNvSpPr/>
          <p:nvPr/>
        </p:nvSpPr>
        <p:spPr>
          <a:xfrm>
            <a:off x="10372373" y="279494"/>
            <a:ext cx="425669" cy="42566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2" name="橢圓 101">
            <a:extLst>
              <a:ext uri="{FF2B5EF4-FFF2-40B4-BE49-F238E27FC236}">
                <a16:creationId xmlns:a16="http://schemas.microsoft.com/office/drawing/2014/main" id="{3708AEDE-6AC7-4F43-8F47-5DE15F546993}"/>
              </a:ext>
            </a:extLst>
          </p:cNvPr>
          <p:cNvSpPr/>
          <p:nvPr/>
        </p:nvSpPr>
        <p:spPr>
          <a:xfrm>
            <a:off x="13215559" y="279493"/>
            <a:ext cx="425669" cy="42566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68" name="矩形: 圓角 67">
            <a:extLst>
              <a:ext uri="{FF2B5EF4-FFF2-40B4-BE49-F238E27FC236}">
                <a16:creationId xmlns:a16="http://schemas.microsoft.com/office/drawing/2014/main" id="{36BCC9F0-DEF7-43E8-99E3-FF724E621A3E}"/>
              </a:ext>
            </a:extLst>
          </p:cNvPr>
          <p:cNvSpPr/>
          <p:nvPr/>
        </p:nvSpPr>
        <p:spPr>
          <a:xfrm>
            <a:off x="4211372" y="1239880"/>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69" name="矩形: 圓角 68">
            <a:extLst>
              <a:ext uri="{FF2B5EF4-FFF2-40B4-BE49-F238E27FC236}">
                <a16:creationId xmlns:a16="http://schemas.microsoft.com/office/drawing/2014/main" id="{E131EB9D-58BA-4453-B881-2D944D090DF7}"/>
              </a:ext>
            </a:extLst>
          </p:cNvPr>
          <p:cNvSpPr/>
          <p:nvPr/>
        </p:nvSpPr>
        <p:spPr>
          <a:xfrm>
            <a:off x="7041534" y="1239880"/>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70" name="矩形: 圓角 69">
            <a:extLst>
              <a:ext uri="{FF2B5EF4-FFF2-40B4-BE49-F238E27FC236}">
                <a16:creationId xmlns:a16="http://schemas.microsoft.com/office/drawing/2014/main" id="{93C92468-5007-44EA-9775-A8C4EAF30990}"/>
              </a:ext>
            </a:extLst>
          </p:cNvPr>
          <p:cNvSpPr/>
          <p:nvPr/>
        </p:nvSpPr>
        <p:spPr>
          <a:xfrm>
            <a:off x="9892422" y="1239878"/>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71" name="矩形: 圓角 70">
            <a:extLst>
              <a:ext uri="{FF2B5EF4-FFF2-40B4-BE49-F238E27FC236}">
                <a16:creationId xmlns:a16="http://schemas.microsoft.com/office/drawing/2014/main" id="{3F2E0071-2AB5-40EB-8EAF-D81C55F6CD4E}"/>
              </a:ext>
            </a:extLst>
          </p:cNvPr>
          <p:cNvSpPr/>
          <p:nvPr/>
        </p:nvSpPr>
        <p:spPr>
          <a:xfrm>
            <a:off x="12761847" y="1239878"/>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05" name="文字方塊 104">
            <a:extLst>
              <a:ext uri="{FF2B5EF4-FFF2-40B4-BE49-F238E27FC236}">
                <a16:creationId xmlns:a16="http://schemas.microsoft.com/office/drawing/2014/main" id="{EEDC44FE-5CAC-489B-8FC1-4911B1AE7FE8}"/>
              </a:ext>
            </a:extLst>
          </p:cNvPr>
          <p:cNvSpPr txBox="1"/>
          <p:nvPr/>
        </p:nvSpPr>
        <p:spPr>
          <a:xfrm>
            <a:off x="6457950" y="9758624"/>
            <a:ext cx="6130079" cy="369332"/>
          </a:xfrm>
          <a:prstGeom prst="rect">
            <a:avLst/>
          </a:prstGeom>
          <a:noFill/>
        </p:spPr>
        <p:txBody>
          <a:bodyPr wrap="square">
            <a:spAutoFit/>
          </a:bodyPr>
          <a:lstStyle/>
          <a:p>
            <a:pPr algn="ctr"/>
            <a:r>
              <a:rPr lang="zh-TW" altLang="en-US" dirty="0"/>
              <a:t>https://arxiv.org/abs/1706.03762</a:t>
            </a:r>
          </a:p>
        </p:txBody>
      </p:sp>
      <p:sp>
        <p:nvSpPr>
          <p:cNvPr id="2" name="投影片編號版面配置區 1">
            <a:extLst>
              <a:ext uri="{FF2B5EF4-FFF2-40B4-BE49-F238E27FC236}">
                <a16:creationId xmlns:a16="http://schemas.microsoft.com/office/drawing/2014/main" id="{8BABD623-AF39-43E7-8AC3-7525AC5F87C1}"/>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4FE7D4A-7B99-4F9B-9C7F-3AECE8C25A38}" type="slidenum">
              <a:rPr lang="zh-TW" altLang="en-US" smtClean="0"/>
              <a:pPr/>
              <a:t>8</a:t>
            </a:fld>
            <a:endParaRPr lang="zh-TW" altLang="en-US"/>
          </a:p>
        </p:txBody>
      </p:sp>
    </p:spTree>
    <p:extLst>
      <p:ext uri="{BB962C8B-B14F-4D97-AF65-F5344CB8AC3E}">
        <p14:creationId xmlns:p14="http://schemas.microsoft.com/office/powerpoint/2010/main" val="29472369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99" grpId="0" animBg="1"/>
      <p:bldP spid="100" grpId="0" animBg="1"/>
      <p:bldP spid="101" grpId="0" animBg="1"/>
      <p:bldP spid="102" grpId="0" animBg="1"/>
      <p:bldP spid="68" grpId="0" animBg="1"/>
      <p:bldP spid="69" grpId="0" animBg="1"/>
      <p:bldP spid="70" grpId="0" animBg="1"/>
      <p:bldP spid="7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a:extLst>
              <a:ext uri="{FF2B5EF4-FFF2-40B4-BE49-F238E27FC236}">
                <a16:creationId xmlns:a16="http://schemas.microsoft.com/office/drawing/2014/main" id="{E2231850-DB69-43BD-9E44-F816DED49FD7}"/>
              </a:ext>
            </a:extLst>
          </p:cNvPr>
          <p:cNvSpPr/>
          <p:nvPr/>
        </p:nvSpPr>
        <p:spPr>
          <a:xfrm>
            <a:off x="2683613" y="113008"/>
            <a:ext cx="4123245" cy="830997"/>
          </a:xfrm>
          <a:prstGeom prst="rect">
            <a:avLst/>
          </a:prstGeom>
        </p:spPr>
        <p:txBody>
          <a:bodyPr wrap="none">
            <a:spAutoFit/>
          </a:bodyPr>
          <a:lstStyle/>
          <a:p>
            <a:r>
              <a:rPr lang="en-US" altLang="zh-TW" sz="4800" b="1" i="1" u="sng" dirty="0"/>
              <a:t>Self-attention</a:t>
            </a:r>
            <a:endParaRPr lang="zh-TW" altLang="en-US" sz="4800" b="1" i="1" u="sng" dirty="0"/>
          </a:p>
        </p:txBody>
      </p:sp>
      <p:sp>
        <p:nvSpPr>
          <p:cNvPr id="47" name="矩形 46">
            <a:extLst>
              <a:ext uri="{FF2B5EF4-FFF2-40B4-BE49-F238E27FC236}">
                <a16:creationId xmlns:a16="http://schemas.microsoft.com/office/drawing/2014/main" id="{5CE2B86E-F743-414B-92E4-90C89AB12F1B}"/>
              </a:ext>
            </a:extLst>
          </p:cNvPr>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48" name="矩形 47">
            <a:extLst>
              <a:ext uri="{FF2B5EF4-FFF2-40B4-BE49-F238E27FC236}">
                <a16:creationId xmlns:a16="http://schemas.microsoft.com/office/drawing/2014/main" id="{67329AA9-D8FD-4FAC-9977-11B29AE4DC05}"/>
              </a:ext>
            </a:extLst>
          </p:cNvPr>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49" name="矩形 48">
            <a:extLst>
              <a:ext uri="{FF2B5EF4-FFF2-40B4-BE49-F238E27FC236}">
                <a16:creationId xmlns:a16="http://schemas.microsoft.com/office/drawing/2014/main" id="{F1D9B28F-03D6-4D76-8663-D1D3A055E246}"/>
              </a:ext>
            </a:extLst>
          </p:cNvPr>
          <p:cNvSpPr/>
          <p:nvPr/>
        </p:nvSpPr>
        <p:spPr>
          <a:xfrm>
            <a:off x="10647592"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50" name="矩形 49">
            <a:extLst>
              <a:ext uri="{FF2B5EF4-FFF2-40B4-BE49-F238E27FC236}">
                <a16:creationId xmlns:a16="http://schemas.microsoft.com/office/drawing/2014/main" id="{F70B9706-0970-4DF2-912A-F82EBE603CB2}"/>
              </a:ext>
            </a:extLst>
          </p:cNvPr>
          <p:cNvSpPr/>
          <p:nvPr/>
        </p:nvSpPr>
        <p:spPr>
          <a:xfrm>
            <a:off x="14024788"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8FAB9509-004F-447B-A522-D5E1CA40E1D3}"/>
                  </a:ext>
                </a:extLst>
              </p:cNvPr>
              <p:cNvSpPr txBox="1"/>
              <p:nvPr/>
            </p:nvSpPr>
            <p:spPr>
              <a:xfrm>
                <a:off x="13876261" y="7441455"/>
                <a:ext cx="1072742" cy="6574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𝒂</m:t>
                          </m:r>
                        </m:e>
                        <m:sup>
                          <m:r>
                            <a:rPr lang="en-US" altLang="zh-TW" sz="3600" b="1" i="1">
                              <a:latin typeface="Cambria Math" panose="02040503050406030204" pitchFamily="18" charset="0"/>
                            </a:rPr>
                            <m:t>𝟒</m:t>
                          </m:r>
                        </m:sup>
                      </m:sSup>
                    </m:oMath>
                  </m:oMathPara>
                </a14:m>
                <a:endParaRPr lang="zh-TW" altLang="en-US" sz="3600" b="1" dirty="0"/>
              </a:p>
            </p:txBody>
          </p:sp>
        </mc:Choice>
        <mc:Fallback xmlns="">
          <p:sp>
            <p:nvSpPr>
              <p:cNvPr id="55" name="文字方塊 54">
                <a:extLst>
                  <a:ext uri="{FF2B5EF4-FFF2-40B4-BE49-F238E27FC236}">
                    <a16:creationId xmlns:a16="http://schemas.microsoft.com/office/drawing/2014/main" id="{8FAB9509-004F-447B-A522-D5E1CA40E1D3}"/>
                  </a:ext>
                </a:extLst>
              </p:cNvPr>
              <p:cNvSpPr txBox="1">
                <a:spLocks noRot="1" noChangeAspect="1" noMove="1" noResize="1" noEditPoints="1" noAdjustHandles="1" noChangeArrowheads="1" noChangeShapeType="1" noTextEdit="1"/>
              </p:cNvSpPr>
              <p:nvPr/>
            </p:nvSpPr>
            <p:spPr>
              <a:xfrm>
                <a:off x="13876261" y="7441455"/>
                <a:ext cx="1072742" cy="65742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E883CA45-E29A-4C5F-9F96-977CF6CF9AEC}"/>
                  </a:ext>
                </a:extLst>
              </p:cNvPr>
              <p:cNvSpPr txBox="1"/>
              <p:nvPr/>
            </p:nvSpPr>
            <p:spPr>
              <a:xfrm>
                <a:off x="10504750" y="7424846"/>
                <a:ext cx="1072742" cy="658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𝒂</m:t>
                          </m:r>
                        </m:e>
                        <m:sup>
                          <m:r>
                            <a:rPr lang="en-US" altLang="zh-TW" sz="3600" b="1" i="1">
                              <a:latin typeface="Cambria Math" panose="02040503050406030204" pitchFamily="18" charset="0"/>
                            </a:rPr>
                            <m:t>𝟑</m:t>
                          </m:r>
                        </m:sup>
                      </m:sSup>
                    </m:oMath>
                  </m:oMathPara>
                </a14:m>
                <a:endParaRPr lang="zh-TW" altLang="en-US" sz="3600" b="1" dirty="0"/>
              </a:p>
            </p:txBody>
          </p:sp>
        </mc:Choice>
        <mc:Fallback xmlns="">
          <p:sp>
            <p:nvSpPr>
              <p:cNvPr id="56" name="文字方塊 55">
                <a:extLst>
                  <a:ext uri="{FF2B5EF4-FFF2-40B4-BE49-F238E27FC236}">
                    <a16:creationId xmlns:a16="http://schemas.microsoft.com/office/drawing/2014/main" id="{E883CA45-E29A-4C5F-9F96-977CF6CF9AEC}"/>
                  </a:ext>
                </a:extLst>
              </p:cNvPr>
              <p:cNvSpPr txBox="1">
                <a:spLocks noRot="1" noChangeAspect="1" noMove="1" noResize="1" noEditPoints="1" noAdjustHandles="1" noChangeArrowheads="1" noChangeShapeType="1" noTextEdit="1"/>
              </p:cNvSpPr>
              <p:nvPr/>
            </p:nvSpPr>
            <p:spPr>
              <a:xfrm>
                <a:off x="10504750" y="7424846"/>
                <a:ext cx="1072742" cy="6588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83E7730C-598A-49C4-A742-F1F2CE7BD8AE}"/>
                  </a:ext>
                </a:extLst>
              </p:cNvPr>
              <p:cNvSpPr txBox="1"/>
              <p:nvPr/>
            </p:nvSpPr>
            <p:spPr>
              <a:xfrm>
                <a:off x="7186367" y="7424846"/>
                <a:ext cx="1072742" cy="658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𝒂</m:t>
                          </m:r>
                        </m:e>
                        <m:sup>
                          <m:r>
                            <a:rPr lang="en-US" altLang="zh-TW" sz="3600" b="1" i="1">
                              <a:latin typeface="Cambria Math" panose="02040503050406030204" pitchFamily="18" charset="0"/>
                            </a:rPr>
                            <m:t>𝟐</m:t>
                          </m:r>
                        </m:sup>
                      </m:sSup>
                    </m:oMath>
                  </m:oMathPara>
                </a14:m>
                <a:endParaRPr lang="zh-TW" altLang="en-US" sz="3600" b="1" dirty="0"/>
              </a:p>
            </p:txBody>
          </p:sp>
        </mc:Choice>
        <mc:Fallback xmlns="">
          <p:sp>
            <p:nvSpPr>
              <p:cNvPr id="57" name="文字方塊 56">
                <a:extLst>
                  <a:ext uri="{FF2B5EF4-FFF2-40B4-BE49-F238E27FC236}">
                    <a16:creationId xmlns:a16="http://schemas.microsoft.com/office/drawing/2014/main" id="{83E7730C-598A-49C4-A742-F1F2CE7BD8AE}"/>
                  </a:ext>
                </a:extLst>
              </p:cNvPr>
              <p:cNvSpPr txBox="1">
                <a:spLocks noRot="1" noChangeAspect="1" noMove="1" noResize="1" noEditPoints="1" noAdjustHandles="1" noChangeArrowheads="1" noChangeShapeType="1" noTextEdit="1"/>
              </p:cNvSpPr>
              <p:nvPr/>
            </p:nvSpPr>
            <p:spPr>
              <a:xfrm>
                <a:off x="7186367" y="7424846"/>
                <a:ext cx="1072742" cy="6588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0DDB1BD8-2005-486D-AE0B-B41F344F6586}"/>
                  </a:ext>
                </a:extLst>
              </p:cNvPr>
              <p:cNvSpPr txBox="1"/>
              <p:nvPr/>
            </p:nvSpPr>
            <p:spPr>
              <a:xfrm>
                <a:off x="3746705" y="7413647"/>
                <a:ext cx="1072742" cy="658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𝒂</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58" name="文字方塊 57">
                <a:extLst>
                  <a:ext uri="{FF2B5EF4-FFF2-40B4-BE49-F238E27FC236}">
                    <a16:creationId xmlns:a16="http://schemas.microsoft.com/office/drawing/2014/main" id="{0DDB1BD8-2005-486D-AE0B-B41F344F6586}"/>
                  </a:ext>
                </a:extLst>
              </p:cNvPr>
              <p:cNvSpPr txBox="1">
                <a:spLocks noRot="1" noChangeAspect="1" noMove="1" noResize="1" noEditPoints="1" noAdjustHandles="1" noChangeArrowheads="1" noChangeShapeType="1" noTextEdit="1"/>
              </p:cNvSpPr>
              <p:nvPr/>
            </p:nvSpPr>
            <p:spPr>
              <a:xfrm>
                <a:off x="3746705" y="7413647"/>
                <a:ext cx="1072742" cy="658898"/>
              </a:xfrm>
              <a:prstGeom prst="rect">
                <a:avLst/>
              </a:prstGeom>
              <a:blipFill>
                <a:blip r:embed="rId5"/>
                <a:stretch>
                  <a:fillRect/>
                </a:stretch>
              </a:blipFill>
            </p:spPr>
            <p:txBody>
              <a:bodyPr/>
              <a:lstStyle/>
              <a:p>
                <a:r>
                  <a:rPr lang="en-US">
                    <a:noFill/>
                  </a:rPr>
                  <a:t> </a:t>
                </a:r>
              </a:p>
            </p:txBody>
          </p:sp>
        </mc:Fallback>
      </mc:AlternateContent>
      <p:sp>
        <p:nvSpPr>
          <p:cNvPr id="59" name="矩形 58">
            <a:extLst>
              <a:ext uri="{FF2B5EF4-FFF2-40B4-BE49-F238E27FC236}">
                <a16:creationId xmlns:a16="http://schemas.microsoft.com/office/drawing/2014/main" id="{D119A153-93C5-430A-B78B-A68B14B94318}"/>
              </a:ext>
            </a:extLst>
          </p:cNvPr>
          <p:cNvSpPr/>
          <p:nvPr/>
        </p:nvSpPr>
        <p:spPr>
          <a:xfrm>
            <a:off x="3864315" y="1543070"/>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60" name="矩形 59">
            <a:extLst>
              <a:ext uri="{FF2B5EF4-FFF2-40B4-BE49-F238E27FC236}">
                <a16:creationId xmlns:a16="http://schemas.microsoft.com/office/drawing/2014/main" id="{85EAA158-2651-42F3-9DBD-56E011D1DB9E}"/>
              </a:ext>
            </a:extLst>
          </p:cNvPr>
          <p:cNvSpPr/>
          <p:nvPr/>
        </p:nvSpPr>
        <p:spPr>
          <a:xfrm>
            <a:off x="7278002" y="1543068"/>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61" name="矩形 60">
            <a:extLst>
              <a:ext uri="{FF2B5EF4-FFF2-40B4-BE49-F238E27FC236}">
                <a16:creationId xmlns:a16="http://schemas.microsoft.com/office/drawing/2014/main" id="{4B572C23-6D54-4093-8C6C-BB39E5A5D8A1}"/>
              </a:ext>
            </a:extLst>
          </p:cNvPr>
          <p:cNvSpPr/>
          <p:nvPr/>
        </p:nvSpPr>
        <p:spPr>
          <a:xfrm>
            <a:off x="10626490" y="1565373"/>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62" name="矩形 61">
            <a:extLst>
              <a:ext uri="{FF2B5EF4-FFF2-40B4-BE49-F238E27FC236}">
                <a16:creationId xmlns:a16="http://schemas.microsoft.com/office/drawing/2014/main" id="{45C79123-7841-4C41-83A2-1153987FF191}"/>
              </a:ext>
            </a:extLst>
          </p:cNvPr>
          <p:cNvSpPr/>
          <p:nvPr/>
        </p:nvSpPr>
        <p:spPr>
          <a:xfrm>
            <a:off x="14003686" y="1590575"/>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E165A32F-D888-4035-8B32-E411A59639F2}"/>
                  </a:ext>
                </a:extLst>
              </p:cNvPr>
              <p:cNvSpPr txBox="1"/>
              <p:nvPr/>
            </p:nvSpPr>
            <p:spPr>
              <a:xfrm>
                <a:off x="13855159" y="1673484"/>
                <a:ext cx="1072742" cy="6574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𝒃</m:t>
                          </m:r>
                        </m:e>
                        <m:sup>
                          <m:r>
                            <a:rPr lang="en-US" altLang="zh-TW" sz="3600" b="1" i="1">
                              <a:latin typeface="Cambria Math" panose="02040503050406030204" pitchFamily="18" charset="0"/>
                            </a:rPr>
                            <m:t>𝟒</m:t>
                          </m:r>
                        </m:sup>
                      </m:sSup>
                    </m:oMath>
                  </m:oMathPara>
                </a14:m>
                <a:endParaRPr lang="zh-TW" altLang="en-US" sz="3600" b="1" dirty="0"/>
              </a:p>
            </p:txBody>
          </p:sp>
        </mc:Choice>
        <mc:Fallback xmlns="">
          <p:sp>
            <p:nvSpPr>
              <p:cNvPr id="63" name="文字方塊 62">
                <a:extLst>
                  <a:ext uri="{FF2B5EF4-FFF2-40B4-BE49-F238E27FC236}">
                    <a16:creationId xmlns:a16="http://schemas.microsoft.com/office/drawing/2014/main" id="{E165A32F-D888-4035-8B32-E411A59639F2}"/>
                  </a:ext>
                </a:extLst>
              </p:cNvPr>
              <p:cNvSpPr txBox="1">
                <a:spLocks noRot="1" noChangeAspect="1" noMove="1" noResize="1" noEditPoints="1" noAdjustHandles="1" noChangeArrowheads="1" noChangeShapeType="1" noTextEdit="1"/>
              </p:cNvSpPr>
              <p:nvPr/>
            </p:nvSpPr>
            <p:spPr>
              <a:xfrm>
                <a:off x="13855159" y="1673484"/>
                <a:ext cx="1072742" cy="657424"/>
              </a:xfrm>
              <a:prstGeom prst="rect">
                <a:avLst/>
              </a:prstGeom>
              <a:blipFill>
                <a:blip r:embed="rId6"/>
                <a:stretch>
                  <a:fillRect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6B8B59A5-A5E0-4019-9A81-3C39E293B103}"/>
                  </a:ext>
                </a:extLst>
              </p:cNvPr>
              <p:cNvSpPr txBox="1"/>
              <p:nvPr/>
            </p:nvSpPr>
            <p:spPr>
              <a:xfrm>
                <a:off x="10483648" y="1656875"/>
                <a:ext cx="1072742" cy="658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𝒃</m:t>
                          </m:r>
                        </m:e>
                        <m:sup>
                          <m:r>
                            <a:rPr lang="en-US" altLang="zh-TW" sz="3600" b="1" i="1">
                              <a:latin typeface="Cambria Math" panose="02040503050406030204" pitchFamily="18" charset="0"/>
                            </a:rPr>
                            <m:t>𝟑</m:t>
                          </m:r>
                        </m:sup>
                      </m:sSup>
                    </m:oMath>
                  </m:oMathPara>
                </a14:m>
                <a:endParaRPr lang="zh-TW" altLang="en-US" sz="3600" b="1" dirty="0"/>
              </a:p>
            </p:txBody>
          </p:sp>
        </mc:Choice>
        <mc:Fallback xmlns="">
          <p:sp>
            <p:nvSpPr>
              <p:cNvPr id="64" name="文字方塊 63">
                <a:extLst>
                  <a:ext uri="{FF2B5EF4-FFF2-40B4-BE49-F238E27FC236}">
                    <a16:creationId xmlns:a16="http://schemas.microsoft.com/office/drawing/2014/main" id="{6B8B59A5-A5E0-4019-9A81-3C39E293B103}"/>
                  </a:ext>
                </a:extLst>
              </p:cNvPr>
              <p:cNvSpPr txBox="1">
                <a:spLocks noRot="1" noChangeAspect="1" noMove="1" noResize="1" noEditPoints="1" noAdjustHandles="1" noChangeArrowheads="1" noChangeShapeType="1" noTextEdit="1"/>
              </p:cNvSpPr>
              <p:nvPr/>
            </p:nvSpPr>
            <p:spPr>
              <a:xfrm>
                <a:off x="10483648" y="1656875"/>
                <a:ext cx="1072742" cy="65889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AFE6F2BF-4D4F-4F80-85EB-8A06B4DA0708}"/>
                  </a:ext>
                </a:extLst>
              </p:cNvPr>
              <p:cNvSpPr txBox="1"/>
              <p:nvPr/>
            </p:nvSpPr>
            <p:spPr>
              <a:xfrm>
                <a:off x="7165265" y="1656875"/>
                <a:ext cx="1072742" cy="658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𝒃</m:t>
                          </m:r>
                        </m:e>
                        <m:sup>
                          <m:r>
                            <a:rPr lang="en-US" altLang="zh-TW" sz="3600" b="1" i="1">
                              <a:latin typeface="Cambria Math" panose="02040503050406030204" pitchFamily="18" charset="0"/>
                            </a:rPr>
                            <m:t>𝟐</m:t>
                          </m:r>
                        </m:sup>
                      </m:sSup>
                    </m:oMath>
                  </m:oMathPara>
                </a14:m>
                <a:endParaRPr lang="zh-TW" altLang="en-US" sz="3600" b="1" dirty="0"/>
              </a:p>
            </p:txBody>
          </p:sp>
        </mc:Choice>
        <mc:Fallback xmlns="">
          <p:sp>
            <p:nvSpPr>
              <p:cNvPr id="65" name="文字方塊 64">
                <a:extLst>
                  <a:ext uri="{FF2B5EF4-FFF2-40B4-BE49-F238E27FC236}">
                    <a16:creationId xmlns:a16="http://schemas.microsoft.com/office/drawing/2014/main" id="{AFE6F2BF-4D4F-4F80-85EB-8A06B4DA0708}"/>
                  </a:ext>
                </a:extLst>
              </p:cNvPr>
              <p:cNvSpPr txBox="1">
                <a:spLocks noRot="1" noChangeAspect="1" noMove="1" noResize="1" noEditPoints="1" noAdjustHandles="1" noChangeArrowheads="1" noChangeShapeType="1" noTextEdit="1"/>
              </p:cNvSpPr>
              <p:nvPr/>
            </p:nvSpPr>
            <p:spPr>
              <a:xfrm>
                <a:off x="7165265" y="1656875"/>
                <a:ext cx="1072742" cy="65889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文字方塊 65">
                <a:extLst>
                  <a:ext uri="{FF2B5EF4-FFF2-40B4-BE49-F238E27FC236}">
                    <a16:creationId xmlns:a16="http://schemas.microsoft.com/office/drawing/2014/main" id="{8B8F5BBD-3951-4EC7-835E-C6E258F64F2F}"/>
                  </a:ext>
                </a:extLst>
              </p:cNvPr>
              <p:cNvSpPr txBox="1"/>
              <p:nvPr/>
            </p:nvSpPr>
            <p:spPr>
              <a:xfrm>
                <a:off x="3725603" y="1645676"/>
                <a:ext cx="1072742" cy="658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𝒃</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66" name="文字方塊 65">
                <a:extLst>
                  <a:ext uri="{FF2B5EF4-FFF2-40B4-BE49-F238E27FC236}">
                    <a16:creationId xmlns:a16="http://schemas.microsoft.com/office/drawing/2014/main" id="{8B8F5BBD-3951-4EC7-835E-C6E258F64F2F}"/>
                  </a:ext>
                </a:extLst>
              </p:cNvPr>
              <p:cNvSpPr txBox="1">
                <a:spLocks noRot="1" noChangeAspect="1" noMove="1" noResize="1" noEditPoints="1" noAdjustHandles="1" noChangeArrowheads="1" noChangeShapeType="1" noTextEdit="1"/>
              </p:cNvSpPr>
              <p:nvPr/>
            </p:nvSpPr>
            <p:spPr>
              <a:xfrm>
                <a:off x="3725603" y="1645676"/>
                <a:ext cx="1072742" cy="658898"/>
              </a:xfrm>
              <a:prstGeom prst="rect">
                <a:avLst/>
              </a:prstGeom>
              <a:blipFill>
                <a:blip r:embed="rId9"/>
                <a:stretch>
                  <a:fillRect/>
                </a:stretch>
              </a:blipFill>
            </p:spPr>
            <p:txBody>
              <a:bodyPr/>
              <a:lstStyle/>
              <a:p>
                <a:r>
                  <a:rPr lang="en-US">
                    <a:noFill/>
                  </a:rPr>
                  <a:t> </a:t>
                </a:r>
              </a:p>
            </p:txBody>
          </p:sp>
        </mc:Fallback>
      </mc:AlternateContent>
      <p:sp>
        <p:nvSpPr>
          <p:cNvPr id="67" name="矩形: 圓角 66">
            <a:extLst>
              <a:ext uri="{FF2B5EF4-FFF2-40B4-BE49-F238E27FC236}">
                <a16:creationId xmlns:a16="http://schemas.microsoft.com/office/drawing/2014/main" id="{5D1166AA-2DE9-4893-8834-FEEA5522CEA4}"/>
              </a:ext>
            </a:extLst>
          </p:cNvPr>
          <p:cNvSpPr/>
          <p:nvPr/>
        </p:nvSpPr>
        <p:spPr>
          <a:xfrm>
            <a:off x="3214475" y="3123029"/>
            <a:ext cx="12112275" cy="3613659"/>
          </a:xfrm>
          <a:prstGeom prst="roundRect">
            <a:avLst/>
          </a:prstGeom>
          <a:blipFill>
            <a:blip r:embed="rId10"/>
            <a:tile tx="0" ty="0" sx="100000" sy="100000" flip="none" algn="tl"/>
          </a:blipFill>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3600" dirty="0"/>
          </a:p>
        </p:txBody>
      </p:sp>
      <p:cxnSp>
        <p:nvCxnSpPr>
          <p:cNvPr id="68" name="直線單箭頭接點 67">
            <a:extLst>
              <a:ext uri="{FF2B5EF4-FFF2-40B4-BE49-F238E27FC236}">
                <a16:creationId xmlns:a16="http://schemas.microsoft.com/office/drawing/2014/main" id="{37714469-FC43-493B-AF84-CD689DB6F93B}"/>
              </a:ext>
            </a:extLst>
          </p:cNvPr>
          <p:cNvCxnSpPr>
            <a:cxnSpLocks/>
          </p:cNvCxnSpPr>
          <p:nvPr/>
        </p:nvCxnSpPr>
        <p:spPr>
          <a:xfrm flipH="1" flipV="1">
            <a:off x="4247592" y="670441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AF6C92A1-AC2F-4D3D-87B6-B8E91F171428}"/>
              </a:ext>
            </a:extLst>
          </p:cNvPr>
          <p:cNvCxnSpPr>
            <a:cxnSpLocks/>
          </p:cNvCxnSpPr>
          <p:nvPr/>
        </p:nvCxnSpPr>
        <p:spPr>
          <a:xfrm flipH="1" flipV="1">
            <a:off x="7697700" y="670441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C223437F-B76B-4D6D-B87A-BFD4379406A6}"/>
              </a:ext>
            </a:extLst>
          </p:cNvPr>
          <p:cNvCxnSpPr>
            <a:cxnSpLocks/>
          </p:cNvCxnSpPr>
          <p:nvPr/>
        </p:nvCxnSpPr>
        <p:spPr>
          <a:xfrm flipH="1" flipV="1">
            <a:off x="11022690" y="6784195"/>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F2F6AC61-235A-482B-845A-EAB0400B0D56}"/>
              </a:ext>
            </a:extLst>
          </p:cNvPr>
          <p:cNvCxnSpPr>
            <a:cxnSpLocks/>
          </p:cNvCxnSpPr>
          <p:nvPr/>
        </p:nvCxnSpPr>
        <p:spPr>
          <a:xfrm flipH="1" flipV="1">
            <a:off x="14368805" y="6784195"/>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 name="群組 79">
            <a:extLst>
              <a:ext uri="{FF2B5EF4-FFF2-40B4-BE49-F238E27FC236}">
                <a16:creationId xmlns:a16="http://schemas.microsoft.com/office/drawing/2014/main" id="{F72241BB-C520-48FA-A8EF-06BECD92F11E}"/>
              </a:ext>
            </a:extLst>
          </p:cNvPr>
          <p:cNvGrpSpPr/>
          <p:nvPr/>
        </p:nvGrpSpPr>
        <p:grpSpPr>
          <a:xfrm>
            <a:off x="4210006" y="2481326"/>
            <a:ext cx="10121213" cy="654129"/>
            <a:chOff x="1460128" y="4622011"/>
            <a:chExt cx="6747475" cy="436086"/>
          </a:xfrm>
        </p:grpSpPr>
        <p:cxnSp>
          <p:nvCxnSpPr>
            <p:cNvPr id="76" name="直線單箭頭接點 75">
              <a:extLst>
                <a:ext uri="{FF2B5EF4-FFF2-40B4-BE49-F238E27FC236}">
                  <a16:creationId xmlns:a16="http://schemas.microsoft.com/office/drawing/2014/main" id="{8CF6E6CA-1692-4A9F-BB83-6FE7C782B574}"/>
                </a:ext>
              </a:extLst>
            </p:cNvPr>
            <p:cNvCxnSpPr>
              <a:cxnSpLocks/>
            </p:cNvCxnSpPr>
            <p:nvPr/>
          </p:nvCxnSpPr>
          <p:spPr>
            <a:xfrm flipH="1" flipV="1">
              <a:off x="1460128" y="4622011"/>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A2A34BA2-1246-4413-A21B-27E37150F591}"/>
                </a:ext>
              </a:extLst>
            </p:cNvPr>
            <p:cNvCxnSpPr>
              <a:cxnSpLocks/>
            </p:cNvCxnSpPr>
            <p:nvPr/>
          </p:nvCxnSpPr>
          <p:spPr>
            <a:xfrm flipH="1" flipV="1">
              <a:off x="3760200" y="4622011"/>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02B12CD8-3239-432A-B085-A257677A1489}"/>
                </a:ext>
              </a:extLst>
            </p:cNvPr>
            <p:cNvCxnSpPr>
              <a:cxnSpLocks/>
            </p:cNvCxnSpPr>
            <p:nvPr/>
          </p:nvCxnSpPr>
          <p:spPr>
            <a:xfrm flipH="1" flipV="1">
              <a:off x="5976860" y="467519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a:extLst>
                <a:ext uri="{FF2B5EF4-FFF2-40B4-BE49-F238E27FC236}">
                  <a16:creationId xmlns:a16="http://schemas.microsoft.com/office/drawing/2014/main" id="{445E94BE-1DAE-4BD5-8955-800F0EA6C3AF}"/>
                </a:ext>
              </a:extLst>
            </p:cNvPr>
            <p:cNvCxnSpPr>
              <a:cxnSpLocks/>
            </p:cNvCxnSpPr>
            <p:nvPr/>
          </p:nvCxnSpPr>
          <p:spPr>
            <a:xfrm flipH="1" flipV="1">
              <a:off x="8207603" y="467519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2" name="直線單箭頭接點 81">
            <a:extLst>
              <a:ext uri="{FF2B5EF4-FFF2-40B4-BE49-F238E27FC236}">
                <a16:creationId xmlns:a16="http://schemas.microsoft.com/office/drawing/2014/main" id="{F66A894F-653C-4E12-A16F-1215E9C67519}"/>
              </a:ext>
            </a:extLst>
          </p:cNvPr>
          <p:cNvCxnSpPr>
            <a:cxnSpLocks/>
          </p:cNvCxnSpPr>
          <p:nvPr/>
        </p:nvCxnSpPr>
        <p:spPr>
          <a:xfrm flipH="1" flipV="1">
            <a:off x="4199309" y="3224143"/>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a:extLst>
              <a:ext uri="{FF2B5EF4-FFF2-40B4-BE49-F238E27FC236}">
                <a16:creationId xmlns:a16="http://schemas.microsoft.com/office/drawing/2014/main" id="{01F61AD9-4286-49F2-8C67-0CBC7E247491}"/>
              </a:ext>
            </a:extLst>
          </p:cNvPr>
          <p:cNvCxnSpPr>
            <a:cxnSpLocks/>
          </p:cNvCxnSpPr>
          <p:nvPr/>
        </p:nvCxnSpPr>
        <p:spPr>
          <a:xfrm flipH="1" flipV="1">
            <a:off x="4372712" y="3246448"/>
            <a:ext cx="3275259" cy="345797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a:extLst>
              <a:ext uri="{FF2B5EF4-FFF2-40B4-BE49-F238E27FC236}">
                <a16:creationId xmlns:a16="http://schemas.microsoft.com/office/drawing/2014/main" id="{0191D55B-A67F-4DE0-A325-CC553444DD5F}"/>
              </a:ext>
            </a:extLst>
          </p:cNvPr>
          <p:cNvCxnSpPr>
            <a:cxnSpLocks/>
          </p:cNvCxnSpPr>
          <p:nvPr/>
        </p:nvCxnSpPr>
        <p:spPr>
          <a:xfrm flipH="1" flipV="1">
            <a:off x="4556814" y="3246448"/>
            <a:ext cx="6416145" cy="349024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a:extLst>
              <a:ext uri="{FF2B5EF4-FFF2-40B4-BE49-F238E27FC236}">
                <a16:creationId xmlns:a16="http://schemas.microsoft.com/office/drawing/2014/main" id="{E2FCA6C7-5F83-4804-995D-8CE67676C9D9}"/>
              </a:ext>
            </a:extLst>
          </p:cNvPr>
          <p:cNvCxnSpPr>
            <a:cxnSpLocks/>
          </p:cNvCxnSpPr>
          <p:nvPr/>
        </p:nvCxnSpPr>
        <p:spPr>
          <a:xfrm flipH="1" flipV="1">
            <a:off x="4819446" y="3224143"/>
            <a:ext cx="9572082" cy="347013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a:extLst>
              <a:ext uri="{FF2B5EF4-FFF2-40B4-BE49-F238E27FC236}">
                <a16:creationId xmlns:a16="http://schemas.microsoft.com/office/drawing/2014/main" id="{E8A9EE1C-441E-4622-B4B2-8BF998AC0550}"/>
              </a:ext>
            </a:extLst>
          </p:cNvPr>
          <p:cNvCxnSpPr>
            <a:cxnSpLocks/>
          </p:cNvCxnSpPr>
          <p:nvPr/>
        </p:nvCxnSpPr>
        <p:spPr>
          <a:xfrm flipH="1" flipV="1">
            <a:off x="7635971" y="3219073"/>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a:extLst>
              <a:ext uri="{FF2B5EF4-FFF2-40B4-BE49-F238E27FC236}">
                <a16:creationId xmlns:a16="http://schemas.microsoft.com/office/drawing/2014/main" id="{2DF6822A-E3CE-441B-9AF0-AFDF33172C32}"/>
              </a:ext>
            </a:extLst>
          </p:cNvPr>
          <p:cNvCxnSpPr>
            <a:cxnSpLocks/>
          </p:cNvCxnSpPr>
          <p:nvPr/>
        </p:nvCxnSpPr>
        <p:spPr>
          <a:xfrm flipH="1" flipV="1">
            <a:off x="11005436" y="3214006"/>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a:extLst>
              <a:ext uri="{FF2B5EF4-FFF2-40B4-BE49-F238E27FC236}">
                <a16:creationId xmlns:a16="http://schemas.microsoft.com/office/drawing/2014/main" id="{D8D025A7-DECE-4A32-9D02-04A2A2B117F5}"/>
              </a:ext>
            </a:extLst>
          </p:cNvPr>
          <p:cNvCxnSpPr>
            <a:cxnSpLocks/>
          </p:cNvCxnSpPr>
          <p:nvPr/>
        </p:nvCxnSpPr>
        <p:spPr>
          <a:xfrm flipH="1" flipV="1">
            <a:off x="14352549" y="3214004"/>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a:extLst>
              <a:ext uri="{FF2B5EF4-FFF2-40B4-BE49-F238E27FC236}">
                <a16:creationId xmlns:a16="http://schemas.microsoft.com/office/drawing/2014/main" id="{A44960EF-8D61-4BFA-B6DC-42C57B994B98}"/>
              </a:ext>
            </a:extLst>
          </p:cNvPr>
          <p:cNvCxnSpPr>
            <a:cxnSpLocks/>
          </p:cNvCxnSpPr>
          <p:nvPr/>
        </p:nvCxnSpPr>
        <p:spPr>
          <a:xfrm flipV="1">
            <a:off x="4295876" y="3224144"/>
            <a:ext cx="3250547" cy="347013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E7E7D47E-8DB3-408C-AFF5-CAA1100F8B57}"/>
              </a:ext>
            </a:extLst>
          </p:cNvPr>
          <p:cNvCxnSpPr>
            <a:cxnSpLocks/>
          </p:cNvCxnSpPr>
          <p:nvPr/>
        </p:nvCxnSpPr>
        <p:spPr>
          <a:xfrm flipH="1" flipV="1">
            <a:off x="7743191" y="3246446"/>
            <a:ext cx="3220982" cy="342570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a:extLst>
              <a:ext uri="{FF2B5EF4-FFF2-40B4-BE49-F238E27FC236}">
                <a16:creationId xmlns:a16="http://schemas.microsoft.com/office/drawing/2014/main" id="{C5DB8BB9-9C95-46C6-AA9F-341DC08D3C2F}"/>
              </a:ext>
            </a:extLst>
          </p:cNvPr>
          <p:cNvCxnSpPr>
            <a:cxnSpLocks/>
          </p:cNvCxnSpPr>
          <p:nvPr/>
        </p:nvCxnSpPr>
        <p:spPr>
          <a:xfrm flipH="1" flipV="1">
            <a:off x="7855643" y="3235248"/>
            <a:ext cx="6496907" cy="345903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92D104B1-3F88-42CF-B0E6-2A5F6670A2BF}"/>
              </a:ext>
            </a:extLst>
          </p:cNvPr>
          <p:cNvCxnSpPr>
            <a:cxnSpLocks/>
          </p:cNvCxnSpPr>
          <p:nvPr/>
        </p:nvCxnSpPr>
        <p:spPr>
          <a:xfrm flipH="1" flipV="1">
            <a:off x="11084633" y="3201756"/>
            <a:ext cx="3284172" cy="347039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a:extLst>
              <a:ext uri="{FF2B5EF4-FFF2-40B4-BE49-F238E27FC236}">
                <a16:creationId xmlns:a16="http://schemas.microsoft.com/office/drawing/2014/main" id="{D99073EE-BBC6-4592-832B-891D5E450753}"/>
              </a:ext>
            </a:extLst>
          </p:cNvPr>
          <p:cNvCxnSpPr>
            <a:cxnSpLocks/>
          </p:cNvCxnSpPr>
          <p:nvPr/>
        </p:nvCxnSpPr>
        <p:spPr>
          <a:xfrm flipV="1">
            <a:off x="7668449" y="3208938"/>
            <a:ext cx="3264903" cy="3495477"/>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a:extLst>
              <a:ext uri="{FF2B5EF4-FFF2-40B4-BE49-F238E27FC236}">
                <a16:creationId xmlns:a16="http://schemas.microsoft.com/office/drawing/2014/main" id="{E411756A-88FE-4C21-8700-F8F045CBA0C9}"/>
              </a:ext>
            </a:extLst>
          </p:cNvPr>
          <p:cNvCxnSpPr>
            <a:cxnSpLocks/>
          </p:cNvCxnSpPr>
          <p:nvPr/>
        </p:nvCxnSpPr>
        <p:spPr>
          <a:xfrm flipV="1">
            <a:off x="4295876" y="3208938"/>
            <a:ext cx="6480960" cy="3506676"/>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a:extLst>
              <a:ext uri="{FF2B5EF4-FFF2-40B4-BE49-F238E27FC236}">
                <a16:creationId xmlns:a16="http://schemas.microsoft.com/office/drawing/2014/main" id="{4F4FAF98-3CE8-4F0B-9CC8-8FB8F9B88823}"/>
              </a:ext>
            </a:extLst>
          </p:cNvPr>
          <p:cNvCxnSpPr>
            <a:cxnSpLocks/>
          </p:cNvCxnSpPr>
          <p:nvPr/>
        </p:nvCxnSpPr>
        <p:spPr>
          <a:xfrm flipV="1">
            <a:off x="4208615" y="3235248"/>
            <a:ext cx="9783510" cy="350143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a:extLst>
              <a:ext uri="{FF2B5EF4-FFF2-40B4-BE49-F238E27FC236}">
                <a16:creationId xmlns:a16="http://schemas.microsoft.com/office/drawing/2014/main" id="{91BFC780-42D4-4471-B870-D96C78923FA5}"/>
              </a:ext>
            </a:extLst>
          </p:cNvPr>
          <p:cNvCxnSpPr>
            <a:cxnSpLocks/>
          </p:cNvCxnSpPr>
          <p:nvPr/>
        </p:nvCxnSpPr>
        <p:spPr>
          <a:xfrm flipV="1">
            <a:off x="7668449" y="3271649"/>
            <a:ext cx="6448482" cy="344290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4B7EC517-B06E-476C-BE80-0D939FB375BC}"/>
              </a:ext>
            </a:extLst>
          </p:cNvPr>
          <p:cNvCxnSpPr>
            <a:cxnSpLocks/>
          </p:cNvCxnSpPr>
          <p:nvPr/>
        </p:nvCxnSpPr>
        <p:spPr>
          <a:xfrm flipV="1">
            <a:off x="11059730" y="3270586"/>
            <a:ext cx="3193334" cy="341769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6" name="文字方塊 125">
            <a:extLst>
              <a:ext uri="{FF2B5EF4-FFF2-40B4-BE49-F238E27FC236}">
                <a16:creationId xmlns:a16="http://schemas.microsoft.com/office/drawing/2014/main" id="{B0FF967A-CBFB-43F9-9D70-F2CC2DCCF1EC}"/>
              </a:ext>
            </a:extLst>
          </p:cNvPr>
          <p:cNvSpPr txBox="1"/>
          <p:nvPr/>
        </p:nvSpPr>
        <p:spPr>
          <a:xfrm>
            <a:off x="5418217" y="8939291"/>
            <a:ext cx="7765367" cy="1200329"/>
          </a:xfrm>
          <a:prstGeom prst="rect">
            <a:avLst/>
          </a:prstGeom>
          <a:noFill/>
        </p:spPr>
        <p:txBody>
          <a:bodyPr wrap="square" rtlCol="0">
            <a:spAutoFit/>
          </a:bodyPr>
          <a:lstStyle/>
          <a:p>
            <a:pPr algn="ctr"/>
            <a:r>
              <a:rPr lang="en-US" altLang="zh-TW" sz="3600" dirty="0"/>
              <a:t>Can be either </a:t>
            </a:r>
            <a:r>
              <a:rPr lang="en-US" altLang="zh-TW" sz="3600" b="1" dirty="0"/>
              <a:t>input</a:t>
            </a:r>
            <a:r>
              <a:rPr lang="en-US" altLang="zh-TW" sz="3600" dirty="0"/>
              <a:t> or </a:t>
            </a:r>
            <a:r>
              <a:rPr lang="en-US" altLang="zh-TW" sz="3600" b="1" dirty="0"/>
              <a:t>a hidden layer</a:t>
            </a:r>
            <a:endParaRPr lang="zh-TW" altLang="en-US" sz="3600" b="1" dirty="0"/>
          </a:p>
        </p:txBody>
      </p:sp>
      <p:sp>
        <p:nvSpPr>
          <p:cNvPr id="127" name="右大括弧 126">
            <a:extLst>
              <a:ext uri="{FF2B5EF4-FFF2-40B4-BE49-F238E27FC236}">
                <a16:creationId xmlns:a16="http://schemas.microsoft.com/office/drawing/2014/main" id="{D8897A21-6496-488E-B36E-453D3EA472F3}"/>
              </a:ext>
            </a:extLst>
          </p:cNvPr>
          <p:cNvSpPr/>
          <p:nvPr/>
        </p:nvSpPr>
        <p:spPr>
          <a:xfrm rot="5400000">
            <a:off x="8948399" y="2651292"/>
            <a:ext cx="705000" cy="11770665"/>
          </a:xfrm>
          <a:prstGeom prst="rightBrace">
            <a:avLst>
              <a:gd name="adj1" fmla="val 7558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 name="投影片編號版面配置區 1">
            <a:extLst>
              <a:ext uri="{FF2B5EF4-FFF2-40B4-BE49-F238E27FC236}">
                <a16:creationId xmlns:a16="http://schemas.microsoft.com/office/drawing/2014/main" id="{F8952D00-BB53-4711-86C7-22A6E6CF24B1}"/>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4FE7D4A-7B99-4F9B-9C7F-3AECE8C25A38}" type="slidenum">
              <a:rPr lang="zh-TW" altLang="en-US" smtClean="0"/>
              <a:pPr/>
              <a:t>9</a:t>
            </a:fld>
            <a:endParaRPr lang="zh-TW" altLang="en-US"/>
          </a:p>
        </p:txBody>
      </p:sp>
    </p:spTree>
    <p:extLst>
      <p:ext uri="{BB962C8B-B14F-4D97-AF65-F5344CB8AC3E}">
        <p14:creationId xmlns:p14="http://schemas.microsoft.com/office/powerpoint/2010/main" val="17589128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1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5" grpId="0"/>
      <p:bldP spid="56" grpId="0"/>
      <p:bldP spid="57" grpId="0"/>
      <p:bldP spid="58" grpId="0"/>
      <p:bldP spid="59" grpId="0" animBg="1"/>
      <p:bldP spid="60" grpId="0" animBg="1"/>
      <p:bldP spid="61" grpId="0" animBg="1"/>
      <p:bldP spid="62" grpId="0" animBg="1"/>
      <p:bldP spid="63" grpId="0"/>
      <p:bldP spid="64" grpId="0"/>
      <p:bldP spid="65" grpId="0"/>
      <p:bldP spid="66" grpId="0"/>
      <p:bldP spid="126" grpId="0"/>
      <p:bldP spid="1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圓角 25"/>
          <p:cNvSpPr/>
          <p:nvPr/>
        </p:nvSpPr>
        <p:spPr>
          <a:xfrm>
            <a:off x="2590905" y="3336388"/>
            <a:ext cx="12112275" cy="3613659"/>
          </a:xfrm>
          <a:prstGeom prst="roundRect">
            <a:avLst/>
          </a:prstGeom>
          <a:blipFill rotWithShape="1">
            <a:blip r:embed="rId2"/>
            <a:tile tx="0" ty="0" sx="100000" sy="100000" flip="none" algn="tl"/>
          </a:blipFill>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3600" dirty="0"/>
          </a:p>
        </p:txBody>
      </p:sp>
      <p:cxnSp>
        <p:nvCxnSpPr>
          <p:cNvPr id="28" name="直線單箭頭接點 27"/>
          <p:cNvCxnSpPr/>
          <p:nvPr/>
        </p:nvCxnSpPr>
        <p:spPr>
          <a:xfrm flipH="1" flipV="1">
            <a:off x="3586435" y="269468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3261847" y="752440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48" name="矩形 47"/>
          <p:cNvSpPr/>
          <p:nvPr/>
        </p:nvSpPr>
        <p:spPr>
          <a:xfrm>
            <a:off x="6675534" y="752439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49" name="矩形 48"/>
          <p:cNvSpPr/>
          <p:nvPr/>
        </p:nvSpPr>
        <p:spPr>
          <a:xfrm>
            <a:off x="10024021" y="754670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50" name="矩形 49"/>
          <p:cNvSpPr/>
          <p:nvPr/>
        </p:nvSpPr>
        <p:spPr>
          <a:xfrm>
            <a:off x="13401217" y="757190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55" name="文字方塊 54"/>
              <p:cNvSpPr txBox="1"/>
              <p:nvPr/>
            </p:nvSpPr>
            <p:spPr>
              <a:xfrm>
                <a:off x="13252690" y="765481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13252690" y="7654815"/>
                <a:ext cx="1072742" cy="645160"/>
              </a:xfrm>
              <a:prstGeom prst="rect">
                <a:avLst/>
              </a:prstGeom>
              <a:blipFill rotWithShape="1">
                <a:blip r:embed="rId3"/>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9881179" y="763820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9881179" y="7638206"/>
                <a:ext cx="1072742" cy="646430"/>
              </a:xfrm>
              <a:prstGeom prst="rect">
                <a:avLst/>
              </a:prstGeom>
              <a:blipFill rotWithShape="1">
                <a:blip r:embed="rId4"/>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7" name="文字方塊 56"/>
              <p:cNvSpPr txBox="1"/>
              <p:nvPr/>
            </p:nvSpPr>
            <p:spPr>
              <a:xfrm>
                <a:off x="6562797" y="763820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57" name="文字方塊 56"/>
              <p:cNvSpPr txBox="1">
                <a:spLocks noRot="1" noChangeAspect="1" noMove="1" noResize="1" noEditPoints="1" noAdjustHandles="1" noChangeArrowheads="1" noChangeShapeType="1" noTextEdit="1"/>
              </p:cNvSpPr>
              <p:nvPr/>
            </p:nvSpPr>
            <p:spPr>
              <a:xfrm>
                <a:off x="6562797" y="7638206"/>
                <a:ext cx="1072742" cy="646430"/>
              </a:xfrm>
              <a:prstGeom prst="rect">
                <a:avLst/>
              </a:prstGeom>
              <a:blipFill rotWithShape="1">
                <a:blip r:embed="rId5"/>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3123135" y="762700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58" name="文字方塊 57"/>
              <p:cNvSpPr txBox="1">
                <a:spLocks noRot="1" noChangeAspect="1" noMove="1" noResize="1" noEditPoints="1" noAdjustHandles="1" noChangeArrowheads="1" noChangeShapeType="1" noTextEdit="1"/>
              </p:cNvSpPr>
              <p:nvPr/>
            </p:nvSpPr>
            <p:spPr>
              <a:xfrm>
                <a:off x="3123135" y="7627007"/>
                <a:ext cx="1072742" cy="646430"/>
              </a:xfrm>
              <a:prstGeom prst="rect">
                <a:avLst/>
              </a:prstGeom>
              <a:blipFill rotWithShape="1">
                <a:blip r:embed="rId6"/>
                <a:stretch>
                  <a:fillRect l="-19" t="-3" r="40" b="3"/>
                </a:stretch>
              </a:blipFill>
            </p:spPr>
            <p:txBody>
              <a:bodyPr/>
              <a:lstStyle/>
              <a:p>
                <a:r>
                  <a:rPr lang="en-US" altLang="en-US">
                    <a:noFill/>
                  </a:rPr>
                  <a:t> </a:t>
                </a:r>
              </a:p>
            </p:txBody>
          </p:sp>
        </mc:Fallback>
      </mc:AlternateContent>
      <p:sp>
        <p:nvSpPr>
          <p:cNvPr id="72" name="手繪多邊形: 圖案 71"/>
          <p:cNvSpPr/>
          <p:nvPr/>
        </p:nvSpPr>
        <p:spPr>
          <a:xfrm>
            <a:off x="3633133" y="6435782"/>
            <a:ext cx="3466034" cy="454614"/>
          </a:xfrm>
          <a:custGeom>
            <a:avLst/>
            <a:gdLst>
              <a:gd name="connsiteX0" fmla="*/ 0 w 1857829"/>
              <a:gd name="connsiteY0" fmla="*/ 275802 h 290317"/>
              <a:gd name="connsiteX1" fmla="*/ 856343 w 1857829"/>
              <a:gd name="connsiteY1" fmla="*/ 31 h 290317"/>
              <a:gd name="connsiteX2" fmla="*/ 1857829 w 1857829"/>
              <a:gd name="connsiteY2" fmla="*/ 290317 h 290317"/>
            </a:gdLst>
            <a:ahLst/>
            <a:cxnLst>
              <a:cxn ang="0">
                <a:pos x="connsiteX0" y="connsiteY0"/>
              </a:cxn>
              <a:cxn ang="0">
                <a:pos x="connsiteX1" y="connsiteY1"/>
              </a:cxn>
              <a:cxn ang="0">
                <a:pos x="connsiteX2" y="connsiteY2"/>
              </a:cxn>
            </a:cxnLst>
            <a:rect l="l" t="t" r="r" b="b"/>
            <a:pathLst>
              <a:path w="1857829" h="290317">
                <a:moveTo>
                  <a:pt x="0" y="275802"/>
                </a:moveTo>
                <a:cubicBezTo>
                  <a:pt x="273352" y="136707"/>
                  <a:pt x="546705" y="-2388"/>
                  <a:pt x="856343" y="31"/>
                </a:cubicBezTo>
                <a:cubicBezTo>
                  <a:pt x="1165981" y="2450"/>
                  <a:pt x="1511905" y="146383"/>
                  <a:pt x="1857829" y="290317"/>
                </a:cubicBezTo>
              </a:path>
            </a:pathLst>
          </a:custGeom>
          <a:noFill/>
          <a:ln w="38100">
            <a:solidFill>
              <a:schemeClr val="tx1"/>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3" name="手繪多邊形: 圖案 72"/>
          <p:cNvSpPr/>
          <p:nvPr/>
        </p:nvSpPr>
        <p:spPr>
          <a:xfrm>
            <a:off x="3581870" y="5865326"/>
            <a:ext cx="6791015" cy="1006701"/>
          </a:xfrm>
          <a:custGeom>
            <a:avLst/>
            <a:gdLst>
              <a:gd name="connsiteX0" fmla="*/ 0 w 1857829"/>
              <a:gd name="connsiteY0" fmla="*/ 275802 h 290317"/>
              <a:gd name="connsiteX1" fmla="*/ 856343 w 1857829"/>
              <a:gd name="connsiteY1" fmla="*/ 31 h 290317"/>
              <a:gd name="connsiteX2" fmla="*/ 1857829 w 1857829"/>
              <a:gd name="connsiteY2" fmla="*/ 290317 h 290317"/>
            </a:gdLst>
            <a:ahLst/>
            <a:cxnLst>
              <a:cxn ang="0">
                <a:pos x="connsiteX0" y="connsiteY0"/>
              </a:cxn>
              <a:cxn ang="0">
                <a:pos x="connsiteX1" y="connsiteY1"/>
              </a:cxn>
              <a:cxn ang="0">
                <a:pos x="connsiteX2" y="connsiteY2"/>
              </a:cxn>
            </a:cxnLst>
            <a:rect l="l" t="t" r="r" b="b"/>
            <a:pathLst>
              <a:path w="1857829" h="290317">
                <a:moveTo>
                  <a:pt x="0" y="275802"/>
                </a:moveTo>
                <a:cubicBezTo>
                  <a:pt x="273352" y="136707"/>
                  <a:pt x="546705" y="-2388"/>
                  <a:pt x="856343" y="31"/>
                </a:cubicBezTo>
                <a:cubicBezTo>
                  <a:pt x="1165981" y="2450"/>
                  <a:pt x="1511905" y="146383"/>
                  <a:pt x="1857829" y="290317"/>
                </a:cubicBezTo>
              </a:path>
            </a:pathLst>
          </a:custGeom>
          <a:noFill/>
          <a:ln w="38100">
            <a:solidFill>
              <a:schemeClr val="tx1"/>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4" name="手繪多邊形: 圖案 73"/>
          <p:cNvSpPr/>
          <p:nvPr/>
        </p:nvSpPr>
        <p:spPr>
          <a:xfrm>
            <a:off x="3581871" y="5342457"/>
            <a:ext cx="10163357" cy="1509020"/>
          </a:xfrm>
          <a:custGeom>
            <a:avLst/>
            <a:gdLst>
              <a:gd name="connsiteX0" fmla="*/ 0 w 1857829"/>
              <a:gd name="connsiteY0" fmla="*/ 275802 h 290317"/>
              <a:gd name="connsiteX1" fmla="*/ 856343 w 1857829"/>
              <a:gd name="connsiteY1" fmla="*/ 31 h 290317"/>
              <a:gd name="connsiteX2" fmla="*/ 1857829 w 1857829"/>
              <a:gd name="connsiteY2" fmla="*/ 290317 h 290317"/>
            </a:gdLst>
            <a:ahLst/>
            <a:cxnLst>
              <a:cxn ang="0">
                <a:pos x="connsiteX0" y="connsiteY0"/>
              </a:cxn>
              <a:cxn ang="0">
                <a:pos x="connsiteX1" y="connsiteY1"/>
              </a:cxn>
              <a:cxn ang="0">
                <a:pos x="connsiteX2" y="connsiteY2"/>
              </a:cxn>
            </a:cxnLst>
            <a:rect l="l" t="t" r="r" b="b"/>
            <a:pathLst>
              <a:path w="1857829" h="290317">
                <a:moveTo>
                  <a:pt x="0" y="275802"/>
                </a:moveTo>
                <a:cubicBezTo>
                  <a:pt x="273352" y="136707"/>
                  <a:pt x="546705" y="-2388"/>
                  <a:pt x="856343" y="31"/>
                </a:cubicBezTo>
                <a:cubicBezTo>
                  <a:pt x="1165981" y="2450"/>
                  <a:pt x="1511905" y="146383"/>
                  <a:pt x="1857829" y="290317"/>
                </a:cubicBezTo>
              </a:path>
            </a:pathLst>
          </a:custGeom>
          <a:noFill/>
          <a:ln w="38100">
            <a:solidFill>
              <a:schemeClr val="tx1"/>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5" name="文字方塊 74"/>
          <p:cNvSpPr txBox="1"/>
          <p:nvPr/>
        </p:nvSpPr>
        <p:spPr>
          <a:xfrm>
            <a:off x="9363876" y="4707118"/>
            <a:ext cx="3208802" cy="829945"/>
          </a:xfrm>
          <a:prstGeom prst="rect">
            <a:avLst/>
          </a:prstGeom>
          <a:noFill/>
        </p:spPr>
        <p:txBody>
          <a:bodyPr wrap="square" rtlCol="0">
            <a:spAutoFit/>
          </a:bodyPr>
          <a:lstStyle/>
          <a:p>
            <a:r>
              <a:rPr lang="en-US" altLang="zh-TW" sz="4800" dirty="0"/>
              <a:t>relevant?</a:t>
            </a:r>
          </a:p>
        </p:txBody>
      </p:sp>
      <mc:AlternateContent xmlns:mc="http://schemas.openxmlformats.org/markup-compatibility/2006" xmlns:a14="http://schemas.microsoft.com/office/drawing/2010/main">
        <mc:Choice Requires="a14">
          <p:sp>
            <p:nvSpPr>
              <p:cNvPr id="81" name="文字方塊 80"/>
              <p:cNvSpPr txBox="1"/>
              <p:nvPr/>
            </p:nvSpPr>
            <p:spPr>
              <a:xfrm>
                <a:off x="8405544" y="4707308"/>
                <a:ext cx="334010"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3600" i="1">
                          <a:latin typeface="Cambria Math" panose="02040503050406030204" pitchFamily="18" charset="0"/>
                        </a:rPr>
                        <m:t>𝛼</m:t>
                      </m:r>
                    </m:oMath>
                  </m:oMathPara>
                </a14:m>
                <a:endParaRPr lang="zh-TW" altLang="en-US" sz="3600" dirty="0"/>
              </a:p>
            </p:txBody>
          </p:sp>
        </mc:Choice>
        <mc:Fallback xmlns="">
          <p:sp>
            <p:nvSpPr>
              <p:cNvPr id="81" name="文字方塊 80"/>
              <p:cNvSpPr txBox="1">
                <a:spLocks noRot="1" noChangeAspect="1" noMove="1" noResize="1" noEditPoints="1" noAdjustHandles="1" noChangeArrowheads="1" noChangeShapeType="1" noTextEdit="1"/>
              </p:cNvSpPr>
              <p:nvPr/>
            </p:nvSpPr>
            <p:spPr>
              <a:xfrm>
                <a:off x="8405544" y="4707308"/>
                <a:ext cx="334010" cy="553720"/>
              </a:xfrm>
              <a:prstGeom prst="rect">
                <a:avLst/>
              </a:prstGeom>
              <a:blipFill rotWithShape="1">
                <a:blip r:embed="rId7"/>
                <a:stretch>
                  <a:fillRect l="-15" t="-10" r="-21468" b="10"/>
                </a:stretch>
              </a:blipFill>
            </p:spPr>
            <p:txBody>
              <a:bodyPr/>
              <a:lstStyle/>
              <a:p>
                <a:r>
                  <a:rPr lang="en-US" altLang="en-US">
                    <a:noFill/>
                  </a:rPr>
                  <a:t> </a:t>
                </a:r>
              </a:p>
            </p:txBody>
          </p:sp>
        </mc:Fallback>
      </mc:AlternateContent>
      <p:sp>
        <p:nvSpPr>
          <p:cNvPr id="84" name="矩形: 圓角 83"/>
          <p:cNvSpPr/>
          <p:nvPr/>
        </p:nvSpPr>
        <p:spPr>
          <a:xfrm>
            <a:off x="8219674" y="4585283"/>
            <a:ext cx="723390" cy="79804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85" name="直線單箭頭接點 84"/>
          <p:cNvCxnSpPr/>
          <p:nvPr/>
        </p:nvCxnSpPr>
        <p:spPr>
          <a:xfrm flipH="1" flipV="1">
            <a:off x="3624022" y="691777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p:nvPr/>
        </p:nvCxnSpPr>
        <p:spPr>
          <a:xfrm flipH="1" flipV="1">
            <a:off x="7074130" y="691777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p:cNvCxnSpPr/>
          <p:nvPr/>
        </p:nvCxnSpPr>
        <p:spPr>
          <a:xfrm flipH="1" flipV="1">
            <a:off x="10399120" y="699755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H="1" flipV="1">
            <a:off x="13745234" y="699755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矩形: 圓角 89"/>
          <p:cNvSpPr/>
          <p:nvPr/>
        </p:nvSpPr>
        <p:spPr>
          <a:xfrm>
            <a:off x="3179706" y="7394895"/>
            <a:ext cx="888632" cy="11931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92" name="矩形: 圓角 91"/>
          <p:cNvSpPr/>
          <p:nvPr/>
        </p:nvSpPr>
        <p:spPr>
          <a:xfrm>
            <a:off x="13300911" y="7429704"/>
            <a:ext cx="888632" cy="11931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2" name="文字方塊 1"/>
          <p:cNvSpPr txBox="1"/>
          <p:nvPr/>
        </p:nvSpPr>
        <p:spPr>
          <a:xfrm>
            <a:off x="4417741" y="8847939"/>
            <a:ext cx="9705444" cy="737235"/>
          </a:xfrm>
          <a:prstGeom prst="rect">
            <a:avLst/>
          </a:prstGeom>
          <a:noFill/>
        </p:spPr>
        <p:txBody>
          <a:bodyPr wrap="square" rtlCol="0">
            <a:spAutoFit/>
          </a:bodyPr>
          <a:lstStyle/>
          <a:p>
            <a:r>
              <a:rPr lang="en-US" altLang="zh-TW" sz="4200" dirty="0"/>
              <a:t>Find the relevant vectors in a sequence </a:t>
            </a:r>
            <a:endParaRPr lang="zh-TW" altLang="en-US" sz="4200" dirty="0"/>
          </a:p>
        </p:txBody>
      </p:sp>
      <p:sp>
        <p:nvSpPr>
          <p:cNvPr id="24" name="矩形 23"/>
          <p:cNvSpPr/>
          <p:nvPr/>
        </p:nvSpPr>
        <p:spPr>
          <a:xfrm>
            <a:off x="3240745" y="1756430"/>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5" name="文字方塊 24"/>
              <p:cNvSpPr txBox="1"/>
              <p:nvPr/>
            </p:nvSpPr>
            <p:spPr>
              <a:xfrm>
                <a:off x="3102033" y="185903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3102033" y="1859036"/>
                <a:ext cx="1072742" cy="646430"/>
              </a:xfrm>
              <a:prstGeom prst="rect">
                <a:avLst/>
              </a:prstGeom>
              <a:blipFill rotWithShape="1">
                <a:blip r:embed="rId8"/>
                <a:stretch>
                  <a:fillRect l="-5" t="-60" r="27" b="60"/>
                </a:stretch>
              </a:blipFill>
            </p:spPr>
            <p:txBody>
              <a:bodyPr/>
              <a:lstStyle/>
              <a:p>
                <a:r>
                  <a:rPr lang="en-US" altLang="en-US">
                    <a:noFill/>
                  </a:rPr>
                  <a:t> </a:t>
                </a:r>
              </a:p>
            </p:txBody>
          </p:sp>
        </mc:Fallback>
      </mc:AlternateContent>
      <p:sp>
        <p:nvSpPr>
          <p:cNvPr id="4" name="標題 1"/>
          <p:cNvSpPr>
            <a:spLocks noGrp="1"/>
          </p:cNvSpPr>
          <p:nvPr>
            <p:ph type="title"/>
          </p:nvPr>
        </p:nvSpPr>
        <p:spPr/>
        <p:txBody>
          <a:bodyPr/>
          <a:lstStyle/>
          <a:p>
            <a:r>
              <a:rPr lang="en-US" altLang="zh-TW" dirty="0">
                <a:sym typeface="+mn-ea"/>
              </a:rPr>
              <a:t>How to get the relavance?</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ldLvl="0" animBg="1"/>
      <p:bldP spid="73" grpId="0" bldLvl="0" animBg="1"/>
      <p:bldP spid="74" grpId="0" bldLvl="0" animBg="1"/>
      <p:bldP spid="75" grpId="0"/>
      <p:bldP spid="81" grpId="0"/>
      <p:bldP spid="84" grpId="0" bldLvl="0" animBg="1"/>
      <p:bldP spid="90" grpId="0" bldLvl="0" animBg="1"/>
      <p:bldP spid="92" grpId="0" bldLvl="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直線單箭頭接點 37">
            <a:extLst>
              <a:ext uri="{FF2B5EF4-FFF2-40B4-BE49-F238E27FC236}">
                <a16:creationId xmlns:a16="http://schemas.microsoft.com/office/drawing/2014/main" id="{DF97A9D6-BC46-412B-A2F8-5A77CEE62F19}"/>
              </a:ext>
            </a:extLst>
          </p:cNvPr>
          <p:cNvCxnSpPr>
            <a:cxnSpLocks/>
          </p:cNvCxnSpPr>
          <p:nvPr/>
        </p:nvCxnSpPr>
        <p:spPr>
          <a:xfrm flipV="1">
            <a:off x="6344009" y="4076120"/>
            <a:ext cx="0" cy="12284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a:extLst>
              <a:ext uri="{FF2B5EF4-FFF2-40B4-BE49-F238E27FC236}">
                <a16:creationId xmlns:a16="http://schemas.microsoft.com/office/drawing/2014/main" id="{C28E94BD-3CBF-4186-9152-A923350C38B4}"/>
              </a:ext>
            </a:extLst>
          </p:cNvPr>
          <p:cNvSpPr>
            <a:spLocks noGrp="1"/>
          </p:cNvSpPr>
          <p:nvPr>
            <p:ph type="title"/>
          </p:nvPr>
        </p:nvSpPr>
        <p:spPr>
          <a:xfrm>
            <a:off x="1101724" y="-135278"/>
            <a:ext cx="16084552" cy="1551434"/>
          </a:xfrm>
        </p:spPr>
        <p:txBody>
          <a:bodyPr/>
          <a:lstStyle/>
          <a:p>
            <a:r>
              <a:rPr lang="en-US" altLang="zh-TW" dirty="0"/>
              <a:t>Self-attention</a:t>
            </a:r>
            <a:endParaRPr lang="zh-TW" altLang="en-US" dirty="0"/>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86D7B9BE-0613-4E80-88A9-13FD17F60683}"/>
                  </a:ext>
                </a:extLst>
              </p:cNvPr>
              <p:cNvSpPr/>
              <p:nvPr/>
            </p:nvSpPr>
            <p:spPr>
              <a:xfrm>
                <a:off x="4467978" y="6593766"/>
                <a:ext cx="1572579" cy="11163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TW" sz="3600" i="1">
                              <a:latin typeface="Cambria Math" panose="02040503050406030204" pitchFamily="18" charset="0"/>
                            </a:rPr>
                          </m:ctrlPr>
                        </m:sSupPr>
                        <m:e>
                          <m:r>
                            <a:rPr lang="en-US" altLang="zh-TW" sz="3600" i="1">
                              <a:latin typeface="Cambria Math" panose="02040503050406030204" pitchFamily="18" charset="0"/>
                            </a:rPr>
                            <m:t>𝑊</m:t>
                          </m:r>
                        </m:e>
                        <m:sup>
                          <m:r>
                            <a:rPr lang="en-US" altLang="zh-TW" sz="3600" i="1">
                              <a:latin typeface="Cambria Math" panose="02040503050406030204" pitchFamily="18" charset="0"/>
                            </a:rPr>
                            <m:t>𝑞</m:t>
                          </m:r>
                        </m:sup>
                      </m:sSup>
                    </m:oMath>
                  </m:oMathPara>
                </a14:m>
                <a:endParaRPr lang="zh-TW" altLang="en-US" sz="3600" dirty="0"/>
              </a:p>
            </p:txBody>
          </p:sp>
        </mc:Choice>
        <mc:Fallback xmlns="">
          <p:sp>
            <p:nvSpPr>
              <p:cNvPr id="26" name="矩形 25">
                <a:extLst>
                  <a:ext uri="{FF2B5EF4-FFF2-40B4-BE49-F238E27FC236}">
                    <a16:creationId xmlns:a16="http://schemas.microsoft.com/office/drawing/2014/main" id="{86D7B9BE-0613-4E80-88A9-13FD17F60683}"/>
                  </a:ext>
                </a:extLst>
              </p:cNvPr>
              <p:cNvSpPr>
                <a:spLocks noRot="1" noChangeAspect="1" noMove="1" noResize="1" noEditPoints="1" noAdjustHandles="1" noChangeArrowheads="1" noChangeShapeType="1" noTextEdit="1"/>
              </p:cNvSpPr>
              <p:nvPr/>
            </p:nvSpPr>
            <p:spPr>
              <a:xfrm>
                <a:off x="4467978" y="6593766"/>
                <a:ext cx="1572579" cy="11163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227ADEB6-8C8C-4F97-B2B9-754A6A92FCCF}"/>
                  </a:ext>
                </a:extLst>
              </p:cNvPr>
              <p:cNvSpPr/>
              <p:nvPr/>
            </p:nvSpPr>
            <p:spPr>
              <a:xfrm>
                <a:off x="6676518" y="6589565"/>
                <a:ext cx="1572579" cy="11163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TW" sz="3600" i="1">
                              <a:latin typeface="Cambria Math" panose="02040503050406030204" pitchFamily="18" charset="0"/>
                            </a:rPr>
                          </m:ctrlPr>
                        </m:sSupPr>
                        <m:e>
                          <m:r>
                            <a:rPr lang="en-US" altLang="zh-TW" sz="3600" i="1">
                              <a:latin typeface="Cambria Math" panose="02040503050406030204" pitchFamily="18" charset="0"/>
                            </a:rPr>
                            <m:t>𝑊</m:t>
                          </m:r>
                        </m:e>
                        <m:sup>
                          <m:r>
                            <a:rPr lang="en-US" altLang="zh-TW" sz="3600" i="1">
                              <a:latin typeface="Cambria Math" panose="02040503050406030204" pitchFamily="18" charset="0"/>
                            </a:rPr>
                            <m:t>𝑘</m:t>
                          </m:r>
                        </m:sup>
                      </m:sSup>
                    </m:oMath>
                  </m:oMathPara>
                </a14:m>
                <a:endParaRPr lang="zh-TW" altLang="en-US" sz="3600" dirty="0"/>
              </a:p>
            </p:txBody>
          </p:sp>
        </mc:Choice>
        <mc:Fallback xmlns="">
          <p:sp>
            <p:nvSpPr>
              <p:cNvPr id="27" name="矩形 26">
                <a:extLst>
                  <a:ext uri="{FF2B5EF4-FFF2-40B4-BE49-F238E27FC236}">
                    <a16:creationId xmlns:a16="http://schemas.microsoft.com/office/drawing/2014/main" id="{227ADEB6-8C8C-4F97-B2B9-754A6A92FCCF}"/>
                  </a:ext>
                </a:extLst>
              </p:cNvPr>
              <p:cNvSpPr>
                <a:spLocks noRot="1" noChangeAspect="1" noMove="1" noResize="1" noEditPoints="1" noAdjustHandles="1" noChangeArrowheads="1" noChangeShapeType="1" noTextEdit="1"/>
              </p:cNvSpPr>
              <p:nvPr/>
            </p:nvSpPr>
            <p:spPr>
              <a:xfrm>
                <a:off x="6676518" y="6589565"/>
                <a:ext cx="1572579" cy="1116363"/>
              </a:xfrm>
              <a:prstGeom prst="rect">
                <a:avLst/>
              </a:prstGeom>
              <a:blipFill>
                <a:blip r:embed="rId4"/>
                <a:stretch>
                  <a:fillRect/>
                </a:stretch>
              </a:blipFill>
            </p:spPr>
            <p:txBody>
              <a:bodyPr/>
              <a:lstStyle/>
              <a:p>
                <a:r>
                  <a:rPr lang="en-US">
                    <a:noFill/>
                  </a:rPr>
                  <a:t> </a:t>
                </a:r>
              </a:p>
            </p:txBody>
          </p:sp>
        </mc:Fallback>
      </mc:AlternateContent>
      <p:sp>
        <p:nvSpPr>
          <p:cNvPr id="30" name="文字方塊 29">
            <a:extLst>
              <a:ext uri="{FF2B5EF4-FFF2-40B4-BE49-F238E27FC236}">
                <a16:creationId xmlns:a16="http://schemas.microsoft.com/office/drawing/2014/main" id="{CA9919B3-D0CD-4319-BAE5-804288091D19}"/>
              </a:ext>
            </a:extLst>
          </p:cNvPr>
          <p:cNvSpPr txBox="1"/>
          <p:nvPr/>
        </p:nvSpPr>
        <p:spPr>
          <a:xfrm>
            <a:off x="3664604" y="2621471"/>
            <a:ext cx="5358809" cy="646331"/>
          </a:xfrm>
          <a:prstGeom prst="rect">
            <a:avLst/>
          </a:prstGeom>
          <a:noFill/>
        </p:spPr>
        <p:txBody>
          <a:bodyPr wrap="square" rtlCol="0">
            <a:spAutoFit/>
          </a:bodyPr>
          <a:lstStyle/>
          <a:p>
            <a:pPr algn="ctr"/>
            <a:r>
              <a:rPr lang="en-US" altLang="zh-TW" sz="3600" b="1" i="1" u="sng" dirty="0"/>
              <a:t>Dot-product</a:t>
            </a:r>
            <a:endParaRPr lang="zh-TW" altLang="en-US" sz="3600" b="1" i="1" u="sng" dirty="0"/>
          </a:p>
        </p:txBody>
      </p:sp>
      <p:sp>
        <p:nvSpPr>
          <p:cNvPr id="32" name="橢圓 31">
            <a:extLst>
              <a:ext uri="{FF2B5EF4-FFF2-40B4-BE49-F238E27FC236}">
                <a16:creationId xmlns:a16="http://schemas.microsoft.com/office/drawing/2014/main" id="{CAD51C51-D59C-4348-90B7-62BA6C13948A}"/>
              </a:ext>
            </a:extLst>
          </p:cNvPr>
          <p:cNvSpPr/>
          <p:nvPr/>
        </p:nvSpPr>
        <p:spPr>
          <a:xfrm>
            <a:off x="6276509" y="5562212"/>
            <a:ext cx="135000" cy="135000"/>
          </a:xfrm>
          <a:prstGeom prst="ellipse">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61BEE58-0BA1-4727-B16F-FFB19B795E85}"/>
                  </a:ext>
                </a:extLst>
              </p:cNvPr>
              <p:cNvSpPr txBox="1"/>
              <p:nvPr/>
            </p:nvSpPr>
            <p:spPr>
              <a:xfrm>
                <a:off x="6174119" y="3504872"/>
                <a:ext cx="41953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3600" i="1">
                          <a:latin typeface="Cambria Math" panose="02040503050406030204" pitchFamily="18" charset="0"/>
                        </a:rPr>
                        <m:t>𝛼</m:t>
                      </m:r>
                    </m:oMath>
                  </m:oMathPara>
                </a14:m>
                <a:endParaRPr lang="zh-TW" altLang="en-US" sz="3600" dirty="0"/>
              </a:p>
            </p:txBody>
          </p:sp>
        </mc:Choice>
        <mc:Fallback xmlns="">
          <p:sp>
            <p:nvSpPr>
              <p:cNvPr id="33" name="文字方塊 32">
                <a:extLst>
                  <a:ext uri="{FF2B5EF4-FFF2-40B4-BE49-F238E27FC236}">
                    <a16:creationId xmlns:a16="http://schemas.microsoft.com/office/drawing/2014/main" id="{061BEE58-0BA1-4727-B16F-FFB19B795E85}"/>
                  </a:ext>
                </a:extLst>
              </p:cNvPr>
              <p:cNvSpPr txBox="1">
                <a:spLocks noRot="1" noChangeAspect="1" noMove="1" noResize="1" noEditPoints="1" noAdjustHandles="1" noChangeArrowheads="1" noChangeShapeType="1" noTextEdit="1"/>
              </p:cNvSpPr>
              <p:nvPr/>
            </p:nvSpPr>
            <p:spPr>
              <a:xfrm>
                <a:off x="6174119" y="3504872"/>
                <a:ext cx="419538" cy="553998"/>
              </a:xfrm>
              <a:prstGeom prst="rect">
                <a:avLst/>
              </a:prstGeom>
              <a:blipFill>
                <a:blip r:embed="rId5"/>
                <a:stretch>
                  <a:fillRect l="-11765" r="-5882"/>
                </a:stretch>
              </a:blipFill>
            </p:spPr>
            <p:txBody>
              <a:bodyPr/>
              <a:lstStyle/>
              <a:p>
                <a:r>
                  <a:rPr lang="en-US">
                    <a:noFill/>
                  </a:rPr>
                  <a:t> </a:t>
                </a:r>
              </a:p>
            </p:txBody>
          </p:sp>
        </mc:Fallback>
      </mc:AlternateContent>
      <p:cxnSp>
        <p:nvCxnSpPr>
          <p:cNvPr id="34" name="直線單箭頭接點 33">
            <a:extLst>
              <a:ext uri="{FF2B5EF4-FFF2-40B4-BE49-F238E27FC236}">
                <a16:creationId xmlns:a16="http://schemas.microsoft.com/office/drawing/2014/main" id="{A49FF25A-331C-4515-A469-47DA77770910}"/>
              </a:ext>
            </a:extLst>
          </p:cNvPr>
          <p:cNvCxnSpPr>
            <a:cxnSpLocks/>
          </p:cNvCxnSpPr>
          <p:nvPr/>
        </p:nvCxnSpPr>
        <p:spPr>
          <a:xfrm flipH="1" flipV="1">
            <a:off x="5206193" y="7753839"/>
            <a:ext cx="0" cy="1076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19D243C5-230D-4616-B2BA-DC79873B09F1}"/>
              </a:ext>
            </a:extLst>
          </p:cNvPr>
          <p:cNvCxnSpPr>
            <a:cxnSpLocks/>
          </p:cNvCxnSpPr>
          <p:nvPr/>
        </p:nvCxnSpPr>
        <p:spPr>
          <a:xfrm flipH="1" flipV="1">
            <a:off x="7462808" y="7754684"/>
            <a:ext cx="0" cy="1076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43DDF2D2-0DE4-4C56-A6E8-AE8018BECC19}"/>
              </a:ext>
            </a:extLst>
          </p:cNvPr>
          <p:cNvCxnSpPr>
            <a:cxnSpLocks/>
          </p:cNvCxnSpPr>
          <p:nvPr/>
        </p:nvCxnSpPr>
        <p:spPr>
          <a:xfrm flipV="1">
            <a:off x="5230703" y="6153777"/>
            <a:ext cx="0" cy="565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17B9CDA-F878-4CC7-BB3C-830EA1C0C172}"/>
              </a:ext>
            </a:extLst>
          </p:cNvPr>
          <p:cNvCxnSpPr>
            <a:cxnSpLocks/>
          </p:cNvCxnSpPr>
          <p:nvPr/>
        </p:nvCxnSpPr>
        <p:spPr>
          <a:xfrm flipV="1">
            <a:off x="7452152" y="6183059"/>
            <a:ext cx="0" cy="565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28F43298-4B7F-42B7-994E-8082E5BA0B3C}"/>
              </a:ext>
            </a:extLst>
          </p:cNvPr>
          <p:cNvCxnSpPr>
            <a:cxnSpLocks/>
          </p:cNvCxnSpPr>
          <p:nvPr/>
        </p:nvCxnSpPr>
        <p:spPr>
          <a:xfrm>
            <a:off x="5423265" y="5636097"/>
            <a:ext cx="6458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D4CF25CB-0EAF-4DD9-81D8-215B14C50A13}"/>
              </a:ext>
            </a:extLst>
          </p:cNvPr>
          <p:cNvCxnSpPr>
            <a:cxnSpLocks/>
          </p:cNvCxnSpPr>
          <p:nvPr/>
        </p:nvCxnSpPr>
        <p:spPr>
          <a:xfrm flipH="1">
            <a:off x="6608712" y="5622396"/>
            <a:ext cx="59779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085E5727-DC26-4629-98F2-460AAB007E4E}"/>
              </a:ext>
            </a:extLst>
          </p:cNvPr>
          <p:cNvSpPr/>
          <p:nvPr/>
        </p:nvSpPr>
        <p:spPr>
          <a:xfrm>
            <a:off x="4036052" y="4571012"/>
            <a:ext cx="4557840" cy="375207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矩形: 圓角 47">
            <a:extLst>
              <a:ext uri="{FF2B5EF4-FFF2-40B4-BE49-F238E27FC236}">
                <a16:creationId xmlns:a16="http://schemas.microsoft.com/office/drawing/2014/main" id="{8B662A62-876D-4D01-B429-933FE82E39B2}"/>
              </a:ext>
            </a:extLst>
          </p:cNvPr>
          <p:cNvSpPr/>
          <p:nvPr/>
        </p:nvSpPr>
        <p:spPr>
          <a:xfrm>
            <a:off x="5017695" y="5143501"/>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49" name="矩形: 圓角 48">
            <a:extLst>
              <a:ext uri="{FF2B5EF4-FFF2-40B4-BE49-F238E27FC236}">
                <a16:creationId xmlns:a16="http://schemas.microsoft.com/office/drawing/2014/main" id="{D3C5CDD1-9299-4BAC-BAEC-5722D2F5456F}"/>
              </a:ext>
            </a:extLst>
          </p:cNvPr>
          <p:cNvSpPr/>
          <p:nvPr/>
        </p:nvSpPr>
        <p:spPr>
          <a:xfrm>
            <a:off x="7263654" y="5122643"/>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EBFA7A7C-04F0-4D8F-877E-9E3D3576C0AE}"/>
                  </a:ext>
                </a:extLst>
              </p:cNvPr>
              <p:cNvSpPr txBox="1"/>
              <p:nvPr/>
            </p:nvSpPr>
            <p:spPr>
              <a:xfrm>
                <a:off x="4936345" y="5252618"/>
                <a:ext cx="55685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a:latin typeface="Cambria Math" panose="02040503050406030204" pitchFamily="18" charset="0"/>
                        </a:rPr>
                        <m:t>𝒒</m:t>
                      </m:r>
                    </m:oMath>
                  </m:oMathPara>
                </a14:m>
                <a:endParaRPr lang="zh-TW" altLang="en-US" sz="3600" b="1" dirty="0"/>
              </a:p>
            </p:txBody>
          </p:sp>
        </mc:Choice>
        <mc:Fallback xmlns="">
          <p:sp>
            <p:nvSpPr>
              <p:cNvPr id="50" name="文字方塊 49">
                <a:extLst>
                  <a:ext uri="{FF2B5EF4-FFF2-40B4-BE49-F238E27FC236}">
                    <a16:creationId xmlns:a16="http://schemas.microsoft.com/office/drawing/2014/main" id="{EBFA7A7C-04F0-4D8F-877E-9E3D3576C0AE}"/>
                  </a:ext>
                </a:extLst>
              </p:cNvPr>
              <p:cNvSpPr txBox="1">
                <a:spLocks noRot="1" noChangeAspect="1" noMove="1" noResize="1" noEditPoints="1" noAdjustHandles="1" noChangeArrowheads="1" noChangeShapeType="1" noTextEdit="1"/>
              </p:cNvSpPr>
              <p:nvPr/>
            </p:nvSpPr>
            <p:spPr>
              <a:xfrm>
                <a:off x="4936345" y="5252618"/>
                <a:ext cx="556856" cy="646331"/>
              </a:xfrm>
              <a:prstGeom prst="rect">
                <a:avLst/>
              </a:prstGeom>
              <a:blipFill>
                <a:blip r:embed="rId6"/>
                <a:stretch>
                  <a:fillRect l="-4444" r="-4444" b="-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27B1E3FE-A51A-4238-91B1-6EB0DF84DED3}"/>
                  </a:ext>
                </a:extLst>
              </p:cNvPr>
              <p:cNvSpPr txBox="1"/>
              <p:nvPr/>
            </p:nvSpPr>
            <p:spPr>
              <a:xfrm>
                <a:off x="7173724" y="5304598"/>
                <a:ext cx="55685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a:latin typeface="Cambria Math" panose="02040503050406030204" pitchFamily="18" charset="0"/>
                        </a:rPr>
                        <m:t>𝒌</m:t>
                      </m:r>
                    </m:oMath>
                  </m:oMathPara>
                </a14:m>
                <a:endParaRPr lang="zh-TW" altLang="en-US" sz="3600" b="1" dirty="0"/>
              </a:p>
            </p:txBody>
          </p:sp>
        </mc:Choice>
        <mc:Fallback xmlns="">
          <p:sp>
            <p:nvSpPr>
              <p:cNvPr id="51" name="文字方塊 50">
                <a:extLst>
                  <a:ext uri="{FF2B5EF4-FFF2-40B4-BE49-F238E27FC236}">
                    <a16:creationId xmlns:a16="http://schemas.microsoft.com/office/drawing/2014/main" id="{27B1E3FE-A51A-4238-91B1-6EB0DF84DED3}"/>
                  </a:ext>
                </a:extLst>
              </p:cNvPr>
              <p:cNvSpPr txBox="1">
                <a:spLocks noRot="1" noChangeAspect="1" noMove="1" noResize="1" noEditPoints="1" noAdjustHandles="1" noChangeArrowheads="1" noChangeShapeType="1" noTextEdit="1"/>
              </p:cNvSpPr>
              <p:nvPr/>
            </p:nvSpPr>
            <p:spPr>
              <a:xfrm>
                <a:off x="7173724" y="5304598"/>
                <a:ext cx="556856" cy="646331"/>
              </a:xfrm>
              <a:prstGeom prst="rect">
                <a:avLst/>
              </a:prstGeom>
              <a:blipFill>
                <a:blip r:embed="rId7"/>
                <a:stretch>
                  <a:fillRect l="-2222" r="-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6034DE13-21C9-4F49-9FA0-ADC6AF6284B2}"/>
                  </a:ext>
                </a:extLst>
              </p:cNvPr>
              <p:cNvSpPr txBox="1"/>
              <p:nvPr/>
            </p:nvSpPr>
            <p:spPr>
              <a:xfrm>
                <a:off x="6507420" y="3479861"/>
                <a:ext cx="174167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a:latin typeface="Cambria Math" panose="02040503050406030204" pitchFamily="18" charset="0"/>
                        </a:rPr>
                        <m:t>=</m:t>
                      </m:r>
                      <m:r>
                        <a:rPr lang="en-US" altLang="zh-TW" sz="3600" b="1" i="1">
                          <a:latin typeface="Cambria Math" panose="02040503050406030204" pitchFamily="18" charset="0"/>
                        </a:rPr>
                        <m:t>𝒒</m:t>
                      </m:r>
                      <m:r>
                        <a:rPr lang="en-US" altLang="zh-TW" sz="3600" b="1" i="1">
                          <a:latin typeface="Cambria Math" panose="02040503050406030204" pitchFamily="18" charset="0"/>
                          <a:ea typeface="Cambria Math" panose="02040503050406030204" pitchFamily="18" charset="0"/>
                        </a:rPr>
                        <m:t>∙</m:t>
                      </m:r>
                      <m:r>
                        <a:rPr lang="en-US" altLang="zh-TW" sz="3600" b="1" i="1">
                          <a:latin typeface="Cambria Math" panose="02040503050406030204" pitchFamily="18" charset="0"/>
                        </a:rPr>
                        <m:t>𝒌</m:t>
                      </m:r>
                    </m:oMath>
                  </m:oMathPara>
                </a14:m>
                <a:endParaRPr lang="zh-TW" altLang="en-US" sz="3600" b="1" dirty="0"/>
              </a:p>
            </p:txBody>
          </p:sp>
        </mc:Choice>
        <mc:Fallback xmlns="">
          <p:sp>
            <p:nvSpPr>
              <p:cNvPr id="52" name="文字方塊 51">
                <a:extLst>
                  <a:ext uri="{FF2B5EF4-FFF2-40B4-BE49-F238E27FC236}">
                    <a16:creationId xmlns:a16="http://schemas.microsoft.com/office/drawing/2014/main" id="{6034DE13-21C9-4F49-9FA0-ADC6AF6284B2}"/>
                  </a:ext>
                </a:extLst>
              </p:cNvPr>
              <p:cNvSpPr txBox="1">
                <a:spLocks noRot="1" noChangeAspect="1" noMove="1" noResize="1" noEditPoints="1" noAdjustHandles="1" noChangeArrowheads="1" noChangeShapeType="1" noTextEdit="1"/>
              </p:cNvSpPr>
              <p:nvPr/>
            </p:nvSpPr>
            <p:spPr>
              <a:xfrm>
                <a:off x="6507420" y="3479861"/>
                <a:ext cx="1741677" cy="646331"/>
              </a:xfrm>
              <a:prstGeom prst="rect">
                <a:avLst/>
              </a:prstGeom>
              <a:blipFill>
                <a:blip r:embed="rId8"/>
                <a:stretch>
                  <a:fillRect b="-19608"/>
                </a:stretch>
              </a:blipFill>
            </p:spPr>
            <p:txBody>
              <a:bodyPr/>
              <a:lstStyle/>
              <a:p>
                <a:r>
                  <a:rPr lang="en-US">
                    <a:noFill/>
                  </a:rPr>
                  <a:t> </a:t>
                </a:r>
              </a:p>
            </p:txBody>
          </p:sp>
        </mc:Fallback>
      </mc:AlternateContent>
      <p:sp>
        <p:nvSpPr>
          <p:cNvPr id="53" name="文字方塊 52">
            <a:extLst>
              <a:ext uri="{FF2B5EF4-FFF2-40B4-BE49-F238E27FC236}">
                <a16:creationId xmlns:a16="http://schemas.microsoft.com/office/drawing/2014/main" id="{8685E813-C790-4CD5-8B7F-D9BDC56EAB5A}"/>
              </a:ext>
            </a:extLst>
          </p:cNvPr>
          <p:cNvSpPr txBox="1"/>
          <p:nvPr/>
        </p:nvSpPr>
        <p:spPr>
          <a:xfrm>
            <a:off x="8103617" y="1658066"/>
            <a:ext cx="2733392" cy="646331"/>
          </a:xfrm>
          <a:prstGeom prst="rect">
            <a:avLst/>
          </a:prstGeom>
          <a:noFill/>
        </p:spPr>
        <p:txBody>
          <a:bodyPr wrap="square" rtlCol="0">
            <a:spAutoFit/>
          </a:bodyPr>
          <a:lstStyle/>
          <a:p>
            <a:pPr algn="ctr"/>
            <a:r>
              <a:rPr lang="en-US" altLang="zh-TW" sz="3600" b="1" i="1" u="sng" dirty="0"/>
              <a:t>Additive</a:t>
            </a:r>
            <a:endParaRPr lang="zh-TW" altLang="en-US" sz="3600" b="1" i="1" u="sng" dirty="0"/>
          </a:p>
        </p:txBody>
      </p:sp>
      <mc:AlternateContent xmlns:mc="http://schemas.openxmlformats.org/markup-compatibility/2006" xmlns:a14="http://schemas.microsoft.com/office/drawing/2010/main">
        <mc:Choice Requires="a14">
          <p:sp>
            <p:nvSpPr>
              <p:cNvPr id="60" name="矩形 59">
                <a:extLst>
                  <a:ext uri="{FF2B5EF4-FFF2-40B4-BE49-F238E27FC236}">
                    <a16:creationId xmlns:a16="http://schemas.microsoft.com/office/drawing/2014/main" id="{6674566F-DDD3-499D-8B7C-2C5F3F237DBE}"/>
                  </a:ext>
                </a:extLst>
              </p:cNvPr>
              <p:cNvSpPr/>
              <p:nvPr/>
            </p:nvSpPr>
            <p:spPr>
              <a:xfrm>
                <a:off x="10933113" y="6721349"/>
                <a:ext cx="1572579" cy="11163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TW" sz="3600" i="1">
                              <a:latin typeface="Cambria Math" panose="02040503050406030204" pitchFamily="18" charset="0"/>
                            </a:rPr>
                          </m:ctrlPr>
                        </m:sSupPr>
                        <m:e>
                          <m:r>
                            <a:rPr lang="en-US" altLang="zh-TW" sz="3600" i="1">
                              <a:latin typeface="Cambria Math" panose="02040503050406030204" pitchFamily="18" charset="0"/>
                            </a:rPr>
                            <m:t>𝑊</m:t>
                          </m:r>
                        </m:e>
                        <m:sup>
                          <m:r>
                            <a:rPr lang="en-US" altLang="zh-TW" sz="3600" i="1">
                              <a:latin typeface="Cambria Math" panose="02040503050406030204" pitchFamily="18" charset="0"/>
                            </a:rPr>
                            <m:t>𝑞</m:t>
                          </m:r>
                        </m:sup>
                      </m:sSup>
                    </m:oMath>
                  </m:oMathPara>
                </a14:m>
                <a:endParaRPr lang="zh-TW" altLang="en-US" sz="3600" dirty="0"/>
              </a:p>
            </p:txBody>
          </p:sp>
        </mc:Choice>
        <mc:Fallback xmlns="">
          <p:sp>
            <p:nvSpPr>
              <p:cNvPr id="60" name="矩形 59">
                <a:extLst>
                  <a:ext uri="{FF2B5EF4-FFF2-40B4-BE49-F238E27FC236}">
                    <a16:creationId xmlns:a16="http://schemas.microsoft.com/office/drawing/2014/main" id="{6674566F-DDD3-499D-8B7C-2C5F3F237DBE}"/>
                  </a:ext>
                </a:extLst>
              </p:cNvPr>
              <p:cNvSpPr>
                <a:spLocks noRot="1" noChangeAspect="1" noMove="1" noResize="1" noEditPoints="1" noAdjustHandles="1" noChangeArrowheads="1" noChangeShapeType="1" noTextEdit="1"/>
              </p:cNvSpPr>
              <p:nvPr/>
            </p:nvSpPr>
            <p:spPr>
              <a:xfrm>
                <a:off x="10933113" y="6721349"/>
                <a:ext cx="1572579" cy="111636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47320FF3-4AB2-4F8A-B9DF-EB152C364D09}"/>
                  </a:ext>
                </a:extLst>
              </p:cNvPr>
              <p:cNvSpPr/>
              <p:nvPr/>
            </p:nvSpPr>
            <p:spPr>
              <a:xfrm>
                <a:off x="13141653" y="6717147"/>
                <a:ext cx="1572579" cy="11163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TW" sz="3600" i="1">
                              <a:latin typeface="Cambria Math" panose="02040503050406030204" pitchFamily="18" charset="0"/>
                            </a:rPr>
                          </m:ctrlPr>
                        </m:sSupPr>
                        <m:e>
                          <m:r>
                            <a:rPr lang="en-US" altLang="zh-TW" sz="3600" i="1">
                              <a:latin typeface="Cambria Math" panose="02040503050406030204" pitchFamily="18" charset="0"/>
                            </a:rPr>
                            <m:t>𝑊</m:t>
                          </m:r>
                        </m:e>
                        <m:sup>
                          <m:r>
                            <a:rPr lang="en-US" altLang="zh-TW" sz="3600" i="1">
                              <a:latin typeface="Cambria Math" panose="02040503050406030204" pitchFamily="18" charset="0"/>
                            </a:rPr>
                            <m:t>𝑘</m:t>
                          </m:r>
                        </m:sup>
                      </m:sSup>
                    </m:oMath>
                  </m:oMathPara>
                </a14:m>
                <a:endParaRPr lang="zh-TW" altLang="en-US" sz="3600" dirty="0"/>
              </a:p>
            </p:txBody>
          </p:sp>
        </mc:Choice>
        <mc:Fallback xmlns="">
          <p:sp>
            <p:nvSpPr>
              <p:cNvPr id="61" name="矩形 60">
                <a:extLst>
                  <a:ext uri="{FF2B5EF4-FFF2-40B4-BE49-F238E27FC236}">
                    <a16:creationId xmlns:a16="http://schemas.microsoft.com/office/drawing/2014/main" id="{47320FF3-4AB2-4F8A-B9DF-EB152C364D09}"/>
                  </a:ext>
                </a:extLst>
              </p:cNvPr>
              <p:cNvSpPr>
                <a:spLocks noRot="1" noChangeAspect="1" noMove="1" noResize="1" noEditPoints="1" noAdjustHandles="1" noChangeArrowheads="1" noChangeShapeType="1" noTextEdit="1"/>
              </p:cNvSpPr>
              <p:nvPr/>
            </p:nvSpPr>
            <p:spPr>
              <a:xfrm>
                <a:off x="13141653" y="6717147"/>
                <a:ext cx="1572579" cy="111636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D4355E72-EF43-48DB-BCE1-CB520FED2230}"/>
                  </a:ext>
                </a:extLst>
              </p:cNvPr>
              <p:cNvSpPr txBox="1"/>
              <p:nvPr/>
            </p:nvSpPr>
            <p:spPr>
              <a:xfrm>
                <a:off x="12562076" y="483494"/>
                <a:ext cx="41953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3600" i="1">
                          <a:latin typeface="Cambria Math" panose="02040503050406030204" pitchFamily="18" charset="0"/>
                        </a:rPr>
                        <m:t>𝛼</m:t>
                      </m:r>
                    </m:oMath>
                  </m:oMathPara>
                </a14:m>
                <a:endParaRPr lang="zh-TW" altLang="en-US" sz="3600" dirty="0"/>
              </a:p>
            </p:txBody>
          </p:sp>
        </mc:Choice>
        <mc:Fallback xmlns="">
          <p:sp>
            <p:nvSpPr>
              <p:cNvPr id="64" name="文字方塊 63">
                <a:extLst>
                  <a:ext uri="{FF2B5EF4-FFF2-40B4-BE49-F238E27FC236}">
                    <a16:creationId xmlns:a16="http://schemas.microsoft.com/office/drawing/2014/main" id="{D4355E72-EF43-48DB-BCE1-CB520FED2230}"/>
                  </a:ext>
                </a:extLst>
              </p:cNvPr>
              <p:cNvSpPr txBox="1">
                <a:spLocks noRot="1" noChangeAspect="1" noMove="1" noResize="1" noEditPoints="1" noAdjustHandles="1" noChangeArrowheads="1" noChangeShapeType="1" noTextEdit="1"/>
              </p:cNvSpPr>
              <p:nvPr/>
            </p:nvSpPr>
            <p:spPr>
              <a:xfrm>
                <a:off x="12562076" y="483494"/>
                <a:ext cx="419538" cy="553998"/>
              </a:xfrm>
              <a:prstGeom prst="rect">
                <a:avLst/>
              </a:prstGeom>
              <a:blipFill>
                <a:blip r:embed="rId11"/>
                <a:stretch>
                  <a:fillRect l="-11765" r="-5882"/>
                </a:stretch>
              </a:blipFill>
            </p:spPr>
            <p:txBody>
              <a:bodyPr/>
              <a:lstStyle/>
              <a:p>
                <a:r>
                  <a:rPr lang="en-US">
                    <a:noFill/>
                  </a:rPr>
                  <a:t> </a:t>
                </a:r>
              </a:p>
            </p:txBody>
          </p:sp>
        </mc:Fallback>
      </mc:AlternateContent>
      <p:cxnSp>
        <p:nvCxnSpPr>
          <p:cNvPr id="65" name="直線單箭頭接點 64">
            <a:extLst>
              <a:ext uri="{FF2B5EF4-FFF2-40B4-BE49-F238E27FC236}">
                <a16:creationId xmlns:a16="http://schemas.microsoft.com/office/drawing/2014/main" id="{44E74249-F60B-4BD9-881B-1B2B32360805}"/>
              </a:ext>
            </a:extLst>
          </p:cNvPr>
          <p:cNvCxnSpPr>
            <a:cxnSpLocks/>
          </p:cNvCxnSpPr>
          <p:nvPr/>
        </p:nvCxnSpPr>
        <p:spPr>
          <a:xfrm flipH="1" flipV="1">
            <a:off x="11671328" y="7881422"/>
            <a:ext cx="0" cy="1076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A9D52B99-01AA-4C70-8B40-33A918F5147A}"/>
              </a:ext>
            </a:extLst>
          </p:cNvPr>
          <p:cNvCxnSpPr>
            <a:cxnSpLocks/>
          </p:cNvCxnSpPr>
          <p:nvPr/>
        </p:nvCxnSpPr>
        <p:spPr>
          <a:xfrm flipH="1" flipV="1">
            <a:off x="13927943" y="7882266"/>
            <a:ext cx="0" cy="1076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單箭頭接點 66">
            <a:extLst>
              <a:ext uri="{FF2B5EF4-FFF2-40B4-BE49-F238E27FC236}">
                <a16:creationId xmlns:a16="http://schemas.microsoft.com/office/drawing/2014/main" id="{FCB6E5D0-4284-4107-8BE4-24205BA2E7D2}"/>
              </a:ext>
            </a:extLst>
          </p:cNvPr>
          <p:cNvCxnSpPr>
            <a:cxnSpLocks/>
          </p:cNvCxnSpPr>
          <p:nvPr/>
        </p:nvCxnSpPr>
        <p:spPr>
          <a:xfrm flipV="1">
            <a:off x="11671328" y="6270818"/>
            <a:ext cx="0" cy="565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7FED4FBF-15F7-4DD3-AA68-4CC39E2143AA}"/>
              </a:ext>
            </a:extLst>
          </p:cNvPr>
          <p:cNvCxnSpPr>
            <a:cxnSpLocks/>
          </p:cNvCxnSpPr>
          <p:nvPr/>
        </p:nvCxnSpPr>
        <p:spPr>
          <a:xfrm flipV="1">
            <a:off x="13917287" y="6310641"/>
            <a:ext cx="0" cy="565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F845A922-4763-48C8-B35B-719C0B5271D1}"/>
              </a:ext>
            </a:extLst>
          </p:cNvPr>
          <p:cNvCxnSpPr>
            <a:cxnSpLocks/>
          </p:cNvCxnSpPr>
          <p:nvPr/>
        </p:nvCxnSpPr>
        <p:spPr>
          <a:xfrm>
            <a:off x="11889794" y="5697212"/>
            <a:ext cx="67748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09E896F3-5C7C-45DE-BCA2-1C80468248F8}"/>
              </a:ext>
            </a:extLst>
          </p:cNvPr>
          <p:cNvCxnSpPr>
            <a:cxnSpLocks/>
          </p:cNvCxnSpPr>
          <p:nvPr/>
        </p:nvCxnSpPr>
        <p:spPr>
          <a:xfrm flipH="1">
            <a:off x="13051047" y="5683866"/>
            <a:ext cx="72030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86759E69-F376-4F10-9A52-E4EB5D251108}"/>
              </a:ext>
            </a:extLst>
          </p:cNvPr>
          <p:cNvSpPr/>
          <p:nvPr/>
        </p:nvSpPr>
        <p:spPr>
          <a:xfrm>
            <a:off x="10501187" y="1653265"/>
            <a:ext cx="4557840" cy="679740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2" name="群組 71">
            <a:extLst>
              <a:ext uri="{FF2B5EF4-FFF2-40B4-BE49-F238E27FC236}">
                <a16:creationId xmlns:a16="http://schemas.microsoft.com/office/drawing/2014/main" id="{233552D1-A089-43A7-A765-E17337FADF60}"/>
              </a:ext>
            </a:extLst>
          </p:cNvPr>
          <p:cNvGrpSpPr/>
          <p:nvPr/>
        </p:nvGrpSpPr>
        <p:grpSpPr>
          <a:xfrm>
            <a:off x="12503231" y="5305919"/>
            <a:ext cx="563424" cy="646331"/>
            <a:chOff x="4125717" y="1093631"/>
            <a:chExt cx="375616" cy="430887"/>
          </a:xfrm>
        </p:grpSpPr>
        <p:sp>
          <p:nvSpPr>
            <p:cNvPr id="73" name="矩形 72">
              <a:extLst>
                <a:ext uri="{FF2B5EF4-FFF2-40B4-BE49-F238E27FC236}">
                  <a16:creationId xmlns:a16="http://schemas.microsoft.com/office/drawing/2014/main" id="{08F8EBB2-85EE-4B5D-B9C8-2FF11BFB3D4B}"/>
                </a:ext>
              </a:extLst>
            </p:cNvPr>
            <p:cNvSpPr/>
            <p:nvPr/>
          </p:nvSpPr>
          <p:spPr>
            <a:xfrm>
              <a:off x="4154349" y="1197626"/>
              <a:ext cx="336579" cy="27068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3600" dirty="0"/>
            </a:p>
          </p:txBody>
        </p:sp>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E4FA2BB1-7DCE-4549-A0C3-173F749DD620}"/>
                    </a:ext>
                  </a:extLst>
                </p:cNvPr>
                <p:cNvSpPr/>
                <p:nvPr/>
              </p:nvSpPr>
              <p:spPr>
                <a:xfrm>
                  <a:off x="4125717" y="1093631"/>
                  <a:ext cx="375616"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3600" i="1">
                            <a:latin typeface="Cambria Math" panose="02040503050406030204" pitchFamily="18" charset="0"/>
                          </a:rPr>
                          <m:t>+</m:t>
                        </m:r>
                      </m:oMath>
                    </m:oMathPara>
                  </a14:m>
                  <a:endParaRPr lang="zh-TW" altLang="en-US" sz="3600" dirty="0"/>
                </a:p>
              </p:txBody>
            </p:sp>
          </mc:Choice>
          <mc:Fallback xmlns="">
            <p:sp>
              <p:nvSpPr>
                <p:cNvPr id="74" name="矩形 73">
                  <a:extLst>
                    <a:ext uri="{FF2B5EF4-FFF2-40B4-BE49-F238E27FC236}">
                      <a16:creationId xmlns:a16="http://schemas.microsoft.com/office/drawing/2014/main" id="{E4FA2BB1-7DCE-4549-A0C3-173F749DD620}"/>
                    </a:ext>
                  </a:extLst>
                </p:cNvPr>
                <p:cNvSpPr>
                  <a:spLocks noRot="1" noChangeAspect="1" noMove="1" noResize="1" noEditPoints="1" noAdjustHandles="1" noChangeArrowheads="1" noChangeShapeType="1" noTextEdit="1"/>
                </p:cNvSpPr>
                <p:nvPr/>
              </p:nvSpPr>
              <p:spPr>
                <a:xfrm>
                  <a:off x="4125717" y="1093631"/>
                  <a:ext cx="375616" cy="430887"/>
                </a:xfrm>
                <a:prstGeom prst="rect">
                  <a:avLst/>
                </a:prstGeom>
                <a:blipFill>
                  <a:blip r:embed="rId12"/>
                  <a:stretch>
                    <a:fillRect l="-6667" r="-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5" name="矩形 74">
                <a:extLst>
                  <a:ext uri="{FF2B5EF4-FFF2-40B4-BE49-F238E27FC236}">
                    <a16:creationId xmlns:a16="http://schemas.microsoft.com/office/drawing/2014/main" id="{A9DFA879-ABCC-4D88-8BC6-B569577A7764}"/>
                  </a:ext>
                </a:extLst>
              </p:cNvPr>
              <p:cNvSpPr/>
              <p:nvPr/>
            </p:nvSpPr>
            <p:spPr>
              <a:xfrm>
                <a:off x="12021936" y="3684593"/>
                <a:ext cx="1572579" cy="11163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600" i="1">
                          <a:latin typeface="Cambria Math" panose="02040503050406030204" pitchFamily="18" charset="0"/>
                        </a:rPr>
                        <m:t>𝑡𝑎𝑛h</m:t>
                      </m:r>
                    </m:oMath>
                  </m:oMathPara>
                </a14:m>
                <a:endParaRPr lang="zh-TW" altLang="en-US" sz="3600" dirty="0"/>
              </a:p>
            </p:txBody>
          </p:sp>
        </mc:Choice>
        <mc:Fallback xmlns="">
          <p:sp>
            <p:nvSpPr>
              <p:cNvPr id="75" name="矩形 74">
                <a:extLst>
                  <a:ext uri="{FF2B5EF4-FFF2-40B4-BE49-F238E27FC236}">
                    <a16:creationId xmlns:a16="http://schemas.microsoft.com/office/drawing/2014/main" id="{A9DFA879-ABCC-4D88-8BC6-B569577A7764}"/>
                  </a:ext>
                </a:extLst>
              </p:cNvPr>
              <p:cNvSpPr>
                <a:spLocks noRot="1" noChangeAspect="1" noMove="1" noResize="1" noEditPoints="1" noAdjustHandles="1" noChangeArrowheads="1" noChangeShapeType="1" noTextEdit="1"/>
              </p:cNvSpPr>
              <p:nvPr/>
            </p:nvSpPr>
            <p:spPr>
              <a:xfrm>
                <a:off x="12021936" y="3684593"/>
                <a:ext cx="1572579" cy="111636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5841DA54-84FB-4D2E-A870-AB9B8F8D3DE8}"/>
                  </a:ext>
                </a:extLst>
              </p:cNvPr>
              <p:cNvSpPr/>
              <p:nvPr/>
            </p:nvSpPr>
            <p:spPr>
              <a:xfrm>
                <a:off x="12021936" y="2189645"/>
                <a:ext cx="1572579" cy="11163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3600" i="1">
                          <a:latin typeface="Cambria Math" panose="02040503050406030204" pitchFamily="18" charset="0"/>
                        </a:rPr>
                        <m:t>𝑊</m:t>
                      </m:r>
                    </m:oMath>
                  </m:oMathPara>
                </a14:m>
                <a:endParaRPr lang="zh-TW" altLang="en-US" sz="3600" dirty="0"/>
              </a:p>
            </p:txBody>
          </p:sp>
        </mc:Choice>
        <mc:Fallback xmlns="">
          <p:sp>
            <p:nvSpPr>
              <p:cNvPr id="76" name="矩形 75">
                <a:extLst>
                  <a:ext uri="{FF2B5EF4-FFF2-40B4-BE49-F238E27FC236}">
                    <a16:creationId xmlns:a16="http://schemas.microsoft.com/office/drawing/2014/main" id="{5841DA54-84FB-4D2E-A870-AB9B8F8D3DE8}"/>
                  </a:ext>
                </a:extLst>
              </p:cNvPr>
              <p:cNvSpPr>
                <a:spLocks noRot="1" noChangeAspect="1" noMove="1" noResize="1" noEditPoints="1" noAdjustHandles="1" noChangeArrowheads="1" noChangeShapeType="1" noTextEdit="1"/>
              </p:cNvSpPr>
              <p:nvPr/>
            </p:nvSpPr>
            <p:spPr>
              <a:xfrm>
                <a:off x="12021936" y="2189645"/>
                <a:ext cx="1572579" cy="1116363"/>
              </a:xfrm>
              <a:prstGeom prst="rect">
                <a:avLst/>
              </a:prstGeom>
              <a:blipFill>
                <a:blip r:embed="rId14"/>
                <a:stretch>
                  <a:fillRect/>
                </a:stretch>
              </a:blipFill>
            </p:spPr>
            <p:txBody>
              <a:bodyPr/>
              <a:lstStyle/>
              <a:p>
                <a:r>
                  <a:rPr lang="en-US">
                    <a:noFill/>
                  </a:rPr>
                  <a:t> </a:t>
                </a:r>
              </a:p>
            </p:txBody>
          </p:sp>
        </mc:Fallback>
      </mc:AlternateContent>
      <p:cxnSp>
        <p:nvCxnSpPr>
          <p:cNvPr id="77" name="直線單箭頭接點 76">
            <a:extLst>
              <a:ext uri="{FF2B5EF4-FFF2-40B4-BE49-F238E27FC236}">
                <a16:creationId xmlns:a16="http://schemas.microsoft.com/office/drawing/2014/main" id="{663F2596-1BC4-47C0-9D79-042DD430F046}"/>
              </a:ext>
            </a:extLst>
          </p:cNvPr>
          <p:cNvCxnSpPr>
            <a:cxnSpLocks/>
          </p:cNvCxnSpPr>
          <p:nvPr/>
        </p:nvCxnSpPr>
        <p:spPr>
          <a:xfrm flipV="1">
            <a:off x="12786272" y="4733085"/>
            <a:ext cx="0" cy="7145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27B427E8-758B-41AA-A736-D82160E844F6}"/>
              </a:ext>
            </a:extLst>
          </p:cNvPr>
          <p:cNvCxnSpPr>
            <a:cxnSpLocks/>
          </p:cNvCxnSpPr>
          <p:nvPr/>
        </p:nvCxnSpPr>
        <p:spPr>
          <a:xfrm flipV="1">
            <a:off x="12807089" y="3292658"/>
            <a:ext cx="0" cy="4247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a:extLst>
              <a:ext uri="{FF2B5EF4-FFF2-40B4-BE49-F238E27FC236}">
                <a16:creationId xmlns:a16="http://schemas.microsoft.com/office/drawing/2014/main" id="{A8EEFFFF-0F0D-4685-A9A0-D458393B4D5B}"/>
              </a:ext>
            </a:extLst>
          </p:cNvPr>
          <p:cNvCxnSpPr>
            <a:cxnSpLocks/>
            <a:endCxn id="64" idx="2"/>
          </p:cNvCxnSpPr>
          <p:nvPr/>
        </p:nvCxnSpPr>
        <p:spPr>
          <a:xfrm flipV="1">
            <a:off x="12759005" y="1037492"/>
            <a:ext cx="12840" cy="115215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圓角 81">
            <a:extLst>
              <a:ext uri="{FF2B5EF4-FFF2-40B4-BE49-F238E27FC236}">
                <a16:creationId xmlns:a16="http://schemas.microsoft.com/office/drawing/2014/main" id="{BAFFE045-508B-4075-86A5-8123CE1F7E5E}"/>
              </a:ext>
            </a:extLst>
          </p:cNvPr>
          <p:cNvSpPr/>
          <p:nvPr/>
        </p:nvSpPr>
        <p:spPr>
          <a:xfrm>
            <a:off x="11472174" y="5196253"/>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3" name="矩形: 圓角 82">
            <a:extLst>
              <a:ext uri="{FF2B5EF4-FFF2-40B4-BE49-F238E27FC236}">
                <a16:creationId xmlns:a16="http://schemas.microsoft.com/office/drawing/2014/main" id="{F6B79FE1-6692-4C13-BA72-628B7A3A2BDD}"/>
              </a:ext>
            </a:extLst>
          </p:cNvPr>
          <p:cNvSpPr/>
          <p:nvPr/>
        </p:nvSpPr>
        <p:spPr>
          <a:xfrm>
            <a:off x="13720028" y="5210414"/>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88" name="矩形 87">
            <a:extLst>
              <a:ext uri="{FF2B5EF4-FFF2-40B4-BE49-F238E27FC236}">
                <a16:creationId xmlns:a16="http://schemas.microsoft.com/office/drawing/2014/main" id="{599427F5-E775-49DA-9D31-31ECFE37ED25}"/>
              </a:ext>
            </a:extLst>
          </p:cNvPr>
          <p:cNvSpPr/>
          <p:nvPr/>
        </p:nvSpPr>
        <p:spPr>
          <a:xfrm>
            <a:off x="4808358" y="8841673"/>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89" name="矩形 88">
            <a:extLst>
              <a:ext uri="{FF2B5EF4-FFF2-40B4-BE49-F238E27FC236}">
                <a16:creationId xmlns:a16="http://schemas.microsoft.com/office/drawing/2014/main" id="{92B8D5C2-D767-4227-AB1C-2474651D4EAC}"/>
              </a:ext>
            </a:extLst>
          </p:cNvPr>
          <p:cNvSpPr/>
          <p:nvPr/>
        </p:nvSpPr>
        <p:spPr>
          <a:xfrm>
            <a:off x="7124471" y="8835890"/>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90" name="矩形 89">
            <a:extLst>
              <a:ext uri="{FF2B5EF4-FFF2-40B4-BE49-F238E27FC236}">
                <a16:creationId xmlns:a16="http://schemas.microsoft.com/office/drawing/2014/main" id="{F24099C6-C813-41A1-B63E-6DB30C47FCF4}"/>
              </a:ext>
            </a:extLst>
          </p:cNvPr>
          <p:cNvSpPr/>
          <p:nvPr/>
        </p:nvSpPr>
        <p:spPr>
          <a:xfrm>
            <a:off x="11278403" y="8939968"/>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91" name="矩形 90">
            <a:extLst>
              <a:ext uri="{FF2B5EF4-FFF2-40B4-BE49-F238E27FC236}">
                <a16:creationId xmlns:a16="http://schemas.microsoft.com/office/drawing/2014/main" id="{132E5476-D89C-4490-8D27-5746CEF7778D}"/>
              </a:ext>
            </a:extLst>
          </p:cNvPr>
          <p:cNvSpPr/>
          <p:nvPr/>
        </p:nvSpPr>
        <p:spPr>
          <a:xfrm>
            <a:off x="13594515" y="8934185"/>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b="1" dirty="0"/>
          </a:p>
        </p:txBody>
      </p:sp>
      <p:sp>
        <p:nvSpPr>
          <p:cNvPr id="93" name="矩形: 圓角 92">
            <a:extLst>
              <a:ext uri="{FF2B5EF4-FFF2-40B4-BE49-F238E27FC236}">
                <a16:creationId xmlns:a16="http://schemas.microsoft.com/office/drawing/2014/main" id="{5B81E0AB-DFA6-437D-B4F4-34777F21D89C}"/>
              </a:ext>
            </a:extLst>
          </p:cNvPr>
          <p:cNvSpPr/>
          <p:nvPr/>
        </p:nvSpPr>
        <p:spPr>
          <a:xfrm>
            <a:off x="3721979" y="2597870"/>
            <a:ext cx="5206652" cy="734589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a:extLst>
              <a:ext uri="{FF2B5EF4-FFF2-40B4-BE49-F238E27FC236}">
                <a16:creationId xmlns:a16="http://schemas.microsoft.com/office/drawing/2014/main" id="{3B678160-66A0-421F-9B0E-0F3727C184F2}"/>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4FE7D4A-7B99-4F9B-9C7F-3AECE8C25A38}" type="slidenum">
              <a:rPr lang="zh-TW" altLang="en-US" smtClean="0"/>
              <a:pPr/>
              <a:t>11</a:t>
            </a:fld>
            <a:endParaRPr lang="zh-TW" altLang="en-US"/>
          </a:p>
        </p:txBody>
      </p:sp>
    </p:spTree>
    <p:extLst>
      <p:ext uri="{BB962C8B-B14F-4D97-AF65-F5344CB8AC3E}">
        <p14:creationId xmlns:p14="http://schemas.microsoft.com/office/powerpoint/2010/main" val="10948517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2" grpId="0" animBg="1"/>
      <p:bldP spid="48" grpId="0" animBg="1"/>
      <p:bldP spid="49" grpId="0" animBg="1"/>
      <p:bldP spid="50" grpId="0"/>
      <p:bldP spid="51" grpId="0"/>
      <p:bldP spid="52" grpId="0"/>
      <p:bldP spid="60" grpId="0" animBg="1"/>
      <p:bldP spid="61" grpId="0" animBg="1"/>
      <p:bldP spid="75" grpId="0" animBg="1"/>
      <p:bldP spid="76" grpId="0" animBg="1"/>
      <p:bldP spid="82" grpId="0" animBg="1"/>
      <p:bldP spid="83" grpId="0" animBg="1"/>
      <p:bldP spid="9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p:cxnSp>
        <p:nvCxnSpPr>
          <p:cNvPr id="68" name="直線單箭頭接點 67"/>
          <p:cNvCxnSpPr/>
          <p:nvPr/>
        </p:nvCxnSpPr>
        <p:spPr>
          <a:xfrm flipV="1">
            <a:off x="4233143" y="6904079"/>
            <a:ext cx="0" cy="368951"/>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3360027" y="6929474"/>
            <a:ext cx="873116"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3360027" y="650670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73" name="群組 72"/>
          <p:cNvGrpSpPr/>
          <p:nvPr/>
        </p:nvGrpSpPr>
        <p:grpSpPr>
          <a:xfrm>
            <a:off x="7146351" y="5668400"/>
            <a:ext cx="1072742" cy="1579235"/>
            <a:chOff x="964022" y="3795863"/>
            <a:chExt cx="715161" cy="1052823"/>
          </a:xfrm>
        </p:grpSpPr>
        <p:sp>
          <p:nvSpPr>
            <p:cNvPr id="76" name="矩形 75"/>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7" name="文字方塊 76"/>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3"/>
                </a:blipFill>
              </p:spPr>
              <p:txBody>
                <a:bodyPr/>
                <a:lstStyle/>
                <a:p>
                  <a:r>
                    <a:rPr lang="en-US" altLang="en-US">
                      <a:noFill/>
                    </a:rPr>
                    <a:t> </a:t>
                  </a:r>
                </a:p>
              </p:txBody>
            </p:sp>
          </mc:Fallback>
        </mc:AlternateContent>
        <p:cxnSp>
          <p:nvCxnSpPr>
            <p:cNvPr id="80" name="直線單箭頭接點 79"/>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106" name="矩形 105"/>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07" name="矩形 106"/>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08" name="矩形 107"/>
          <p:cNvSpPr/>
          <p:nvPr/>
        </p:nvSpPr>
        <p:spPr>
          <a:xfrm>
            <a:off x="10647591"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09" name="矩形 108"/>
          <p:cNvSpPr/>
          <p:nvPr/>
        </p:nvSpPr>
        <p:spPr>
          <a:xfrm>
            <a:off x="14024787"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11" name="文字方塊 110"/>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11" name="文字方塊 110"/>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4"/>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2" name="文字方塊 111"/>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12" name="文字方塊 111"/>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5"/>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4" name="文字方塊 113"/>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14" name="文字方塊 113"/>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6"/>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5" name="文字方塊 114"/>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15" name="文字方塊 114"/>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7"/>
                <a:stretch>
                  <a:fillRect l="-19" t="-3" r="40" b="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0" name="文字方塊 119"/>
              <p:cNvSpPr txBox="1"/>
              <p:nvPr/>
            </p:nvSpPr>
            <p:spPr>
              <a:xfrm>
                <a:off x="3161106" y="8601326"/>
                <a:ext cx="2322195" cy="5492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20" name="文字方塊 119"/>
              <p:cNvSpPr txBox="1">
                <a:spLocks noRot="1" noChangeAspect="1" noMove="1" noResize="1" noEditPoints="1" noAdjustHandles="1" noChangeArrowheads="1" noChangeShapeType="1" noTextEdit="1"/>
              </p:cNvSpPr>
              <p:nvPr/>
            </p:nvSpPr>
            <p:spPr>
              <a:xfrm>
                <a:off x="3161106" y="8601326"/>
                <a:ext cx="2322195" cy="549275"/>
              </a:xfrm>
              <a:prstGeom prst="rect">
                <a:avLst/>
              </a:prstGeom>
              <a:blipFill rotWithShape="1">
                <a:blip r:embed="rId8"/>
                <a:stretch>
                  <a:fillRect l="-3" t="-46" r="-3606" b="46"/>
                </a:stretch>
              </a:blipFill>
            </p:spPr>
            <p:txBody>
              <a:bodyPr/>
              <a:lstStyle/>
              <a:p>
                <a:r>
                  <a:rPr lang="en-US" altLang="en-US">
                    <a:noFill/>
                  </a:rPr>
                  <a:t> </a:t>
                </a:r>
              </a:p>
            </p:txBody>
          </p:sp>
        </mc:Fallback>
      </mc:AlternateContent>
      <p:grpSp>
        <p:nvGrpSpPr>
          <p:cNvPr id="121" name="群組 120"/>
          <p:cNvGrpSpPr/>
          <p:nvPr/>
        </p:nvGrpSpPr>
        <p:grpSpPr>
          <a:xfrm>
            <a:off x="10504748" y="5754110"/>
            <a:ext cx="1072742" cy="1579235"/>
            <a:chOff x="964022" y="3795863"/>
            <a:chExt cx="715161" cy="1052823"/>
          </a:xfrm>
        </p:grpSpPr>
        <p:sp>
          <p:nvSpPr>
            <p:cNvPr id="122" name="矩形 121"/>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3" name="文字方塊 122"/>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23" name="文字方塊 122"/>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9"/>
                </a:blipFill>
              </p:spPr>
              <p:txBody>
                <a:bodyPr/>
                <a:lstStyle/>
                <a:p>
                  <a:r>
                    <a:rPr lang="en-US" altLang="en-US">
                      <a:noFill/>
                    </a:rPr>
                    <a:t> </a:t>
                  </a:r>
                </a:p>
              </p:txBody>
            </p:sp>
          </mc:Fallback>
        </mc:AlternateContent>
        <p:cxnSp>
          <p:nvCxnSpPr>
            <p:cNvPr id="124" name="直線單箭頭接點 123"/>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5" name="群組 124"/>
          <p:cNvGrpSpPr/>
          <p:nvPr/>
        </p:nvGrpSpPr>
        <p:grpSpPr>
          <a:xfrm>
            <a:off x="13876260" y="5795439"/>
            <a:ext cx="1072742" cy="1579235"/>
            <a:chOff x="964022" y="3795863"/>
            <a:chExt cx="715161" cy="1052823"/>
          </a:xfrm>
        </p:grpSpPr>
        <p:sp>
          <p:nvSpPr>
            <p:cNvPr id="126" name="矩形 125"/>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8" name="文字方塊 127"/>
                <p:cNvSpPr txBox="1"/>
                <p:nvPr/>
              </p:nvSpPr>
              <p:spPr>
                <a:xfrm>
                  <a:off x="964022" y="3843680"/>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28" name="文字方塊 127"/>
                <p:cNvSpPr txBox="1">
                  <a:spLocks noRot="1" noChangeAspect="1" noMove="1" noResize="1" noEditPoints="1" noAdjustHandles="1" noChangeArrowheads="1" noChangeShapeType="1" noTextEdit="1"/>
                </p:cNvSpPr>
                <p:nvPr/>
              </p:nvSpPr>
              <p:spPr>
                <a:xfrm>
                  <a:off x="964022" y="3843680"/>
                  <a:ext cx="715161" cy="430107"/>
                </a:xfrm>
                <a:prstGeom prst="rect">
                  <a:avLst/>
                </a:prstGeom>
                <a:blipFill rotWithShape="1">
                  <a:blip r:embed="rId10"/>
                </a:blipFill>
              </p:spPr>
              <p:txBody>
                <a:bodyPr/>
                <a:lstStyle/>
                <a:p>
                  <a:r>
                    <a:rPr lang="en-US" altLang="en-US">
                      <a:noFill/>
                    </a:rPr>
                    <a:t> </a:t>
                  </a:r>
                </a:p>
              </p:txBody>
            </p:sp>
          </mc:Fallback>
        </mc:AlternateContent>
        <p:cxnSp>
          <p:nvCxnSpPr>
            <p:cNvPr id="129" name="直線單箭頭接點 128"/>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3" name="文字方塊 132"/>
              <p:cNvSpPr txBox="1"/>
              <p:nvPr/>
            </p:nvSpPr>
            <p:spPr>
              <a:xfrm>
                <a:off x="6445839" y="8635673"/>
                <a:ext cx="2322195"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3" name="文字方塊 132"/>
              <p:cNvSpPr txBox="1">
                <a:spLocks noRot="1" noChangeAspect="1" noMove="1" noResize="1" noEditPoints="1" noAdjustHandles="1" noChangeArrowheads="1" noChangeShapeType="1" noTextEdit="1"/>
              </p:cNvSpPr>
              <p:nvPr/>
            </p:nvSpPr>
            <p:spPr>
              <a:xfrm>
                <a:off x="6445839" y="8635673"/>
                <a:ext cx="2322195" cy="554990"/>
              </a:xfrm>
              <a:prstGeom prst="rect">
                <a:avLst/>
              </a:prstGeom>
              <a:blipFill rotWithShape="1">
                <a:blip r:embed="rId11"/>
                <a:stretch>
                  <a:fillRect l="-25" t="-55" r="-3721"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6" name="文字方塊 135"/>
              <p:cNvSpPr txBox="1"/>
              <p:nvPr/>
            </p:nvSpPr>
            <p:spPr>
              <a:xfrm>
                <a:off x="9839970" y="8635671"/>
                <a:ext cx="2327275"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36" name="文字方塊 135"/>
              <p:cNvSpPr txBox="1">
                <a:spLocks noRot="1" noChangeAspect="1" noMove="1" noResize="1" noEditPoints="1" noAdjustHandles="1" noChangeArrowheads="1" noChangeShapeType="1" noTextEdit="1"/>
              </p:cNvSpPr>
              <p:nvPr/>
            </p:nvSpPr>
            <p:spPr>
              <a:xfrm>
                <a:off x="9839970" y="8635671"/>
                <a:ext cx="2327275" cy="554990"/>
              </a:xfrm>
              <a:prstGeom prst="rect">
                <a:avLst/>
              </a:prstGeom>
              <a:blipFill rotWithShape="1">
                <a:blip r:embed="rId12"/>
                <a:stretch>
                  <a:fillRect t="-55" r="-3628"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7" name="文字方塊 136"/>
              <p:cNvSpPr txBox="1"/>
              <p:nvPr/>
            </p:nvSpPr>
            <p:spPr>
              <a:xfrm>
                <a:off x="13176222" y="8635670"/>
                <a:ext cx="232727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37" name="文字方塊 136"/>
              <p:cNvSpPr txBox="1">
                <a:spLocks noRot="1" noChangeAspect="1" noMove="1" noResize="1" noEditPoints="1" noAdjustHandles="1" noChangeArrowheads="1" noChangeShapeType="1" noTextEdit="1"/>
              </p:cNvSpPr>
              <p:nvPr/>
            </p:nvSpPr>
            <p:spPr>
              <a:xfrm>
                <a:off x="13176222" y="8635670"/>
                <a:ext cx="2327275" cy="553720"/>
              </a:xfrm>
              <a:prstGeom prst="rect">
                <a:avLst/>
              </a:prstGeom>
              <a:blipFill rotWithShape="1">
                <a:blip r:embed="rId13"/>
                <a:stretch>
                  <a:fillRect l="-26" t="-55" r="-3603" b="55"/>
                </a:stretch>
              </a:blipFill>
            </p:spPr>
            <p:txBody>
              <a:bodyPr/>
              <a:lstStyle/>
              <a:p>
                <a:r>
                  <a:rPr lang="en-US" altLang="en-US">
                    <a:noFill/>
                  </a:rPr>
                  <a:t> </a:t>
                </a:r>
              </a:p>
            </p:txBody>
          </p:sp>
        </mc:Fallback>
      </mc:AlternateContent>
      <p:cxnSp>
        <p:nvCxnSpPr>
          <p:cNvPr id="139" name="直線單箭頭接點 138"/>
          <p:cNvCxnSpPr/>
          <p:nvPr/>
        </p:nvCxnSpPr>
        <p:spPr>
          <a:xfrm flipH="1" flipV="1">
            <a:off x="7253004" y="4150227"/>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文字方塊 143"/>
              <p:cNvSpPr txBox="1"/>
              <p:nvPr/>
            </p:nvSpPr>
            <p:spPr>
              <a:xfrm>
                <a:off x="6983376"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Sub>
                    </m:oMath>
                  </m:oMathPara>
                </a14:m>
                <a:endParaRPr lang="zh-TW" altLang="en-US" sz="3600"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6983376" y="3357359"/>
                <a:ext cx="794385" cy="556895"/>
              </a:xfrm>
              <a:prstGeom prst="rect">
                <a:avLst/>
              </a:prstGeom>
              <a:blipFill rotWithShape="1">
                <a:blip r:embed="rId14"/>
                <a:stretch>
                  <a:fillRect l="-35" t="-20" r="-9477" b="20"/>
                </a:stretch>
              </a:blipFill>
            </p:spPr>
            <p:txBody>
              <a:bodyPr/>
              <a:lstStyle/>
              <a:p>
                <a:r>
                  <a:rPr lang="en-US" altLang="en-US">
                    <a:noFill/>
                  </a:rPr>
                  <a:t> </a:t>
                </a:r>
              </a:p>
            </p:txBody>
          </p:sp>
        </mc:Fallback>
      </mc:AlternateContent>
      <p:sp>
        <p:nvSpPr>
          <p:cNvPr id="145" name="橢圓 144"/>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46" name="橢圓 145"/>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47" name="橢圓 146"/>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48" name="直線單箭頭接點 147"/>
          <p:cNvCxnSpPr>
            <a:endCxn id="147" idx="4"/>
          </p:cNvCxnSpPr>
          <p:nvPr/>
        </p:nvCxnSpPr>
        <p:spPr>
          <a:xfrm flipV="1">
            <a:off x="3377106" y="4245632"/>
            <a:ext cx="10588980" cy="1448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a:endCxn id="146" idx="4"/>
          </p:cNvCxnSpPr>
          <p:nvPr/>
        </p:nvCxnSpPr>
        <p:spPr>
          <a:xfrm flipV="1">
            <a:off x="3377106" y="4207530"/>
            <a:ext cx="7212540" cy="14862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a:endCxn id="145" idx="4"/>
          </p:cNvCxnSpPr>
          <p:nvPr/>
        </p:nvCxnSpPr>
        <p:spPr>
          <a:xfrm flipV="1">
            <a:off x="3377106" y="4194243"/>
            <a:ext cx="3904427" cy="14995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文字方塊 151"/>
              <p:cNvSpPr txBox="1"/>
              <p:nvPr/>
            </p:nvSpPr>
            <p:spPr>
              <a:xfrm>
                <a:off x="10210173"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Sub>
                    </m:oMath>
                  </m:oMathPara>
                </a14:m>
                <a:endParaRPr lang="zh-TW" altLang="en-US" sz="3600" dirty="0"/>
              </a:p>
            </p:txBody>
          </p:sp>
        </mc:Choice>
        <mc:Fallback xmlns="">
          <p:sp>
            <p:nvSpPr>
              <p:cNvPr id="152" name="文字方塊 151"/>
              <p:cNvSpPr txBox="1">
                <a:spLocks noRot="1" noChangeAspect="1" noMove="1" noResize="1" noEditPoints="1" noAdjustHandles="1" noChangeArrowheads="1" noChangeShapeType="1" noTextEdit="1"/>
              </p:cNvSpPr>
              <p:nvPr/>
            </p:nvSpPr>
            <p:spPr>
              <a:xfrm>
                <a:off x="10210173" y="3357359"/>
                <a:ext cx="794385" cy="556895"/>
              </a:xfrm>
              <a:prstGeom prst="rect">
                <a:avLst/>
              </a:prstGeom>
              <a:blipFill rotWithShape="1">
                <a:blip r:embed="rId15"/>
                <a:stretch>
                  <a:fillRect l="-1" t="-20" r="-9511"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3" name="文字方塊 152"/>
              <p:cNvSpPr txBox="1"/>
              <p:nvPr/>
            </p:nvSpPr>
            <p:spPr>
              <a:xfrm>
                <a:off x="13743971" y="3381693"/>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oMath>
                  </m:oMathPara>
                </a14:m>
                <a:endParaRPr lang="zh-TW" altLang="en-US" sz="3600" dirty="0"/>
              </a:p>
            </p:txBody>
          </p:sp>
        </mc:Choice>
        <mc:Fallback xmlns="">
          <p:sp>
            <p:nvSpPr>
              <p:cNvPr id="153" name="文字方塊 152"/>
              <p:cNvSpPr txBox="1">
                <a:spLocks noRot="1" noChangeAspect="1" noMove="1" noResize="1" noEditPoints="1" noAdjustHandles="1" noChangeArrowheads="1" noChangeShapeType="1" noTextEdit="1"/>
              </p:cNvSpPr>
              <p:nvPr/>
            </p:nvSpPr>
            <p:spPr>
              <a:xfrm>
                <a:off x="13743971" y="3381693"/>
                <a:ext cx="794385" cy="556895"/>
              </a:xfrm>
              <a:prstGeom prst="rect">
                <a:avLst/>
              </a:prstGeom>
              <a:blipFill rotWithShape="1">
                <a:blip r:embed="rId16"/>
                <a:stretch>
                  <a:fillRect l="-4" t="-57" r="-9508" b="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4" name="文字方塊 153"/>
              <p:cNvSpPr txBox="1"/>
              <p:nvPr/>
            </p:nvSpPr>
            <p:spPr>
              <a:xfrm>
                <a:off x="5931441" y="2546618"/>
                <a:ext cx="2713990" cy="5911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1,2</m:t>
                          </m:r>
                        </m:sub>
                      </m:sSub>
                      <m:r>
                        <a:rPr lang="en-US" altLang="zh-TW" sz="3600" b="0" i="1" smtClean="0">
                          <a:latin typeface="Cambria Math" panose="02040503050406030204" pitchFamily="18" charset="0"/>
                        </a:rPr>
                        <m:t>=</m:t>
                      </m:r>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𝟏</m:t>
                          </m:r>
                        </m:sup>
                      </m:sSup>
                      <m:r>
                        <a:rPr lang="en-US" altLang="zh-TW" sz="3600" i="1" smtClean="0">
                          <a:latin typeface="Cambria Math" panose="02040503050406030204" pitchFamily="18" charset="0"/>
                          <a:ea typeface="Cambria Math" panose="02040503050406030204" pitchFamily="18" charset="0"/>
                        </a:rPr>
                        <m:t>∙</m:t>
                      </m:r>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54" name="文字方塊 153"/>
              <p:cNvSpPr txBox="1">
                <a:spLocks noRot="1" noChangeAspect="1" noMove="1" noResize="1" noEditPoints="1" noAdjustHandles="1" noChangeArrowheads="1" noChangeShapeType="1" noTextEdit="1"/>
              </p:cNvSpPr>
              <p:nvPr/>
            </p:nvSpPr>
            <p:spPr>
              <a:xfrm>
                <a:off x="5931441" y="2546618"/>
                <a:ext cx="2713990" cy="591185"/>
              </a:xfrm>
              <a:prstGeom prst="rect">
                <a:avLst/>
              </a:prstGeom>
              <a:blipFill rotWithShape="1">
                <a:blip r:embed="rId17"/>
                <a:stretch>
                  <a:fillRect l="-20" t="-45" r="-3349" b="45"/>
                </a:stretch>
              </a:blipFill>
            </p:spPr>
            <p:txBody>
              <a:bodyPr/>
              <a:lstStyle/>
              <a:p>
                <a:r>
                  <a:rPr lang="en-US" altLang="en-US">
                    <a:noFill/>
                  </a:rPr>
                  <a:t> </a:t>
                </a:r>
              </a:p>
            </p:txBody>
          </p:sp>
        </mc:Fallback>
      </mc:AlternateContent>
      <p:sp>
        <p:nvSpPr>
          <p:cNvPr id="24" name="文字方塊 23"/>
          <p:cNvSpPr txBox="1"/>
          <p:nvPr/>
        </p:nvSpPr>
        <p:spPr>
          <a:xfrm>
            <a:off x="3683520" y="5733224"/>
            <a:ext cx="1766580" cy="737235"/>
          </a:xfrm>
          <a:prstGeom prst="rect">
            <a:avLst/>
          </a:prstGeom>
          <a:noFill/>
        </p:spPr>
        <p:txBody>
          <a:bodyPr wrap="square" rtlCol="0">
            <a:spAutoFit/>
          </a:bodyPr>
          <a:lstStyle/>
          <a:p>
            <a:r>
              <a:rPr lang="en-US" altLang="zh-TW" sz="4200" dirty="0"/>
              <a:t>query</a:t>
            </a:r>
            <a:endParaRPr lang="zh-TW" altLang="en-US" sz="4200" dirty="0"/>
          </a:p>
        </p:txBody>
      </p:sp>
      <p:sp>
        <p:nvSpPr>
          <p:cNvPr id="155" name="文字方塊 154"/>
          <p:cNvSpPr txBox="1"/>
          <p:nvPr/>
        </p:nvSpPr>
        <p:spPr>
          <a:xfrm>
            <a:off x="8048484" y="5688342"/>
            <a:ext cx="1766580" cy="737235"/>
          </a:xfrm>
          <a:prstGeom prst="rect">
            <a:avLst/>
          </a:prstGeom>
          <a:noFill/>
        </p:spPr>
        <p:txBody>
          <a:bodyPr wrap="square" rtlCol="0">
            <a:spAutoFit/>
          </a:bodyPr>
          <a:lstStyle/>
          <a:p>
            <a:r>
              <a:rPr lang="en-US" altLang="zh-TW" sz="4200" dirty="0"/>
              <a:t>key</a:t>
            </a:r>
            <a:endParaRPr lang="zh-TW" altLang="en-US" sz="4200" dirty="0"/>
          </a:p>
        </p:txBody>
      </p:sp>
      <p:sp>
        <p:nvSpPr>
          <p:cNvPr id="156" name="文字方塊 155"/>
          <p:cNvSpPr txBox="1"/>
          <p:nvPr/>
        </p:nvSpPr>
        <p:spPr>
          <a:xfrm>
            <a:off x="3748197" y="3482031"/>
            <a:ext cx="3208802" cy="645160"/>
          </a:xfrm>
          <a:prstGeom prst="rect">
            <a:avLst/>
          </a:prstGeom>
          <a:noFill/>
        </p:spPr>
        <p:txBody>
          <a:bodyPr wrap="square" rtlCol="0">
            <a:spAutoFit/>
          </a:bodyPr>
          <a:lstStyle/>
          <a:p>
            <a:r>
              <a:rPr lang="en-US" altLang="zh-TW" sz="3600" dirty="0"/>
              <a:t>attention score</a:t>
            </a:r>
            <a:endParaRPr lang="zh-TW" altLang="en-US" sz="3600" dirty="0"/>
          </a:p>
        </p:txBody>
      </p:sp>
      <mc:AlternateContent xmlns:mc="http://schemas.openxmlformats.org/markup-compatibility/2006" xmlns:a14="http://schemas.microsoft.com/office/drawing/2010/main">
        <mc:Choice Requires="a14">
          <p:sp>
            <p:nvSpPr>
              <p:cNvPr id="157" name="文字方塊 156"/>
              <p:cNvSpPr txBox="1"/>
              <p:nvPr/>
            </p:nvSpPr>
            <p:spPr>
              <a:xfrm>
                <a:off x="9326028" y="2546618"/>
                <a:ext cx="2713990" cy="5911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1,3</m:t>
                          </m:r>
                        </m:sub>
                      </m:sSub>
                      <m:r>
                        <a:rPr lang="en-US" altLang="zh-TW" sz="3600" b="0" i="1" smtClean="0">
                          <a:latin typeface="Cambria Math" panose="02040503050406030204" pitchFamily="18" charset="0"/>
                        </a:rPr>
                        <m:t>=</m:t>
                      </m:r>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𝟏</m:t>
                          </m:r>
                        </m:sup>
                      </m:sSup>
                      <m:r>
                        <a:rPr lang="en-US" altLang="zh-TW" sz="3600" i="1" smtClean="0">
                          <a:latin typeface="Cambria Math" panose="02040503050406030204" pitchFamily="18" charset="0"/>
                          <a:ea typeface="Cambria Math" panose="02040503050406030204" pitchFamily="18" charset="0"/>
                        </a:rPr>
                        <m:t>∙</m:t>
                      </m:r>
                      <m:sSup>
                        <m:sSupPr>
                          <m:ctrlPr>
                            <a:rPr lang="en-US" altLang="zh-TW" sz="3600" b="1" i="1" smtClean="0">
                              <a:latin typeface="Cambria Math" panose="02040503050406030204" pitchFamily="18" charset="0"/>
                            </a:rPr>
                          </m:ctrlPr>
                        </m:sSupPr>
                        <m:e>
                          <m:r>
                            <a:rPr lang="en-US" altLang="zh-TW" sz="3600" b="1" i="1">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57" name="文字方塊 156"/>
              <p:cNvSpPr txBox="1">
                <a:spLocks noRot="1" noChangeAspect="1" noMove="1" noResize="1" noEditPoints="1" noAdjustHandles="1" noChangeArrowheads="1" noChangeShapeType="1" noTextEdit="1"/>
              </p:cNvSpPr>
              <p:nvPr/>
            </p:nvSpPr>
            <p:spPr>
              <a:xfrm>
                <a:off x="9326028" y="2546618"/>
                <a:ext cx="2713990" cy="591185"/>
              </a:xfrm>
              <a:prstGeom prst="rect">
                <a:avLst/>
              </a:prstGeom>
              <a:blipFill rotWithShape="1">
                <a:blip r:embed="rId18"/>
                <a:stretch>
                  <a:fillRect l="-15" t="-45" r="-3354" b="4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8" name="文字方塊 157"/>
              <p:cNvSpPr txBox="1"/>
              <p:nvPr/>
            </p:nvSpPr>
            <p:spPr>
              <a:xfrm>
                <a:off x="13042924" y="2542914"/>
                <a:ext cx="2713990" cy="5911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1,4</m:t>
                          </m:r>
                        </m:sub>
                      </m:sSub>
                      <m:r>
                        <a:rPr lang="en-US" altLang="zh-TW" sz="3600" b="0" i="1" smtClean="0">
                          <a:latin typeface="Cambria Math" panose="02040503050406030204" pitchFamily="18" charset="0"/>
                        </a:rPr>
                        <m:t>=</m:t>
                      </m:r>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𝟏</m:t>
                          </m:r>
                        </m:sup>
                      </m:sSup>
                      <m:r>
                        <a:rPr lang="en-US" altLang="zh-TW" sz="3600" i="1" smtClean="0">
                          <a:latin typeface="Cambria Math" panose="02040503050406030204" pitchFamily="18" charset="0"/>
                          <a:ea typeface="Cambria Math" panose="02040503050406030204" pitchFamily="18" charset="0"/>
                        </a:rPr>
                        <m:t>∙</m:t>
                      </m:r>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58" name="文字方塊 157"/>
              <p:cNvSpPr txBox="1">
                <a:spLocks noRot="1" noChangeAspect="1" noMove="1" noResize="1" noEditPoints="1" noAdjustHandles="1" noChangeArrowheads="1" noChangeShapeType="1" noTextEdit="1"/>
              </p:cNvSpPr>
              <p:nvPr/>
            </p:nvSpPr>
            <p:spPr>
              <a:xfrm>
                <a:off x="13042924" y="2542914"/>
                <a:ext cx="2713990" cy="591185"/>
              </a:xfrm>
              <a:prstGeom prst="rect">
                <a:avLst/>
              </a:prstGeom>
              <a:blipFill rotWithShape="1">
                <a:blip r:embed="rId19"/>
                <a:stretch>
                  <a:fillRect l="-1" t="-63" r="-3368" b="63"/>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12</a:t>
            </a:fld>
            <a:endParaRPr lang="zh-TW" altLang="en-US" sz="100"/>
          </a:p>
        </p:txBody>
      </p:sp>
      <p:sp>
        <p:nvSpPr>
          <p:cNvPr id="3" name="標題 1"/>
          <p:cNvSpPr>
            <a:spLocks noGrp="1"/>
          </p:cNvSpPr>
          <p:nvPr>
            <p:ph type="title"/>
          </p:nvPr>
        </p:nvSpPr>
        <p:spPr/>
        <p:txBody>
          <a:bodyPr/>
          <a:lstStyle/>
          <a:p>
            <a:r>
              <a:rPr lang="en-US" altLang="zh-TW" dirty="0"/>
              <a:t>Self-attention</a:t>
            </a:r>
            <a:endParaRPr lang="zh-TW" altLang="en-US" dirty="0"/>
          </a:p>
        </p:txBody>
      </p:sp>
      <p:sp>
        <p:nvSpPr>
          <p:cNvPr id="5" name="Text Box 4"/>
          <p:cNvSpPr txBox="1"/>
          <p:nvPr/>
        </p:nvSpPr>
        <p:spPr>
          <a:xfrm>
            <a:off x="3079115" y="5795645"/>
            <a:ext cx="806450" cy="645160"/>
          </a:xfrm>
          <a:prstGeom prst="rect">
            <a:avLst/>
          </a:prstGeom>
          <a:noFill/>
        </p:spPr>
        <p:txBody>
          <a:bodyPr wrap="square" rtlCol="0">
            <a:spAutoFit/>
          </a:bodyPr>
          <a:lstStyle/>
          <a:p>
            <a:r>
              <a:rPr lang="en-US" altLang="zh-TW" sz="3600" b="1" i="1">
                <a:latin typeface="Cambria Math" panose="02040503050406030204" pitchFamily="18" charset="0"/>
              </a:rPr>
              <a:t>q</a:t>
            </a:r>
            <a:r>
              <a:rPr lang="en-US" altLang="zh-TW" sz="4000" b="1" baseline="30000">
                <a:latin typeface="Cambria Math" panose="02040503050406030204" pitchFamily="18" charset="0"/>
              </a:rPr>
              <a:t>1</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4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4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4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120" grpId="0"/>
      <p:bldP spid="133" grpId="0"/>
      <p:bldP spid="136" grpId="0"/>
      <p:bldP spid="137" grpId="0"/>
      <p:bldP spid="144" grpId="0"/>
      <p:bldP spid="145" grpId="0" bldLvl="0" animBg="1"/>
      <p:bldP spid="146" grpId="0" bldLvl="0" animBg="1"/>
      <p:bldP spid="147" grpId="0" bldLvl="0" animBg="1"/>
      <p:bldP spid="152" grpId="0"/>
      <p:bldP spid="153" grpId="0"/>
      <p:bldP spid="154" grpId="0"/>
      <p:bldP spid="24" grpId="0"/>
      <p:bldP spid="155" grpId="0"/>
      <p:bldP spid="156" grpId="0"/>
      <p:bldP spid="157" grpId="0"/>
      <p:bldP spid="158" grpId="0"/>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5" name="文字方塊 34"/>
              <p:cNvSpPr txBox="1"/>
              <p:nvPr/>
            </p:nvSpPr>
            <p:spPr>
              <a:xfrm>
                <a:off x="2888879" y="5765520"/>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2888879" y="5765520"/>
                <a:ext cx="1072742" cy="640715"/>
              </a:xfrm>
              <a:prstGeom prst="rect">
                <a:avLst/>
              </a:prstGeom>
              <a:blipFill rotWithShape="1">
                <a:blip r:embed="rId3"/>
                <a:stretch>
                  <a:fillRect l="-25" t="-55" r="46" b="55"/>
                </a:stretch>
              </a:blipFill>
            </p:spPr>
            <p:txBody>
              <a:bodyPr/>
              <a:lstStyle/>
              <a:p>
                <a:r>
                  <a:rPr lang="en-US" altLang="en-US">
                    <a:noFill/>
                  </a:rPr>
                  <a:t> </a:t>
                </a:r>
              </a:p>
            </p:txBody>
          </p:sp>
        </mc:Fallback>
      </mc:AlternateContent>
      <p:cxnSp>
        <p:nvCxnSpPr>
          <p:cNvPr id="68" name="直線單箭頭接點 67"/>
          <p:cNvCxnSpPr/>
          <p:nvPr/>
        </p:nvCxnSpPr>
        <p:spPr>
          <a:xfrm flipV="1">
            <a:off x="4233143" y="6904079"/>
            <a:ext cx="0" cy="368951"/>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3360027" y="6929474"/>
            <a:ext cx="873116"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3360027" y="650670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73" name="群組 72"/>
          <p:cNvGrpSpPr/>
          <p:nvPr/>
        </p:nvGrpSpPr>
        <p:grpSpPr>
          <a:xfrm>
            <a:off x="7146351" y="5668400"/>
            <a:ext cx="1072742" cy="1579235"/>
            <a:chOff x="964022" y="3795863"/>
            <a:chExt cx="715161" cy="1052823"/>
          </a:xfrm>
        </p:grpSpPr>
        <p:sp>
          <p:nvSpPr>
            <p:cNvPr id="76" name="矩形 75"/>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7" name="文字方塊 76"/>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4"/>
                </a:blipFill>
              </p:spPr>
              <p:txBody>
                <a:bodyPr/>
                <a:lstStyle/>
                <a:p>
                  <a:r>
                    <a:rPr lang="en-US" altLang="en-US">
                      <a:noFill/>
                    </a:rPr>
                    <a:t> </a:t>
                  </a:r>
                </a:p>
              </p:txBody>
            </p:sp>
          </mc:Fallback>
        </mc:AlternateContent>
        <p:cxnSp>
          <p:nvCxnSpPr>
            <p:cNvPr id="80" name="直線單箭頭接點 79"/>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106" name="矩形 105"/>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07" name="矩形 106"/>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08" name="矩形 107"/>
          <p:cNvSpPr/>
          <p:nvPr/>
        </p:nvSpPr>
        <p:spPr>
          <a:xfrm>
            <a:off x="10647591"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09" name="矩形 108"/>
          <p:cNvSpPr/>
          <p:nvPr/>
        </p:nvSpPr>
        <p:spPr>
          <a:xfrm>
            <a:off x="14024787"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11" name="文字方塊 110"/>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11" name="文字方塊 110"/>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5"/>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2" name="文字方塊 111"/>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12" name="文字方塊 111"/>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6"/>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4" name="文字方塊 113"/>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14" name="文字方塊 113"/>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7"/>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5" name="文字方塊 114"/>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15" name="文字方塊 114"/>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8"/>
                <a:stretch>
                  <a:fillRect l="-19" t="-3" r="40" b="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0" name="文字方塊 119"/>
              <p:cNvSpPr txBox="1"/>
              <p:nvPr/>
            </p:nvSpPr>
            <p:spPr>
              <a:xfrm>
                <a:off x="3161106" y="8601326"/>
                <a:ext cx="2322195" cy="5492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20" name="文字方塊 119"/>
              <p:cNvSpPr txBox="1">
                <a:spLocks noRot="1" noChangeAspect="1" noMove="1" noResize="1" noEditPoints="1" noAdjustHandles="1" noChangeArrowheads="1" noChangeShapeType="1" noTextEdit="1"/>
              </p:cNvSpPr>
              <p:nvPr/>
            </p:nvSpPr>
            <p:spPr>
              <a:xfrm>
                <a:off x="3161106" y="8601326"/>
                <a:ext cx="2322195" cy="549275"/>
              </a:xfrm>
              <a:prstGeom prst="rect">
                <a:avLst/>
              </a:prstGeom>
              <a:blipFill rotWithShape="1">
                <a:blip r:embed="rId9"/>
                <a:stretch>
                  <a:fillRect l="-3" t="-46" r="-3606" b="46"/>
                </a:stretch>
              </a:blipFill>
            </p:spPr>
            <p:txBody>
              <a:bodyPr/>
              <a:lstStyle/>
              <a:p>
                <a:r>
                  <a:rPr lang="en-US" altLang="en-US">
                    <a:noFill/>
                  </a:rPr>
                  <a:t> </a:t>
                </a:r>
              </a:p>
            </p:txBody>
          </p:sp>
        </mc:Fallback>
      </mc:AlternateContent>
      <p:grpSp>
        <p:nvGrpSpPr>
          <p:cNvPr id="121" name="群組 120"/>
          <p:cNvGrpSpPr/>
          <p:nvPr/>
        </p:nvGrpSpPr>
        <p:grpSpPr>
          <a:xfrm>
            <a:off x="10504748" y="5754110"/>
            <a:ext cx="1072742" cy="1579235"/>
            <a:chOff x="964022" y="3795863"/>
            <a:chExt cx="715161" cy="1052823"/>
          </a:xfrm>
        </p:grpSpPr>
        <p:sp>
          <p:nvSpPr>
            <p:cNvPr id="122" name="矩形 121"/>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3" name="文字方塊 122"/>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23" name="文字方塊 122"/>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10"/>
                </a:blipFill>
              </p:spPr>
              <p:txBody>
                <a:bodyPr/>
                <a:lstStyle/>
                <a:p>
                  <a:r>
                    <a:rPr lang="en-US" altLang="en-US">
                      <a:noFill/>
                    </a:rPr>
                    <a:t> </a:t>
                  </a:r>
                </a:p>
              </p:txBody>
            </p:sp>
          </mc:Fallback>
        </mc:AlternateContent>
        <p:cxnSp>
          <p:nvCxnSpPr>
            <p:cNvPr id="124" name="直線單箭頭接點 123"/>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5" name="群組 124"/>
          <p:cNvGrpSpPr/>
          <p:nvPr/>
        </p:nvGrpSpPr>
        <p:grpSpPr>
          <a:xfrm>
            <a:off x="13876260" y="5795439"/>
            <a:ext cx="1072742" cy="1579235"/>
            <a:chOff x="964022" y="3795863"/>
            <a:chExt cx="715161" cy="1052823"/>
          </a:xfrm>
        </p:grpSpPr>
        <p:sp>
          <p:nvSpPr>
            <p:cNvPr id="126" name="矩形 125"/>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8" name="文字方塊 127"/>
                <p:cNvSpPr txBox="1"/>
                <p:nvPr/>
              </p:nvSpPr>
              <p:spPr>
                <a:xfrm>
                  <a:off x="964022" y="3843680"/>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28" name="文字方塊 127"/>
                <p:cNvSpPr txBox="1">
                  <a:spLocks noRot="1" noChangeAspect="1" noMove="1" noResize="1" noEditPoints="1" noAdjustHandles="1" noChangeArrowheads="1" noChangeShapeType="1" noTextEdit="1"/>
                </p:cNvSpPr>
                <p:nvPr/>
              </p:nvSpPr>
              <p:spPr>
                <a:xfrm>
                  <a:off x="964022" y="3843680"/>
                  <a:ext cx="715161" cy="430107"/>
                </a:xfrm>
                <a:prstGeom prst="rect">
                  <a:avLst/>
                </a:prstGeom>
                <a:blipFill rotWithShape="1">
                  <a:blip r:embed="rId11"/>
                </a:blipFill>
              </p:spPr>
              <p:txBody>
                <a:bodyPr/>
                <a:lstStyle/>
                <a:p>
                  <a:r>
                    <a:rPr lang="en-US" altLang="en-US">
                      <a:noFill/>
                    </a:rPr>
                    <a:t> </a:t>
                  </a:r>
                </a:p>
              </p:txBody>
            </p:sp>
          </mc:Fallback>
        </mc:AlternateContent>
        <p:cxnSp>
          <p:nvCxnSpPr>
            <p:cNvPr id="129" name="直線單箭頭接點 128"/>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3" name="文字方塊 132"/>
              <p:cNvSpPr txBox="1"/>
              <p:nvPr/>
            </p:nvSpPr>
            <p:spPr>
              <a:xfrm>
                <a:off x="6445839" y="8635673"/>
                <a:ext cx="2322195"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3" name="文字方塊 132"/>
              <p:cNvSpPr txBox="1">
                <a:spLocks noRot="1" noChangeAspect="1" noMove="1" noResize="1" noEditPoints="1" noAdjustHandles="1" noChangeArrowheads="1" noChangeShapeType="1" noTextEdit="1"/>
              </p:cNvSpPr>
              <p:nvPr/>
            </p:nvSpPr>
            <p:spPr>
              <a:xfrm>
                <a:off x="6445839" y="8635673"/>
                <a:ext cx="2322195" cy="554990"/>
              </a:xfrm>
              <a:prstGeom prst="rect">
                <a:avLst/>
              </a:prstGeom>
              <a:blipFill rotWithShape="1">
                <a:blip r:embed="rId12"/>
                <a:stretch>
                  <a:fillRect l="-25" t="-55" r="-3721"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6" name="文字方塊 135"/>
              <p:cNvSpPr txBox="1"/>
              <p:nvPr/>
            </p:nvSpPr>
            <p:spPr>
              <a:xfrm>
                <a:off x="9839970" y="8635671"/>
                <a:ext cx="2327275"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36" name="文字方塊 135"/>
              <p:cNvSpPr txBox="1">
                <a:spLocks noRot="1" noChangeAspect="1" noMove="1" noResize="1" noEditPoints="1" noAdjustHandles="1" noChangeArrowheads="1" noChangeShapeType="1" noTextEdit="1"/>
              </p:cNvSpPr>
              <p:nvPr/>
            </p:nvSpPr>
            <p:spPr>
              <a:xfrm>
                <a:off x="9839970" y="8635671"/>
                <a:ext cx="2327275" cy="554990"/>
              </a:xfrm>
              <a:prstGeom prst="rect">
                <a:avLst/>
              </a:prstGeom>
              <a:blipFill rotWithShape="1">
                <a:blip r:embed="rId13"/>
                <a:stretch>
                  <a:fillRect t="-55" r="-3628"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7" name="文字方塊 136"/>
              <p:cNvSpPr txBox="1"/>
              <p:nvPr/>
            </p:nvSpPr>
            <p:spPr>
              <a:xfrm>
                <a:off x="13176222" y="8635670"/>
                <a:ext cx="232727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37" name="文字方塊 136"/>
              <p:cNvSpPr txBox="1">
                <a:spLocks noRot="1" noChangeAspect="1" noMove="1" noResize="1" noEditPoints="1" noAdjustHandles="1" noChangeArrowheads="1" noChangeShapeType="1" noTextEdit="1"/>
              </p:cNvSpPr>
              <p:nvPr/>
            </p:nvSpPr>
            <p:spPr>
              <a:xfrm>
                <a:off x="13176222" y="8635670"/>
                <a:ext cx="2327275" cy="553720"/>
              </a:xfrm>
              <a:prstGeom prst="rect">
                <a:avLst/>
              </a:prstGeom>
              <a:blipFill rotWithShape="1">
                <a:blip r:embed="rId14"/>
                <a:stretch>
                  <a:fillRect l="-26" t="-55" r="-3603" b="55"/>
                </a:stretch>
              </a:blipFill>
            </p:spPr>
            <p:txBody>
              <a:bodyPr/>
              <a:lstStyle/>
              <a:p>
                <a:r>
                  <a:rPr lang="en-US" altLang="en-US">
                    <a:noFill/>
                  </a:rPr>
                  <a:t> </a:t>
                </a:r>
              </a:p>
            </p:txBody>
          </p:sp>
        </mc:Fallback>
      </mc:AlternateContent>
      <p:cxnSp>
        <p:nvCxnSpPr>
          <p:cNvPr id="139" name="直線單箭頭接點 138"/>
          <p:cNvCxnSpPr/>
          <p:nvPr/>
        </p:nvCxnSpPr>
        <p:spPr>
          <a:xfrm flipH="1" flipV="1">
            <a:off x="7253004" y="4150227"/>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文字方塊 143"/>
              <p:cNvSpPr txBox="1"/>
              <p:nvPr/>
            </p:nvSpPr>
            <p:spPr>
              <a:xfrm>
                <a:off x="6983376"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Sub>
                    </m:oMath>
                  </m:oMathPara>
                </a14:m>
                <a:endParaRPr lang="zh-TW" altLang="en-US" sz="3600"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6983376" y="3357359"/>
                <a:ext cx="794385" cy="556895"/>
              </a:xfrm>
              <a:prstGeom prst="rect">
                <a:avLst/>
              </a:prstGeom>
              <a:blipFill rotWithShape="1">
                <a:blip r:embed="rId15"/>
                <a:stretch>
                  <a:fillRect l="-35" t="-20" r="-9477" b="20"/>
                </a:stretch>
              </a:blipFill>
            </p:spPr>
            <p:txBody>
              <a:bodyPr/>
              <a:lstStyle/>
              <a:p>
                <a:r>
                  <a:rPr lang="en-US" altLang="en-US">
                    <a:noFill/>
                  </a:rPr>
                  <a:t> </a:t>
                </a:r>
              </a:p>
            </p:txBody>
          </p:sp>
        </mc:Fallback>
      </mc:AlternateContent>
      <p:sp>
        <p:nvSpPr>
          <p:cNvPr id="145" name="橢圓 144"/>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46" name="橢圓 145"/>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47" name="橢圓 146"/>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48" name="直線單箭頭接點 147"/>
          <p:cNvCxnSpPr>
            <a:endCxn id="147" idx="4"/>
          </p:cNvCxnSpPr>
          <p:nvPr/>
        </p:nvCxnSpPr>
        <p:spPr>
          <a:xfrm flipV="1">
            <a:off x="3377106" y="4245632"/>
            <a:ext cx="10588980" cy="1448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a:endCxn id="146" idx="4"/>
          </p:cNvCxnSpPr>
          <p:nvPr/>
        </p:nvCxnSpPr>
        <p:spPr>
          <a:xfrm flipV="1">
            <a:off x="3377106" y="4207530"/>
            <a:ext cx="7212540" cy="14862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a:endCxn id="145" idx="4"/>
          </p:cNvCxnSpPr>
          <p:nvPr/>
        </p:nvCxnSpPr>
        <p:spPr>
          <a:xfrm flipV="1">
            <a:off x="3377106" y="4194243"/>
            <a:ext cx="3904427" cy="14995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文字方塊 151"/>
              <p:cNvSpPr txBox="1"/>
              <p:nvPr/>
            </p:nvSpPr>
            <p:spPr>
              <a:xfrm>
                <a:off x="10210173"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Sub>
                    </m:oMath>
                  </m:oMathPara>
                </a14:m>
                <a:endParaRPr lang="zh-TW" altLang="en-US" sz="3600" dirty="0"/>
              </a:p>
            </p:txBody>
          </p:sp>
        </mc:Choice>
        <mc:Fallback xmlns="">
          <p:sp>
            <p:nvSpPr>
              <p:cNvPr id="152" name="文字方塊 151"/>
              <p:cNvSpPr txBox="1">
                <a:spLocks noRot="1" noChangeAspect="1" noMove="1" noResize="1" noEditPoints="1" noAdjustHandles="1" noChangeArrowheads="1" noChangeShapeType="1" noTextEdit="1"/>
              </p:cNvSpPr>
              <p:nvPr/>
            </p:nvSpPr>
            <p:spPr>
              <a:xfrm>
                <a:off x="10210173" y="3357359"/>
                <a:ext cx="794385" cy="556895"/>
              </a:xfrm>
              <a:prstGeom prst="rect">
                <a:avLst/>
              </a:prstGeom>
              <a:blipFill rotWithShape="1">
                <a:blip r:embed="rId16"/>
                <a:stretch>
                  <a:fillRect l="-1" t="-20" r="-9511"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3" name="文字方塊 152"/>
              <p:cNvSpPr txBox="1"/>
              <p:nvPr/>
            </p:nvSpPr>
            <p:spPr>
              <a:xfrm>
                <a:off x="13743971" y="3381693"/>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oMath>
                  </m:oMathPara>
                </a14:m>
                <a:endParaRPr lang="zh-TW" altLang="en-US" sz="3600" dirty="0"/>
              </a:p>
            </p:txBody>
          </p:sp>
        </mc:Choice>
        <mc:Fallback xmlns="">
          <p:sp>
            <p:nvSpPr>
              <p:cNvPr id="153" name="文字方塊 152"/>
              <p:cNvSpPr txBox="1">
                <a:spLocks noRot="1" noChangeAspect="1" noMove="1" noResize="1" noEditPoints="1" noAdjustHandles="1" noChangeArrowheads="1" noChangeShapeType="1" noTextEdit="1"/>
              </p:cNvSpPr>
              <p:nvPr/>
            </p:nvSpPr>
            <p:spPr>
              <a:xfrm>
                <a:off x="13743971" y="3381693"/>
                <a:ext cx="794385" cy="556895"/>
              </a:xfrm>
              <a:prstGeom prst="rect">
                <a:avLst/>
              </a:prstGeom>
              <a:blipFill rotWithShape="1">
                <a:blip r:embed="rId17"/>
                <a:stretch>
                  <a:fillRect l="-4" t="-57" r="-9508" b="57"/>
                </a:stretch>
              </a:blipFill>
            </p:spPr>
            <p:txBody>
              <a:bodyPr/>
              <a:lstStyle/>
              <a:p>
                <a:r>
                  <a:rPr lang="en-US" altLang="en-US">
                    <a:noFill/>
                  </a:rPr>
                  <a:t> </a:t>
                </a:r>
              </a:p>
            </p:txBody>
          </p:sp>
        </mc:Fallback>
      </mc:AlternateContent>
      <p:grpSp>
        <p:nvGrpSpPr>
          <p:cNvPr id="47" name="群組 46"/>
          <p:cNvGrpSpPr/>
          <p:nvPr/>
        </p:nvGrpSpPr>
        <p:grpSpPr>
          <a:xfrm>
            <a:off x="3722487" y="5748725"/>
            <a:ext cx="1072742" cy="1579235"/>
            <a:chOff x="964022" y="3795863"/>
            <a:chExt cx="715161" cy="1052823"/>
          </a:xfrm>
        </p:grpSpPr>
        <p:sp>
          <p:nvSpPr>
            <p:cNvPr id="48" name="矩形 47"/>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49" name="文字方塊 48"/>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49" name="文字方塊 48"/>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18"/>
                </a:blipFill>
              </p:spPr>
              <p:txBody>
                <a:bodyPr/>
                <a:lstStyle/>
                <a:p>
                  <a:r>
                    <a:rPr lang="en-US" altLang="en-US">
                      <a:noFill/>
                    </a:rPr>
                    <a:t> </a:t>
                  </a:r>
                </a:p>
              </p:txBody>
            </p:sp>
          </mc:Fallback>
        </mc:AlternateContent>
        <p:cxnSp>
          <p:nvCxnSpPr>
            <p:cNvPr id="50" name="直線單箭頭接點 49"/>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1" name="文字方塊 50"/>
              <p:cNvSpPr txBox="1"/>
              <p:nvPr/>
            </p:nvSpPr>
            <p:spPr>
              <a:xfrm>
                <a:off x="3161106" y="9408144"/>
                <a:ext cx="2327275"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3161106" y="9408144"/>
                <a:ext cx="2327275" cy="554990"/>
              </a:xfrm>
              <a:prstGeom prst="rect">
                <a:avLst/>
              </a:prstGeom>
              <a:blipFill rotWithShape="1">
                <a:blip r:embed="rId19"/>
                <a:stretch>
                  <a:fillRect l="-3" t="-112" r="-3626" b="112"/>
                </a:stretch>
              </a:blipFill>
            </p:spPr>
            <p:txBody>
              <a:bodyPr/>
              <a:lstStyle/>
              <a:p>
                <a:r>
                  <a:rPr lang="en-US" altLang="en-US">
                    <a:noFill/>
                  </a:rPr>
                  <a:t> </a:t>
                </a:r>
              </a:p>
            </p:txBody>
          </p:sp>
        </mc:Fallback>
      </mc:AlternateContent>
      <p:cxnSp>
        <p:nvCxnSpPr>
          <p:cNvPr id="52" name="直線單箭頭接點 51"/>
          <p:cNvCxnSpPr>
            <a:endCxn id="54" idx="4"/>
          </p:cNvCxnSpPr>
          <p:nvPr/>
        </p:nvCxnSpPr>
        <p:spPr>
          <a:xfrm flipH="1" flipV="1">
            <a:off x="3835017" y="418154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2"/>
              <p:cNvSpPr txBox="1"/>
              <p:nvPr/>
            </p:nvSpPr>
            <p:spPr>
              <a:xfrm>
                <a:off x="3574479"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1,1</m:t>
                          </m:r>
                        </m:sub>
                      </m:sSub>
                    </m:oMath>
                  </m:oMathPara>
                </a14:m>
                <a:endParaRPr lang="zh-TW" altLang="en-US" sz="36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3574479" y="3357359"/>
                <a:ext cx="794385" cy="556895"/>
              </a:xfrm>
              <a:prstGeom prst="rect">
                <a:avLst/>
              </a:prstGeom>
              <a:blipFill rotWithShape="1">
                <a:blip r:embed="rId20"/>
                <a:stretch>
                  <a:fillRect l="-8" t="-20" r="-9504" b="20"/>
                </a:stretch>
              </a:blipFill>
            </p:spPr>
            <p:txBody>
              <a:bodyPr/>
              <a:lstStyle/>
              <a:p>
                <a:r>
                  <a:rPr lang="en-US" altLang="en-US">
                    <a:noFill/>
                  </a:rPr>
                  <a:t> </a:t>
                </a:r>
              </a:p>
            </p:txBody>
          </p:sp>
        </mc:Fallback>
      </mc:AlternateContent>
      <p:sp>
        <p:nvSpPr>
          <p:cNvPr id="54" name="橢圓 53"/>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55" name="直線單箭頭接點 54"/>
          <p:cNvCxnSpPr>
            <a:endCxn id="54" idx="4"/>
          </p:cNvCxnSpPr>
          <p:nvPr/>
        </p:nvCxnSpPr>
        <p:spPr>
          <a:xfrm flipV="1">
            <a:off x="3377106" y="4181543"/>
            <a:ext cx="457911" cy="15122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flipH="1" flipV="1">
            <a:off x="3819657" y="2167889"/>
            <a:ext cx="2" cy="1335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H="1" flipV="1">
            <a:off x="7297161" y="2136353"/>
            <a:ext cx="2" cy="1335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flipH="1" flipV="1">
            <a:off x="10606709" y="2151144"/>
            <a:ext cx="2" cy="1335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flipH="1" flipV="1">
            <a:off x="14010638" y="2163458"/>
            <a:ext cx="2" cy="1335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圓角 59"/>
          <p:cNvSpPr/>
          <p:nvPr/>
        </p:nvSpPr>
        <p:spPr>
          <a:xfrm>
            <a:off x="3360027" y="2527469"/>
            <a:ext cx="11861270" cy="65469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4200" dirty="0"/>
              <a:t>Soft-max</a:t>
            </a:r>
            <a:endParaRPr lang="zh-TW" altLang="en-US" sz="4200" dirty="0"/>
          </a:p>
        </p:txBody>
      </p:sp>
      <mc:AlternateContent xmlns:mc="http://schemas.openxmlformats.org/markup-compatibility/2006" xmlns:a14="http://schemas.microsoft.com/office/drawing/2010/main">
        <mc:Choice Requires="a14">
          <p:sp>
            <p:nvSpPr>
              <p:cNvPr id="61" name="文字方塊 60"/>
              <p:cNvSpPr txBox="1"/>
              <p:nvPr/>
            </p:nvSpPr>
            <p:spPr>
              <a:xfrm>
                <a:off x="3598527" y="1523844"/>
                <a:ext cx="794385" cy="555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1,1</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3598527" y="1523844"/>
                <a:ext cx="794385" cy="555625"/>
              </a:xfrm>
              <a:prstGeom prst="rect">
                <a:avLst/>
              </a:prstGeom>
              <a:blipFill rotWithShape="1">
                <a:blip r:embed="rId21"/>
                <a:stretch>
                  <a:fillRect l="-78" t="-86" r="-9435" b="8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2" name="文字方塊 61"/>
              <p:cNvSpPr txBox="1"/>
              <p:nvPr/>
            </p:nvSpPr>
            <p:spPr>
              <a:xfrm>
                <a:off x="7007424" y="1523844"/>
                <a:ext cx="794385"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2" name="文字方塊 61"/>
              <p:cNvSpPr txBox="1">
                <a:spLocks noRot="1" noChangeAspect="1" noMove="1" noResize="1" noEditPoints="1" noAdjustHandles="1" noChangeArrowheads="1" noChangeShapeType="1" noTextEdit="1"/>
              </p:cNvSpPr>
              <p:nvPr/>
            </p:nvSpPr>
            <p:spPr>
              <a:xfrm>
                <a:off x="7007424" y="1523844"/>
                <a:ext cx="794385" cy="556260"/>
              </a:xfrm>
              <a:prstGeom prst="rect">
                <a:avLst/>
              </a:prstGeom>
              <a:blipFill rotWithShape="1">
                <a:blip r:embed="rId22"/>
                <a:stretch>
                  <a:fillRect l="-25" t="-86" r="-9487" b="8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3" name="文字方塊 62"/>
              <p:cNvSpPr txBox="1"/>
              <p:nvPr/>
            </p:nvSpPr>
            <p:spPr>
              <a:xfrm>
                <a:off x="10234221" y="1523844"/>
                <a:ext cx="794385"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3" name="文字方塊 62"/>
              <p:cNvSpPr txBox="1">
                <a:spLocks noRot="1" noChangeAspect="1" noMove="1" noResize="1" noEditPoints="1" noAdjustHandles="1" noChangeArrowheads="1" noChangeShapeType="1" noTextEdit="1"/>
              </p:cNvSpPr>
              <p:nvPr/>
            </p:nvSpPr>
            <p:spPr>
              <a:xfrm>
                <a:off x="10234221" y="1523844"/>
                <a:ext cx="794385" cy="556260"/>
              </a:xfrm>
              <a:prstGeom prst="rect">
                <a:avLst/>
              </a:prstGeom>
              <a:blipFill rotWithShape="1">
                <a:blip r:embed="rId23"/>
                <a:stretch>
                  <a:fillRect l="-71" t="-86" r="-9442" b="8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13768019" y="1548179"/>
                <a:ext cx="794385" cy="555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13768019" y="1548179"/>
                <a:ext cx="794385" cy="555625"/>
              </a:xfrm>
              <a:prstGeom prst="rect">
                <a:avLst/>
              </a:prstGeom>
              <a:blipFill rotWithShape="1">
                <a:blip r:embed="rId24"/>
                <a:stretch>
                  <a:fillRect l="-74" t="-9" r="-9439" b="9"/>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13</a:t>
            </a:fld>
            <a:endParaRPr lang="zh-TW" altLang="en-US" sz="100"/>
          </a:p>
        </p:txBody>
      </p:sp>
      <p:sp>
        <p:nvSpPr>
          <p:cNvPr id="3" name="標題 1"/>
          <p:cNvSpPr>
            <a:spLocks noGrp="1"/>
          </p:cNvSpPr>
          <p:nvPr>
            <p:ph type="title"/>
          </p:nvPr>
        </p:nvSpPr>
        <p:spPr>
          <a:xfrm>
            <a:off x="1101724" y="-118275"/>
            <a:ext cx="16084552" cy="1551434"/>
          </a:xfrm>
        </p:spPr>
        <p:txBody>
          <a:bodyPr/>
          <a:lstStyle/>
          <a:p>
            <a:r>
              <a:rPr lang="en-US" altLang="zh-TW" dirty="0"/>
              <a:t>Self-attention</a:t>
            </a:r>
            <a:endParaRPr lang="zh-TW" altLang="en-US" dirty="0"/>
          </a:p>
        </p:txBody>
      </p:sp>
      <mc:AlternateContent xmlns:mc="http://schemas.openxmlformats.org/markup-compatibility/2006" xmlns:a14="http://schemas.microsoft.com/office/drawing/2010/main">
        <mc:Choice Requires="a14">
          <p:sp>
            <p:nvSpPr>
              <p:cNvPr id="4" name="文字方塊 64">
                <a:extLst>
                  <a:ext uri="{FF2B5EF4-FFF2-40B4-BE49-F238E27FC236}">
                    <a16:creationId xmlns:a16="http://schemas.microsoft.com/office/drawing/2014/main" id="{5386BE03-36AB-8138-74A6-7B1B61F41159}"/>
                  </a:ext>
                </a:extLst>
              </p:cNvPr>
              <p:cNvSpPr txBox="1"/>
              <p:nvPr/>
            </p:nvSpPr>
            <p:spPr>
              <a:xfrm>
                <a:off x="12409749" y="636102"/>
                <a:ext cx="5078506" cy="8452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zh-TW" altLang="en-US" sz="2800" i="1">
                              <a:latin typeface="Cambria Math" panose="02040503050406030204" pitchFamily="18" charset="0"/>
                            </a:rPr>
                            <m:t>𝛼</m:t>
                          </m:r>
                        </m:e>
                        <m:sub>
                          <m:r>
                            <a:rPr lang="en-US" altLang="zh-TW" sz="2800" i="1">
                              <a:latin typeface="Cambria Math" panose="02040503050406030204" pitchFamily="18" charset="0"/>
                            </a:rPr>
                            <m:t>1,</m:t>
                          </m:r>
                          <m:r>
                            <a:rPr lang="en-US" altLang="zh-TW" sz="2800" b="0" i="1" smtClean="0">
                              <a:latin typeface="Cambria Math" panose="02040503050406030204" pitchFamily="18" charset="0"/>
                            </a:rPr>
                            <m:t>𝑖</m:t>
                          </m:r>
                        </m:sub>
                        <m:sup>
                          <m:r>
                            <a:rPr lang="en-US" altLang="zh-TW" sz="2800" i="1">
                              <a:latin typeface="Cambria Math" panose="02040503050406030204" pitchFamily="18" charset="0"/>
                            </a:rPr>
                            <m:t>′</m:t>
                          </m:r>
                        </m:sup>
                      </m:sSub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𝑒𝑥𝑝</m:t>
                      </m:r>
                      <m:d>
                        <m:dPr>
                          <m:ctrlPr>
                            <a:rPr lang="en-US" altLang="zh-TW" sz="2800" b="0" i="1" smtClean="0">
                              <a:latin typeface="Cambria Math" panose="02040503050406030204" pitchFamily="18" charset="0"/>
                            </a:rPr>
                          </m:ctrlPr>
                        </m:dPr>
                        <m:e>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𝛼</m:t>
                              </m:r>
                            </m:e>
                            <m:sub>
                              <m:r>
                                <a:rPr lang="en-US" altLang="zh-TW" sz="2800" i="1">
                                  <a:latin typeface="Cambria Math" panose="02040503050406030204" pitchFamily="18" charset="0"/>
                                </a:rPr>
                                <m:t>1,</m:t>
                              </m:r>
                              <m:r>
                                <a:rPr lang="en-US" altLang="zh-TW" sz="2800" b="0" i="1" smtClean="0">
                                  <a:latin typeface="Cambria Math" panose="02040503050406030204" pitchFamily="18" charset="0"/>
                                </a:rPr>
                                <m:t>𝑖</m:t>
                              </m:r>
                            </m:sub>
                          </m:sSub>
                          <m:r>
                            <m:rPr>
                              <m:nor/>
                            </m:rPr>
                            <a:rPr lang="zh-TW" altLang="en-US" sz="2800" dirty="0"/>
                            <m:t> </m:t>
                          </m:r>
                        </m:e>
                      </m:d>
                      <m:r>
                        <a:rPr lang="en-US" altLang="zh-TW" sz="2800" b="0" i="1" smtClean="0">
                          <a:latin typeface="Cambria Math" panose="02040503050406030204" pitchFamily="18" charset="0"/>
                        </a:rPr>
                        <m:t>/</m:t>
                      </m:r>
                      <m:nary>
                        <m:naryPr>
                          <m:chr m:val="∑"/>
                          <m:limLoc m:val="subSup"/>
                          <m:supHide m:val="on"/>
                          <m:ctrlPr>
                            <a:rPr lang="en-US" altLang="zh-TW" sz="2800" b="0" i="1" smtClean="0">
                              <a:latin typeface="Cambria Math" panose="02040503050406030204" pitchFamily="18" charset="0"/>
                            </a:rPr>
                          </m:ctrlPr>
                        </m:naryPr>
                        <m:sub>
                          <m:r>
                            <m:rPr>
                              <m:brk m:alnAt="9"/>
                            </m:rPr>
                            <a:rPr lang="en-US" altLang="zh-TW" sz="2800" b="0" i="1" smtClean="0">
                              <a:latin typeface="Cambria Math" panose="02040503050406030204" pitchFamily="18" charset="0"/>
                            </a:rPr>
                            <m:t>𝑗</m:t>
                          </m:r>
                        </m:sub>
                        <m:sup/>
                        <m:e>
                          <m:r>
                            <a:rPr lang="en-US" altLang="zh-TW" sz="2800" i="1">
                              <a:latin typeface="Cambria Math" panose="02040503050406030204" pitchFamily="18" charset="0"/>
                            </a:rPr>
                            <m:t>𝑒𝑥𝑝</m:t>
                          </m:r>
                          <m:d>
                            <m:dPr>
                              <m:ctrlPr>
                                <a:rPr lang="en-US" altLang="zh-TW" sz="2800" i="1">
                                  <a:latin typeface="Cambria Math" panose="02040503050406030204" pitchFamily="18" charset="0"/>
                                </a:rPr>
                              </m:ctrlPr>
                            </m:dPr>
                            <m:e>
                              <m:sSub>
                                <m:sSubPr>
                                  <m:ctrlPr>
                                    <a:rPr lang="en-US" altLang="zh-TW" sz="2800" i="1" smtClean="0">
                                      <a:latin typeface="Cambria Math" panose="02040503050406030204" pitchFamily="18" charset="0"/>
                                    </a:rPr>
                                  </m:ctrlPr>
                                </m:sSubPr>
                                <m:e>
                                  <m:r>
                                    <a:rPr lang="zh-TW" altLang="en-US" sz="2800" i="1">
                                      <a:latin typeface="Cambria Math" panose="02040503050406030204" pitchFamily="18" charset="0"/>
                                    </a:rPr>
                                    <m:t>𝛼</m:t>
                                  </m:r>
                                </m:e>
                                <m:sub>
                                  <m:r>
                                    <a:rPr lang="en-US" altLang="zh-TW" sz="2800" i="1">
                                      <a:latin typeface="Cambria Math" panose="02040503050406030204" pitchFamily="18" charset="0"/>
                                    </a:rPr>
                                    <m:t>1,</m:t>
                                  </m:r>
                                  <m:r>
                                    <a:rPr lang="en-US" altLang="zh-TW" sz="2800" b="0" i="1" smtClean="0">
                                      <a:latin typeface="Cambria Math" panose="02040503050406030204" pitchFamily="18" charset="0"/>
                                    </a:rPr>
                                    <m:t>𝑗</m:t>
                                  </m:r>
                                </m:sub>
                              </m:sSub>
                              <m:r>
                                <m:rPr>
                                  <m:nor/>
                                </m:rPr>
                                <a:rPr lang="zh-TW" altLang="en-US" sz="2800" dirty="0"/>
                                <m:t> </m:t>
                              </m:r>
                            </m:e>
                          </m:d>
                        </m:e>
                      </m:nary>
                    </m:oMath>
                  </m:oMathPara>
                </a14:m>
                <a:endParaRPr lang="zh-TW" altLang="en-US" sz="2800" dirty="0"/>
              </a:p>
            </p:txBody>
          </p:sp>
        </mc:Choice>
        <mc:Fallback xmlns="">
          <p:sp>
            <p:nvSpPr>
              <p:cNvPr id="4" name="文字方塊 64">
                <a:extLst>
                  <a:ext uri="{FF2B5EF4-FFF2-40B4-BE49-F238E27FC236}">
                    <a16:creationId xmlns:a16="http://schemas.microsoft.com/office/drawing/2014/main" id="{5386BE03-36AB-8138-74A6-7B1B61F41159}"/>
                  </a:ext>
                </a:extLst>
              </p:cNvPr>
              <p:cNvSpPr txBox="1">
                <a:spLocks noRot="1" noChangeAspect="1" noMove="1" noResize="1" noEditPoints="1" noAdjustHandles="1" noChangeArrowheads="1" noChangeShapeType="1" noTextEdit="1"/>
              </p:cNvSpPr>
              <p:nvPr/>
            </p:nvSpPr>
            <p:spPr>
              <a:xfrm>
                <a:off x="12409749" y="636102"/>
                <a:ext cx="5078506" cy="845296"/>
              </a:xfrm>
              <a:prstGeom prst="rect">
                <a:avLst/>
              </a:prstGeom>
              <a:blipFill>
                <a:blip r:embed="rId25"/>
                <a:stretch>
                  <a:fillRect l="-249" t="-188235" b="-260294"/>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3" grpId="0"/>
      <p:bldP spid="54" grpId="0" bldLvl="0" animBg="1"/>
      <p:bldP spid="60" grpId="0" bldLvl="0" animBg="1"/>
      <p:bldP spid="61" grpId="0"/>
      <p:bldP spid="62" grpId="0"/>
      <p:bldP spid="63" grpId="0"/>
      <p:bldP spid="64"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9" name="直線單箭頭接點 138"/>
          <p:cNvCxnSpPr/>
          <p:nvPr/>
        </p:nvCxnSpPr>
        <p:spPr>
          <a:xfrm flipH="1" flipV="1">
            <a:off x="7253004" y="4150227"/>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橢圓 144"/>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46" name="橢圓 145"/>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47" name="橢圓 146"/>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48" name="直線單箭頭接點 147"/>
          <p:cNvCxnSpPr>
            <a:endCxn id="147" idx="4"/>
          </p:cNvCxnSpPr>
          <p:nvPr/>
        </p:nvCxnSpPr>
        <p:spPr>
          <a:xfrm flipV="1">
            <a:off x="3377106" y="4245632"/>
            <a:ext cx="10588980" cy="1448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a:endCxn id="146" idx="4"/>
          </p:cNvCxnSpPr>
          <p:nvPr/>
        </p:nvCxnSpPr>
        <p:spPr>
          <a:xfrm flipV="1">
            <a:off x="3377106" y="4207530"/>
            <a:ext cx="7212540" cy="14862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a:endCxn id="145" idx="4"/>
          </p:cNvCxnSpPr>
          <p:nvPr/>
        </p:nvCxnSpPr>
        <p:spPr>
          <a:xfrm flipV="1">
            <a:off x="3377106" y="4194243"/>
            <a:ext cx="3904427" cy="14995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endCxn id="54" idx="4"/>
          </p:cNvCxnSpPr>
          <p:nvPr/>
        </p:nvCxnSpPr>
        <p:spPr>
          <a:xfrm flipH="1" flipV="1">
            <a:off x="3835017" y="418154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橢圓 53"/>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55" name="直線單箭頭接點 54"/>
          <p:cNvCxnSpPr>
            <a:endCxn id="54" idx="4"/>
          </p:cNvCxnSpPr>
          <p:nvPr/>
        </p:nvCxnSpPr>
        <p:spPr>
          <a:xfrm flipV="1">
            <a:off x="3377106" y="4181543"/>
            <a:ext cx="457911" cy="15122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字方塊 60"/>
              <p:cNvSpPr txBox="1"/>
              <p:nvPr/>
            </p:nvSpPr>
            <p:spPr>
              <a:xfrm>
                <a:off x="3598527" y="3317474"/>
                <a:ext cx="794385" cy="555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1,1</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3598527" y="3317474"/>
                <a:ext cx="794385" cy="555625"/>
              </a:xfrm>
              <a:prstGeom prst="rect">
                <a:avLst/>
              </a:prstGeom>
              <a:blipFill rotWithShape="1">
                <a:blip r:embed="rId3"/>
                <a:stretch>
                  <a:fillRect l="-78" t="-42" r="-9435"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2" name="文字方塊 61"/>
              <p:cNvSpPr txBox="1"/>
              <p:nvPr/>
            </p:nvSpPr>
            <p:spPr>
              <a:xfrm>
                <a:off x="7007424" y="3317474"/>
                <a:ext cx="794385"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2" name="文字方塊 61"/>
              <p:cNvSpPr txBox="1">
                <a:spLocks noRot="1" noChangeAspect="1" noMove="1" noResize="1" noEditPoints="1" noAdjustHandles="1" noChangeArrowheads="1" noChangeShapeType="1" noTextEdit="1"/>
              </p:cNvSpPr>
              <p:nvPr/>
            </p:nvSpPr>
            <p:spPr>
              <a:xfrm>
                <a:off x="7007424" y="3317474"/>
                <a:ext cx="794385" cy="556260"/>
              </a:xfrm>
              <a:prstGeom prst="rect">
                <a:avLst/>
              </a:prstGeom>
              <a:blipFill rotWithShape="1">
                <a:blip r:embed="rId4"/>
                <a:stretch>
                  <a:fillRect l="-25" t="-42" r="-9487"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3" name="文字方塊 62"/>
              <p:cNvSpPr txBox="1"/>
              <p:nvPr/>
            </p:nvSpPr>
            <p:spPr>
              <a:xfrm>
                <a:off x="10234221" y="3317474"/>
                <a:ext cx="794385"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3" name="文字方塊 62"/>
              <p:cNvSpPr txBox="1">
                <a:spLocks noRot="1" noChangeAspect="1" noMove="1" noResize="1" noEditPoints="1" noAdjustHandles="1" noChangeArrowheads="1" noChangeShapeType="1" noTextEdit="1"/>
              </p:cNvSpPr>
              <p:nvPr/>
            </p:nvSpPr>
            <p:spPr>
              <a:xfrm>
                <a:off x="10234221" y="3317474"/>
                <a:ext cx="794385" cy="556260"/>
              </a:xfrm>
              <a:prstGeom prst="rect">
                <a:avLst/>
              </a:prstGeom>
              <a:blipFill rotWithShape="1">
                <a:blip r:embed="rId5"/>
                <a:stretch>
                  <a:fillRect l="-71" t="-42" r="-9442"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13768019" y="3341808"/>
                <a:ext cx="794385" cy="555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13768019" y="3341808"/>
                <a:ext cx="794385" cy="555625"/>
              </a:xfrm>
              <a:prstGeom prst="rect">
                <a:avLst/>
              </a:prstGeom>
              <a:blipFill rotWithShape="1">
                <a:blip r:embed="rId6"/>
                <a:stretch>
                  <a:fillRect l="-74" t="-79" r="-9439" b="79"/>
                </a:stretch>
              </a:blipFill>
            </p:spPr>
            <p:txBody>
              <a:bodyPr/>
              <a:lstStyle/>
              <a:p>
                <a:r>
                  <a:rPr lang="en-US" altLang="en-US">
                    <a:noFill/>
                  </a:rPr>
                  <a:t> </a:t>
                </a:r>
              </a:p>
            </p:txBody>
          </p:sp>
        </mc:Fallback>
      </mc:AlternateContent>
      <p:sp>
        <p:nvSpPr>
          <p:cNvPr id="116" name="矩形 115"/>
          <p:cNvSpPr/>
          <p:nvPr/>
        </p:nvSpPr>
        <p:spPr>
          <a:xfrm>
            <a:off x="4004261" y="569379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17" name="文字方塊 116"/>
              <p:cNvSpPr txBox="1"/>
              <p:nvPr/>
            </p:nvSpPr>
            <p:spPr>
              <a:xfrm>
                <a:off x="3732033" y="5765520"/>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17" name="文字方塊 116"/>
              <p:cNvSpPr txBox="1">
                <a:spLocks noRot="1" noChangeAspect="1" noMove="1" noResize="1" noEditPoints="1" noAdjustHandles="1" noChangeArrowheads="1" noChangeShapeType="1" noTextEdit="1"/>
              </p:cNvSpPr>
              <p:nvPr/>
            </p:nvSpPr>
            <p:spPr>
              <a:xfrm>
                <a:off x="3732033" y="5765520"/>
                <a:ext cx="1072742" cy="646430"/>
              </a:xfrm>
              <a:prstGeom prst="rect">
                <a:avLst/>
              </a:prstGeom>
              <a:blipFill rotWithShape="1">
                <a:blip r:embed="rId7"/>
                <a:stretch>
                  <a:fillRect l="-13" t="-55" r="34" b="55"/>
                </a:stretch>
              </a:blipFill>
            </p:spPr>
            <p:txBody>
              <a:bodyPr/>
              <a:lstStyle/>
              <a:p>
                <a:r>
                  <a:rPr lang="en-US" altLang="en-US">
                    <a:noFill/>
                  </a:rPr>
                  <a:t> </a:t>
                </a:r>
              </a:p>
            </p:txBody>
          </p:sp>
        </mc:Fallback>
      </mc:AlternateContent>
      <p:sp>
        <p:nvSpPr>
          <p:cNvPr id="118" name="矩形 117"/>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19" name="文字方塊 118"/>
              <p:cNvSpPr txBox="1"/>
              <p:nvPr/>
            </p:nvSpPr>
            <p:spPr>
              <a:xfrm>
                <a:off x="2888879" y="5765520"/>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19" name="文字方塊 118"/>
              <p:cNvSpPr txBox="1">
                <a:spLocks noRot="1" noChangeAspect="1" noMove="1" noResize="1" noEditPoints="1" noAdjustHandles="1" noChangeArrowheads="1" noChangeShapeType="1" noTextEdit="1"/>
              </p:cNvSpPr>
              <p:nvPr/>
            </p:nvSpPr>
            <p:spPr>
              <a:xfrm>
                <a:off x="2888879" y="5765520"/>
                <a:ext cx="1072742" cy="640715"/>
              </a:xfrm>
              <a:prstGeom prst="rect">
                <a:avLst/>
              </a:prstGeom>
              <a:blipFill rotWithShape="1">
                <a:blip r:embed="rId8"/>
                <a:stretch>
                  <a:fillRect l="-25" t="-55" r="46" b="55"/>
                </a:stretch>
              </a:blipFill>
            </p:spPr>
            <p:txBody>
              <a:bodyPr/>
              <a:lstStyle/>
              <a:p>
                <a:r>
                  <a:rPr lang="en-US" altLang="en-US">
                    <a:noFill/>
                  </a:rPr>
                  <a:t> </a:t>
                </a:r>
              </a:p>
            </p:txBody>
          </p:sp>
        </mc:Fallback>
      </mc:AlternateContent>
      <p:cxnSp>
        <p:nvCxnSpPr>
          <p:cNvPr id="127" name="直線單箭頭接點 126"/>
          <p:cNvCxnSpPr/>
          <p:nvPr/>
        </p:nvCxnSpPr>
        <p:spPr>
          <a:xfrm flipV="1">
            <a:off x="4233143" y="6509715"/>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p:cNvCxnSpPr/>
          <p:nvPr/>
        </p:nvCxnSpPr>
        <p:spPr>
          <a:xfrm>
            <a:off x="3360027" y="6929474"/>
            <a:ext cx="908378"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線單箭頭接點 130"/>
          <p:cNvCxnSpPr/>
          <p:nvPr/>
        </p:nvCxnSpPr>
        <p:spPr>
          <a:xfrm flipV="1">
            <a:off x="3360027" y="650670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6" name="群組 5"/>
          <p:cNvGrpSpPr/>
          <p:nvPr/>
        </p:nvGrpSpPr>
        <p:grpSpPr>
          <a:xfrm>
            <a:off x="4575189" y="5693795"/>
            <a:ext cx="1072742" cy="1220147"/>
            <a:chOff x="1526126" y="3795863"/>
            <a:chExt cx="715161" cy="813431"/>
          </a:xfrm>
        </p:grpSpPr>
        <p:sp>
          <p:nvSpPr>
            <p:cNvPr id="110" name="矩形 109"/>
            <p:cNvSpPr/>
            <p:nvPr/>
          </p:nvSpPr>
          <p:spPr>
            <a:xfrm>
              <a:off x="1717885" y="3795863"/>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13" name="文字方塊 112"/>
                <p:cNvSpPr txBox="1"/>
                <p:nvPr/>
              </p:nvSpPr>
              <p:spPr>
                <a:xfrm>
                  <a:off x="1526126" y="3833406"/>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13" name="文字方塊 112"/>
                <p:cNvSpPr txBox="1">
                  <a:spLocks noRot="1" noChangeAspect="1" noMove="1" noResize="1" noEditPoints="1" noAdjustHandles="1" noChangeArrowheads="1" noChangeShapeType="1" noTextEdit="1"/>
                </p:cNvSpPr>
                <p:nvPr/>
              </p:nvSpPr>
              <p:spPr>
                <a:xfrm>
                  <a:off x="1526126" y="3833406"/>
                  <a:ext cx="715161" cy="430953"/>
                </a:xfrm>
                <a:prstGeom prst="rect">
                  <a:avLst/>
                </a:prstGeom>
                <a:blipFill rotWithShape="1">
                  <a:blip r:embed="rId9"/>
                </a:blipFill>
              </p:spPr>
              <p:txBody>
                <a:bodyPr/>
                <a:lstStyle/>
                <a:p>
                  <a:r>
                    <a:rPr lang="en-US" altLang="en-US">
                      <a:noFill/>
                    </a:rPr>
                    <a:t> </a:t>
                  </a:r>
                </a:p>
              </p:txBody>
            </p:sp>
          </mc:Fallback>
        </mc:AlternateContent>
        <p:cxnSp>
          <p:nvCxnSpPr>
            <p:cNvPr id="132" name="直線單箭頭接點 131"/>
            <p:cNvCxnSpPr/>
            <p:nvPr/>
          </p:nvCxnSpPr>
          <p:spPr>
            <a:xfrm flipV="1">
              <a:off x="1861885"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142" name="矩形 141"/>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3" name="文字方塊 142"/>
              <p:cNvSpPr txBox="1"/>
              <p:nvPr/>
            </p:nvSpPr>
            <p:spPr>
              <a:xfrm>
                <a:off x="7146351" y="57401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43" name="文字方塊 142"/>
              <p:cNvSpPr txBox="1">
                <a:spLocks noRot="1" noChangeAspect="1" noMove="1" noResize="1" noEditPoints="1" noAdjustHandles="1" noChangeArrowheads="1" noChangeShapeType="1" noTextEdit="1"/>
              </p:cNvSpPr>
              <p:nvPr/>
            </p:nvSpPr>
            <p:spPr>
              <a:xfrm>
                <a:off x="7146351" y="5740125"/>
                <a:ext cx="1072742" cy="646430"/>
              </a:xfrm>
              <a:prstGeom prst="rect">
                <a:avLst/>
              </a:prstGeom>
              <a:blipFill rotWithShape="1">
                <a:blip r:embed="rId10"/>
                <a:stretch>
                  <a:fillRect l="-6" t="-56" r="27" b="56"/>
                </a:stretch>
              </a:blipFill>
            </p:spPr>
            <p:txBody>
              <a:bodyPr/>
              <a:lstStyle/>
              <a:p>
                <a:r>
                  <a:rPr lang="en-US" altLang="en-US">
                    <a:noFill/>
                  </a:rPr>
                  <a:t> </a:t>
                </a:r>
              </a:p>
            </p:txBody>
          </p:sp>
        </mc:Fallback>
      </mc:AlternateContent>
      <p:cxnSp>
        <p:nvCxnSpPr>
          <p:cNvPr id="155" name="直線單箭頭接點 154"/>
          <p:cNvCxnSpPr/>
          <p:nvPr/>
        </p:nvCxnSpPr>
        <p:spPr>
          <a:xfrm flipV="1">
            <a:off x="7647461" y="6484320"/>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3" name="群組 2"/>
          <p:cNvGrpSpPr/>
          <p:nvPr/>
        </p:nvGrpSpPr>
        <p:grpSpPr>
          <a:xfrm>
            <a:off x="7647461" y="5668400"/>
            <a:ext cx="1414788" cy="1235679"/>
            <a:chOff x="3574307" y="3778933"/>
            <a:chExt cx="943192" cy="823786"/>
          </a:xfrm>
        </p:grpSpPr>
        <p:sp>
          <p:nvSpPr>
            <p:cNvPr id="135" name="矩形 134"/>
            <p:cNvSpPr/>
            <p:nvPr/>
          </p:nvSpPr>
          <p:spPr>
            <a:xfrm>
              <a:off x="3994097" y="3778933"/>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8" name="文字方塊 137"/>
                <p:cNvSpPr txBox="1"/>
                <p:nvPr/>
              </p:nvSpPr>
              <p:spPr>
                <a:xfrm>
                  <a:off x="3802338" y="3816476"/>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8" name="文字方塊 137"/>
                <p:cNvSpPr txBox="1">
                  <a:spLocks noRot="1" noChangeAspect="1" noMove="1" noResize="1" noEditPoints="1" noAdjustHandles="1" noChangeArrowheads="1" noChangeShapeType="1" noTextEdit="1"/>
                </p:cNvSpPr>
                <p:nvPr/>
              </p:nvSpPr>
              <p:spPr>
                <a:xfrm>
                  <a:off x="3802338" y="3816476"/>
                  <a:ext cx="715161" cy="430953"/>
                </a:xfrm>
                <a:prstGeom prst="rect">
                  <a:avLst/>
                </a:prstGeom>
                <a:blipFill rotWithShape="1">
                  <a:blip r:embed="rId11"/>
                </a:blipFill>
              </p:spPr>
              <p:txBody>
                <a:bodyPr/>
                <a:lstStyle/>
                <a:p>
                  <a:r>
                    <a:rPr lang="en-US" altLang="en-US">
                      <a:noFill/>
                    </a:rPr>
                    <a:t> </a:t>
                  </a:r>
                </a:p>
              </p:txBody>
            </p:sp>
          </mc:Fallback>
        </mc:AlternateContent>
        <p:cxnSp>
          <p:nvCxnSpPr>
            <p:cNvPr id="156" name="直線單箭頭接點 155"/>
            <p:cNvCxnSpPr/>
            <p:nvPr/>
          </p:nvCxnSpPr>
          <p:spPr>
            <a:xfrm>
              <a:off x="3574307" y="4602719"/>
              <a:ext cx="56379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單箭頭接點 157"/>
            <p:cNvCxnSpPr/>
            <p:nvPr/>
          </p:nvCxnSpPr>
          <p:spPr>
            <a:xfrm flipV="1">
              <a:off x="4138097" y="432087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162" name="矩形 161"/>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3" name="文字方塊 162"/>
              <p:cNvSpPr txBox="1"/>
              <p:nvPr/>
            </p:nvSpPr>
            <p:spPr>
              <a:xfrm>
                <a:off x="10512525" y="575601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63" name="文字方塊 162"/>
              <p:cNvSpPr txBox="1">
                <a:spLocks noRot="1" noChangeAspect="1" noMove="1" noResize="1" noEditPoints="1" noAdjustHandles="1" noChangeArrowheads="1" noChangeShapeType="1" noTextEdit="1"/>
              </p:cNvSpPr>
              <p:nvPr/>
            </p:nvSpPr>
            <p:spPr>
              <a:xfrm>
                <a:off x="10512525" y="5756016"/>
                <a:ext cx="1072742" cy="646430"/>
              </a:xfrm>
              <a:prstGeom prst="rect">
                <a:avLst/>
              </a:prstGeom>
              <a:blipFill rotWithShape="1">
                <a:blip r:embed="rId12"/>
                <a:stretch>
                  <a:fillRect l="-9" t="-58" r="30" b="58"/>
                </a:stretch>
              </a:blipFill>
            </p:spPr>
            <p:txBody>
              <a:bodyPr/>
              <a:lstStyle/>
              <a:p>
                <a:r>
                  <a:rPr lang="en-US" altLang="en-US">
                    <a:noFill/>
                  </a:rPr>
                  <a:t> </a:t>
                </a:r>
              </a:p>
            </p:txBody>
          </p:sp>
        </mc:Fallback>
      </mc:AlternateContent>
      <p:cxnSp>
        <p:nvCxnSpPr>
          <p:cNvPr id="166" name="直線單箭頭接點 165"/>
          <p:cNvCxnSpPr/>
          <p:nvPr/>
        </p:nvCxnSpPr>
        <p:spPr>
          <a:xfrm flipV="1">
            <a:off x="11013635" y="6500211"/>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4" name="群組 3"/>
          <p:cNvGrpSpPr/>
          <p:nvPr/>
        </p:nvGrpSpPr>
        <p:grpSpPr>
          <a:xfrm>
            <a:off x="11013635" y="5684291"/>
            <a:ext cx="1414788" cy="1235679"/>
            <a:chOff x="5818423" y="3789527"/>
            <a:chExt cx="943192" cy="823786"/>
          </a:xfrm>
        </p:grpSpPr>
        <p:sp>
          <p:nvSpPr>
            <p:cNvPr id="160" name="矩形 159"/>
            <p:cNvSpPr/>
            <p:nvPr/>
          </p:nvSpPr>
          <p:spPr>
            <a:xfrm>
              <a:off x="6238213" y="378952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1" name="文字方塊 160"/>
                <p:cNvSpPr txBox="1"/>
                <p:nvPr/>
              </p:nvSpPr>
              <p:spPr>
                <a:xfrm>
                  <a:off x="6046454" y="382707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61" name="文字方塊 160"/>
                <p:cNvSpPr txBox="1">
                  <a:spLocks noRot="1" noChangeAspect="1" noMove="1" noResize="1" noEditPoints="1" noAdjustHandles="1" noChangeArrowheads="1" noChangeShapeType="1" noTextEdit="1"/>
                </p:cNvSpPr>
                <p:nvPr/>
              </p:nvSpPr>
              <p:spPr>
                <a:xfrm>
                  <a:off x="6046454" y="3827070"/>
                  <a:ext cx="715161" cy="430953"/>
                </a:xfrm>
                <a:prstGeom prst="rect">
                  <a:avLst/>
                </a:prstGeom>
                <a:blipFill rotWithShape="1">
                  <a:blip r:embed="rId13"/>
                </a:blipFill>
              </p:spPr>
              <p:txBody>
                <a:bodyPr/>
                <a:lstStyle/>
                <a:p>
                  <a:r>
                    <a:rPr lang="en-US" altLang="en-US">
                      <a:noFill/>
                    </a:rPr>
                    <a:t> </a:t>
                  </a:r>
                </a:p>
              </p:txBody>
            </p:sp>
          </mc:Fallback>
        </mc:AlternateContent>
        <p:cxnSp>
          <p:nvCxnSpPr>
            <p:cNvPr id="167" name="直線單箭頭接點 166"/>
            <p:cNvCxnSpPr/>
            <p:nvPr/>
          </p:nvCxnSpPr>
          <p:spPr>
            <a:xfrm>
              <a:off x="5818423" y="4613313"/>
              <a:ext cx="56379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9" name="直線單箭頭接點 168"/>
          <p:cNvCxnSpPr/>
          <p:nvPr/>
        </p:nvCxnSpPr>
        <p:spPr>
          <a:xfrm flipV="1">
            <a:off x="11859320" y="6497196"/>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73" name="矩形 172"/>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4" name="文字方塊 173"/>
              <p:cNvSpPr txBox="1"/>
              <p:nvPr/>
            </p:nvSpPr>
            <p:spPr>
              <a:xfrm>
                <a:off x="13891581" y="577639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74" name="文字方塊 173"/>
              <p:cNvSpPr txBox="1">
                <a:spLocks noRot="1" noChangeAspect="1" noMove="1" noResize="1" noEditPoints="1" noAdjustHandles="1" noChangeArrowheads="1" noChangeShapeType="1" noTextEdit="1"/>
              </p:cNvSpPr>
              <p:nvPr/>
            </p:nvSpPr>
            <p:spPr>
              <a:xfrm>
                <a:off x="13891581" y="5776398"/>
                <a:ext cx="1072742" cy="645160"/>
              </a:xfrm>
              <a:prstGeom prst="rect">
                <a:avLst/>
              </a:prstGeom>
              <a:blipFill rotWithShape="1">
                <a:blip r:embed="rId14"/>
                <a:stretch>
                  <a:fillRect l="-30" t="-68" r="51" b="68"/>
                </a:stretch>
              </a:blipFill>
            </p:spPr>
            <p:txBody>
              <a:bodyPr/>
              <a:lstStyle/>
              <a:p>
                <a:r>
                  <a:rPr lang="en-US" altLang="en-US">
                    <a:noFill/>
                  </a:rPr>
                  <a:t> </a:t>
                </a:r>
              </a:p>
            </p:txBody>
          </p:sp>
        </mc:Fallback>
      </mc:AlternateContent>
      <p:cxnSp>
        <p:nvCxnSpPr>
          <p:cNvPr id="177" name="直線單箭頭接點 176"/>
          <p:cNvCxnSpPr/>
          <p:nvPr/>
        </p:nvCxnSpPr>
        <p:spPr>
          <a:xfrm flipV="1">
            <a:off x="14392691" y="6520593"/>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5" name="群組 4"/>
          <p:cNvGrpSpPr/>
          <p:nvPr/>
        </p:nvGrpSpPr>
        <p:grpSpPr>
          <a:xfrm>
            <a:off x="14411189" y="5704673"/>
            <a:ext cx="1396290" cy="1235679"/>
            <a:chOff x="8083459" y="3803115"/>
            <a:chExt cx="930860" cy="823786"/>
          </a:xfrm>
        </p:grpSpPr>
        <p:sp>
          <p:nvSpPr>
            <p:cNvPr id="171" name="矩形 170"/>
            <p:cNvSpPr/>
            <p:nvPr/>
          </p:nvSpPr>
          <p:spPr>
            <a:xfrm>
              <a:off x="8490917" y="3803115"/>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2" name="文字方塊 171"/>
                <p:cNvSpPr txBox="1"/>
                <p:nvPr/>
              </p:nvSpPr>
              <p:spPr>
                <a:xfrm>
                  <a:off x="8299158" y="3840658"/>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72" name="文字方塊 171"/>
                <p:cNvSpPr txBox="1">
                  <a:spLocks noRot="1" noChangeAspect="1" noMove="1" noResize="1" noEditPoints="1" noAdjustHandles="1" noChangeArrowheads="1" noChangeShapeType="1" noTextEdit="1"/>
                </p:cNvSpPr>
                <p:nvPr/>
              </p:nvSpPr>
              <p:spPr>
                <a:xfrm>
                  <a:off x="8299158" y="3840658"/>
                  <a:ext cx="715161" cy="430107"/>
                </a:xfrm>
                <a:prstGeom prst="rect">
                  <a:avLst/>
                </a:prstGeom>
                <a:blipFill rotWithShape="1">
                  <a:blip r:embed="rId15"/>
                </a:blipFill>
              </p:spPr>
              <p:txBody>
                <a:bodyPr/>
                <a:lstStyle/>
                <a:p>
                  <a:r>
                    <a:rPr lang="en-US" altLang="en-US">
                      <a:noFill/>
                    </a:rPr>
                    <a:t> </a:t>
                  </a:r>
                </a:p>
              </p:txBody>
            </p:sp>
          </mc:Fallback>
        </mc:AlternateContent>
        <p:cxnSp>
          <p:nvCxnSpPr>
            <p:cNvPr id="178" name="直線單箭頭接點 177"/>
            <p:cNvCxnSpPr/>
            <p:nvPr/>
          </p:nvCxnSpPr>
          <p:spPr>
            <a:xfrm>
              <a:off x="8083459" y="4626901"/>
              <a:ext cx="551458"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直線單箭頭接點 179"/>
            <p:cNvCxnSpPr/>
            <p:nvPr/>
          </p:nvCxnSpPr>
          <p:spPr>
            <a:xfrm flipV="1">
              <a:off x="8634917" y="4345052"/>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85" name="直線單箭頭接點 184"/>
          <p:cNvCxnSpPr/>
          <p:nvPr/>
        </p:nvCxnSpPr>
        <p:spPr>
          <a:xfrm>
            <a:off x="3360027" y="6929474"/>
            <a:ext cx="873116"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6" name="矩形 185"/>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87" name="矩形 186"/>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88" name="矩形 187"/>
          <p:cNvSpPr/>
          <p:nvPr/>
        </p:nvSpPr>
        <p:spPr>
          <a:xfrm>
            <a:off x="10647591"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89" name="矩形 188"/>
          <p:cNvSpPr/>
          <p:nvPr/>
        </p:nvSpPr>
        <p:spPr>
          <a:xfrm>
            <a:off x="14024787"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0" name="文字方塊 189"/>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90" name="文字方塊 189"/>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16"/>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1" name="文字方塊 190"/>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91" name="文字方塊 190"/>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17"/>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2" name="文字方塊 191"/>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92" name="文字方塊 191"/>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18"/>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3" name="文字方塊 192"/>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93" name="文字方塊 192"/>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19"/>
                <a:stretch>
                  <a:fillRect l="-19" t="-3" r="40" b="3"/>
                </a:stretch>
              </a:blipFill>
            </p:spPr>
            <p:txBody>
              <a:bodyPr/>
              <a:lstStyle/>
              <a:p>
                <a:r>
                  <a:rPr lang="en-US" altLang="en-US">
                    <a:noFill/>
                  </a:rPr>
                  <a:t> </a:t>
                </a:r>
              </a:p>
            </p:txBody>
          </p:sp>
        </mc:Fallback>
      </mc:AlternateContent>
      <p:grpSp>
        <p:nvGrpSpPr>
          <p:cNvPr id="194" name="群組 193"/>
          <p:cNvGrpSpPr/>
          <p:nvPr/>
        </p:nvGrpSpPr>
        <p:grpSpPr>
          <a:xfrm>
            <a:off x="3722172" y="1898529"/>
            <a:ext cx="1072742" cy="908720"/>
            <a:chOff x="635402" y="1337615"/>
            <a:chExt cx="715161" cy="605813"/>
          </a:xfrm>
        </p:grpSpPr>
        <p:sp>
          <p:nvSpPr>
            <p:cNvPr id="195" name="矩形 194"/>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96" name="文字方塊 195"/>
                <p:cNvSpPr txBox="1"/>
                <p:nvPr/>
              </p:nvSpPr>
              <p:spPr>
                <a:xfrm>
                  <a:off x="635402" y="1417137"/>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96" name="文字方塊 195"/>
                <p:cNvSpPr txBox="1">
                  <a:spLocks noRot="1" noChangeAspect="1" noMove="1" noResize="1" noEditPoints="1" noAdjustHandles="1" noChangeArrowheads="1" noChangeShapeType="1" noTextEdit="1"/>
                </p:cNvSpPr>
                <p:nvPr/>
              </p:nvSpPr>
              <p:spPr>
                <a:xfrm>
                  <a:off x="635402" y="1417137"/>
                  <a:ext cx="715161" cy="430953"/>
                </a:xfrm>
                <a:prstGeom prst="rect">
                  <a:avLst/>
                </a:prstGeom>
                <a:blipFill rotWithShape="1">
                  <a:blip r:embed="rId20"/>
                </a:blipFill>
              </p:spPr>
              <p:txBody>
                <a:bodyPr/>
                <a:lstStyle/>
                <a:p>
                  <a:r>
                    <a:rPr lang="en-US" altLang="en-US">
                      <a:noFill/>
                    </a:rPr>
                    <a:t> </a:t>
                  </a:r>
                </a:p>
              </p:txBody>
            </p:sp>
          </mc:Fallback>
        </mc:AlternateContent>
      </p:grpSp>
      <p:cxnSp>
        <p:nvCxnSpPr>
          <p:cNvPr id="197" name="直線單箭頭接點 196"/>
          <p:cNvCxnSpPr>
            <a:endCxn id="199" idx="2"/>
          </p:cNvCxnSpPr>
          <p:nvPr/>
        </p:nvCxnSpPr>
        <p:spPr>
          <a:xfrm flipH="1" flipV="1">
            <a:off x="5077245" y="4316186"/>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98" name="群組 197"/>
          <p:cNvGrpSpPr/>
          <p:nvPr/>
        </p:nvGrpSpPr>
        <p:grpSpPr>
          <a:xfrm>
            <a:off x="4853457" y="3851166"/>
            <a:ext cx="447575" cy="465020"/>
            <a:chOff x="-105878" y="1740168"/>
            <a:chExt cx="461666" cy="461665"/>
          </a:xfrm>
        </p:grpSpPr>
        <p:sp>
          <p:nvSpPr>
            <p:cNvPr id="199" name="矩形 198"/>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00" name="群組 199"/>
            <p:cNvGrpSpPr/>
            <p:nvPr/>
          </p:nvGrpSpPr>
          <p:grpSpPr>
            <a:xfrm rot="21265833">
              <a:off x="-30571" y="1828628"/>
              <a:ext cx="317144" cy="302092"/>
              <a:chOff x="-43095" y="1828685"/>
              <a:chExt cx="317144" cy="302092"/>
            </a:xfrm>
          </p:grpSpPr>
          <p:cxnSp>
            <p:nvCxnSpPr>
              <p:cNvPr id="201" name="直線接點 200"/>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線接點 201"/>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03" name="直線單箭頭接點 202"/>
          <p:cNvCxnSpPr>
            <a:endCxn id="205" idx="2"/>
          </p:cNvCxnSpPr>
          <p:nvPr/>
        </p:nvCxnSpPr>
        <p:spPr>
          <a:xfrm flipH="1" flipV="1">
            <a:off x="8471114" y="4327553"/>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04" name="群組 203"/>
          <p:cNvGrpSpPr/>
          <p:nvPr/>
        </p:nvGrpSpPr>
        <p:grpSpPr>
          <a:xfrm>
            <a:off x="8247326" y="3862533"/>
            <a:ext cx="447575" cy="465020"/>
            <a:chOff x="-105878" y="1740168"/>
            <a:chExt cx="461666" cy="461665"/>
          </a:xfrm>
        </p:grpSpPr>
        <p:sp>
          <p:nvSpPr>
            <p:cNvPr id="205" name="矩形 204"/>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06" name="群組 205"/>
            <p:cNvGrpSpPr/>
            <p:nvPr/>
          </p:nvGrpSpPr>
          <p:grpSpPr>
            <a:xfrm rot="21265833">
              <a:off x="-30571" y="1828628"/>
              <a:ext cx="317144" cy="302092"/>
              <a:chOff x="-43095" y="1828685"/>
              <a:chExt cx="317144" cy="302092"/>
            </a:xfrm>
          </p:grpSpPr>
          <p:cxnSp>
            <p:nvCxnSpPr>
              <p:cNvPr id="207" name="直線接點 206"/>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線接點 207"/>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09" name="直線單箭頭接點 208"/>
          <p:cNvCxnSpPr>
            <a:endCxn id="211" idx="2"/>
          </p:cNvCxnSpPr>
          <p:nvPr/>
        </p:nvCxnSpPr>
        <p:spPr>
          <a:xfrm flipH="1" flipV="1">
            <a:off x="11863248" y="4351538"/>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10" name="群組 209"/>
          <p:cNvGrpSpPr/>
          <p:nvPr/>
        </p:nvGrpSpPr>
        <p:grpSpPr>
          <a:xfrm>
            <a:off x="11639460" y="3886518"/>
            <a:ext cx="447575" cy="465020"/>
            <a:chOff x="-105878" y="1740168"/>
            <a:chExt cx="461666" cy="461665"/>
          </a:xfrm>
        </p:grpSpPr>
        <p:sp>
          <p:nvSpPr>
            <p:cNvPr id="211" name="矩形 21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12" name="群組 211"/>
            <p:cNvGrpSpPr/>
            <p:nvPr/>
          </p:nvGrpSpPr>
          <p:grpSpPr>
            <a:xfrm rot="21265833">
              <a:off x="-30571" y="1828628"/>
              <a:ext cx="317144" cy="302092"/>
              <a:chOff x="-43095" y="1828685"/>
              <a:chExt cx="317144" cy="302092"/>
            </a:xfrm>
          </p:grpSpPr>
          <p:cxnSp>
            <p:nvCxnSpPr>
              <p:cNvPr id="213" name="直線接點 21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線接點 213"/>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15" name="直線單箭頭接點 214"/>
          <p:cNvCxnSpPr>
            <a:endCxn id="217" idx="2"/>
          </p:cNvCxnSpPr>
          <p:nvPr/>
        </p:nvCxnSpPr>
        <p:spPr>
          <a:xfrm flipH="1" flipV="1">
            <a:off x="15208398" y="4376562"/>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16" name="群組 215"/>
          <p:cNvGrpSpPr/>
          <p:nvPr/>
        </p:nvGrpSpPr>
        <p:grpSpPr>
          <a:xfrm>
            <a:off x="14984610" y="3911543"/>
            <a:ext cx="447575" cy="465020"/>
            <a:chOff x="-105878" y="1740168"/>
            <a:chExt cx="461666" cy="461665"/>
          </a:xfrm>
        </p:grpSpPr>
        <p:sp>
          <p:nvSpPr>
            <p:cNvPr id="217" name="矩形 216"/>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18" name="群組 217"/>
            <p:cNvGrpSpPr/>
            <p:nvPr/>
          </p:nvGrpSpPr>
          <p:grpSpPr>
            <a:xfrm rot="21265833">
              <a:off x="-30571" y="1828628"/>
              <a:ext cx="317144" cy="302092"/>
              <a:chOff x="-43095" y="1828685"/>
              <a:chExt cx="317144" cy="302092"/>
            </a:xfrm>
          </p:grpSpPr>
          <p:cxnSp>
            <p:nvCxnSpPr>
              <p:cNvPr id="219" name="直線接點 218"/>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線接點 219"/>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21" name="直線單箭頭接點 220"/>
          <p:cNvCxnSpPr/>
          <p:nvPr/>
        </p:nvCxnSpPr>
        <p:spPr>
          <a:xfrm flipV="1">
            <a:off x="5090495" y="2402793"/>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直線單箭頭接點 221"/>
          <p:cNvCxnSpPr/>
          <p:nvPr/>
        </p:nvCxnSpPr>
        <p:spPr>
          <a:xfrm flipH="1" flipV="1">
            <a:off x="8460207" y="2364060"/>
            <a:ext cx="0" cy="1480823"/>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3" name="直線單箭頭接點 222"/>
          <p:cNvCxnSpPr/>
          <p:nvPr/>
        </p:nvCxnSpPr>
        <p:spPr>
          <a:xfrm flipH="1" flipV="1">
            <a:off x="11859761" y="2317422"/>
            <a:ext cx="0" cy="1554545"/>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4" name="直線單箭頭接點 223"/>
          <p:cNvCxnSpPr/>
          <p:nvPr/>
        </p:nvCxnSpPr>
        <p:spPr>
          <a:xfrm flipH="1" flipV="1">
            <a:off x="15206366" y="2347418"/>
            <a:ext cx="0" cy="1580804"/>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直線單箭頭接點 224"/>
          <p:cNvCxnSpPr>
            <a:endCxn id="199" idx="1"/>
          </p:cNvCxnSpPr>
          <p:nvPr/>
        </p:nvCxnSpPr>
        <p:spPr>
          <a:xfrm>
            <a:off x="4018502" y="406453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單箭頭接點 225"/>
          <p:cNvCxnSpPr/>
          <p:nvPr/>
        </p:nvCxnSpPr>
        <p:spPr>
          <a:xfrm>
            <a:off x="7459037" y="4092045"/>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直線單箭頭接點 226"/>
          <p:cNvCxnSpPr/>
          <p:nvPr/>
        </p:nvCxnSpPr>
        <p:spPr>
          <a:xfrm>
            <a:off x="10804505" y="4119027"/>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8" name="直線單箭頭接點 227"/>
          <p:cNvCxnSpPr/>
          <p:nvPr/>
        </p:nvCxnSpPr>
        <p:spPr>
          <a:xfrm>
            <a:off x="14111508" y="414405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直線單箭頭接點 228"/>
          <p:cNvCxnSpPr/>
          <p:nvPr/>
        </p:nvCxnSpPr>
        <p:spPr>
          <a:xfrm flipH="1">
            <a:off x="4575188" y="2352888"/>
            <a:ext cx="106167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文字方塊 97"/>
              <p:cNvSpPr txBox="1"/>
              <p:nvPr/>
            </p:nvSpPr>
            <p:spPr>
              <a:xfrm>
                <a:off x="3161106" y="8601326"/>
                <a:ext cx="2307590"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𝟏</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𝑣</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98" name="文字方塊 97"/>
              <p:cNvSpPr txBox="1">
                <a:spLocks noRot="1" noChangeAspect="1" noMove="1" noResize="1" noEditPoints="1" noAdjustHandles="1" noChangeArrowheads="1" noChangeShapeType="1" noTextEdit="1"/>
              </p:cNvSpPr>
              <p:nvPr/>
            </p:nvSpPr>
            <p:spPr>
              <a:xfrm>
                <a:off x="3161106" y="8601326"/>
                <a:ext cx="2307590" cy="554990"/>
              </a:xfrm>
              <a:prstGeom prst="rect">
                <a:avLst/>
              </a:prstGeom>
              <a:blipFill rotWithShape="1">
                <a:blip r:embed="rId21"/>
                <a:stretch>
                  <a:fillRect l="-3" t="-45" r="-3657" b="4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99" name="文字方塊 98"/>
              <p:cNvSpPr txBox="1"/>
              <p:nvPr/>
            </p:nvSpPr>
            <p:spPr>
              <a:xfrm>
                <a:off x="6445839" y="8635673"/>
                <a:ext cx="2307590"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𝑣</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6445839" y="8635673"/>
                <a:ext cx="2307590" cy="554990"/>
              </a:xfrm>
              <a:prstGeom prst="rect">
                <a:avLst/>
              </a:prstGeom>
              <a:blipFill rotWithShape="1">
                <a:blip r:embed="rId22"/>
                <a:stretch>
                  <a:fillRect l="-26" t="-55" r="-3634"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0" name="文字方塊 99"/>
              <p:cNvSpPr txBox="1"/>
              <p:nvPr/>
            </p:nvSpPr>
            <p:spPr>
              <a:xfrm>
                <a:off x="9839970" y="8635671"/>
                <a:ext cx="2307590" cy="5549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𝑣</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00" name="文字方塊 99"/>
              <p:cNvSpPr txBox="1">
                <a:spLocks noRot="1" noChangeAspect="1" noMove="1" noResize="1" noEditPoints="1" noAdjustHandles="1" noChangeArrowheads="1" noChangeShapeType="1" noTextEdit="1"/>
              </p:cNvSpPr>
              <p:nvPr/>
            </p:nvSpPr>
            <p:spPr>
              <a:xfrm>
                <a:off x="9839970" y="8635671"/>
                <a:ext cx="2307590" cy="554990"/>
              </a:xfrm>
              <a:prstGeom prst="rect">
                <a:avLst/>
              </a:prstGeom>
              <a:blipFill rotWithShape="1">
                <a:blip r:embed="rId23"/>
                <a:stretch>
                  <a:fillRect t="-55" r="-3659"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1" name="文字方塊 100"/>
              <p:cNvSpPr txBox="1"/>
              <p:nvPr/>
            </p:nvSpPr>
            <p:spPr>
              <a:xfrm>
                <a:off x="13176222" y="8635670"/>
                <a:ext cx="2307590"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𝑣</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13176222" y="8635670"/>
                <a:ext cx="2307590" cy="553720"/>
              </a:xfrm>
              <a:prstGeom prst="rect">
                <a:avLst/>
              </a:prstGeom>
              <a:blipFill rotWithShape="1">
                <a:blip r:embed="rId24"/>
                <a:stretch>
                  <a:fillRect l="-26" t="-55" r="-3634" b="55"/>
                </a:stretch>
              </a:blipFill>
            </p:spPr>
            <p:txBody>
              <a:bodyPr/>
              <a:lstStyle/>
              <a:p>
                <a:r>
                  <a:rPr lang="en-US" altLang="en-US">
                    <a:noFill/>
                  </a:rPr>
                  <a:t> </a:t>
                </a:r>
              </a:p>
            </p:txBody>
          </p:sp>
        </mc:Fallback>
      </mc:AlternateContent>
      <p:cxnSp>
        <p:nvCxnSpPr>
          <p:cNvPr id="103" name="直線單箭頭接點 102"/>
          <p:cNvCxnSpPr/>
          <p:nvPr/>
        </p:nvCxnSpPr>
        <p:spPr>
          <a:xfrm>
            <a:off x="4268405" y="6957855"/>
            <a:ext cx="845685"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14</a:t>
            </a:fld>
            <a:endParaRPr lang="zh-TW" altLang="en-US" sz="100"/>
          </a:p>
        </p:txBody>
      </p:sp>
      <p:sp>
        <p:nvSpPr>
          <p:cNvPr id="7" name="標題 1"/>
          <p:cNvSpPr>
            <a:spLocks noGrp="1"/>
          </p:cNvSpPr>
          <p:nvPr>
            <p:ph type="title"/>
          </p:nvPr>
        </p:nvSpPr>
        <p:spPr>
          <a:xfrm>
            <a:off x="1101724" y="-92797"/>
            <a:ext cx="16084552" cy="1551434"/>
          </a:xfrm>
        </p:spPr>
        <p:txBody>
          <a:bodyPr/>
          <a:lstStyle/>
          <a:p>
            <a:r>
              <a:rPr lang="en-US" altLang="zh-TW" dirty="0"/>
              <a:t>Self-attention</a:t>
            </a:r>
            <a:endParaRPr lang="zh-TW" altLang="en-US" dirty="0"/>
          </a:p>
        </p:txBody>
      </p:sp>
      <p:sp>
        <p:nvSpPr>
          <p:cNvPr id="8" name="文字方塊 230">
            <a:extLst>
              <a:ext uri="{FF2B5EF4-FFF2-40B4-BE49-F238E27FC236}">
                <a16:creationId xmlns:a16="http://schemas.microsoft.com/office/drawing/2014/main" id="{2EBB9CFA-2EC5-9536-821D-4EBA91493476}"/>
              </a:ext>
            </a:extLst>
          </p:cNvPr>
          <p:cNvSpPr txBox="1"/>
          <p:nvPr/>
        </p:nvSpPr>
        <p:spPr>
          <a:xfrm>
            <a:off x="6079723" y="1613982"/>
            <a:ext cx="7607670" cy="523220"/>
          </a:xfrm>
          <a:prstGeom prst="rect">
            <a:avLst/>
          </a:prstGeom>
          <a:noFill/>
        </p:spPr>
        <p:txBody>
          <a:bodyPr wrap="square" rtlCol="0">
            <a:spAutoFit/>
          </a:bodyPr>
          <a:lstStyle/>
          <a:p>
            <a:r>
              <a:rPr lang="en-US" altLang="zh-TW" sz="2800" dirty="0"/>
              <a:t>Extract information based on attention scores</a:t>
            </a:r>
            <a:endParaRPr lang="zh-TW" altLang="en-US" sz="2800" dirty="0"/>
          </a:p>
        </p:txBody>
      </p:sp>
      <mc:AlternateContent xmlns:mc="http://schemas.openxmlformats.org/markup-compatibility/2006" xmlns:a14="http://schemas.microsoft.com/office/drawing/2010/main">
        <mc:Choice Requires="a14">
          <p:sp>
            <p:nvSpPr>
              <p:cNvPr id="9" name="文字方塊 229">
                <a:extLst>
                  <a:ext uri="{FF2B5EF4-FFF2-40B4-BE49-F238E27FC236}">
                    <a16:creationId xmlns:a16="http://schemas.microsoft.com/office/drawing/2014/main" id="{0D23663C-40E6-4D9D-4226-2630BEA92FD8}"/>
                  </a:ext>
                </a:extLst>
              </p:cNvPr>
              <p:cNvSpPr txBox="1"/>
              <p:nvPr/>
            </p:nvSpPr>
            <p:spPr>
              <a:xfrm>
                <a:off x="470614" y="1880021"/>
                <a:ext cx="2494273" cy="10455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b="1" i="1" smtClean="0">
                              <a:latin typeface="Cambria Math" panose="02040503050406030204" pitchFamily="18" charset="0"/>
                            </a:rPr>
                          </m:ctrlPr>
                        </m:sSupPr>
                        <m:e>
                          <m:r>
                            <a:rPr lang="en-US" altLang="zh-TW" sz="2800" b="1" i="1">
                              <a:latin typeface="Cambria Math" panose="02040503050406030204" pitchFamily="18" charset="0"/>
                            </a:rPr>
                            <m:t>𝒃</m:t>
                          </m:r>
                        </m:e>
                        <m:sup>
                          <m:r>
                            <a:rPr lang="en-US" altLang="zh-TW" sz="2800" b="1" i="1">
                              <a:latin typeface="Cambria Math" panose="02040503050406030204" pitchFamily="18" charset="0"/>
                            </a:rPr>
                            <m:t>𝟏</m:t>
                          </m:r>
                        </m:sup>
                      </m:sSup>
                      <m:r>
                        <a:rPr lang="en-US" altLang="zh-TW" sz="2800" b="0" i="1" smtClean="0">
                          <a:latin typeface="Cambria Math" panose="02040503050406030204" pitchFamily="18" charset="0"/>
                        </a:rPr>
                        <m:t>=</m:t>
                      </m:r>
                      <m:nary>
                        <m:naryPr>
                          <m:chr m:val="∑"/>
                          <m:supHide m:val="on"/>
                          <m:ctrlPr>
                            <a:rPr lang="en-US" altLang="zh-TW" sz="2800" b="0" i="1" smtClean="0">
                              <a:latin typeface="Cambria Math" panose="02040503050406030204" pitchFamily="18" charset="0"/>
                            </a:rPr>
                          </m:ctrlPr>
                        </m:naryPr>
                        <m:sub>
                          <m:r>
                            <m:rPr>
                              <m:brk m:alnAt="7"/>
                            </m:rPr>
                            <a:rPr lang="en-US" altLang="zh-TW" sz="2800" b="0" i="1" smtClean="0">
                              <a:latin typeface="Cambria Math" panose="02040503050406030204" pitchFamily="18" charset="0"/>
                            </a:rPr>
                            <m:t>𝑖</m:t>
                          </m:r>
                        </m:sub>
                        <m:sup/>
                        <m:e>
                          <m:sSubSup>
                            <m:sSubSupPr>
                              <m:ctrlPr>
                                <a:rPr lang="en-US" altLang="zh-TW" sz="2800" i="1">
                                  <a:latin typeface="Cambria Math" panose="02040503050406030204" pitchFamily="18" charset="0"/>
                                </a:rPr>
                              </m:ctrlPr>
                            </m:sSubSupPr>
                            <m:e>
                              <m:r>
                                <a:rPr lang="zh-TW" altLang="en-US" sz="2800" i="1">
                                  <a:latin typeface="Cambria Math" panose="02040503050406030204" pitchFamily="18" charset="0"/>
                                </a:rPr>
                                <m:t>𝛼</m:t>
                              </m:r>
                            </m:e>
                            <m:sub>
                              <m:r>
                                <a:rPr lang="en-US" altLang="zh-TW" sz="2800" i="1">
                                  <a:latin typeface="Cambria Math" panose="02040503050406030204" pitchFamily="18" charset="0"/>
                                </a:rPr>
                                <m:t>1,</m:t>
                              </m:r>
                              <m:r>
                                <a:rPr lang="en-US" altLang="zh-TW" sz="2800" b="0" i="1" smtClean="0">
                                  <a:latin typeface="Cambria Math" panose="02040503050406030204" pitchFamily="18" charset="0"/>
                                </a:rPr>
                                <m:t>𝑖</m:t>
                              </m:r>
                            </m:sub>
                            <m:sup>
                              <m:r>
                                <a:rPr lang="en-US" altLang="zh-TW" sz="2800" i="1">
                                  <a:latin typeface="Cambria Math" panose="02040503050406030204" pitchFamily="18" charset="0"/>
                                </a:rPr>
                                <m:t>′</m:t>
                              </m:r>
                            </m:sup>
                          </m:sSubSup>
                          <m:sSup>
                            <m:sSupPr>
                              <m:ctrlPr>
                                <a:rPr lang="en-US" altLang="zh-TW" sz="2800" b="1" i="1">
                                  <a:latin typeface="Cambria Math" panose="02040503050406030204" pitchFamily="18" charset="0"/>
                                </a:rPr>
                              </m:ctrlPr>
                            </m:sSupPr>
                            <m:e>
                              <m:r>
                                <a:rPr lang="en-US" altLang="zh-TW" sz="2800" b="1" i="1">
                                  <a:latin typeface="Cambria Math" panose="02040503050406030204" pitchFamily="18" charset="0"/>
                                </a:rPr>
                                <m:t>𝒗</m:t>
                              </m:r>
                            </m:e>
                            <m:sup>
                              <m:r>
                                <a:rPr lang="en-US" altLang="zh-TW" sz="2800" b="1" i="1" smtClean="0">
                                  <a:latin typeface="Cambria Math" panose="02040503050406030204" pitchFamily="18" charset="0"/>
                                </a:rPr>
                                <m:t>𝒊</m:t>
                              </m:r>
                            </m:sup>
                          </m:sSup>
                          <m:r>
                            <m:rPr>
                              <m:nor/>
                            </m:rPr>
                            <a:rPr lang="zh-TW" altLang="en-US" sz="2800" b="1" dirty="0"/>
                            <m:t> </m:t>
                          </m:r>
                        </m:e>
                      </m:nary>
                    </m:oMath>
                  </m:oMathPara>
                </a14:m>
                <a:endParaRPr lang="zh-TW" altLang="en-US" sz="2800" dirty="0"/>
              </a:p>
            </p:txBody>
          </p:sp>
        </mc:Choice>
        <mc:Fallback xmlns="">
          <p:sp>
            <p:nvSpPr>
              <p:cNvPr id="9" name="文字方塊 229">
                <a:extLst>
                  <a:ext uri="{FF2B5EF4-FFF2-40B4-BE49-F238E27FC236}">
                    <a16:creationId xmlns:a16="http://schemas.microsoft.com/office/drawing/2014/main" id="{0D23663C-40E6-4D9D-4226-2630BEA92FD8}"/>
                  </a:ext>
                </a:extLst>
              </p:cNvPr>
              <p:cNvSpPr txBox="1">
                <a:spLocks noRot="1" noChangeAspect="1" noMove="1" noResize="1" noEditPoints="1" noAdjustHandles="1" noChangeArrowheads="1" noChangeShapeType="1" noTextEdit="1"/>
              </p:cNvSpPr>
              <p:nvPr/>
            </p:nvSpPr>
            <p:spPr>
              <a:xfrm>
                <a:off x="470614" y="1880021"/>
                <a:ext cx="2494273" cy="1045543"/>
              </a:xfrm>
              <a:prstGeom prst="rect">
                <a:avLst/>
              </a:prstGeom>
              <a:blipFill>
                <a:blip r:embed="rId25"/>
                <a:stretch>
                  <a:fillRect l="-16162" t="-144048" r="-3535" b="-200000"/>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2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2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2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9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9" grpId="0"/>
      <p:bldP spid="100" grpId="0"/>
      <p:bldP spid="101"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a:t>Self-Attention</a:t>
            </a:r>
          </a:p>
        </p:txBody>
      </p:sp>
      <p:sp>
        <p:nvSpPr>
          <p:cNvPr id="3" name="Subtitle 2"/>
          <p:cNvSpPr>
            <a:spLocks noGrp="1"/>
          </p:cNvSpPr>
          <p:nvPr>
            <p:ph type="subTitle" idx="1"/>
          </p:nvPr>
        </p:nvSpPr>
        <p:spPr>
          <a:xfrm>
            <a:off x="2644777" y="4949827"/>
            <a:ext cx="12998450" cy="1374774"/>
          </a:xfrm>
        </p:spPr>
        <p:txBody>
          <a:bodyPr/>
          <a:lstStyle/>
          <a:p>
            <a:pPr fontAlgn="auto">
              <a:spcAft>
                <a:spcPts val="0"/>
              </a:spcAft>
              <a:defRPr/>
            </a:pPr>
            <a:r>
              <a:rPr lang="en-US"/>
              <a:t>Matrix Calculation</a:t>
            </a:r>
          </a:p>
          <a:p>
            <a:pPr fontAlgn="auto">
              <a:spcAft>
                <a:spcPts val="0"/>
              </a:spcAft>
              <a:defRPr/>
            </a:pPr>
            <a:r>
              <a:rPr lang="en-US">
                <a:sym typeface="+mn-ea"/>
              </a:rPr>
              <a:t>Multi-head Self-attention</a:t>
            </a:r>
            <a:endParaRPr lang="en-US"/>
          </a:p>
          <a:p>
            <a:pPr fontAlgn="auto">
              <a:spcAft>
                <a:spcPts val="0"/>
              </a:spcAft>
              <a:defRPr/>
            </a:pP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直線單箭頭接點 108"/>
          <p:cNvCxnSpPr/>
          <p:nvPr/>
        </p:nvCxnSpPr>
        <p:spPr>
          <a:xfrm flipH="1" flipV="1">
            <a:off x="7244502" y="4196309"/>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a:stCxn id="79" idx="0"/>
            <a:endCxn id="8" idx="2"/>
          </p:cNvCxnSpPr>
          <p:nvPr/>
        </p:nvCxnSpPr>
        <p:spPr>
          <a:xfrm flipH="1" flipV="1">
            <a:off x="3700145" y="4046220"/>
            <a:ext cx="3139440" cy="16941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群組 71"/>
          <p:cNvGrpSpPr/>
          <p:nvPr/>
        </p:nvGrpSpPr>
        <p:grpSpPr>
          <a:xfrm>
            <a:off x="2888879" y="5693795"/>
            <a:ext cx="2759052" cy="1579235"/>
            <a:chOff x="401919" y="3795863"/>
            <a:chExt cx="1839368" cy="1052823"/>
          </a:xfrm>
        </p:grpSpPr>
        <p:sp>
          <p:nvSpPr>
            <p:cNvPr id="25" name="矩形 24"/>
            <p:cNvSpPr/>
            <p:nvPr/>
          </p:nvSpPr>
          <p:spPr>
            <a:xfrm>
              <a:off x="1717885" y="3795863"/>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8" name="文字方塊 27"/>
                <p:cNvSpPr txBox="1"/>
                <p:nvPr/>
              </p:nvSpPr>
              <p:spPr>
                <a:xfrm>
                  <a:off x="1526126" y="3833406"/>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1526126" y="3833406"/>
                  <a:ext cx="715161" cy="430953"/>
                </a:xfrm>
                <a:prstGeom prst="rect">
                  <a:avLst/>
                </a:prstGeom>
                <a:blipFill rotWithShape="1">
                  <a:blip r:embed="rId3"/>
                </a:blipFill>
              </p:spPr>
              <p:txBody>
                <a:bodyPr/>
                <a:lstStyle/>
                <a:p>
                  <a:r>
                    <a:rPr lang="en-US" altLang="en-US">
                      <a:noFill/>
                    </a:rPr>
                    <a:t> </a:t>
                  </a:r>
                </a:p>
              </p:txBody>
            </p:sp>
          </mc:Fallback>
        </mc:AlternateContent>
        <p:sp>
          <p:nvSpPr>
            <p:cNvPr id="32" name="矩形 31"/>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 name="文字方塊 32"/>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4"/>
                </a:blipFill>
              </p:spPr>
              <p:txBody>
                <a:bodyPr/>
                <a:lstStyle/>
                <a:p>
                  <a:r>
                    <a:rPr lang="en-US" altLang="en-US">
                      <a:noFill/>
                    </a:rPr>
                    <a:t> </a:t>
                  </a:r>
                </a:p>
              </p:txBody>
            </p:sp>
          </mc:Fallback>
        </mc:AlternateContent>
        <p:sp>
          <p:nvSpPr>
            <p:cNvPr id="34" name="矩形 33"/>
            <p:cNvSpPr/>
            <p:nvPr/>
          </p:nvSpPr>
          <p:spPr>
            <a:xfrm>
              <a:off x="583404" y="3795863"/>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5" name="文字方塊 34"/>
                <p:cNvSpPr txBox="1"/>
                <p:nvPr/>
              </p:nvSpPr>
              <p:spPr>
                <a:xfrm>
                  <a:off x="401919" y="3843680"/>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401919" y="3843680"/>
                  <a:ext cx="715161" cy="427143"/>
                </a:xfrm>
                <a:prstGeom prst="rect">
                  <a:avLst/>
                </a:prstGeom>
                <a:blipFill rotWithShape="1">
                  <a:blip r:embed="rId5"/>
                </a:blipFill>
              </p:spPr>
              <p:txBody>
                <a:bodyPr/>
                <a:lstStyle/>
                <a:p>
                  <a:r>
                    <a:rPr lang="en-US" altLang="en-US">
                      <a:noFill/>
                    </a:rPr>
                    <a:t> </a:t>
                  </a:r>
                </a:p>
              </p:txBody>
            </p:sp>
          </mc:Fallback>
        </mc:AlternateContent>
        <p:cxnSp>
          <p:nvCxnSpPr>
            <p:cNvPr id="68" name="直線單箭頭接點 67"/>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716018" y="4619649"/>
              <a:ext cx="1145867"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716018"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1861885"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矩形 73"/>
          <p:cNvSpPr/>
          <p:nvPr/>
        </p:nvSpPr>
        <p:spPr>
          <a:xfrm>
            <a:off x="8277146" y="566840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5" name="文字方塊 74"/>
              <p:cNvSpPr txBox="1"/>
              <p:nvPr/>
            </p:nvSpPr>
            <p:spPr>
              <a:xfrm>
                <a:off x="7989507" y="572471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7989507" y="5724714"/>
                <a:ext cx="1072742" cy="646430"/>
              </a:xfrm>
              <a:prstGeom prst="rect">
                <a:avLst/>
              </a:prstGeom>
              <a:blipFill rotWithShape="1">
                <a:blip r:embed="rId6"/>
                <a:stretch>
                  <a:fillRect l="-53" t="-29" r="15" b="29"/>
                </a:stretch>
              </a:blipFill>
            </p:spPr>
            <p:txBody>
              <a:bodyPr/>
              <a:lstStyle/>
              <a:p>
                <a:r>
                  <a:rPr lang="en-US" altLang="en-US">
                    <a:noFill/>
                  </a:rPr>
                  <a:t> </a:t>
                </a:r>
              </a:p>
            </p:txBody>
          </p:sp>
        </mc:Fallback>
      </mc:AlternateContent>
      <p:sp>
        <p:nvSpPr>
          <p:cNvPr id="76" name="矩形 75"/>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7" name="文字方塊 76"/>
              <p:cNvSpPr txBox="1"/>
              <p:nvPr/>
            </p:nvSpPr>
            <p:spPr>
              <a:xfrm>
                <a:off x="7146351" y="57401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7146351" y="5740125"/>
                <a:ext cx="1072742" cy="646430"/>
              </a:xfrm>
              <a:prstGeom prst="rect">
                <a:avLst/>
              </a:prstGeom>
              <a:blipFill rotWithShape="1">
                <a:blip r:embed="rId7"/>
                <a:stretch>
                  <a:fillRect l="-6" t="-56" r="27" b="56"/>
                </a:stretch>
              </a:blipFill>
            </p:spPr>
            <p:txBody>
              <a:bodyPr/>
              <a:lstStyle/>
              <a:p>
                <a:r>
                  <a:rPr lang="en-US" altLang="en-US">
                    <a:noFill/>
                  </a:rPr>
                  <a:t> </a:t>
                </a:r>
              </a:p>
            </p:txBody>
          </p:sp>
        </mc:Fallback>
      </mc:AlternateContent>
      <p:sp>
        <p:nvSpPr>
          <p:cNvPr id="78" name="矩形 77"/>
          <p:cNvSpPr/>
          <p:nvPr/>
        </p:nvSpPr>
        <p:spPr>
          <a:xfrm>
            <a:off x="6575424" y="5668400"/>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p:cxnSp>
        <p:nvCxnSpPr>
          <p:cNvPr id="80" name="直線單箭頭接點 79"/>
          <p:cNvCxnSpPr/>
          <p:nvPr/>
        </p:nvCxnSpPr>
        <p:spPr>
          <a:xfrm flipV="1">
            <a:off x="7647461" y="6484320"/>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p:nvPr/>
        </p:nvCxnSpPr>
        <p:spPr>
          <a:xfrm>
            <a:off x="7617797" y="6904079"/>
            <a:ext cx="87534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p:nvPr/>
        </p:nvCxnSpPr>
        <p:spPr>
          <a:xfrm flipV="1">
            <a:off x="6774345" y="648130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flipV="1">
            <a:off x="8493146" y="648130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11643320" y="5684291"/>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6" name="文字方塊 85"/>
              <p:cNvSpPr txBox="1"/>
              <p:nvPr/>
            </p:nvSpPr>
            <p:spPr>
              <a:xfrm>
                <a:off x="11355681" y="574060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6" name="文字方塊 85"/>
              <p:cNvSpPr txBox="1">
                <a:spLocks noRot="1" noChangeAspect="1" noMove="1" noResize="1" noEditPoints="1" noAdjustHandles="1" noChangeArrowheads="1" noChangeShapeType="1" noTextEdit="1"/>
              </p:cNvSpPr>
              <p:nvPr/>
            </p:nvSpPr>
            <p:spPr>
              <a:xfrm>
                <a:off x="11355681" y="5740605"/>
                <a:ext cx="1072742" cy="646430"/>
              </a:xfrm>
              <a:prstGeom prst="rect">
                <a:avLst/>
              </a:prstGeom>
              <a:blipFill rotWithShape="1">
                <a:blip r:embed="rId8"/>
                <a:stretch>
                  <a:fillRect l="-57" t="-32" r="19" b="32"/>
                </a:stretch>
              </a:blipFill>
            </p:spPr>
            <p:txBody>
              <a:bodyPr/>
              <a:lstStyle/>
              <a:p>
                <a:r>
                  <a:rPr lang="en-US" altLang="en-US">
                    <a:noFill/>
                  </a:rPr>
                  <a:t> </a:t>
                </a:r>
              </a:p>
            </p:txBody>
          </p:sp>
        </mc:Fallback>
      </mc:AlternateContent>
      <p:sp>
        <p:nvSpPr>
          <p:cNvPr id="87" name="矩形 86"/>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8" name="文字方塊 87"/>
              <p:cNvSpPr txBox="1"/>
              <p:nvPr/>
            </p:nvSpPr>
            <p:spPr>
              <a:xfrm>
                <a:off x="10512525" y="575601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8" name="文字方塊 87"/>
              <p:cNvSpPr txBox="1">
                <a:spLocks noRot="1" noChangeAspect="1" noMove="1" noResize="1" noEditPoints="1" noAdjustHandles="1" noChangeArrowheads="1" noChangeShapeType="1" noTextEdit="1"/>
              </p:cNvSpPr>
              <p:nvPr/>
            </p:nvSpPr>
            <p:spPr>
              <a:xfrm>
                <a:off x="10512525" y="5756016"/>
                <a:ext cx="1072742" cy="646430"/>
              </a:xfrm>
              <a:prstGeom prst="rect">
                <a:avLst/>
              </a:prstGeom>
              <a:blipFill rotWithShape="1">
                <a:blip r:embed="rId9"/>
                <a:stretch>
                  <a:fillRect l="-9" t="-58" r="30" b="58"/>
                </a:stretch>
              </a:blipFill>
            </p:spPr>
            <p:txBody>
              <a:bodyPr/>
              <a:lstStyle/>
              <a:p>
                <a:r>
                  <a:rPr lang="en-US" altLang="en-US">
                    <a:noFill/>
                  </a:rPr>
                  <a:t> </a:t>
                </a:r>
              </a:p>
            </p:txBody>
          </p:sp>
        </mc:Fallback>
      </mc:AlternateContent>
      <p:cxnSp>
        <p:nvCxnSpPr>
          <p:cNvPr id="91" name="直線單箭頭接點 90"/>
          <p:cNvCxnSpPr/>
          <p:nvPr/>
        </p:nvCxnSpPr>
        <p:spPr>
          <a:xfrm flipV="1">
            <a:off x="11013635" y="6500211"/>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a:off x="11013635" y="6919970"/>
            <a:ext cx="845685"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flipV="1">
            <a:off x="11859320" y="6497196"/>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6" name="矩形 95"/>
          <p:cNvSpPr/>
          <p:nvPr/>
        </p:nvSpPr>
        <p:spPr>
          <a:xfrm>
            <a:off x="15022376" y="570467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7" name="文字方塊 96"/>
              <p:cNvSpPr txBox="1"/>
              <p:nvPr/>
            </p:nvSpPr>
            <p:spPr>
              <a:xfrm>
                <a:off x="14734737" y="5760987"/>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7" name="文字方塊 96"/>
              <p:cNvSpPr txBox="1">
                <a:spLocks noRot="1" noChangeAspect="1" noMove="1" noResize="1" noEditPoints="1" noAdjustHandles="1" noChangeArrowheads="1" noChangeShapeType="1" noTextEdit="1"/>
              </p:cNvSpPr>
              <p:nvPr/>
            </p:nvSpPr>
            <p:spPr>
              <a:xfrm>
                <a:off x="14734737" y="5760987"/>
                <a:ext cx="1072742" cy="645160"/>
              </a:xfrm>
              <a:prstGeom prst="rect">
                <a:avLst/>
              </a:prstGeom>
              <a:blipFill rotWithShape="1">
                <a:blip r:embed="rId10"/>
                <a:stretch>
                  <a:fillRect l="-18" t="-41" r="40" b="41"/>
                </a:stretch>
              </a:blipFill>
            </p:spPr>
            <p:txBody>
              <a:bodyPr/>
              <a:lstStyle/>
              <a:p>
                <a:r>
                  <a:rPr lang="en-US" altLang="en-US">
                    <a:noFill/>
                  </a:rPr>
                  <a:t> </a:t>
                </a:r>
              </a:p>
            </p:txBody>
          </p:sp>
        </mc:Fallback>
      </mc:AlternateContent>
      <p:sp>
        <p:nvSpPr>
          <p:cNvPr id="98" name="矩形 97"/>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9" name="文字方塊 98"/>
              <p:cNvSpPr txBox="1"/>
              <p:nvPr/>
            </p:nvSpPr>
            <p:spPr>
              <a:xfrm>
                <a:off x="13891581" y="577639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13891581" y="5776398"/>
                <a:ext cx="1072742" cy="645160"/>
              </a:xfrm>
              <a:prstGeom prst="rect">
                <a:avLst/>
              </a:prstGeom>
              <a:blipFill rotWithShape="1">
                <a:blip r:embed="rId11"/>
                <a:stretch>
                  <a:fillRect l="-30" t="-68" r="51" b="68"/>
                </a:stretch>
              </a:blipFill>
            </p:spPr>
            <p:txBody>
              <a:bodyPr/>
              <a:lstStyle/>
              <a:p>
                <a:r>
                  <a:rPr lang="en-US" altLang="en-US">
                    <a:noFill/>
                  </a:rPr>
                  <a:t> </a:t>
                </a:r>
              </a:p>
            </p:txBody>
          </p:sp>
        </mc:Fallback>
      </mc:AlternateContent>
      <p:cxnSp>
        <p:nvCxnSpPr>
          <p:cNvPr id="102" name="直線單箭頭接點 101"/>
          <p:cNvCxnSpPr/>
          <p:nvPr/>
        </p:nvCxnSpPr>
        <p:spPr>
          <a:xfrm flipV="1">
            <a:off x="14392691" y="6520593"/>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a:off x="14392691" y="6940352"/>
            <a:ext cx="845685"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p:nvPr/>
        </p:nvCxnSpPr>
        <p:spPr>
          <a:xfrm flipV="1">
            <a:off x="15238376" y="6517578"/>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 name="橢圓 7"/>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08" name="橢圓 107"/>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1" name="橢圓 110"/>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4" name="橢圓 113"/>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15" name="直線單箭頭接點 114"/>
          <p:cNvCxnSpPr>
            <a:stCxn id="78" idx="0"/>
            <a:endCxn id="114" idx="4"/>
          </p:cNvCxnSpPr>
          <p:nvPr/>
        </p:nvCxnSpPr>
        <p:spPr>
          <a:xfrm flipV="1">
            <a:off x="6791424" y="4245632"/>
            <a:ext cx="7174662" cy="14227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a:stCxn id="78" idx="0"/>
            <a:endCxn id="111" idx="4"/>
          </p:cNvCxnSpPr>
          <p:nvPr/>
        </p:nvCxnSpPr>
        <p:spPr>
          <a:xfrm flipV="1">
            <a:off x="6791424" y="4207530"/>
            <a:ext cx="3798222" cy="14608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78" idx="0"/>
            <a:endCxn id="108" idx="4"/>
          </p:cNvCxnSpPr>
          <p:nvPr/>
        </p:nvCxnSpPr>
        <p:spPr>
          <a:xfrm flipV="1">
            <a:off x="6791424" y="4194243"/>
            <a:ext cx="490109" cy="14741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a:endCxn id="8" idx="4"/>
          </p:cNvCxnSpPr>
          <p:nvPr/>
        </p:nvCxnSpPr>
        <p:spPr>
          <a:xfrm flipH="1" flipV="1">
            <a:off x="3835017" y="4181543"/>
            <a:ext cx="372975" cy="13838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文字方塊 131"/>
              <p:cNvSpPr txBox="1"/>
              <p:nvPr/>
            </p:nvSpPr>
            <p:spPr>
              <a:xfrm>
                <a:off x="3585891" y="3283851"/>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2" name="文字方塊 131"/>
              <p:cNvSpPr txBox="1">
                <a:spLocks noRot="1" noChangeAspect="1" noMove="1" noResize="1" noEditPoints="1" noAdjustHandles="1" noChangeArrowheads="1" noChangeShapeType="1" noTextEdit="1"/>
              </p:cNvSpPr>
              <p:nvPr/>
            </p:nvSpPr>
            <p:spPr>
              <a:xfrm>
                <a:off x="3585891" y="3283851"/>
                <a:ext cx="800100" cy="556260"/>
              </a:xfrm>
              <a:prstGeom prst="rect">
                <a:avLst/>
              </a:prstGeom>
              <a:blipFill rotWithShape="1">
                <a:blip r:embed="rId12"/>
                <a:stretch>
                  <a:fillRect l="-6" t="-48" r="-9042"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4" name="文字方塊 133"/>
              <p:cNvSpPr txBox="1"/>
              <p:nvPr/>
            </p:nvSpPr>
            <p:spPr>
              <a:xfrm>
                <a:off x="6994788" y="3283851"/>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4" name="文字方塊 133"/>
              <p:cNvSpPr txBox="1">
                <a:spLocks noRot="1" noChangeAspect="1" noMove="1" noResize="1" noEditPoints="1" noAdjustHandles="1" noChangeArrowheads="1" noChangeShapeType="1" noTextEdit="1"/>
              </p:cNvSpPr>
              <p:nvPr/>
            </p:nvSpPr>
            <p:spPr>
              <a:xfrm>
                <a:off x="6994788" y="3283851"/>
                <a:ext cx="800100" cy="556260"/>
              </a:xfrm>
              <a:prstGeom prst="rect">
                <a:avLst/>
              </a:prstGeom>
              <a:blipFill rotWithShape="1">
                <a:blip r:embed="rId13"/>
                <a:stretch>
                  <a:fillRect l="-33" t="-48" r="-9015"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8" name="文字方塊 137"/>
              <p:cNvSpPr txBox="1"/>
              <p:nvPr/>
            </p:nvSpPr>
            <p:spPr>
              <a:xfrm>
                <a:off x="10221585" y="3283851"/>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8" name="文字方塊 137"/>
              <p:cNvSpPr txBox="1">
                <a:spLocks noRot="1" noChangeAspect="1" noMove="1" noResize="1" noEditPoints="1" noAdjustHandles="1" noChangeArrowheads="1" noChangeShapeType="1" noTextEdit="1"/>
              </p:cNvSpPr>
              <p:nvPr/>
            </p:nvSpPr>
            <p:spPr>
              <a:xfrm>
                <a:off x="10221585" y="3283851"/>
                <a:ext cx="800100" cy="556260"/>
              </a:xfrm>
              <a:prstGeom prst="rect">
                <a:avLst/>
              </a:prstGeom>
              <a:blipFill rotWithShape="1">
                <a:blip r:embed="rId14"/>
                <a:stretch>
                  <a:fillRect l="-78" t="-48" r="-8970"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9" name="文字方塊 138"/>
              <p:cNvSpPr txBox="1"/>
              <p:nvPr/>
            </p:nvSpPr>
            <p:spPr>
              <a:xfrm>
                <a:off x="13755383" y="3308186"/>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9" name="文字方塊 138"/>
              <p:cNvSpPr txBox="1">
                <a:spLocks noRot="1" noChangeAspect="1" noMove="1" noResize="1" noEditPoints="1" noAdjustHandles="1" noChangeArrowheads="1" noChangeShapeType="1" noTextEdit="1"/>
              </p:cNvSpPr>
              <p:nvPr/>
            </p:nvSpPr>
            <p:spPr>
              <a:xfrm>
                <a:off x="13755383" y="3308186"/>
                <a:ext cx="800100" cy="556260"/>
              </a:xfrm>
              <a:prstGeom prst="rect">
                <a:avLst/>
              </a:prstGeom>
              <a:blipFill rotWithShape="1">
                <a:blip r:embed="rId15"/>
                <a:stretch>
                  <a:fillRect l="-2" t="-85" r="-9046" b="85"/>
                </a:stretch>
              </a:blipFill>
            </p:spPr>
            <p:txBody>
              <a:bodyPr/>
              <a:lstStyle/>
              <a:p>
                <a:r>
                  <a:rPr lang="en-US" altLang="en-US">
                    <a:noFill/>
                  </a:rPr>
                  <a:t> </a:t>
                </a:r>
              </a:p>
            </p:txBody>
          </p:sp>
        </mc:Fallback>
      </mc:AlternateContent>
      <p:grpSp>
        <p:nvGrpSpPr>
          <p:cNvPr id="2" name="群組 1"/>
          <p:cNvGrpSpPr/>
          <p:nvPr/>
        </p:nvGrpSpPr>
        <p:grpSpPr>
          <a:xfrm>
            <a:off x="7124867" y="1915944"/>
            <a:ext cx="1072742" cy="908720"/>
            <a:chOff x="635402" y="1337615"/>
            <a:chExt cx="715161" cy="605813"/>
          </a:xfrm>
        </p:grpSpPr>
        <p:sp>
          <p:nvSpPr>
            <p:cNvPr id="116" name="矩形 115"/>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17" name="文字方塊 116"/>
                <p:cNvSpPr txBox="1"/>
                <p:nvPr/>
              </p:nvSpPr>
              <p:spPr>
                <a:xfrm>
                  <a:off x="635402" y="1417137"/>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17" name="文字方塊 116"/>
                <p:cNvSpPr txBox="1">
                  <a:spLocks noRot="1" noChangeAspect="1" noMove="1" noResize="1" noEditPoints="1" noAdjustHandles="1" noChangeArrowheads="1" noChangeShapeType="1" noTextEdit="1"/>
                </p:cNvSpPr>
                <p:nvPr/>
              </p:nvSpPr>
              <p:spPr>
                <a:xfrm>
                  <a:off x="635402" y="1417137"/>
                  <a:ext cx="715161" cy="430953"/>
                </a:xfrm>
                <a:prstGeom prst="rect">
                  <a:avLst/>
                </a:prstGeom>
                <a:blipFill rotWithShape="1">
                  <a:blip r:embed="rId16"/>
                </a:blipFill>
              </p:spPr>
              <p:txBody>
                <a:bodyPr/>
                <a:lstStyle/>
                <a:p>
                  <a:r>
                    <a:rPr lang="en-US" altLang="en-US">
                      <a:noFill/>
                    </a:rPr>
                    <a:t> </a:t>
                  </a:r>
                </a:p>
              </p:txBody>
            </p:sp>
          </mc:Fallback>
        </mc:AlternateContent>
      </p:grpSp>
      <p:cxnSp>
        <p:nvCxnSpPr>
          <p:cNvPr id="118" name="直線單箭頭接點 117"/>
          <p:cNvCxnSpPr>
            <a:endCxn id="11" idx="2"/>
          </p:cNvCxnSpPr>
          <p:nvPr/>
        </p:nvCxnSpPr>
        <p:spPr>
          <a:xfrm flipH="1" flipV="1">
            <a:off x="5077245" y="4316186"/>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7" name="群組 26"/>
          <p:cNvGrpSpPr/>
          <p:nvPr/>
        </p:nvGrpSpPr>
        <p:grpSpPr>
          <a:xfrm>
            <a:off x="4853457" y="3851166"/>
            <a:ext cx="447575" cy="465020"/>
            <a:chOff x="-105878" y="1740168"/>
            <a:chExt cx="461666" cy="461665"/>
          </a:xfrm>
        </p:grpSpPr>
        <p:sp>
          <p:nvSpPr>
            <p:cNvPr id="11" name="矩形 1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4" name="群組 23"/>
            <p:cNvGrpSpPr/>
            <p:nvPr/>
          </p:nvGrpSpPr>
          <p:grpSpPr>
            <a:xfrm rot="21265833">
              <a:off x="-30571" y="1828628"/>
              <a:ext cx="317144" cy="302092"/>
              <a:chOff x="-43095" y="1828685"/>
              <a:chExt cx="317144" cy="302092"/>
            </a:xfrm>
          </p:grpSpPr>
          <p:cxnSp>
            <p:nvCxnSpPr>
              <p:cNvPr id="23" name="直線接點 2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線接點 118"/>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2" name="直線單箭頭接點 121"/>
          <p:cNvCxnSpPr>
            <a:endCxn id="129" idx="2"/>
          </p:cNvCxnSpPr>
          <p:nvPr/>
        </p:nvCxnSpPr>
        <p:spPr>
          <a:xfrm flipH="1" flipV="1">
            <a:off x="8471114" y="4327553"/>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8" name="群組 127"/>
          <p:cNvGrpSpPr/>
          <p:nvPr/>
        </p:nvGrpSpPr>
        <p:grpSpPr>
          <a:xfrm>
            <a:off x="8247326" y="3862533"/>
            <a:ext cx="447575" cy="465020"/>
            <a:chOff x="-105878" y="1740168"/>
            <a:chExt cx="461666" cy="461665"/>
          </a:xfrm>
        </p:grpSpPr>
        <p:sp>
          <p:nvSpPr>
            <p:cNvPr id="129" name="矩形 128"/>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33" name="群組 132"/>
            <p:cNvGrpSpPr/>
            <p:nvPr/>
          </p:nvGrpSpPr>
          <p:grpSpPr>
            <a:xfrm rot="21265833">
              <a:off x="-30571" y="1828628"/>
              <a:ext cx="317144" cy="302092"/>
              <a:chOff x="-43095" y="1828685"/>
              <a:chExt cx="317144" cy="302092"/>
            </a:xfrm>
          </p:grpSpPr>
          <p:cxnSp>
            <p:nvCxnSpPr>
              <p:cNvPr id="135" name="直線接點 134"/>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線接點 135"/>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37" name="直線單箭頭接點 136"/>
          <p:cNvCxnSpPr>
            <a:endCxn id="146" idx="2"/>
          </p:cNvCxnSpPr>
          <p:nvPr/>
        </p:nvCxnSpPr>
        <p:spPr>
          <a:xfrm flipH="1" flipV="1">
            <a:off x="11863248" y="4351538"/>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45" name="群組 144"/>
          <p:cNvGrpSpPr/>
          <p:nvPr/>
        </p:nvGrpSpPr>
        <p:grpSpPr>
          <a:xfrm>
            <a:off x="11639460" y="3886518"/>
            <a:ext cx="447575" cy="465020"/>
            <a:chOff x="-105878" y="1740168"/>
            <a:chExt cx="461666" cy="461665"/>
          </a:xfrm>
        </p:grpSpPr>
        <p:sp>
          <p:nvSpPr>
            <p:cNvPr id="146" name="矩形 145"/>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47" name="群組 146"/>
            <p:cNvGrpSpPr/>
            <p:nvPr/>
          </p:nvGrpSpPr>
          <p:grpSpPr>
            <a:xfrm rot="21265833">
              <a:off x="-30571" y="1828628"/>
              <a:ext cx="317144" cy="302092"/>
              <a:chOff x="-43095" y="1828685"/>
              <a:chExt cx="317144" cy="302092"/>
            </a:xfrm>
          </p:grpSpPr>
          <p:cxnSp>
            <p:nvCxnSpPr>
              <p:cNvPr id="148" name="直線接點 147"/>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線接點 148"/>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50" name="直線單箭頭接點 149"/>
          <p:cNvCxnSpPr>
            <a:endCxn id="152" idx="2"/>
          </p:cNvCxnSpPr>
          <p:nvPr/>
        </p:nvCxnSpPr>
        <p:spPr>
          <a:xfrm flipH="1" flipV="1">
            <a:off x="15208398" y="4376562"/>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51" name="群組 150"/>
          <p:cNvGrpSpPr/>
          <p:nvPr/>
        </p:nvGrpSpPr>
        <p:grpSpPr>
          <a:xfrm>
            <a:off x="14984610" y="3911543"/>
            <a:ext cx="447575" cy="465020"/>
            <a:chOff x="-105878" y="1740168"/>
            <a:chExt cx="461666" cy="461665"/>
          </a:xfrm>
        </p:grpSpPr>
        <p:sp>
          <p:nvSpPr>
            <p:cNvPr id="152" name="矩形 151"/>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53" name="群組 152"/>
            <p:cNvGrpSpPr/>
            <p:nvPr/>
          </p:nvGrpSpPr>
          <p:grpSpPr>
            <a:xfrm rot="21265833">
              <a:off x="-30571" y="1828628"/>
              <a:ext cx="317144" cy="302092"/>
              <a:chOff x="-43095" y="1828685"/>
              <a:chExt cx="317144" cy="302092"/>
            </a:xfrm>
          </p:grpSpPr>
          <p:cxnSp>
            <p:nvCxnSpPr>
              <p:cNvPr id="154" name="直線接點 153"/>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線接點 154"/>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56" name="直線單箭頭接點 155"/>
          <p:cNvCxnSpPr/>
          <p:nvPr/>
        </p:nvCxnSpPr>
        <p:spPr>
          <a:xfrm flipV="1">
            <a:off x="5090495" y="2402793"/>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直線單箭頭接點 156"/>
          <p:cNvCxnSpPr/>
          <p:nvPr/>
        </p:nvCxnSpPr>
        <p:spPr>
          <a:xfrm flipH="1" flipV="1">
            <a:off x="8470956" y="2397407"/>
            <a:ext cx="0" cy="1480823"/>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單箭頭接點 157"/>
          <p:cNvCxnSpPr/>
          <p:nvPr/>
        </p:nvCxnSpPr>
        <p:spPr>
          <a:xfrm flipH="1" flipV="1">
            <a:off x="11859761" y="2317422"/>
            <a:ext cx="0" cy="1554545"/>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直線單箭頭接點 158"/>
          <p:cNvCxnSpPr/>
          <p:nvPr/>
        </p:nvCxnSpPr>
        <p:spPr>
          <a:xfrm flipH="1" flipV="1">
            <a:off x="15206366" y="2347418"/>
            <a:ext cx="0" cy="1580804"/>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直線單箭頭接點 159"/>
          <p:cNvCxnSpPr>
            <a:endCxn id="11" idx="1"/>
          </p:cNvCxnSpPr>
          <p:nvPr/>
        </p:nvCxnSpPr>
        <p:spPr>
          <a:xfrm>
            <a:off x="4018502" y="406453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線單箭頭接點 160"/>
          <p:cNvCxnSpPr/>
          <p:nvPr/>
        </p:nvCxnSpPr>
        <p:spPr>
          <a:xfrm>
            <a:off x="7459037" y="4092045"/>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線單箭頭接點 161"/>
          <p:cNvCxnSpPr/>
          <p:nvPr/>
        </p:nvCxnSpPr>
        <p:spPr>
          <a:xfrm>
            <a:off x="10804505" y="4119027"/>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線單箭頭接點 162"/>
          <p:cNvCxnSpPr/>
          <p:nvPr/>
        </p:nvCxnSpPr>
        <p:spPr>
          <a:xfrm>
            <a:off x="14111508" y="414405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直線單箭頭接點 163"/>
          <p:cNvCxnSpPr/>
          <p:nvPr/>
        </p:nvCxnSpPr>
        <p:spPr>
          <a:xfrm flipH="1">
            <a:off x="7989509" y="2347418"/>
            <a:ext cx="721685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a:off x="5077509" y="2347418"/>
            <a:ext cx="207623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6" name="矩形 125"/>
          <p:cNvSpPr/>
          <p:nvPr/>
        </p:nvSpPr>
        <p:spPr>
          <a:xfrm>
            <a:off x="6404108" y="5513805"/>
            <a:ext cx="772769" cy="11573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b="1"/>
          </a:p>
        </p:txBody>
      </p:sp>
      <p:sp>
        <p:nvSpPr>
          <p:cNvPr id="127" name="矩形 126"/>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30" name="矩形 129"/>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31" name="矩形 130"/>
          <p:cNvSpPr/>
          <p:nvPr/>
        </p:nvSpPr>
        <p:spPr>
          <a:xfrm>
            <a:off x="10647591"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65" name="矩形 164"/>
          <p:cNvSpPr/>
          <p:nvPr/>
        </p:nvSpPr>
        <p:spPr>
          <a:xfrm>
            <a:off x="14024787"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6" name="文字方塊 165"/>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66" name="文字方塊 165"/>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17"/>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7" name="文字方塊 166"/>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67" name="文字方塊 166"/>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18"/>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8" name="文字方塊 167"/>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68" name="文字方塊 167"/>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19"/>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9" name="文字方塊 168"/>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9" name="文字方塊 168"/>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20"/>
                <a:stretch>
                  <a:fillRect l="-19" t="-3" r="40" b="3"/>
                </a:stretch>
              </a:blipFill>
            </p:spPr>
            <p:txBody>
              <a:bodyPr/>
              <a:lstStyle/>
              <a:p>
                <a:r>
                  <a:rPr lang="en-US" altLang="en-US">
                    <a:noFill/>
                  </a:rPr>
                  <a:t> </a:t>
                </a:r>
              </a:p>
            </p:txBody>
          </p:sp>
        </mc:Fallback>
      </mc:AlternateContent>
      <p:grpSp>
        <p:nvGrpSpPr>
          <p:cNvPr id="5" name="群組 4"/>
          <p:cNvGrpSpPr/>
          <p:nvPr/>
        </p:nvGrpSpPr>
        <p:grpSpPr>
          <a:xfrm>
            <a:off x="13048427" y="5704673"/>
            <a:ext cx="1316834" cy="1235679"/>
            <a:chOff x="7174951" y="3803115"/>
            <a:chExt cx="877889" cy="823786"/>
          </a:xfrm>
        </p:grpSpPr>
        <p:sp>
          <p:nvSpPr>
            <p:cNvPr id="100" name="矩形 99"/>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1" name="文字方塊 100"/>
                <p:cNvSpPr txBox="1"/>
                <p:nvPr/>
              </p:nvSpPr>
              <p:spPr>
                <a:xfrm>
                  <a:off x="7174951" y="3850932"/>
                  <a:ext cx="715161" cy="4262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7174951" y="3850932"/>
                  <a:ext cx="715161" cy="426297"/>
                </a:xfrm>
                <a:prstGeom prst="rect">
                  <a:avLst/>
                </a:prstGeom>
                <a:blipFill rotWithShape="1">
                  <a:blip r:embed="rId21"/>
                </a:blipFill>
              </p:spPr>
              <p:txBody>
                <a:bodyPr/>
                <a:lstStyle/>
                <a:p>
                  <a:r>
                    <a:rPr lang="en-US" altLang="en-US">
                      <a:noFill/>
                    </a:rPr>
                    <a:t> </a:t>
                  </a:r>
                </a:p>
              </p:txBody>
            </p:sp>
          </mc:Fallback>
        </mc:AlternateContent>
        <p:cxnSp>
          <p:nvCxnSpPr>
            <p:cNvPr id="104" name="直線單箭頭接點 103"/>
            <p:cNvCxnSpPr/>
            <p:nvPr/>
          </p:nvCxnSpPr>
          <p:spPr>
            <a:xfrm flipV="1">
              <a:off x="7489050" y="4345052"/>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單箭頭接點 173"/>
            <p:cNvCxnSpPr/>
            <p:nvPr/>
          </p:nvCxnSpPr>
          <p:spPr>
            <a:xfrm>
              <a:off x="7489050" y="4626901"/>
              <a:ext cx="56379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 name="群組 3"/>
          <p:cNvGrpSpPr/>
          <p:nvPr/>
        </p:nvGrpSpPr>
        <p:grpSpPr>
          <a:xfrm>
            <a:off x="9669371" y="5684291"/>
            <a:ext cx="1340736" cy="1229651"/>
            <a:chOff x="4922247" y="3789527"/>
            <a:chExt cx="893824" cy="819767"/>
          </a:xfrm>
        </p:grpSpPr>
        <p:sp>
          <p:nvSpPr>
            <p:cNvPr id="89" name="矩形 88"/>
            <p:cNvSpPr/>
            <p:nvPr/>
          </p:nvSpPr>
          <p:spPr>
            <a:xfrm>
              <a:off x="5103732" y="3789527"/>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0" name="文字方塊 89"/>
                <p:cNvSpPr txBox="1"/>
                <p:nvPr/>
              </p:nvSpPr>
              <p:spPr>
                <a:xfrm>
                  <a:off x="4922247" y="3837344"/>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90" name="文字方塊 89"/>
                <p:cNvSpPr txBox="1">
                  <a:spLocks noRot="1" noChangeAspect="1" noMove="1" noResize="1" noEditPoints="1" noAdjustHandles="1" noChangeArrowheads="1" noChangeShapeType="1" noTextEdit="1"/>
                </p:cNvSpPr>
                <p:nvPr/>
              </p:nvSpPr>
              <p:spPr>
                <a:xfrm>
                  <a:off x="4922247" y="3837344"/>
                  <a:ext cx="715161" cy="427143"/>
                </a:xfrm>
                <a:prstGeom prst="rect">
                  <a:avLst/>
                </a:prstGeom>
                <a:blipFill rotWithShape="1">
                  <a:blip r:embed="rId22"/>
                </a:blipFill>
              </p:spPr>
              <p:txBody>
                <a:bodyPr/>
                <a:lstStyle/>
                <a:p>
                  <a:r>
                    <a:rPr lang="en-US" altLang="en-US">
                      <a:noFill/>
                    </a:rPr>
                    <a:t> </a:t>
                  </a:r>
                </a:p>
              </p:txBody>
            </p:sp>
          </mc:Fallback>
        </mc:AlternateContent>
        <p:cxnSp>
          <p:nvCxnSpPr>
            <p:cNvPr id="93" name="直線單箭頭接點 92"/>
            <p:cNvCxnSpPr/>
            <p:nvPr/>
          </p:nvCxnSpPr>
          <p:spPr>
            <a:xfrm flipV="1">
              <a:off x="5236346" y="4331464"/>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74"/>
            <p:cNvCxnSpPr/>
            <p:nvPr/>
          </p:nvCxnSpPr>
          <p:spPr>
            <a:xfrm>
              <a:off x="5252281" y="4609294"/>
              <a:ext cx="56379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3" name="直線單箭頭接點 112"/>
          <p:cNvCxnSpPr/>
          <p:nvPr/>
        </p:nvCxnSpPr>
        <p:spPr>
          <a:xfrm>
            <a:off x="6763766" y="6918230"/>
            <a:ext cx="87534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16</a:t>
            </a:fld>
            <a:endParaRPr lang="zh-TW" altLang="en-US" sz="100"/>
          </a:p>
        </p:txBody>
      </p:sp>
      <p:sp>
        <p:nvSpPr>
          <p:cNvPr id="7" name="標題 1"/>
          <p:cNvSpPr>
            <a:spLocks noGrp="1"/>
          </p:cNvSpPr>
          <p:nvPr>
            <p:ph type="title"/>
          </p:nvPr>
        </p:nvSpPr>
        <p:spPr/>
        <p:txBody>
          <a:bodyPr/>
          <a:lstStyle/>
          <a:p>
            <a:pPr algn="l"/>
            <a:r>
              <a:rPr lang="en-US" altLang="zh-TW" dirty="0"/>
              <a:t>Self-attention</a:t>
            </a:r>
            <a:endParaRPr lang="zh-TW" altLang="en-US" dirty="0"/>
          </a:p>
        </p:txBody>
      </p:sp>
      <p:sp>
        <p:nvSpPr>
          <p:cNvPr id="9" name="Text Box 8"/>
          <p:cNvSpPr txBox="1"/>
          <p:nvPr/>
        </p:nvSpPr>
        <p:spPr>
          <a:xfrm>
            <a:off x="6492240" y="5766435"/>
            <a:ext cx="598805" cy="645160"/>
          </a:xfrm>
          <a:prstGeom prst="rect">
            <a:avLst/>
          </a:prstGeom>
          <a:noFill/>
        </p:spPr>
        <p:txBody>
          <a:bodyPr wrap="none" rtlCol="0" anchor="t">
            <a:spAutoFit/>
          </a:bodyPr>
          <a:lstStyle/>
          <a:p>
            <a:r>
              <a:rPr lang="en-US" altLang="zh-TW" sz="3600" b="1">
                <a:latin typeface="Cambria Math" panose="02040503050406030204" pitchFamily="18" charset="0"/>
                <a:sym typeface="+mn-ea"/>
              </a:rPr>
              <a:t>q</a:t>
            </a:r>
            <a:r>
              <a:rPr lang="en-US" altLang="zh-TW" sz="3600" b="1" baseline="30000">
                <a:latin typeface="Cambria Math" panose="02040503050406030204" pitchFamily="18" charset="0"/>
                <a:sym typeface="+mn-ea"/>
              </a:rPr>
              <a:t>2</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6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2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3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4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6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5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5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4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5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5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5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6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ldLvl="0" animBg="1"/>
      <p:bldP spid="8" grpId="0" bldLvl="0" animBg="1"/>
      <p:bldP spid="108" grpId="0" bldLvl="0" animBg="1"/>
      <p:bldP spid="111" grpId="0" bldLvl="0" animBg="1"/>
      <p:bldP spid="114" grpId="0" bldLvl="0" animBg="1"/>
      <p:bldP spid="132" grpId="0"/>
      <p:bldP spid="134" grpId="0"/>
      <p:bldP spid="138" grpId="0"/>
      <p:bldP spid="139" grpId="0"/>
      <p:bldP spid="126" grpId="0" bldLvl="0" animBg="1"/>
      <p:bldP spid="9" grpId="0"/>
      <p:bldP spid="9"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1" name="矩形 10"/>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8" name="矩形 17"/>
          <p:cNvSpPr/>
          <p:nvPr/>
        </p:nvSpPr>
        <p:spPr>
          <a:xfrm>
            <a:off x="10647591"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23" name="矩形 22"/>
          <p:cNvSpPr/>
          <p:nvPr/>
        </p:nvSpPr>
        <p:spPr>
          <a:xfrm>
            <a:off x="14024787"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26" name="矩形 25"/>
          <p:cNvSpPr/>
          <p:nvPr/>
        </p:nvSpPr>
        <p:spPr>
          <a:xfrm>
            <a:off x="4862828" y="569379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7" name="文字方塊 26"/>
              <p:cNvSpPr txBox="1"/>
              <p:nvPr/>
            </p:nvSpPr>
            <p:spPr>
              <a:xfrm>
                <a:off x="4575189" y="575010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4575189" y="5750109"/>
                <a:ext cx="1072742" cy="646430"/>
              </a:xfrm>
              <a:prstGeom prst="rect">
                <a:avLst/>
              </a:prstGeom>
              <a:blipFill rotWithShape="1">
                <a:blip r:embed="rId2"/>
                <a:stretch>
                  <a:fillRect l="-1" t="-28" r="22" b="28"/>
                </a:stretch>
              </a:blipFill>
            </p:spPr>
            <p:txBody>
              <a:bodyPr/>
              <a:lstStyle/>
              <a:p>
                <a:r>
                  <a:rPr lang="en-US" altLang="en-US">
                    <a:noFill/>
                  </a:rPr>
                  <a:t> </a:t>
                </a:r>
              </a:p>
            </p:txBody>
          </p:sp>
        </mc:Fallback>
      </mc:AlternateContent>
      <p:sp>
        <p:nvSpPr>
          <p:cNvPr id="28" name="矩形 27"/>
          <p:cNvSpPr/>
          <p:nvPr/>
        </p:nvSpPr>
        <p:spPr>
          <a:xfrm>
            <a:off x="4004261" y="569379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9" name="文字方塊 28"/>
              <p:cNvSpPr txBox="1"/>
              <p:nvPr/>
            </p:nvSpPr>
            <p:spPr>
              <a:xfrm>
                <a:off x="3732033" y="5765520"/>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3732033" y="5765520"/>
                <a:ext cx="1072742" cy="646430"/>
              </a:xfrm>
              <a:prstGeom prst="rect">
                <a:avLst/>
              </a:prstGeom>
              <a:blipFill rotWithShape="1">
                <a:blip r:embed="rId3"/>
                <a:stretch>
                  <a:fillRect l="-13" t="-55" r="34" b="55"/>
                </a:stretch>
              </a:blipFill>
            </p:spPr>
            <p:txBody>
              <a:bodyPr/>
              <a:lstStyle/>
              <a:p>
                <a:r>
                  <a:rPr lang="en-US" altLang="en-US">
                    <a:noFill/>
                  </a:rPr>
                  <a:t> </a:t>
                </a:r>
              </a:p>
            </p:txBody>
          </p:sp>
        </mc:Fallback>
      </mc:AlternateContent>
      <p:sp>
        <p:nvSpPr>
          <p:cNvPr id="30" name="矩形 29"/>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 name="文字方塊 30"/>
              <p:cNvSpPr txBox="1"/>
              <p:nvPr/>
            </p:nvSpPr>
            <p:spPr>
              <a:xfrm>
                <a:off x="2888879" y="5765520"/>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2888879" y="5765520"/>
                <a:ext cx="1072742" cy="640715"/>
              </a:xfrm>
              <a:prstGeom prst="rect">
                <a:avLst/>
              </a:prstGeom>
              <a:blipFill rotWithShape="1">
                <a:blip r:embed="rId4"/>
                <a:stretch>
                  <a:fillRect l="-25" t="-55" r="46" b="55"/>
                </a:stretch>
              </a:blipFill>
            </p:spPr>
            <p:txBody>
              <a:bodyPr/>
              <a:lstStyle/>
              <a:p>
                <a:r>
                  <a:rPr lang="en-US" altLang="en-US">
                    <a:noFill/>
                  </a:rPr>
                  <a:t> </a:t>
                </a:r>
              </a:p>
            </p:txBody>
          </p:sp>
        </mc:Fallback>
      </mc:AlternateContent>
      <p:cxnSp>
        <p:nvCxnSpPr>
          <p:cNvPr id="32" name="直線單箭頭接點 31"/>
          <p:cNvCxnSpPr/>
          <p:nvPr/>
        </p:nvCxnSpPr>
        <p:spPr>
          <a:xfrm flipV="1">
            <a:off x="4233143" y="6509715"/>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a:off x="3360027" y="6929474"/>
            <a:ext cx="1718801"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V="1">
            <a:off x="3360027" y="650670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5078828" y="650670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8277146" y="566840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8" name="文字方塊 37"/>
              <p:cNvSpPr txBox="1"/>
              <p:nvPr/>
            </p:nvSpPr>
            <p:spPr>
              <a:xfrm>
                <a:off x="7989507" y="572471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7989507" y="5724714"/>
                <a:ext cx="1072742" cy="646430"/>
              </a:xfrm>
              <a:prstGeom prst="rect">
                <a:avLst/>
              </a:prstGeom>
              <a:blipFill rotWithShape="1">
                <a:blip r:embed="rId5"/>
                <a:stretch>
                  <a:fillRect l="-53" t="-29" r="15" b="29"/>
                </a:stretch>
              </a:blipFill>
            </p:spPr>
            <p:txBody>
              <a:bodyPr/>
              <a:lstStyle/>
              <a:p>
                <a:r>
                  <a:rPr lang="en-US" altLang="en-US">
                    <a:noFill/>
                  </a:rPr>
                  <a:t> </a:t>
                </a:r>
              </a:p>
            </p:txBody>
          </p:sp>
        </mc:Fallback>
      </mc:AlternateContent>
      <p:sp>
        <p:nvSpPr>
          <p:cNvPr id="39" name="矩形 38"/>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40" name="文字方塊 39"/>
              <p:cNvSpPr txBox="1"/>
              <p:nvPr/>
            </p:nvSpPr>
            <p:spPr>
              <a:xfrm>
                <a:off x="7146351" y="57401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7146351" y="5740125"/>
                <a:ext cx="1072742" cy="646430"/>
              </a:xfrm>
              <a:prstGeom prst="rect">
                <a:avLst/>
              </a:prstGeom>
              <a:blipFill rotWithShape="1">
                <a:blip r:embed="rId6"/>
                <a:stretch>
                  <a:fillRect l="-6" t="-56" r="27" b="56"/>
                </a:stretch>
              </a:blipFill>
            </p:spPr>
            <p:txBody>
              <a:bodyPr/>
              <a:lstStyle/>
              <a:p>
                <a:r>
                  <a:rPr lang="en-US" altLang="en-US">
                    <a:noFill/>
                  </a:rPr>
                  <a:t> </a:t>
                </a:r>
              </a:p>
            </p:txBody>
          </p:sp>
        </mc:Fallback>
      </mc:AlternateContent>
      <p:sp>
        <p:nvSpPr>
          <p:cNvPr id="41" name="矩形 40"/>
          <p:cNvSpPr/>
          <p:nvPr/>
        </p:nvSpPr>
        <p:spPr>
          <a:xfrm>
            <a:off x="6575424" y="5668400"/>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42" name="文字方塊 41"/>
              <p:cNvSpPr txBox="1"/>
              <p:nvPr/>
            </p:nvSpPr>
            <p:spPr>
              <a:xfrm>
                <a:off x="6303196" y="5740125"/>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6303196" y="5740125"/>
                <a:ext cx="1072742" cy="640715"/>
              </a:xfrm>
              <a:prstGeom prst="rect">
                <a:avLst/>
              </a:prstGeom>
              <a:blipFill rotWithShape="1">
                <a:blip r:embed="rId7"/>
                <a:stretch>
                  <a:fillRect l="-17" t="-56" r="38" b="56"/>
                </a:stretch>
              </a:blipFill>
            </p:spPr>
            <p:txBody>
              <a:bodyPr/>
              <a:lstStyle/>
              <a:p>
                <a:r>
                  <a:rPr lang="en-US" altLang="en-US">
                    <a:noFill/>
                  </a:rPr>
                  <a:t> </a:t>
                </a:r>
              </a:p>
            </p:txBody>
          </p:sp>
        </mc:Fallback>
      </mc:AlternateContent>
      <p:cxnSp>
        <p:nvCxnSpPr>
          <p:cNvPr id="43" name="直線單箭頭接點 42"/>
          <p:cNvCxnSpPr/>
          <p:nvPr/>
        </p:nvCxnSpPr>
        <p:spPr>
          <a:xfrm flipV="1">
            <a:off x="7647461" y="6484320"/>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a:off x="6774345" y="6904079"/>
            <a:ext cx="1718801"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flipV="1">
            <a:off x="6774345" y="648130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flipV="1">
            <a:off x="8493146" y="648130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11643320" y="5684291"/>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49" name="文字方塊 48"/>
              <p:cNvSpPr txBox="1"/>
              <p:nvPr/>
            </p:nvSpPr>
            <p:spPr>
              <a:xfrm>
                <a:off x="11355681" y="574060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49" name="文字方塊 48"/>
              <p:cNvSpPr txBox="1">
                <a:spLocks noRot="1" noChangeAspect="1" noMove="1" noResize="1" noEditPoints="1" noAdjustHandles="1" noChangeArrowheads="1" noChangeShapeType="1" noTextEdit="1"/>
              </p:cNvSpPr>
              <p:nvPr/>
            </p:nvSpPr>
            <p:spPr>
              <a:xfrm>
                <a:off x="11355681" y="5740605"/>
                <a:ext cx="1072742" cy="646430"/>
              </a:xfrm>
              <a:prstGeom prst="rect">
                <a:avLst/>
              </a:prstGeom>
              <a:blipFill rotWithShape="1">
                <a:blip r:embed="rId8"/>
                <a:stretch>
                  <a:fillRect l="-57" t="-32" r="19" b="32"/>
                </a:stretch>
              </a:blipFill>
            </p:spPr>
            <p:txBody>
              <a:bodyPr/>
              <a:lstStyle/>
              <a:p>
                <a:r>
                  <a:rPr lang="en-US" altLang="en-US">
                    <a:noFill/>
                  </a:rPr>
                  <a:t> </a:t>
                </a:r>
              </a:p>
            </p:txBody>
          </p:sp>
        </mc:Fallback>
      </mc:AlternateContent>
      <p:sp>
        <p:nvSpPr>
          <p:cNvPr id="50" name="矩形 49"/>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51" name="文字方塊 50"/>
              <p:cNvSpPr txBox="1"/>
              <p:nvPr/>
            </p:nvSpPr>
            <p:spPr>
              <a:xfrm>
                <a:off x="10512525" y="575601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10512525" y="5756016"/>
                <a:ext cx="1072742" cy="646430"/>
              </a:xfrm>
              <a:prstGeom prst="rect">
                <a:avLst/>
              </a:prstGeom>
              <a:blipFill rotWithShape="1">
                <a:blip r:embed="rId9"/>
                <a:stretch>
                  <a:fillRect l="-9" t="-58" r="30" b="58"/>
                </a:stretch>
              </a:blipFill>
            </p:spPr>
            <p:txBody>
              <a:bodyPr/>
              <a:lstStyle/>
              <a:p>
                <a:r>
                  <a:rPr lang="en-US" altLang="en-US">
                    <a:noFill/>
                  </a:rPr>
                  <a:t> </a:t>
                </a:r>
              </a:p>
            </p:txBody>
          </p:sp>
        </mc:Fallback>
      </mc:AlternateContent>
      <p:sp>
        <p:nvSpPr>
          <p:cNvPr id="52" name="矩形 51"/>
          <p:cNvSpPr/>
          <p:nvPr/>
        </p:nvSpPr>
        <p:spPr>
          <a:xfrm>
            <a:off x="9941598" y="5684291"/>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53" name="文字方塊 52"/>
              <p:cNvSpPr txBox="1"/>
              <p:nvPr/>
            </p:nvSpPr>
            <p:spPr>
              <a:xfrm>
                <a:off x="9669371" y="5756016"/>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9669371" y="5756016"/>
                <a:ext cx="1072742" cy="640715"/>
              </a:xfrm>
              <a:prstGeom prst="rect">
                <a:avLst/>
              </a:prstGeom>
              <a:blipFill rotWithShape="1">
                <a:blip r:embed="rId10"/>
                <a:stretch>
                  <a:fillRect l="-21" t="-59" r="42" b="59"/>
                </a:stretch>
              </a:blipFill>
            </p:spPr>
            <p:txBody>
              <a:bodyPr/>
              <a:lstStyle/>
              <a:p>
                <a:r>
                  <a:rPr lang="en-US" altLang="en-US">
                    <a:noFill/>
                  </a:rPr>
                  <a:t> </a:t>
                </a:r>
              </a:p>
            </p:txBody>
          </p:sp>
        </mc:Fallback>
      </mc:AlternateContent>
      <p:cxnSp>
        <p:nvCxnSpPr>
          <p:cNvPr id="54" name="直線單箭頭接點 53"/>
          <p:cNvCxnSpPr/>
          <p:nvPr/>
        </p:nvCxnSpPr>
        <p:spPr>
          <a:xfrm flipV="1">
            <a:off x="11013635" y="6500211"/>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p:nvPr/>
        </p:nvCxnSpPr>
        <p:spPr>
          <a:xfrm>
            <a:off x="10140519" y="6919970"/>
            <a:ext cx="1718801"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flipV="1">
            <a:off x="10140519" y="6497196"/>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H="1" flipV="1">
            <a:off x="11843885" y="6540366"/>
            <a:ext cx="0" cy="36407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15022376" y="570467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60" name="文字方塊 59"/>
              <p:cNvSpPr txBox="1"/>
              <p:nvPr/>
            </p:nvSpPr>
            <p:spPr>
              <a:xfrm>
                <a:off x="14734737" y="5760987"/>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60" name="文字方塊 59"/>
              <p:cNvSpPr txBox="1">
                <a:spLocks noRot="1" noChangeAspect="1" noMove="1" noResize="1" noEditPoints="1" noAdjustHandles="1" noChangeArrowheads="1" noChangeShapeType="1" noTextEdit="1"/>
              </p:cNvSpPr>
              <p:nvPr/>
            </p:nvSpPr>
            <p:spPr>
              <a:xfrm>
                <a:off x="14734737" y="5760987"/>
                <a:ext cx="1072742" cy="645160"/>
              </a:xfrm>
              <a:prstGeom prst="rect">
                <a:avLst/>
              </a:prstGeom>
              <a:blipFill rotWithShape="1">
                <a:blip r:embed="rId11"/>
                <a:stretch>
                  <a:fillRect l="-18" t="-41" r="40" b="41"/>
                </a:stretch>
              </a:blipFill>
            </p:spPr>
            <p:txBody>
              <a:bodyPr/>
              <a:lstStyle/>
              <a:p>
                <a:r>
                  <a:rPr lang="en-US" altLang="en-US">
                    <a:noFill/>
                  </a:rPr>
                  <a:t> </a:t>
                </a:r>
              </a:p>
            </p:txBody>
          </p:sp>
        </mc:Fallback>
      </mc:AlternateContent>
      <p:sp>
        <p:nvSpPr>
          <p:cNvPr id="61" name="矩形 60"/>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62" name="文字方塊 61"/>
              <p:cNvSpPr txBox="1"/>
              <p:nvPr/>
            </p:nvSpPr>
            <p:spPr>
              <a:xfrm>
                <a:off x="13891581" y="577639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62" name="文字方塊 61"/>
              <p:cNvSpPr txBox="1">
                <a:spLocks noRot="1" noChangeAspect="1" noMove="1" noResize="1" noEditPoints="1" noAdjustHandles="1" noChangeArrowheads="1" noChangeShapeType="1" noTextEdit="1"/>
              </p:cNvSpPr>
              <p:nvPr/>
            </p:nvSpPr>
            <p:spPr>
              <a:xfrm>
                <a:off x="13891581" y="5776398"/>
                <a:ext cx="1072742" cy="645160"/>
              </a:xfrm>
              <a:prstGeom prst="rect">
                <a:avLst/>
              </a:prstGeom>
              <a:blipFill rotWithShape="1">
                <a:blip r:embed="rId12"/>
                <a:stretch>
                  <a:fillRect l="-30" t="-68" r="51" b="68"/>
                </a:stretch>
              </a:blipFill>
            </p:spPr>
            <p:txBody>
              <a:bodyPr/>
              <a:lstStyle/>
              <a:p>
                <a:r>
                  <a:rPr lang="en-US" altLang="en-US">
                    <a:noFill/>
                  </a:rPr>
                  <a:t> </a:t>
                </a:r>
              </a:p>
            </p:txBody>
          </p:sp>
        </mc:Fallback>
      </mc:AlternateContent>
      <p:grpSp>
        <p:nvGrpSpPr>
          <p:cNvPr id="78" name="群組 77"/>
          <p:cNvGrpSpPr/>
          <p:nvPr/>
        </p:nvGrpSpPr>
        <p:grpSpPr>
          <a:xfrm>
            <a:off x="13048427" y="5704673"/>
            <a:ext cx="1072742" cy="810000"/>
            <a:chOff x="7174951" y="3803115"/>
            <a:chExt cx="715161" cy="540000"/>
          </a:xfrm>
        </p:grpSpPr>
        <p:sp>
          <p:nvSpPr>
            <p:cNvPr id="63" name="矩形 62"/>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64" name="文字方塊 63"/>
                <p:cNvSpPr txBox="1"/>
                <p:nvPr/>
              </p:nvSpPr>
              <p:spPr>
                <a:xfrm>
                  <a:off x="7174951" y="3850932"/>
                  <a:ext cx="715161" cy="4262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7174951" y="3850932"/>
                  <a:ext cx="715161" cy="426297"/>
                </a:xfrm>
                <a:prstGeom prst="rect">
                  <a:avLst/>
                </a:prstGeom>
                <a:blipFill rotWithShape="1">
                  <a:blip r:embed="rId13"/>
                </a:blipFill>
              </p:spPr>
              <p:txBody>
                <a:bodyPr/>
                <a:lstStyle/>
                <a:p>
                  <a:r>
                    <a:rPr lang="en-US" altLang="en-US">
                      <a:noFill/>
                    </a:rPr>
                    <a:t> </a:t>
                  </a:r>
                </a:p>
              </p:txBody>
            </p:sp>
          </mc:Fallback>
        </mc:AlternateContent>
      </p:grpSp>
      <p:cxnSp>
        <p:nvCxnSpPr>
          <p:cNvPr id="65" name="直線單箭頭接點 64"/>
          <p:cNvCxnSpPr/>
          <p:nvPr/>
        </p:nvCxnSpPr>
        <p:spPr>
          <a:xfrm flipV="1">
            <a:off x="14392691" y="6520593"/>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13519575" y="6940352"/>
            <a:ext cx="1718801"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flipV="1">
            <a:off x="13519575" y="6517578"/>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flipV="1">
            <a:off x="15238376" y="6517578"/>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文字方塊 68"/>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69" name="文字方塊 68"/>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14"/>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0" name="文字方塊 69"/>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15"/>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1" name="文字方塊 70"/>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1" name="文字方塊 70"/>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16"/>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2" name="文字方塊 71"/>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72" name="文字方塊 71"/>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17"/>
                <a:stretch>
                  <a:fillRect l="-19" t="-3" r="40" b="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6773466" y="579530"/>
                <a:ext cx="2170430"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r>
                        <a:rPr lang="en-US" altLang="zh-TW" sz="3600" b="0" i="1" smtClean="0">
                          <a:latin typeface="Cambria Math" panose="02040503050406030204" pitchFamily="18" charset="0"/>
                        </a:rPr>
                        <m:t>=</m:t>
                      </m:r>
                      <m:sSup>
                        <m:sSupPr>
                          <m:ctrlPr>
                            <a:rPr lang="en-US" altLang="zh-TW" sz="3600" b="0" i="1" smtClean="0">
                              <a:solidFill>
                                <a:srgbClr val="0000FF"/>
                              </a:solidFill>
                              <a:latin typeface="Cambria Math" panose="02040503050406030204" pitchFamily="18" charset="0"/>
                            </a:rPr>
                          </m:ctrlPr>
                        </m:sSupPr>
                        <m:e>
                          <m:r>
                            <a:rPr lang="en-US" altLang="zh-TW" sz="3600" b="0" i="1" smtClean="0">
                              <a:solidFill>
                                <a:srgbClr val="0000FF"/>
                              </a:solidFill>
                              <a:latin typeface="Cambria Math" panose="02040503050406030204" pitchFamily="18" charset="0"/>
                            </a:rPr>
                            <m:t>𝑊</m:t>
                          </m:r>
                        </m:e>
                        <m:sup>
                          <m:r>
                            <a:rPr lang="en-US" altLang="zh-TW" sz="3600" b="0" i="1" smtClean="0">
                              <a:solidFill>
                                <a:srgbClr val="0000FF"/>
                              </a:solidFill>
                              <a:latin typeface="Cambria Math" panose="02040503050406030204" pitchFamily="18" charset="0"/>
                            </a:rPr>
                            <m:t>𝑞</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6773466" y="579530"/>
                <a:ext cx="2170430" cy="551180"/>
              </a:xfrm>
              <a:prstGeom prst="rect">
                <a:avLst/>
              </a:prstGeom>
              <a:blipFill rotWithShape="1">
                <a:blip r:embed="rId18"/>
                <a:stretch>
                  <a:fillRect l="-26" t="-74" r="-3866" b="7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6839342" y="2393948"/>
                <a:ext cx="216916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sup>
                      </m:sSup>
                      <m:r>
                        <a:rPr lang="en-US" altLang="zh-TW" sz="3600" b="0" i="1" smtClean="0">
                          <a:latin typeface="Cambria Math" panose="02040503050406030204" pitchFamily="18" charset="0"/>
                        </a:rPr>
                        <m:t>=</m:t>
                      </m:r>
                      <m:sSup>
                        <m:sSupPr>
                          <m:ctrlPr>
                            <a:rPr lang="en-US" altLang="zh-TW" sz="3600" b="0" i="1" smtClean="0">
                              <a:solidFill>
                                <a:srgbClr val="0000FF"/>
                              </a:solidFill>
                              <a:latin typeface="Cambria Math" panose="02040503050406030204" pitchFamily="18" charset="0"/>
                            </a:rPr>
                          </m:ctrlPr>
                        </m:sSupPr>
                        <m:e>
                          <m:r>
                            <a:rPr lang="en-US" altLang="zh-TW" sz="3600" b="0" i="1" smtClean="0">
                              <a:solidFill>
                                <a:srgbClr val="0000FF"/>
                              </a:solidFill>
                              <a:latin typeface="Cambria Math" panose="02040503050406030204" pitchFamily="18" charset="0"/>
                            </a:rPr>
                            <m:t>𝑊</m:t>
                          </m:r>
                        </m:e>
                        <m:sup>
                          <m:r>
                            <a:rPr lang="en-US" altLang="zh-TW" sz="3600" b="0" i="1" smtClean="0">
                              <a:solidFill>
                                <a:srgbClr val="0000FF"/>
                              </a:solidFill>
                              <a:latin typeface="Cambria Math" panose="02040503050406030204" pitchFamily="18" charset="0"/>
                            </a:rPr>
                            <m:t>𝑘</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6839342" y="2393948"/>
                <a:ext cx="2169160" cy="556895"/>
              </a:xfrm>
              <a:prstGeom prst="rect">
                <a:avLst/>
              </a:prstGeom>
              <a:blipFill rotWithShape="1">
                <a:blip r:embed="rId19"/>
                <a:stretch>
                  <a:fillRect l="-18" t="-114" r="-4051" b="11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6" name="文字方塊 75"/>
              <p:cNvSpPr txBox="1"/>
              <p:nvPr/>
            </p:nvSpPr>
            <p:spPr>
              <a:xfrm>
                <a:off x="6874202" y="4179167"/>
                <a:ext cx="215138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sup>
                      </m:sSup>
                      <m:r>
                        <a:rPr lang="en-US" altLang="zh-TW" sz="3600" b="0" i="1" smtClean="0">
                          <a:latin typeface="Cambria Math" panose="02040503050406030204" pitchFamily="18" charset="0"/>
                        </a:rPr>
                        <m:t>=</m:t>
                      </m:r>
                      <m:sSup>
                        <m:sSupPr>
                          <m:ctrlPr>
                            <a:rPr lang="en-US" altLang="zh-TW" sz="3600" b="0" i="1" smtClean="0">
                              <a:solidFill>
                                <a:srgbClr val="0000FF"/>
                              </a:solidFill>
                              <a:latin typeface="Cambria Math" panose="02040503050406030204" pitchFamily="18" charset="0"/>
                            </a:rPr>
                          </m:ctrlPr>
                        </m:sSupPr>
                        <m:e>
                          <m:r>
                            <a:rPr lang="en-US" altLang="zh-TW" sz="3600" b="0" i="1" smtClean="0">
                              <a:solidFill>
                                <a:srgbClr val="0000FF"/>
                              </a:solidFill>
                              <a:latin typeface="Cambria Math" panose="02040503050406030204" pitchFamily="18" charset="0"/>
                            </a:rPr>
                            <m:t>𝑊</m:t>
                          </m:r>
                        </m:e>
                        <m:sup>
                          <m:r>
                            <a:rPr lang="en-US" altLang="zh-TW" sz="3600" b="0" i="1" smtClean="0">
                              <a:solidFill>
                                <a:srgbClr val="0000FF"/>
                              </a:solidFill>
                              <a:latin typeface="Cambria Math" panose="02040503050406030204" pitchFamily="18" charset="0"/>
                            </a:rPr>
                            <m:t>𝑣</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6874202" y="4179167"/>
                <a:ext cx="2151380" cy="556895"/>
              </a:xfrm>
              <a:prstGeom prst="rect">
                <a:avLst/>
              </a:prstGeom>
              <a:blipFill rotWithShape="1">
                <a:blip r:embed="rId20"/>
                <a:stretch>
                  <a:fillRect l="-15" t="-42" r="-4058" b="42"/>
                </a:stretch>
              </a:blipFill>
            </p:spPr>
            <p:txBody>
              <a:bodyPr/>
              <a:lstStyle/>
              <a:p>
                <a:r>
                  <a:rPr lang="en-US" altLang="en-US">
                    <a:noFill/>
                  </a:rPr>
                  <a:t> </a:t>
                </a:r>
              </a:p>
            </p:txBody>
          </p:sp>
        </mc:Fallback>
      </mc:AlternateContent>
      <p:grpSp>
        <p:nvGrpSpPr>
          <p:cNvPr id="79" name="群組 78"/>
          <p:cNvGrpSpPr/>
          <p:nvPr/>
        </p:nvGrpSpPr>
        <p:grpSpPr>
          <a:xfrm>
            <a:off x="9175631" y="459891"/>
            <a:ext cx="1072742" cy="810000"/>
            <a:chOff x="7174951" y="3803115"/>
            <a:chExt cx="715161" cy="540000"/>
          </a:xfrm>
        </p:grpSpPr>
        <p:sp>
          <p:nvSpPr>
            <p:cNvPr id="80" name="矩形 79"/>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1" name="文字方塊 80"/>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81" name="文字方塊 80"/>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4"/>
                </a:blipFill>
              </p:spPr>
              <p:txBody>
                <a:bodyPr/>
                <a:lstStyle/>
                <a:p>
                  <a:r>
                    <a:rPr lang="en-US" altLang="en-US">
                      <a:noFill/>
                    </a:rPr>
                    <a:t> </a:t>
                  </a:r>
                </a:p>
              </p:txBody>
            </p:sp>
          </mc:Fallback>
        </mc:AlternateContent>
      </p:grpSp>
      <p:grpSp>
        <p:nvGrpSpPr>
          <p:cNvPr id="82" name="群組 81"/>
          <p:cNvGrpSpPr/>
          <p:nvPr/>
        </p:nvGrpSpPr>
        <p:grpSpPr>
          <a:xfrm>
            <a:off x="9691364" y="459891"/>
            <a:ext cx="1072742" cy="810000"/>
            <a:chOff x="7174951" y="3803115"/>
            <a:chExt cx="715161" cy="540000"/>
          </a:xfrm>
        </p:grpSpPr>
        <p:sp>
          <p:nvSpPr>
            <p:cNvPr id="83" name="矩形 82"/>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4" name="文字方塊 83"/>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84" name="文字方塊 83"/>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7"/>
                </a:blipFill>
              </p:spPr>
              <p:txBody>
                <a:bodyPr/>
                <a:lstStyle/>
                <a:p>
                  <a:r>
                    <a:rPr lang="en-US" altLang="en-US">
                      <a:noFill/>
                    </a:rPr>
                    <a:t> </a:t>
                  </a:r>
                </a:p>
              </p:txBody>
            </p:sp>
          </mc:Fallback>
        </mc:AlternateContent>
      </p:grpSp>
      <p:grpSp>
        <p:nvGrpSpPr>
          <p:cNvPr id="85" name="群組 84"/>
          <p:cNvGrpSpPr/>
          <p:nvPr/>
        </p:nvGrpSpPr>
        <p:grpSpPr>
          <a:xfrm>
            <a:off x="10207097" y="459891"/>
            <a:ext cx="1072742" cy="810000"/>
            <a:chOff x="7174951" y="3803115"/>
            <a:chExt cx="715161" cy="540000"/>
          </a:xfrm>
        </p:grpSpPr>
        <p:sp>
          <p:nvSpPr>
            <p:cNvPr id="86" name="矩形 85"/>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7" name="文字方塊 86"/>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7" name="文字方塊 86"/>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10"/>
                </a:blipFill>
              </p:spPr>
              <p:txBody>
                <a:bodyPr/>
                <a:lstStyle/>
                <a:p>
                  <a:r>
                    <a:rPr lang="en-US" altLang="en-US">
                      <a:noFill/>
                    </a:rPr>
                    <a:t> </a:t>
                  </a:r>
                </a:p>
              </p:txBody>
            </p:sp>
          </mc:Fallback>
        </mc:AlternateContent>
      </p:grpSp>
      <p:grpSp>
        <p:nvGrpSpPr>
          <p:cNvPr id="88" name="群組 87"/>
          <p:cNvGrpSpPr/>
          <p:nvPr/>
        </p:nvGrpSpPr>
        <p:grpSpPr>
          <a:xfrm>
            <a:off x="10722828" y="470199"/>
            <a:ext cx="1072742" cy="810000"/>
            <a:chOff x="7174951" y="3803115"/>
            <a:chExt cx="715161" cy="540000"/>
          </a:xfrm>
        </p:grpSpPr>
        <p:sp>
          <p:nvSpPr>
            <p:cNvPr id="89" name="矩形 88"/>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90" name="文字方塊 89"/>
                <p:cNvSpPr txBox="1"/>
                <p:nvPr/>
              </p:nvSpPr>
              <p:spPr>
                <a:xfrm>
                  <a:off x="7174951" y="3850932"/>
                  <a:ext cx="715161" cy="4262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0" name="文字方塊 89"/>
                <p:cNvSpPr txBox="1">
                  <a:spLocks noRot="1" noChangeAspect="1" noMove="1" noResize="1" noEditPoints="1" noAdjustHandles="1" noChangeArrowheads="1" noChangeShapeType="1" noTextEdit="1"/>
                </p:cNvSpPr>
                <p:nvPr/>
              </p:nvSpPr>
              <p:spPr>
                <a:xfrm>
                  <a:off x="7174951" y="3850932"/>
                  <a:ext cx="715161" cy="426297"/>
                </a:xfrm>
                <a:prstGeom prst="rect">
                  <a:avLst/>
                </a:prstGeom>
                <a:blipFill rotWithShape="1">
                  <a:blip r:embed="rId13"/>
                </a:blipFill>
              </p:spPr>
              <p:txBody>
                <a:bodyPr/>
                <a:lstStyle/>
                <a:p>
                  <a:r>
                    <a:rPr lang="en-US" altLang="en-US">
                      <a:noFill/>
                    </a:rPr>
                    <a:t> </a:t>
                  </a:r>
                </a:p>
              </p:txBody>
            </p:sp>
          </mc:Fallback>
        </mc:AlternateContent>
      </p:grpSp>
      <p:sp>
        <p:nvSpPr>
          <p:cNvPr id="91" name="文字方塊 90"/>
          <p:cNvSpPr txBox="1"/>
          <p:nvPr/>
        </p:nvSpPr>
        <p:spPr>
          <a:xfrm>
            <a:off x="11562516" y="555288"/>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93" name="文字方塊 92"/>
              <p:cNvSpPr txBox="1"/>
              <p:nvPr/>
            </p:nvSpPr>
            <p:spPr>
              <a:xfrm>
                <a:off x="12359640" y="638810"/>
                <a:ext cx="725170" cy="553720"/>
              </a:xfrm>
              <a:prstGeom prst="rect">
                <a:avLst/>
              </a:prstGeom>
              <a:gradFill flip="none" rotWithShape="1">
                <a:gsLst>
                  <a:gs pos="0">
                    <a:srgbClr val="9EE256"/>
                  </a:gs>
                  <a:gs pos="100000">
                    <a:srgbClr val="52762D"/>
                  </a:gs>
                </a:gsLst>
                <a:path path="circle"/>
              </a:grad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oMath>
                  </m:oMathPara>
                </a14:m>
                <a:endParaRPr lang="zh-TW" altLang="en-US" sz="3600"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12359640" y="638810"/>
                <a:ext cx="725170" cy="553720"/>
              </a:xfrm>
              <a:prstGeom prst="rect">
                <a:avLst/>
              </a:prstGeom>
              <a:blipFill rotWithShape="1">
                <a:blip r:embed="rId21"/>
                <a:stretch>
                  <a:fillRect r="-8757"/>
                </a:stretch>
              </a:blipFill>
              <a:ln>
                <a:noFill/>
              </a:ln>
            </p:spPr>
            <p:txBody>
              <a:bodyPr/>
              <a:lstStyle/>
              <a:p>
                <a:r>
                  <a:rPr lang="en-US" altLang="en-US">
                    <a:noFill/>
                  </a:rPr>
                  <a:t> </a:t>
                </a:r>
              </a:p>
            </p:txBody>
          </p:sp>
        </mc:Fallback>
      </mc:AlternateContent>
      <p:sp>
        <p:nvSpPr>
          <p:cNvPr id="96" name="矩形 95"/>
          <p:cNvSpPr/>
          <p:nvPr/>
        </p:nvSpPr>
        <p:spPr>
          <a:xfrm>
            <a:off x="13347900" y="488618"/>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7" name="文字方塊 96"/>
              <p:cNvSpPr txBox="1"/>
              <p:nvPr/>
            </p:nvSpPr>
            <p:spPr>
              <a:xfrm>
                <a:off x="13096728" y="548883"/>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97" name="文字方塊 96"/>
              <p:cNvSpPr txBox="1">
                <a:spLocks noRot="1" noChangeAspect="1" noMove="1" noResize="1" noEditPoints="1" noAdjustHandles="1" noChangeArrowheads="1" noChangeShapeType="1" noTextEdit="1"/>
              </p:cNvSpPr>
              <p:nvPr/>
            </p:nvSpPr>
            <p:spPr>
              <a:xfrm>
                <a:off x="13096728" y="548883"/>
                <a:ext cx="1072742" cy="646430"/>
              </a:xfrm>
              <a:prstGeom prst="rect">
                <a:avLst/>
              </a:prstGeom>
              <a:blipFill rotWithShape="1">
                <a:blip r:embed="rId17"/>
                <a:stretch>
                  <a:fillRect l="-45" t="-38" r="7" b="38"/>
                </a:stretch>
              </a:blipFill>
            </p:spPr>
            <p:txBody>
              <a:bodyPr/>
              <a:lstStyle/>
              <a:p>
                <a:r>
                  <a:rPr lang="en-US" altLang="en-US">
                    <a:noFill/>
                  </a:rPr>
                  <a:t> </a:t>
                </a:r>
              </a:p>
            </p:txBody>
          </p:sp>
        </mc:Fallback>
      </mc:AlternateContent>
      <p:sp>
        <p:nvSpPr>
          <p:cNvPr id="99" name="矩形 98"/>
          <p:cNvSpPr/>
          <p:nvPr/>
        </p:nvSpPr>
        <p:spPr>
          <a:xfrm>
            <a:off x="13863633" y="488618"/>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0" name="文字方塊 99"/>
              <p:cNvSpPr txBox="1"/>
              <p:nvPr/>
            </p:nvSpPr>
            <p:spPr>
              <a:xfrm>
                <a:off x="13591406" y="54888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00" name="文字方塊 99"/>
              <p:cNvSpPr txBox="1">
                <a:spLocks noRot="1" noChangeAspect="1" noMove="1" noResize="1" noEditPoints="1" noAdjustHandles="1" noChangeArrowheads="1" noChangeShapeType="1" noTextEdit="1"/>
              </p:cNvSpPr>
              <p:nvPr/>
            </p:nvSpPr>
            <p:spPr>
              <a:xfrm>
                <a:off x="13591406" y="548884"/>
                <a:ext cx="1072742" cy="646430"/>
              </a:xfrm>
              <a:prstGeom prst="rect">
                <a:avLst/>
              </a:prstGeom>
              <a:blipFill rotWithShape="1">
                <a:blip r:embed="rId16"/>
                <a:stretch>
                  <a:fillRect l="-47" t="-38" r="9" b="38"/>
                </a:stretch>
              </a:blipFill>
            </p:spPr>
            <p:txBody>
              <a:bodyPr/>
              <a:lstStyle/>
              <a:p>
                <a:r>
                  <a:rPr lang="en-US" altLang="en-US">
                    <a:noFill/>
                  </a:rPr>
                  <a:t> </a:t>
                </a:r>
              </a:p>
            </p:txBody>
          </p:sp>
        </mc:Fallback>
      </mc:AlternateContent>
      <p:sp>
        <p:nvSpPr>
          <p:cNvPr id="102" name="矩形 101"/>
          <p:cNvSpPr/>
          <p:nvPr/>
        </p:nvSpPr>
        <p:spPr>
          <a:xfrm>
            <a:off x="14379366" y="488618"/>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3" name="文字方塊 102"/>
              <p:cNvSpPr txBox="1"/>
              <p:nvPr/>
            </p:nvSpPr>
            <p:spPr>
              <a:xfrm>
                <a:off x="14107139" y="54888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03" name="文字方塊 102"/>
              <p:cNvSpPr txBox="1">
                <a:spLocks noRot="1" noChangeAspect="1" noMove="1" noResize="1" noEditPoints="1" noAdjustHandles="1" noChangeArrowheads="1" noChangeShapeType="1" noTextEdit="1"/>
              </p:cNvSpPr>
              <p:nvPr/>
            </p:nvSpPr>
            <p:spPr>
              <a:xfrm>
                <a:off x="14107139" y="548884"/>
                <a:ext cx="1072742" cy="646430"/>
              </a:xfrm>
              <a:prstGeom prst="rect">
                <a:avLst/>
              </a:prstGeom>
              <a:blipFill rotWithShape="1">
                <a:blip r:embed="rId15"/>
                <a:stretch>
                  <a:fillRect l="-57" t="-38" r="19" b="38"/>
                </a:stretch>
              </a:blipFill>
            </p:spPr>
            <p:txBody>
              <a:bodyPr/>
              <a:lstStyle/>
              <a:p>
                <a:r>
                  <a:rPr lang="en-US" altLang="en-US">
                    <a:noFill/>
                  </a:rPr>
                  <a:t> </a:t>
                </a:r>
              </a:p>
            </p:txBody>
          </p:sp>
        </mc:Fallback>
      </mc:AlternateContent>
      <p:sp>
        <p:nvSpPr>
          <p:cNvPr id="105" name="矩形 104"/>
          <p:cNvSpPr/>
          <p:nvPr/>
        </p:nvSpPr>
        <p:spPr>
          <a:xfrm>
            <a:off x="14895098" y="498926"/>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6" name="文字方塊 105"/>
              <p:cNvSpPr txBox="1"/>
              <p:nvPr/>
            </p:nvSpPr>
            <p:spPr>
              <a:xfrm>
                <a:off x="14622870" y="559193"/>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06" name="文字方塊 105"/>
              <p:cNvSpPr txBox="1">
                <a:spLocks noRot="1" noChangeAspect="1" noMove="1" noResize="1" noEditPoints="1" noAdjustHandles="1" noChangeArrowheads="1" noChangeShapeType="1" noTextEdit="1"/>
              </p:cNvSpPr>
              <p:nvPr/>
            </p:nvSpPr>
            <p:spPr>
              <a:xfrm>
                <a:off x="14622870" y="559193"/>
                <a:ext cx="1072742" cy="645160"/>
              </a:xfrm>
              <a:prstGeom prst="rect">
                <a:avLst/>
              </a:prstGeom>
              <a:blipFill rotWithShape="1">
                <a:blip r:embed="rId14"/>
                <a:stretch>
                  <a:fillRect l="-8" t="-61" r="30" b="61"/>
                </a:stretch>
              </a:blipFill>
            </p:spPr>
            <p:txBody>
              <a:bodyPr/>
              <a:lstStyle/>
              <a:p>
                <a:r>
                  <a:rPr lang="en-US" altLang="en-US">
                    <a:noFill/>
                  </a:rPr>
                  <a:t> </a:t>
                </a:r>
              </a:p>
            </p:txBody>
          </p:sp>
        </mc:Fallback>
      </mc:AlternateContent>
      <p:sp>
        <p:nvSpPr>
          <p:cNvPr id="107" name="矩形 106"/>
          <p:cNvSpPr/>
          <p:nvPr/>
        </p:nvSpPr>
        <p:spPr>
          <a:xfrm>
            <a:off x="9454529" y="223143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p:sp>
        <p:nvSpPr>
          <p:cNvPr id="108" name="矩形 107"/>
          <p:cNvSpPr/>
          <p:nvPr/>
        </p:nvSpPr>
        <p:spPr>
          <a:xfrm>
            <a:off x="9970262" y="223143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p:sp>
        <p:nvSpPr>
          <p:cNvPr id="109" name="矩形 108"/>
          <p:cNvSpPr/>
          <p:nvPr/>
        </p:nvSpPr>
        <p:spPr>
          <a:xfrm>
            <a:off x="10485995" y="223143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p:sp>
        <p:nvSpPr>
          <p:cNvPr id="110" name="矩形 109"/>
          <p:cNvSpPr/>
          <p:nvPr/>
        </p:nvSpPr>
        <p:spPr>
          <a:xfrm>
            <a:off x="11001726" y="224174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p:sp>
        <p:nvSpPr>
          <p:cNvPr id="111" name="矩形 110"/>
          <p:cNvSpPr/>
          <p:nvPr/>
        </p:nvSpPr>
        <p:spPr>
          <a:xfrm>
            <a:off x="9474807" y="399972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112" name="矩形 111"/>
          <p:cNvSpPr/>
          <p:nvPr/>
        </p:nvSpPr>
        <p:spPr>
          <a:xfrm>
            <a:off x="9990540" y="399972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113" name="矩形 112"/>
          <p:cNvSpPr/>
          <p:nvPr/>
        </p:nvSpPr>
        <p:spPr>
          <a:xfrm>
            <a:off x="10506273" y="399972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114" name="矩形 113"/>
          <p:cNvSpPr/>
          <p:nvPr/>
        </p:nvSpPr>
        <p:spPr>
          <a:xfrm>
            <a:off x="11022005" y="401003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115" name="文字方塊 114"/>
          <p:cNvSpPr txBox="1"/>
          <p:nvPr/>
        </p:nvSpPr>
        <p:spPr>
          <a:xfrm>
            <a:off x="11566377" y="2362658"/>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118" name="文字方塊 117"/>
              <p:cNvSpPr txBox="1"/>
              <p:nvPr/>
            </p:nvSpPr>
            <p:spPr>
              <a:xfrm>
                <a:off x="12378055" y="2411095"/>
                <a:ext cx="727710" cy="553085"/>
              </a:xfrm>
              <a:prstGeom prst="rect">
                <a:avLst/>
              </a:prstGeom>
              <a:gradFill>
                <a:gsLst>
                  <a:gs pos="0">
                    <a:srgbClr val="9EE256"/>
                  </a:gs>
                  <a:gs pos="100000">
                    <a:srgbClr val="52762D"/>
                  </a:gs>
                </a:gsLst>
                <a:lin ang="5400000"/>
              </a:gra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oMath>
                  </m:oMathPara>
                </a14:m>
                <a:endParaRPr lang="zh-TW" altLang="en-US" sz="3600" dirty="0"/>
              </a:p>
            </p:txBody>
          </p:sp>
        </mc:Choice>
        <mc:Fallback xmlns="">
          <p:sp>
            <p:nvSpPr>
              <p:cNvPr id="118" name="文字方塊 117"/>
              <p:cNvSpPr txBox="1">
                <a:spLocks noRot="1" noChangeAspect="1" noMove="1" noResize="1" noEditPoints="1" noAdjustHandles="1" noChangeArrowheads="1" noChangeShapeType="1" noTextEdit="1"/>
              </p:cNvSpPr>
              <p:nvPr/>
            </p:nvSpPr>
            <p:spPr>
              <a:xfrm>
                <a:off x="12378055" y="2411095"/>
                <a:ext cx="727710" cy="553085"/>
              </a:xfrm>
              <a:prstGeom prst="rect">
                <a:avLst/>
              </a:prstGeom>
              <a:blipFill rotWithShape="1">
                <a:blip r:embed="rId22"/>
                <a:stretch>
                  <a:fillRect r="-8726"/>
                </a:stretch>
              </a:blipFill>
            </p:spPr>
            <p:txBody>
              <a:bodyPr/>
              <a:lstStyle/>
              <a:p>
                <a:r>
                  <a:rPr lang="en-US" altLang="en-US">
                    <a:noFill/>
                  </a:rPr>
                  <a:t> </a:t>
                </a:r>
              </a:p>
            </p:txBody>
          </p:sp>
        </mc:Fallback>
      </mc:AlternateContent>
      <p:sp>
        <p:nvSpPr>
          <p:cNvPr id="119" name="文字方塊 118"/>
          <p:cNvSpPr txBox="1"/>
          <p:nvPr/>
        </p:nvSpPr>
        <p:spPr>
          <a:xfrm>
            <a:off x="11588280" y="4103120"/>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122" name="文字方塊 121"/>
              <p:cNvSpPr txBox="1"/>
              <p:nvPr/>
            </p:nvSpPr>
            <p:spPr>
              <a:xfrm>
                <a:off x="12400280" y="4151630"/>
                <a:ext cx="713105" cy="553720"/>
              </a:xfrm>
              <a:prstGeom prst="rect">
                <a:avLst/>
              </a:prstGeom>
              <a:gradFill>
                <a:gsLst>
                  <a:gs pos="0">
                    <a:srgbClr val="9EE256"/>
                  </a:gs>
                  <a:gs pos="100000">
                    <a:srgbClr val="52762D"/>
                  </a:gs>
                </a:gsLst>
                <a:lin ang="5400000"/>
              </a:gra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𝑣</m:t>
                          </m:r>
                        </m:sup>
                      </m:sSup>
                    </m:oMath>
                  </m:oMathPara>
                </a14:m>
                <a:endParaRPr lang="zh-TW" altLang="en-US" sz="3600" dirty="0"/>
              </a:p>
            </p:txBody>
          </p:sp>
        </mc:Choice>
        <mc:Fallback xmlns="">
          <p:sp>
            <p:nvSpPr>
              <p:cNvPr id="122" name="文字方塊 121"/>
              <p:cNvSpPr txBox="1">
                <a:spLocks noRot="1" noChangeAspect="1" noMove="1" noResize="1" noEditPoints="1" noAdjustHandles="1" noChangeArrowheads="1" noChangeShapeType="1" noTextEdit="1"/>
              </p:cNvSpPr>
              <p:nvPr/>
            </p:nvSpPr>
            <p:spPr>
              <a:xfrm>
                <a:off x="12400280" y="4151630"/>
                <a:ext cx="713105" cy="553720"/>
              </a:xfrm>
              <a:prstGeom prst="rect">
                <a:avLst/>
              </a:prstGeom>
              <a:blipFill rotWithShape="1">
                <a:blip r:embed="rId23"/>
                <a:stretch>
                  <a:fillRect r="-8994"/>
                </a:stretch>
              </a:blipFill>
            </p:spPr>
            <p:txBody>
              <a:bodyPr/>
              <a:lstStyle/>
              <a:p>
                <a:r>
                  <a:rPr lang="en-US" altLang="en-US">
                    <a:noFill/>
                  </a:rPr>
                  <a:t> </a:t>
                </a:r>
              </a:p>
            </p:txBody>
          </p:sp>
        </mc:Fallback>
      </mc:AlternateContent>
      <p:grpSp>
        <p:nvGrpSpPr>
          <p:cNvPr id="124" name="群組 123"/>
          <p:cNvGrpSpPr/>
          <p:nvPr/>
        </p:nvGrpSpPr>
        <p:grpSpPr>
          <a:xfrm>
            <a:off x="13101774" y="2233056"/>
            <a:ext cx="2598884" cy="820308"/>
            <a:chOff x="6336961" y="1989986"/>
            <a:chExt cx="1732589" cy="546872"/>
          </a:xfrm>
        </p:grpSpPr>
        <p:sp>
          <p:nvSpPr>
            <p:cNvPr id="125" name="矩形 124"/>
            <p:cNvSpPr/>
            <p:nvPr/>
          </p:nvSpPr>
          <p:spPr>
            <a:xfrm>
              <a:off x="6504409" y="1989986"/>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6" name="文字方塊 125"/>
                <p:cNvSpPr txBox="1"/>
                <p:nvPr/>
              </p:nvSpPr>
              <p:spPr>
                <a:xfrm>
                  <a:off x="6336961" y="2030163"/>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26" name="文字方塊 125"/>
                <p:cNvSpPr txBox="1">
                  <a:spLocks noRot="1" noChangeAspect="1" noMove="1" noResize="1" noEditPoints="1" noAdjustHandles="1" noChangeArrowheads="1" noChangeShapeType="1" noTextEdit="1"/>
                </p:cNvSpPr>
                <p:nvPr/>
              </p:nvSpPr>
              <p:spPr>
                <a:xfrm>
                  <a:off x="6336961" y="2030163"/>
                  <a:ext cx="715161" cy="430953"/>
                </a:xfrm>
                <a:prstGeom prst="rect">
                  <a:avLst/>
                </a:prstGeom>
                <a:blipFill rotWithShape="1">
                  <a:blip r:embed="rId17"/>
                </a:blipFill>
              </p:spPr>
              <p:txBody>
                <a:bodyPr/>
                <a:lstStyle/>
                <a:p>
                  <a:r>
                    <a:rPr lang="en-US" altLang="en-US">
                      <a:noFill/>
                    </a:rPr>
                    <a:t> </a:t>
                  </a:r>
                </a:p>
              </p:txBody>
            </p:sp>
          </mc:Fallback>
        </mc:AlternateContent>
        <p:sp>
          <p:nvSpPr>
            <p:cNvPr id="127" name="矩形 126"/>
            <p:cNvSpPr/>
            <p:nvPr/>
          </p:nvSpPr>
          <p:spPr>
            <a:xfrm>
              <a:off x="6848231" y="1989986"/>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8" name="文字方塊 127"/>
                <p:cNvSpPr txBox="1"/>
                <p:nvPr/>
              </p:nvSpPr>
              <p:spPr>
                <a:xfrm>
                  <a:off x="6666746" y="203016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28" name="文字方塊 127"/>
                <p:cNvSpPr txBox="1">
                  <a:spLocks noRot="1" noChangeAspect="1" noMove="1" noResize="1" noEditPoints="1" noAdjustHandles="1" noChangeArrowheads="1" noChangeShapeType="1" noTextEdit="1"/>
                </p:cNvSpPr>
                <p:nvPr/>
              </p:nvSpPr>
              <p:spPr>
                <a:xfrm>
                  <a:off x="6666746" y="2030164"/>
                  <a:ext cx="715161" cy="430953"/>
                </a:xfrm>
                <a:prstGeom prst="rect">
                  <a:avLst/>
                </a:prstGeom>
                <a:blipFill rotWithShape="1">
                  <a:blip r:embed="rId16"/>
                </a:blipFill>
              </p:spPr>
              <p:txBody>
                <a:bodyPr/>
                <a:lstStyle/>
                <a:p>
                  <a:r>
                    <a:rPr lang="en-US" altLang="en-US">
                      <a:noFill/>
                    </a:rPr>
                    <a:t> </a:t>
                  </a:r>
                </a:p>
              </p:txBody>
            </p:sp>
          </mc:Fallback>
        </mc:AlternateContent>
        <p:sp>
          <p:nvSpPr>
            <p:cNvPr id="129" name="矩形 128"/>
            <p:cNvSpPr/>
            <p:nvPr/>
          </p:nvSpPr>
          <p:spPr>
            <a:xfrm>
              <a:off x="7192053" y="1989986"/>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0" name="文字方塊 129"/>
                <p:cNvSpPr txBox="1"/>
                <p:nvPr/>
              </p:nvSpPr>
              <p:spPr>
                <a:xfrm>
                  <a:off x="7010568" y="203016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30" name="文字方塊 129"/>
                <p:cNvSpPr txBox="1">
                  <a:spLocks noRot="1" noChangeAspect="1" noMove="1" noResize="1" noEditPoints="1" noAdjustHandles="1" noChangeArrowheads="1" noChangeShapeType="1" noTextEdit="1"/>
                </p:cNvSpPr>
                <p:nvPr/>
              </p:nvSpPr>
              <p:spPr>
                <a:xfrm>
                  <a:off x="7010568" y="2030164"/>
                  <a:ext cx="715161" cy="430953"/>
                </a:xfrm>
                <a:prstGeom prst="rect">
                  <a:avLst/>
                </a:prstGeom>
                <a:blipFill rotWithShape="1">
                  <a:blip r:embed="rId15"/>
                </a:blipFill>
              </p:spPr>
              <p:txBody>
                <a:bodyPr/>
                <a:lstStyle/>
                <a:p>
                  <a:r>
                    <a:rPr lang="en-US" altLang="en-US">
                      <a:noFill/>
                    </a:rPr>
                    <a:t> </a:t>
                  </a:r>
                </a:p>
              </p:txBody>
            </p:sp>
          </mc:Fallback>
        </mc:AlternateContent>
        <p:sp>
          <p:nvSpPr>
            <p:cNvPr id="131" name="矩形 130"/>
            <p:cNvSpPr/>
            <p:nvPr/>
          </p:nvSpPr>
          <p:spPr>
            <a:xfrm>
              <a:off x="7535874" y="1996858"/>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2" name="文字方塊 131"/>
                <p:cNvSpPr txBox="1"/>
                <p:nvPr/>
              </p:nvSpPr>
              <p:spPr>
                <a:xfrm>
                  <a:off x="7354389" y="2037036"/>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32" name="文字方塊 131"/>
                <p:cNvSpPr txBox="1">
                  <a:spLocks noRot="1" noChangeAspect="1" noMove="1" noResize="1" noEditPoints="1" noAdjustHandles="1" noChangeArrowheads="1" noChangeShapeType="1" noTextEdit="1"/>
                </p:cNvSpPr>
                <p:nvPr/>
              </p:nvSpPr>
              <p:spPr>
                <a:xfrm>
                  <a:off x="7354389" y="2037036"/>
                  <a:ext cx="715161" cy="430107"/>
                </a:xfrm>
                <a:prstGeom prst="rect">
                  <a:avLst/>
                </a:prstGeom>
                <a:blipFill rotWithShape="1">
                  <a:blip r:embed="rId14"/>
                </a:blipFill>
              </p:spPr>
              <p:txBody>
                <a:bodyPr/>
                <a:lstStyle/>
                <a:p>
                  <a:r>
                    <a:rPr lang="en-US" altLang="en-US">
                      <a:noFill/>
                    </a:rPr>
                    <a:t> </a:t>
                  </a:r>
                </a:p>
              </p:txBody>
            </p:sp>
          </mc:Fallback>
        </mc:AlternateContent>
      </p:grpSp>
      <p:grpSp>
        <p:nvGrpSpPr>
          <p:cNvPr id="133" name="群組 132"/>
          <p:cNvGrpSpPr/>
          <p:nvPr/>
        </p:nvGrpSpPr>
        <p:grpSpPr>
          <a:xfrm>
            <a:off x="13123677" y="3957966"/>
            <a:ext cx="2598884" cy="820308"/>
            <a:chOff x="6336961" y="1989986"/>
            <a:chExt cx="1732589" cy="546872"/>
          </a:xfrm>
        </p:grpSpPr>
        <p:sp>
          <p:nvSpPr>
            <p:cNvPr id="134" name="矩形 133"/>
            <p:cNvSpPr/>
            <p:nvPr/>
          </p:nvSpPr>
          <p:spPr>
            <a:xfrm>
              <a:off x="6504409" y="1989986"/>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5" name="文字方塊 134"/>
                <p:cNvSpPr txBox="1"/>
                <p:nvPr/>
              </p:nvSpPr>
              <p:spPr>
                <a:xfrm>
                  <a:off x="6336961" y="2030163"/>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35" name="文字方塊 134"/>
                <p:cNvSpPr txBox="1">
                  <a:spLocks noRot="1" noChangeAspect="1" noMove="1" noResize="1" noEditPoints="1" noAdjustHandles="1" noChangeArrowheads="1" noChangeShapeType="1" noTextEdit="1"/>
                </p:cNvSpPr>
                <p:nvPr/>
              </p:nvSpPr>
              <p:spPr>
                <a:xfrm>
                  <a:off x="6336961" y="2030163"/>
                  <a:ext cx="715161" cy="430953"/>
                </a:xfrm>
                <a:prstGeom prst="rect">
                  <a:avLst/>
                </a:prstGeom>
                <a:blipFill rotWithShape="1">
                  <a:blip r:embed="rId17"/>
                </a:blipFill>
              </p:spPr>
              <p:txBody>
                <a:bodyPr/>
                <a:lstStyle/>
                <a:p>
                  <a:r>
                    <a:rPr lang="en-US" altLang="en-US">
                      <a:noFill/>
                    </a:rPr>
                    <a:t> </a:t>
                  </a:r>
                </a:p>
              </p:txBody>
            </p:sp>
          </mc:Fallback>
        </mc:AlternateContent>
        <p:sp>
          <p:nvSpPr>
            <p:cNvPr id="136" name="矩形 135"/>
            <p:cNvSpPr/>
            <p:nvPr/>
          </p:nvSpPr>
          <p:spPr>
            <a:xfrm>
              <a:off x="6848231" y="1989986"/>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7" name="文字方塊 136"/>
                <p:cNvSpPr txBox="1"/>
                <p:nvPr/>
              </p:nvSpPr>
              <p:spPr>
                <a:xfrm>
                  <a:off x="6666746" y="203016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7" name="文字方塊 136"/>
                <p:cNvSpPr txBox="1">
                  <a:spLocks noRot="1" noChangeAspect="1" noMove="1" noResize="1" noEditPoints="1" noAdjustHandles="1" noChangeArrowheads="1" noChangeShapeType="1" noTextEdit="1"/>
                </p:cNvSpPr>
                <p:nvPr/>
              </p:nvSpPr>
              <p:spPr>
                <a:xfrm>
                  <a:off x="6666746" y="2030164"/>
                  <a:ext cx="715161" cy="430953"/>
                </a:xfrm>
                <a:prstGeom prst="rect">
                  <a:avLst/>
                </a:prstGeom>
                <a:blipFill rotWithShape="1">
                  <a:blip r:embed="rId16"/>
                </a:blipFill>
              </p:spPr>
              <p:txBody>
                <a:bodyPr/>
                <a:lstStyle/>
                <a:p>
                  <a:r>
                    <a:rPr lang="en-US" altLang="en-US">
                      <a:noFill/>
                    </a:rPr>
                    <a:t> </a:t>
                  </a:r>
                </a:p>
              </p:txBody>
            </p:sp>
          </mc:Fallback>
        </mc:AlternateContent>
        <p:sp>
          <p:nvSpPr>
            <p:cNvPr id="138" name="矩形 137"/>
            <p:cNvSpPr/>
            <p:nvPr/>
          </p:nvSpPr>
          <p:spPr>
            <a:xfrm>
              <a:off x="7192053" y="1989986"/>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9" name="文字方塊 138"/>
                <p:cNvSpPr txBox="1"/>
                <p:nvPr/>
              </p:nvSpPr>
              <p:spPr>
                <a:xfrm>
                  <a:off x="7010568" y="203016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39" name="文字方塊 138"/>
                <p:cNvSpPr txBox="1">
                  <a:spLocks noRot="1" noChangeAspect="1" noMove="1" noResize="1" noEditPoints="1" noAdjustHandles="1" noChangeArrowheads="1" noChangeShapeType="1" noTextEdit="1"/>
                </p:cNvSpPr>
                <p:nvPr/>
              </p:nvSpPr>
              <p:spPr>
                <a:xfrm>
                  <a:off x="7010568" y="2030164"/>
                  <a:ext cx="715161" cy="430953"/>
                </a:xfrm>
                <a:prstGeom prst="rect">
                  <a:avLst/>
                </a:prstGeom>
                <a:blipFill rotWithShape="1">
                  <a:blip r:embed="rId15"/>
                </a:blipFill>
              </p:spPr>
              <p:txBody>
                <a:bodyPr/>
                <a:lstStyle/>
                <a:p>
                  <a:r>
                    <a:rPr lang="en-US" altLang="en-US">
                      <a:noFill/>
                    </a:rPr>
                    <a:t> </a:t>
                  </a:r>
                </a:p>
              </p:txBody>
            </p:sp>
          </mc:Fallback>
        </mc:AlternateContent>
        <p:sp>
          <p:nvSpPr>
            <p:cNvPr id="140" name="矩形 139"/>
            <p:cNvSpPr/>
            <p:nvPr/>
          </p:nvSpPr>
          <p:spPr>
            <a:xfrm>
              <a:off x="7535874" y="1996858"/>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1" name="文字方塊 140"/>
                <p:cNvSpPr txBox="1"/>
                <p:nvPr/>
              </p:nvSpPr>
              <p:spPr>
                <a:xfrm>
                  <a:off x="7354389" y="2037036"/>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41" name="文字方塊 140"/>
                <p:cNvSpPr txBox="1">
                  <a:spLocks noRot="1" noChangeAspect="1" noMove="1" noResize="1" noEditPoints="1" noAdjustHandles="1" noChangeArrowheads="1" noChangeShapeType="1" noTextEdit="1"/>
                </p:cNvSpPr>
                <p:nvPr/>
              </p:nvSpPr>
              <p:spPr>
                <a:xfrm>
                  <a:off x="7354389" y="2037036"/>
                  <a:ext cx="715161" cy="430107"/>
                </a:xfrm>
                <a:prstGeom prst="rect">
                  <a:avLst/>
                </a:prstGeom>
                <a:blipFill rotWithShape="1">
                  <a:blip r:embed="rId14"/>
                </a:blipFill>
              </p:spPr>
              <p:txBody>
                <a:bodyPr/>
                <a:lstStyle/>
                <a:p>
                  <a:r>
                    <a:rPr lang="en-US" altLang="en-US">
                      <a:noFill/>
                    </a:rPr>
                    <a:t> </a:t>
                  </a:r>
                </a:p>
              </p:txBody>
            </p:sp>
          </mc:Fallback>
        </mc:AlternateContent>
      </p:grpSp>
      <p:grpSp>
        <p:nvGrpSpPr>
          <p:cNvPr id="150" name="群組 149"/>
          <p:cNvGrpSpPr/>
          <p:nvPr/>
        </p:nvGrpSpPr>
        <p:grpSpPr>
          <a:xfrm>
            <a:off x="9206654" y="4037153"/>
            <a:ext cx="2598884" cy="684345"/>
            <a:chOff x="3387509" y="317020"/>
            <a:chExt cx="1732589" cy="456230"/>
          </a:xfrm>
        </p:grpSpPr>
        <mc:AlternateContent xmlns:mc="http://schemas.openxmlformats.org/markup-compatibility/2006" xmlns:a14="http://schemas.microsoft.com/office/drawing/2010/main">
          <mc:Choice Requires="a14">
            <p:sp>
              <p:nvSpPr>
                <p:cNvPr id="142" name="文字方塊 141"/>
                <p:cNvSpPr txBox="1"/>
                <p:nvPr/>
              </p:nvSpPr>
              <p:spPr>
                <a:xfrm>
                  <a:off x="3387509" y="31702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42" name="文字方塊 141"/>
                <p:cNvSpPr txBox="1">
                  <a:spLocks noRot="1" noChangeAspect="1" noMove="1" noResize="1" noEditPoints="1" noAdjustHandles="1" noChangeArrowheads="1" noChangeShapeType="1" noTextEdit="1"/>
                </p:cNvSpPr>
                <p:nvPr/>
              </p:nvSpPr>
              <p:spPr>
                <a:xfrm>
                  <a:off x="3387509" y="317020"/>
                  <a:ext cx="715161" cy="430953"/>
                </a:xfrm>
                <a:prstGeom prst="rect">
                  <a:avLst/>
                </a:prstGeom>
                <a:blipFill rotWithShape="1">
                  <a:blip r:embed="rId2"/>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3" name="文字方塊 142"/>
                <p:cNvSpPr txBox="1"/>
                <p:nvPr/>
              </p:nvSpPr>
              <p:spPr>
                <a:xfrm>
                  <a:off x="4061116" y="33627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43" name="文字方塊 142"/>
                <p:cNvSpPr txBox="1">
                  <a:spLocks noRot="1" noChangeAspect="1" noMove="1" noResize="1" noEditPoints="1" noAdjustHandles="1" noChangeArrowheads="1" noChangeShapeType="1" noTextEdit="1"/>
                </p:cNvSpPr>
                <p:nvPr/>
              </p:nvSpPr>
              <p:spPr>
                <a:xfrm>
                  <a:off x="4061116" y="336271"/>
                  <a:ext cx="715161" cy="430953"/>
                </a:xfrm>
                <a:prstGeom prst="rect">
                  <a:avLst/>
                </a:prstGeom>
                <a:blipFill rotWithShape="1">
                  <a:blip r:embed="rId8"/>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4" name="文字方塊 143"/>
                <p:cNvSpPr txBox="1"/>
                <p:nvPr/>
              </p:nvSpPr>
              <p:spPr>
                <a:xfrm>
                  <a:off x="4404937" y="343143"/>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4404937" y="343143"/>
                  <a:ext cx="715161" cy="430107"/>
                </a:xfrm>
                <a:prstGeom prst="rect">
                  <a:avLst/>
                </a:prstGeom>
                <a:blipFill rotWithShape="1">
                  <a:blip r:embed="rId11"/>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5" name="文字方塊 144"/>
                <p:cNvSpPr txBox="1"/>
                <p:nvPr/>
              </p:nvSpPr>
              <p:spPr>
                <a:xfrm>
                  <a:off x="3745089" y="32508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45" name="文字方塊 144"/>
                <p:cNvSpPr txBox="1">
                  <a:spLocks noRot="1" noChangeAspect="1" noMove="1" noResize="1" noEditPoints="1" noAdjustHandles="1" noChangeArrowheads="1" noChangeShapeType="1" noTextEdit="1"/>
                </p:cNvSpPr>
                <p:nvPr/>
              </p:nvSpPr>
              <p:spPr>
                <a:xfrm>
                  <a:off x="3745089" y="325081"/>
                  <a:ext cx="715161" cy="430953"/>
                </a:xfrm>
                <a:prstGeom prst="rect">
                  <a:avLst/>
                </a:prstGeom>
                <a:blipFill rotWithShape="1">
                  <a:blip r:embed="rId5"/>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146" name="文字方塊 145"/>
              <p:cNvSpPr txBox="1"/>
              <p:nvPr/>
            </p:nvSpPr>
            <p:spPr>
              <a:xfrm>
                <a:off x="9179864" y="2294458"/>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46" name="文字方塊 145"/>
              <p:cNvSpPr txBox="1">
                <a:spLocks noRot="1" noChangeAspect="1" noMove="1" noResize="1" noEditPoints="1" noAdjustHandles="1" noChangeArrowheads="1" noChangeShapeType="1" noTextEdit="1"/>
              </p:cNvSpPr>
              <p:nvPr/>
            </p:nvSpPr>
            <p:spPr>
              <a:xfrm>
                <a:off x="9179864" y="2294458"/>
                <a:ext cx="1072742" cy="646430"/>
              </a:xfrm>
              <a:prstGeom prst="rect">
                <a:avLst/>
              </a:prstGeom>
              <a:blipFill rotWithShape="1">
                <a:blip r:embed="rId3"/>
                <a:stretch>
                  <a:fillRect l="-28" t="-31" r="49" b="3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7" name="文字方塊 146"/>
              <p:cNvSpPr txBox="1"/>
              <p:nvPr/>
            </p:nvSpPr>
            <p:spPr>
              <a:xfrm>
                <a:off x="10190274" y="232333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47" name="文字方塊 146"/>
              <p:cNvSpPr txBox="1">
                <a:spLocks noRot="1" noChangeAspect="1" noMove="1" noResize="1" noEditPoints="1" noAdjustHandles="1" noChangeArrowheads="1" noChangeShapeType="1" noTextEdit="1"/>
              </p:cNvSpPr>
              <p:nvPr/>
            </p:nvSpPr>
            <p:spPr>
              <a:xfrm>
                <a:off x="10190274" y="2323335"/>
                <a:ext cx="1072742" cy="646430"/>
              </a:xfrm>
              <a:prstGeom prst="rect">
                <a:avLst/>
              </a:prstGeom>
              <a:blipFill rotWithShape="1">
                <a:blip r:embed="rId9"/>
                <a:stretch>
                  <a:fillRect l="-40" t="-78" r="2" b="7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8" name="文字方塊 147"/>
              <p:cNvSpPr txBox="1"/>
              <p:nvPr/>
            </p:nvSpPr>
            <p:spPr>
              <a:xfrm>
                <a:off x="10706006" y="2333643"/>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48" name="文字方塊 147"/>
              <p:cNvSpPr txBox="1">
                <a:spLocks noRot="1" noChangeAspect="1" noMove="1" noResize="1" noEditPoints="1" noAdjustHandles="1" noChangeArrowheads="1" noChangeShapeType="1" noTextEdit="1"/>
              </p:cNvSpPr>
              <p:nvPr/>
            </p:nvSpPr>
            <p:spPr>
              <a:xfrm>
                <a:off x="10706006" y="2333643"/>
                <a:ext cx="1072742" cy="645160"/>
              </a:xfrm>
              <a:prstGeom prst="rect">
                <a:avLst/>
              </a:prstGeom>
              <a:blipFill rotWithShape="1">
                <a:blip r:embed="rId12"/>
                <a:stretch>
                  <a:fillRect l="-50" t="-3" r="12" b="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9" name="文字方塊 148"/>
              <p:cNvSpPr txBox="1"/>
              <p:nvPr/>
            </p:nvSpPr>
            <p:spPr>
              <a:xfrm>
                <a:off x="9716234" y="2306550"/>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49" name="文字方塊 148"/>
              <p:cNvSpPr txBox="1">
                <a:spLocks noRot="1" noChangeAspect="1" noMove="1" noResize="1" noEditPoints="1" noAdjustHandles="1" noChangeArrowheads="1" noChangeShapeType="1" noTextEdit="1"/>
              </p:cNvSpPr>
              <p:nvPr/>
            </p:nvSpPr>
            <p:spPr>
              <a:xfrm>
                <a:off x="9716234" y="2306550"/>
                <a:ext cx="1072742" cy="646430"/>
              </a:xfrm>
              <a:prstGeom prst="rect">
                <a:avLst/>
              </a:prstGeom>
              <a:blipFill rotWithShape="1">
                <a:blip r:embed="rId6"/>
                <a:stretch>
                  <a:fillRect l="-9" t="-36" r="30" b="3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1" name="文字方塊 150"/>
              <p:cNvSpPr txBox="1"/>
              <p:nvPr/>
            </p:nvSpPr>
            <p:spPr>
              <a:xfrm>
                <a:off x="14196419" y="1374504"/>
                <a:ext cx="234950"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I</m:t>
                      </m:r>
                    </m:oMath>
                  </m:oMathPara>
                </a14:m>
                <a:endParaRPr lang="zh-TW" altLang="en-US" sz="4200" dirty="0"/>
              </a:p>
            </p:txBody>
          </p:sp>
        </mc:Choice>
        <mc:Fallback xmlns="">
          <p:sp>
            <p:nvSpPr>
              <p:cNvPr id="151" name="文字方塊 150"/>
              <p:cNvSpPr txBox="1">
                <a:spLocks noRot="1" noChangeAspect="1" noMove="1" noResize="1" noEditPoints="1" noAdjustHandles="1" noChangeArrowheads="1" noChangeShapeType="1" noTextEdit="1"/>
              </p:cNvSpPr>
              <p:nvPr/>
            </p:nvSpPr>
            <p:spPr>
              <a:xfrm>
                <a:off x="14196419" y="1374504"/>
                <a:ext cx="234950" cy="645795"/>
              </a:xfrm>
              <a:prstGeom prst="rect">
                <a:avLst/>
              </a:prstGeom>
              <a:blipFill rotWithShape="1">
                <a:blip r:embed="rId24"/>
                <a:stretch>
                  <a:fillRect l="-153" t="-56" r="-37144" b="5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2" name="文字方塊 151"/>
              <p:cNvSpPr txBox="1"/>
              <p:nvPr/>
            </p:nvSpPr>
            <p:spPr>
              <a:xfrm>
                <a:off x="14219793" y="3009963"/>
                <a:ext cx="234950"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I</m:t>
                      </m:r>
                    </m:oMath>
                  </m:oMathPara>
                </a14:m>
                <a:endParaRPr lang="zh-TW" altLang="en-US" sz="4200" dirty="0"/>
              </a:p>
            </p:txBody>
          </p:sp>
        </mc:Choice>
        <mc:Fallback xmlns="">
          <p:sp>
            <p:nvSpPr>
              <p:cNvPr id="152" name="文字方塊 151"/>
              <p:cNvSpPr txBox="1">
                <a:spLocks noRot="1" noChangeAspect="1" noMove="1" noResize="1" noEditPoints="1" noAdjustHandles="1" noChangeArrowheads="1" noChangeShapeType="1" noTextEdit="1"/>
              </p:cNvSpPr>
              <p:nvPr/>
            </p:nvSpPr>
            <p:spPr>
              <a:xfrm>
                <a:off x="14219793" y="3009963"/>
                <a:ext cx="234950" cy="645795"/>
              </a:xfrm>
              <a:prstGeom prst="rect">
                <a:avLst/>
              </a:prstGeom>
              <a:blipFill rotWithShape="1">
                <a:blip r:embed="rId24"/>
                <a:stretch>
                  <a:fillRect l="-101" t="-10" r="-37196" b="1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3" name="文字方塊 152"/>
              <p:cNvSpPr txBox="1"/>
              <p:nvPr/>
            </p:nvSpPr>
            <p:spPr>
              <a:xfrm>
                <a:off x="14249144" y="4751049"/>
                <a:ext cx="234950"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I</m:t>
                      </m:r>
                    </m:oMath>
                  </m:oMathPara>
                </a14:m>
                <a:endParaRPr lang="zh-TW" altLang="en-US" sz="4200" dirty="0"/>
              </a:p>
            </p:txBody>
          </p:sp>
        </mc:Choice>
        <mc:Fallback xmlns="">
          <p:sp>
            <p:nvSpPr>
              <p:cNvPr id="153" name="文字方塊 152"/>
              <p:cNvSpPr txBox="1">
                <a:spLocks noRot="1" noChangeAspect="1" noMove="1" noResize="1" noEditPoints="1" noAdjustHandles="1" noChangeArrowheads="1" noChangeShapeType="1" noTextEdit="1"/>
              </p:cNvSpPr>
              <p:nvPr/>
            </p:nvSpPr>
            <p:spPr>
              <a:xfrm>
                <a:off x="14249144" y="4751049"/>
                <a:ext cx="234950" cy="645795"/>
              </a:xfrm>
              <a:prstGeom prst="rect">
                <a:avLst/>
              </a:prstGeom>
              <a:blipFill rotWithShape="1">
                <a:blip r:embed="rId24"/>
                <a:stretch>
                  <a:fillRect l="-161" t="-95" r="-37136" b="9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4" name="文字方塊 153"/>
              <p:cNvSpPr txBox="1"/>
              <p:nvPr/>
            </p:nvSpPr>
            <p:spPr>
              <a:xfrm>
                <a:off x="10200506" y="1251207"/>
                <a:ext cx="430530"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𝑄</m:t>
                      </m:r>
                    </m:oMath>
                  </m:oMathPara>
                </a14:m>
                <a:endParaRPr lang="zh-TW" altLang="en-US" sz="4200" dirty="0"/>
              </a:p>
            </p:txBody>
          </p:sp>
        </mc:Choice>
        <mc:Fallback xmlns="">
          <p:sp>
            <p:nvSpPr>
              <p:cNvPr id="154" name="文字方塊 153"/>
              <p:cNvSpPr txBox="1">
                <a:spLocks noRot="1" noChangeAspect="1" noMove="1" noResize="1" noEditPoints="1" noAdjustHandles="1" noChangeArrowheads="1" noChangeShapeType="1" noTextEdit="1"/>
              </p:cNvSpPr>
              <p:nvPr/>
            </p:nvSpPr>
            <p:spPr>
              <a:xfrm>
                <a:off x="10200506" y="1251207"/>
                <a:ext cx="430530" cy="645795"/>
              </a:xfrm>
              <a:prstGeom prst="rect">
                <a:avLst/>
              </a:prstGeom>
              <a:blipFill rotWithShape="1">
                <a:blip r:embed="rId25"/>
                <a:stretch>
                  <a:fillRect l="-116" t="-40" r="-19353" b="4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5" name="文字方塊 154"/>
              <p:cNvSpPr txBox="1"/>
              <p:nvPr/>
            </p:nvSpPr>
            <p:spPr>
              <a:xfrm>
                <a:off x="10204490" y="3026141"/>
                <a:ext cx="501483" cy="6457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𝐾</m:t>
                      </m:r>
                    </m:oMath>
                  </m:oMathPara>
                </a14:m>
                <a:endParaRPr lang="zh-TW" altLang="en-US" sz="4200" dirty="0"/>
              </a:p>
            </p:txBody>
          </p:sp>
        </mc:Choice>
        <mc:Fallback xmlns="">
          <p:sp>
            <p:nvSpPr>
              <p:cNvPr id="155" name="文字方塊 154"/>
              <p:cNvSpPr txBox="1">
                <a:spLocks noRot="1" noChangeAspect="1" noMove="1" noResize="1" noEditPoints="1" noAdjustHandles="1" noChangeArrowheads="1" noChangeShapeType="1" noTextEdit="1"/>
              </p:cNvSpPr>
              <p:nvPr/>
            </p:nvSpPr>
            <p:spPr>
              <a:xfrm>
                <a:off x="10204490" y="3026141"/>
                <a:ext cx="501483" cy="645795"/>
              </a:xfrm>
              <a:prstGeom prst="rect">
                <a:avLst/>
              </a:prstGeom>
              <a:blipFill rotWithShape="1">
                <a:blip r:embed="rId26"/>
                <a:stretch>
                  <a:fillRect l="-8" t="-57" r="101" b="5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6" name="文字方塊 155"/>
              <p:cNvSpPr txBox="1"/>
              <p:nvPr/>
            </p:nvSpPr>
            <p:spPr>
              <a:xfrm>
                <a:off x="10200506" y="4768835"/>
                <a:ext cx="404495"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𝑉</m:t>
                      </m:r>
                    </m:oMath>
                  </m:oMathPara>
                </a14:m>
                <a:endParaRPr lang="zh-TW" altLang="en-US" sz="4200" dirty="0"/>
              </a:p>
            </p:txBody>
          </p:sp>
        </mc:Choice>
        <mc:Fallback xmlns="">
          <p:sp>
            <p:nvSpPr>
              <p:cNvPr id="156" name="文字方塊 155"/>
              <p:cNvSpPr txBox="1">
                <a:spLocks noRot="1" noChangeAspect="1" noMove="1" noResize="1" noEditPoints="1" noAdjustHandles="1" noChangeArrowheads="1" noChangeShapeType="1" noTextEdit="1"/>
              </p:cNvSpPr>
              <p:nvPr/>
            </p:nvSpPr>
            <p:spPr>
              <a:xfrm>
                <a:off x="10200506" y="4768835"/>
                <a:ext cx="404495" cy="645795"/>
              </a:xfrm>
              <a:prstGeom prst="rect">
                <a:avLst/>
              </a:prstGeom>
              <a:blipFill rotWithShape="1">
                <a:blip r:embed="rId27"/>
                <a:stretch>
                  <a:fillRect l="-124" t="-96" r="-20441" b="96"/>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17</a:t>
            </a:fld>
            <a:endParaRPr lang="zh-TW" altLang="en-US" sz="100"/>
          </a:p>
        </p:txBody>
      </p:sp>
      <p:sp>
        <p:nvSpPr>
          <p:cNvPr id="5" name="標題 1"/>
          <p:cNvSpPr>
            <a:spLocks noGrp="1"/>
          </p:cNvSpPr>
          <p:nvPr>
            <p:ph type="title"/>
          </p:nvPr>
        </p:nvSpPr>
        <p:spPr>
          <a:xfrm>
            <a:off x="1098550" y="161290"/>
            <a:ext cx="5425440" cy="1551305"/>
          </a:xfrm>
        </p:spPr>
        <p:txBody>
          <a:bodyPr/>
          <a:lstStyle/>
          <a:p>
            <a:pPr algn="l"/>
            <a:r>
              <a:rPr lang="en-US" altLang="zh-TW" dirty="0"/>
              <a:t>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直線單箭頭接點 108"/>
          <p:cNvCxnSpPr>
            <a:stCxn id="33" idx="0"/>
            <a:endCxn id="8" idx="5"/>
          </p:cNvCxnSpPr>
          <p:nvPr/>
        </p:nvCxnSpPr>
        <p:spPr>
          <a:xfrm flipH="1" flipV="1">
            <a:off x="3930650" y="4142105"/>
            <a:ext cx="337820" cy="16236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p:nvPr/>
        </p:nvCxnSpPr>
        <p:spPr>
          <a:xfrm flipH="1" flipV="1">
            <a:off x="7253004" y="4150227"/>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4862828" y="569379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8" name="文字方塊 27"/>
              <p:cNvSpPr txBox="1"/>
              <p:nvPr/>
            </p:nvSpPr>
            <p:spPr>
              <a:xfrm>
                <a:off x="4575189" y="575010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4575189" y="5750109"/>
                <a:ext cx="1072742" cy="646430"/>
              </a:xfrm>
              <a:prstGeom prst="rect">
                <a:avLst/>
              </a:prstGeom>
              <a:blipFill rotWithShape="1">
                <a:blip r:embed="rId3"/>
                <a:stretch>
                  <a:fillRect l="-1" t="-28" r="22" b="28"/>
                </a:stretch>
              </a:blipFill>
            </p:spPr>
            <p:txBody>
              <a:bodyPr/>
              <a:lstStyle/>
              <a:p>
                <a:r>
                  <a:rPr lang="en-US" altLang="en-US">
                    <a:noFill/>
                  </a:rPr>
                  <a:t> </a:t>
                </a:r>
              </a:p>
            </p:txBody>
          </p:sp>
        </mc:Fallback>
      </mc:AlternateContent>
      <p:sp>
        <p:nvSpPr>
          <p:cNvPr id="32" name="矩形 31"/>
          <p:cNvSpPr/>
          <p:nvPr/>
        </p:nvSpPr>
        <p:spPr>
          <a:xfrm>
            <a:off x="4004261" y="569379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 name="文字方塊 32"/>
              <p:cNvSpPr txBox="1"/>
              <p:nvPr/>
            </p:nvSpPr>
            <p:spPr>
              <a:xfrm>
                <a:off x="3732033" y="5765520"/>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3732033" y="5765520"/>
                <a:ext cx="1072742" cy="646430"/>
              </a:xfrm>
              <a:prstGeom prst="rect">
                <a:avLst/>
              </a:prstGeom>
              <a:blipFill rotWithShape="1">
                <a:blip r:embed="rId4"/>
                <a:stretch>
                  <a:fillRect l="-13" t="-55" r="34" b="55"/>
                </a:stretch>
              </a:blipFill>
            </p:spPr>
            <p:txBody>
              <a:bodyPr/>
              <a:lstStyle/>
              <a:p>
                <a:r>
                  <a:rPr lang="en-US" altLang="en-US">
                    <a:noFill/>
                  </a:rPr>
                  <a:t> </a:t>
                </a:r>
              </a:p>
            </p:txBody>
          </p:sp>
        </mc:Fallback>
      </mc:AlternateContent>
      <p:sp>
        <p:nvSpPr>
          <p:cNvPr id="34" name="矩形 33"/>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5" name="文字方塊 34"/>
              <p:cNvSpPr txBox="1"/>
              <p:nvPr/>
            </p:nvSpPr>
            <p:spPr>
              <a:xfrm>
                <a:off x="2888879" y="5765520"/>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2888879" y="5765520"/>
                <a:ext cx="1072742" cy="640715"/>
              </a:xfrm>
              <a:prstGeom prst="rect">
                <a:avLst/>
              </a:prstGeom>
              <a:blipFill rotWithShape="1">
                <a:blip r:embed="rId5"/>
                <a:stretch>
                  <a:fillRect l="-25" t="-55" r="46" b="55"/>
                </a:stretch>
              </a:blipFill>
            </p:spPr>
            <p:txBody>
              <a:bodyPr/>
              <a:lstStyle/>
              <a:p>
                <a:r>
                  <a:rPr lang="en-US" altLang="en-US">
                    <a:noFill/>
                  </a:rPr>
                  <a:t> </a:t>
                </a:r>
              </a:p>
            </p:txBody>
          </p:sp>
        </mc:Fallback>
      </mc:AlternateContent>
      <p:sp>
        <p:nvSpPr>
          <p:cNvPr id="74" name="矩形 73"/>
          <p:cNvSpPr/>
          <p:nvPr/>
        </p:nvSpPr>
        <p:spPr>
          <a:xfrm>
            <a:off x="8277146" y="566840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5" name="文字方塊 74"/>
              <p:cNvSpPr txBox="1"/>
              <p:nvPr/>
            </p:nvSpPr>
            <p:spPr>
              <a:xfrm>
                <a:off x="7989507" y="572471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7989507" y="5724714"/>
                <a:ext cx="1072742" cy="646430"/>
              </a:xfrm>
              <a:prstGeom prst="rect">
                <a:avLst/>
              </a:prstGeom>
              <a:blipFill rotWithShape="1">
                <a:blip r:embed="rId6"/>
                <a:stretch>
                  <a:fillRect l="-53" t="-29" r="15" b="29"/>
                </a:stretch>
              </a:blipFill>
            </p:spPr>
            <p:txBody>
              <a:bodyPr/>
              <a:lstStyle/>
              <a:p>
                <a:r>
                  <a:rPr lang="en-US" altLang="en-US">
                    <a:noFill/>
                  </a:rPr>
                  <a:t> </a:t>
                </a:r>
              </a:p>
            </p:txBody>
          </p:sp>
        </mc:Fallback>
      </mc:AlternateContent>
      <p:sp>
        <p:nvSpPr>
          <p:cNvPr id="76" name="矩形 75"/>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7" name="文字方塊 76"/>
              <p:cNvSpPr txBox="1"/>
              <p:nvPr/>
            </p:nvSpPr>
            <p:spPr>
              <a:xfrm>
                <a:off x="7146351" y="57401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7146351" y="5740125"/>
                <a:ext cx="1072742" cy="646430"/>
              </a:xfrm>
              <a:prstGeom prst="rect">
                <a:avLst/>
              </a:prstGeom>
              <a:blipFill rotWithShape="1">
                <a:blip r:embed="rId7"/>
                <a:stretch>
                  <a:fillRect l="-6" t="-56" r="27" b="56"/>
                </a:stretch>
              </a:blipFill>
            </p:spPr>
            <p:txBody>
              <a:bodyPr/>
              <a:lstStyle/>
              <a:p>
                <a:r>
                  <a:rPr lang="en-US" altLang="en-US">
                    <a:noFill/>
                  </a:rPr>
                  <a:t> </a:t>
                </a:r>
              </a:p>
            </p:txBody>
          </p:sp>
        </mc:Fallback>
      </mc:AlternateContent>
      <p:sp>
        <p:nvSpPr>
          <p:cNvPr id="78" name="矩形 77"/>
          <p:cNvSpPr/>
          <p:nvPr/>
        </p:nvSpPr>
        <p:spPr>
          <a:xfrm>
            <a:off x="6575424" y="5668400"/>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9" name="文字方塊 78"/>
              <p:cNvSpPr txBox="1"/>
              <p:nvPr/>
            </p:nvSpPr>
            <p:spPr>
              <a:xfrm>
                <a:off x="6303196" y="5740125"/>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6303196" y="5740125"/>
                <a:ext cx="1072742" cy="640715"/>
              </a:xfrm>
              <a:prstGeom prst="rect">
                <a:avLst/>
              </a:prstGeom>
              <a:blipFill rotWithShape="1">
                <a:blip r:embed="rId8"/>
                <a:stretch>
                  <a:fillRect l="-17" t="-56" r="38" b="56"/>
                </a:stretch>
              </a:blipFill>
            </p:spPr>
            <p:txBody>
              <a:bodyPr/>
              <a:lstStyle/>
              <a:p>
                <a:r>
                  <a:rPr lang="en-US" altLang="en-US">
                    <a:noFill/>
                  </a:rPr>
                  <a:t> </a:t>
                </a:r>
              </a:p>
            </p:txBody>
          </p:sp>
        </mc:Fallback>
      </mc:AlternateContent>
      <p:sp>
        <p:nvSpPr>
          <p:cNvPr id="85" name="矩形 84"/>
          <p:cNvSpPr/>
          <p:nvPr/>
        </p:nvSpPr>
        <p:spPr>
          <a:xfrm>
            <a:off x="11643320" y="5684291"/>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6" name="文字方塊 85"/>
              <p:cNvSpPr txBox="1"/>
              <p:nvPr/>
            </p:nvSpPr>
            <p:spPr>
              <a:xfrm>
                <a:off x="11355681" y="574060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6" name="文字方塊 85"/>
              <p:cNvSpPr txBox="1">
                <a:spLocks noRot="1" noChangeAspect="1" noMove="1" noResize="1" noEditPoints="1" noAdjustHandles="1" noChangeArrowheads="1" noChangeShapeType="1" noTextEdit="1"/>
              </p:cNvSpPr>
              <p:nvPr/>
            </p:nvSpPr>
            <p:spPr>
              <a:xfrm>
                <a:off x="11355681" y="5740605"/>
                <a:ext cx="1072742" cy="646430"/>
              </a:xfrm>
              <a:prstGeom prst="rect">
                <a:avLst/>
              </a:prstGeom>
              <a:blipFill rotWithShape="1">
                <a:blip r:embed="rId9"/>
                <a:stretch>
                  <a:fillRect l="-57" t="-32" r="19" b="32"/>
                </a:stretch>
              </a:blipFill>
            </p:spPr>
            <p:txBody>
              <a:bodyPr/>
              <a:lstStyle/>
              <a:p>
                <a:r>
                  <a:rPr lang="en-US" altLang="en-US">
                    <a:noFill/>
                  </a:rPr>
                  <a:t> </a:t>
                </a:r>
              </a:p>
            </p:txBody>
          </p:sp>
        </mc:Fallback>
      </mc:AlternateContent>
      <p:sp>
        <p:nvSpPr>
          <p:cNvPr id="87" name="矩形 86"/>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8" name="文字方塊 87"/>
              <p:cNvSpPr txBox="1"/>
              <p:nvPr/>
            </p:nvSpPr>
            <p:spPr>
              <a:xfrm>
                <a:off x="10512525" y="575601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8" name="文字方塊 87"/>
              <p:cNvSpPr txBox="1">
                <a:spLocks noRot="1" noChangeAspect="1" noMove="1" noResize="1" noEditPoints="1" noAdjustHandles="1" noChangeArrowheads="1" noChangeShapeType="1" noTextEdit="1"/>
              </p:cNvSpPr>
              <p:nvPr/>
            </p:nvSpPr>
            <p:spPr>
              <a:xfrm>
                <a:off x="10512525" y="5756016"/>
                <a:ext cx="1072742" cy="646430"/>
              </a:xfrm>
              <a:prstGeom prst="rect">
                <a:avLst/>
              </a:prstGeom>
              <a:blipFill rotWithShape="1">
                <a:blip r:embed="rId10"/>
                <a:stretch>
                  <a:fillRect l="-9" t="-58" r="30" b="58"/>
                </a:stretch>
              </a:blipFill>
            </p:spPr>
            <p:txBody>
              <a:bodyPr/>
              <a:lstStyle/>
              <a:p>
                <a:r>
                  <a:rPr lang="en-US" altLang="en-US">
                    <a:noFill/>
                  </a:rPr>
                  <a:t> </a:t>
                </a:r>
              </a:p>
            </p:txBody>
          </p:sp>
        </mc:Fallback>
      </mc:AlternateContent>
      <p:sp>
        <p:nvSpPr>
          <p:cNvPr id="89" name="矩形 88"/>
          <p:cNvSpPr/>
          <p:nvPr/>
        </p:nvSpPr>
        <p:spPr>
          <a:xfrm>
            <a:off x="9941598" y="5684291"/>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0" name="文字方塊 89"/>
              <p:cNvSpPr txBox="1"/>
              <p:nvPr/>
            </p:nvSpPr>
            <p:spPr>
              <a:xfrm>
                <a:off x="9669371" y="5756016"/>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90" name="文字方塊 89"/>
              <p:cNvSpPr txBox="1">
                <a:spLocks noRot="1" noChangeAspect="1" noMove="1" noResize="1" noEditPoints="1" noAdjustHandles="1" noChangeArrowheads="1" noChangeShapeType="1" noTextEdit="1"/>
              </p:cNvSpPr>
              <p:nvPr/>
            </p:nvSpPr>
            <p:spPr>
              <a:xfrm>
                <a:off x="9669371" y="5756016"/>
                <a:ext cx="1072742" cy="640715"/>
              </a:xfrm>
              <a:prstGeom prst="rect">
                <a:avLst/>
              </a:prstGeom>
              <a:blipFill rotWithShape="1">
                <a:blip r:embed="rId11"/>
                <a:stretch>
                  <a:fillRect l="-21" t="-59" r="42" b="59"/>
                </a:stretch>
              </a:blipFill>
            </p:spPr>
            <p:txBody>
              <a:bodyPr/>
              <a:lstStyle/>
              <a:p>
                <a:r>
                  <a:rPr lang="en-US" altLang="en-US">
                    <a:noFill/>
                  </a:rPr>
                  <a:t> </a:t>
                </a:r>
              </a:p>
            </p:txBody>
          </p:sp>
        </mc:Fallback>
      </mc:AlternateContent>
      <p:sp>
        <p:nvSpPr>
          <p:cNvPr id="96" name="矩形 95"/>
          <p:cNvSpPr/>
          <p:nvPr/>
        </p:nvSpPr>
        <p:spPr>
          <a:xfrm>
            <a:off x="15022376" y="570467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7" name="文字方塊 96"/>
              <p:cNvSpPr txBox="1"/>
              <p:nvPr/>
            </p:nvSpPr>
            <p:spPr>
              <a:xfrm>
                <a:off x="14734737" y="5760987"/>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7" name="文字方塊 96"/>
              <p:cNvSpPr txBox="1">
                <a:spLocks noRot="1" noChangeAspect="1" noMove="1" noResize="1" noEditPoints="1" noAdjustHandles="1" noChangeArrowheads="1" noChangeShapeType="1" noTextEdit="1"/>
              </p:cNvSpPr>
              <p:nvPr/>
            </p:nvSpPr>
            <p:spPr>
              <a:xfrm>
                <a:off x="14734737" y="5760987"/>
                <a:ext cx="1072742" cy="645160"/>
              </a:xfrm>
              <a:prstGeom prst="rect">
                <a:avLst/>
              </a:prstGeom>
              <a:blipFill rotWithShape="1">
                <a:blip r:embed="rId12"/>
                <a:stretch>
                  <a:fillRect l="-18" t="-41" r="40" b="41"/>
                </a:stretch>
              </a:blipFill>
            </p:spPr>
            <p:txBody>
              <a:bodyPr/>
              <a:lstStyle/>
              <a:p>
                <a:r>
                  <a:rPr lang="en-US" altLang="en-US">
                    <a:noFill/>
                  </a:rPr>
                  <a:t> </a:t>
                </a:r>
              </a:p>
            </p:txBody>
          </p:sp>
        </mc:Fallback>
      </mc:AlternateContent>
      <p:sp>
        <p:nvSpPr>
          <p:cNvPr id="98" name="矩形 97"/>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9" name="文字方塊 98"/>
              <p:cNvSpPr txBox="1"/>
              <p:nvPr/>
            </p:nvSpPr>
            <p:spPr>
              <a:xfrm>
                <a:off x="13891581" y="577639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13891581" y="5776398"/>
                <a:ext cx="1072742" cy="645160"/>
              </a:xfrm>
              <a:prstGeom prst="rect">
                <a:avLst/>
              </a:prstGeom>
              <a:blipFill rotWithShape="1">
                <a:blip r:embed="rId13"/>
                <a:stretch>
                  <a:fillRect l="-30" t="-68" r="51" b="68"/>
                </a:stretch>
              </a:blipFill>
            </p:spPr>
            <p:txBody>
              <a:bodyPr/>
              <a:lstStyle/>
              <a:p>
                <a:r>
                  <a:rPr lang="en-US" altLang="en-US">
                    <a:noFill/>
                  </a:rPr>
                  <a:t> </a:t>
                </a:r>
              </a:p>
            </p:txBody>
          </p:sp>
        </mc:Fallback>
      </mc:AlternateContent>
      <p:sp>
        <p:nvSpPr>
          <p:cNvPr id="100" name="矩形 99"/>
          <p:cNvSpPr/>
          <p:nvPr/>
        </p:nvSpPr>
        <p:spPr>
          <a:xfrm>
            <a:off x="13320654" y="5704673"/>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1" name="文字方塊 100"/>
              <p:cNvSpPr txBox="1"/>
              <p:nvPr/>
            </p:nvSpPr>
            <p:spPr>
              <a:xfrm>
                <a:off x="13048427" y="5776398"/>
                <a:ext cx="1072742" cy="6394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13048427" y="5776398"/>
                <a:ext cx="1072742" cy="639445"/>
              </a:xfrm>
              <a:prstGeom prst="rect">
                <a:avLst/>
              </a:prstGeom>
              <a:blipFill rotWithShape="1">
                <a:blip r:embed="rId14"/>
                <a:stretch>
                  <a:fillRect l="-42" t="-68" r="4" b="68"/>
                </a:stretch>
              </a:blipFill>
            </p:spPr>
            <p:txBody>
              <a:bodyPr/>
              <a:lstStyle/>
              <a:p>
                <a:r>
                  <a:rPr lang="en-US" altLang="en-US">
                    <a:noFill/>
                  </a:rPr>
                  <a:t> </a:t>
                </a:r>
              </a:p>
            </p:txBody>
          </p:sp>
        </mc:Fallback>
      </mc:AlternateContent>
      <p:sp>
        <p:nvSpPr>
          <p:cNvPr id="8" name="橢圓 7"/>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08" name="橢圓 107"/>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1" name="橢圓 110"/>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4" name="橢圓 113"/>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15" name="直線單箭頭接點 114"/>
          <p:cNvCxnSpPr>
            <a:stCxn id="34" idx="0"/>
            <a:endCxn id="114" idx="4"/>
          </p:cNvCxnSpPr>
          <p:nvPr/>
        </p:nvCxnSpPr>
        <p:spPr>
          <a:xfrm flipV="1">
            <a:off x="3377106" y="4245632"/>
            <a:ext cx="10588980" cy="1448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a:stCxn id="34" idx="0"/>
            <a:endCxn id="111" idx="4"/>
          </p:cNvCxnSpPr>
          <p:nvPr/>
        </p:nvCxnSpPr>
        <p:spPr>
          <a:xfrm flipV="1">
            <a:off x="3377106" y="4207530"/>
            <a:ext cx="7212540" cy="14862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34" idx="0"/>
            <a:endCxn id="108" idx="4"/>
          </p:cNvCxnSpPr>
          <p:nvPr/>
        </p:nvCxnSpPr>
        <p:spPr>
          <a:xfrm flipV="1">
            <a:off x="3377106" y="4194243"/>
            <a:ext cx="3904427" cy="14995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a:stCxn id="34" idx="0"/>
            <a:endCxn id="8" idx="4"/>
          </p:cNvCxnSpPr>
          <p:nvPr/>
        </p:nvCxnSpPr>
        <p:spPr>
          <a:xfrm flipV="1">
            <a:off x="3377106" y="4181543"/>
            <a:ext cx="457911" cy="15122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6" name="文字方塊 125"/>
              <p:cNvSpPr txBox="1"/>
              <p:nvPr/>
            </p:nvSpPr>
            <p:spPr>
              <a:xfrm>
                <a:off x="4130031" y="1329414"/>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1,1</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126" name="文字方塊 125"/>
              <p:cNvSpPr txBox="1">
                <a:spLocks noRot="1" noChangeAspect="1" noMove="1" noResize="1" noEditPoints="1" noAdjustHandles="1" noChangeArrowheads="1" noChangeShapeType="1" noTextEdit="1"/>
              </p:cNvSpPr>
              <p:nvPr/>
            </p:nvSpPr>
            <p:spPr>
              <a:xfrm>
                <a:off x="4130031" y="1329414"/>
                <a:ext cx="1264920" cy="556895"/>
              </a:xfrm>
              <a:prstGeom prst="rect">
                <a:avLst/>
              </a:prstGeom>
              <a:blipFill rotWithShape="1">
                <a:blip r:embed="rId15"/>
                <a:stretch>
                  <a:fillRect l="-49" t="-64" r="-5824" b="64"/>
                </a:stretch>
              </a:blipFill>
            </p:spPr>
            <p:txBody>
              <a:bodyPr/>
              <a:lstStyle/>
              <a:p>
                <a:r>
                  <a:rPr lang="en-US" altLang="en-US">
                    <a:noFill/>
                  </a:rPr>
                  <a:t> </a:t>
                </a:r>
              </a:p>
            </p:txBody>
          </p:sp>
        </mc:Fallback>
      </mc:AlternateContent>
      <p:grpSp>
        <p:nvGrpSpPr>
          <p:cNvPr id="127" name="群組 126"/>
          <p:cNvGrpSpPr/>
          <p:nvPr/>
        </p:nvGrpSpPr>
        <p:grpSpPr>
          <a:xfrm>
            <a:off x="6391181" y="1201772"/>
            <a:ext cx="1072742" cy="810000"/>
            <a:chOff x="7174951" y="3803115"/>
            <a:chExt cx="715161" cy="540000"/>
          </a:xfrm>
        </p:grpSpPr>
        <p:sp>
          <p:nvSpPr>
            <p:cNvPr id="130" name="矩形 129"/>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1" name="文字方塊 130"/>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31" name="文字方塊 130"/>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166" name="矩形 165"/>
          <p:cNvSpPr/>
          <p:nvPr/>
        </p:nvSpPr>
        <p:spPr>
          <a:xfrm rot="5400000">
            <a:off x="5830280" y="118421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7" name="文字方塊 166"/>
              <p:cNvSpPr txBox="1"/>
              <p:nvPr/>
            </p:nvSpPr>
            <p:spPr>
              <a:xfrm>
                <a:off x="5555615" y="1247243"/>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7" name="文字方塊 166"/>
              <p:cNvSpPr txBox="1">
                <a:spLocks noRot="1" noChangeAspect="1" noMove="1" noResize="1" noEditPoints="1" noAdjustHandles="1" noChangeArrowheads="1" noChangeShapeType="1" noTextEdit="1"/>
              </p:cNvSpPr>
              <p:nvPr/>
            </p:nvSpPr>
            <p:spPr>
              <a:xfrm>
                <a:off x="5555615" y="1247243"/>
                <a:ext cx="1072742" cy="646430"/>
              </a:xfrm>
              <a:prstGeom prst="rect">
                <a:avLst/>
              </a:prstGeom>
              <a:blipFill rotWithShape="1">
                <a:blip r:embed="rId4"/>
                <a:stretch>
                  <a:fillRect t="-16" r="21"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0" name="文字方塊 169"/>
              <p:cNvSpPr txBox="1"/>
              <p:nvPr/>
            </p:nvSpPr>
            <p:spPr>
              <a:xfrm>
                <a:off x="7468398" y="1357521"/>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1,2</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170" name="文字方塊 169"/>
              <p:cNvSpPr txBox="1">
                <a:spLocks noRot="1" noChangeAspect="1" noMove="1" noResize="1" noEditPoints="1" noAdjustHandles="1" noChangeArrowheads="1" noChangeShapeType="1" noTextEdit="1"/>
              </p:cNvSpPr>
              <p:nvPr/>
            </p:nvSpPr>
            <p:spPr>
              <a:xfrm>
                <a:off x="7468398" y="1357521"/>
                <a:ext cx="1264920" cy="556895"/>
              </a:xfrm>
              <a:prstGeom prst="rect">
                <a:avLst/>
              </a:prstGeom>
              <a:blipFill rotWithShape="1">
                <a:blip r:embed="rId16"/>
                <a:stretch>
                  <a:fillRect l="-13" t="-94" r="-5861" b="94"/>
                </a:stretch>
              </a:blipFill>
            </p:spPr>
            <p:txBody>
              <a:bodyPr/>
              <a:lstStyle/>
              <a:p>
                <a:r>
                  <a:rPr lang="en-US" altLang="en-US">
                    <a:noFill/>
                  </a:rPr>
                  <a:t> </a:t>
                </a:r>
              </a:p>
            </p:txBody>
          </p:sp>
        </mc:Fallback>
      </mc:AlternateContent>
      <p:grpSp>
        <p:nvGrpSpPr>
          <p:cNvPr id="171" name="群組 170"/>
          <p:cNvGrpSpPr/>
          <p:nvPr/>
        </p:nvGrpSpPr>
        <p:grpSpPr>
          <a:xfrm>
            <a:off x="9729548" y="1229879"/>
            <a:ext cx="1072742" cy="810000"/>
            <a:chOff x="7174951" y="3803115"/>
            <a:chExt cx="715161" cy="540000"/>
          </a:xfrm>
        </p:grpSpPr>
        <p:sp>
          <p:nvSpPr>
            <p:cNvPr id="172" name="矩形 171"/>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3" name="文字方塊 172"/>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73" name="文字方塊 172"/>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174" name="矩形 173"/>
          <p:cNvSpPr/>
          <p:nvPr/>
        </p:nvSpPr>
        <p:spPr>
          <a:xfrm rot="5400000">
            <a:off x="9168647" y="121232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5" name="文字方塊 174"/>
              <p:cNvSpPr txBox="1"/>
              <p:nvPr/>
            </p:nvSpPr>
            <p:spPr>
              <a:xfrm>
                <a:off x="8893982" y="127534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75" name="文字方塊 174"/>
              <p:cNvSpPr txBox="1">
                <a:spLocks noRot="1" noChangeAspect="1" noMove="1" noResize="1" noEditPoints="1" noAdjustHandles="1" noChangeArrowheads="1" noChangeShapeType="1" noTextEdit="1"/>
              </p:cNvSpPr>
              <p:nvPr/>
            </p:nvSpPr>
            <p:spPr>
              <a:xfrm>
                <a:off x="8893982" y="1275349"/>
                <a:ext cx="1072742" cy="646430"/>
              </a:xfrm>
              <a:prstGeom prst="rect">
                <a:avLst/>
              </a:prstGeom>
              <a:blipFill rotWithShape="1">
                <a:blip r:embed="rId7"/>
                <a:stretch>
                  <a:fillRect l="-16" t="-42" r="37"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6" name="文字方塊 175"/>
              <p:cNvSpPr txBox="1"/>
              <p:nvPr/>
            </p:nvSpPr>
            <p:spPr>
              <a:xfrm>
                <a:off x="4130031" y="2442270"/>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1,3</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176" name="文字方塊 175"/>
              <p:cNvSpPr txBox="1">
                <a:spLocks noRot="1" noChangeAspect="1" noMove="1" noResize="1" noEditPoints="1" noAdjustHandles="1" noChangeArrowheads="1" noChangeShapeType="1" noTextEdit="1"/>
              </p:cNvSpPr>
              <p:nvPr/>
            </p:nvSpPr>
            <p:spPr>
              <a:xfrm>
                <a:off x="4130031" y="2442270"/>
                <a:ext cx="1264920" cy="556895"/>
              </a:xfrm>
              <a:prstGeom prst="rect">
                <a:avLst/>
              </a:prstGeom>
              <a:blipFill rotWithShape="1">
                <a:blip r:embed="rId17"/>
                <a:stretch>
                  <a:fillRect l="-49" t="-11" r="-5824" b="11"/>
                </a:stretch>
              </a:blipFill>
            </p:spPr>
            <p:txBody>
              <a:bodyPr/>
              <a:lstStyle/>
              <a:p>
                <a:r>
                  <a:rPr lang="en-US" altLang="en-US">
                    <a:noFill/>
                  </a:rPr>
                  <a:t> </a:t>
                </a:r>
              </a:p>
            </p:txBody>
          </p:sp>
        </mc:Fallback>
      </mc:AlternateContent>
      <p:grpSp>
        <p:nvGrpSpPr>
          <p:cNvPr id="177" name="群組 176"/>
          <p:cNvGrpSpPr/>
          <p:nvPr/>
        </p:nvGrpSpPr>
        <p:grpSpPr>
          <a:xfrm>
            <a:off x="6391181" y="2314628"/>
            <a:ext cx="1072742" cy="810000"/>
            <a:chOff x="7174951" y="3803115"/>
            <a:chExt cx="715161" cy="540000"/>
          </a:xfrm>
        </p:grpSpPr>
        <p:sp>
          <p:nvSpPr>
            <p:cNvPr id="178" name="矩形 177"/>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9" name="文字方塊 178"/>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79" name="文字方塊 178"/>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180" name="矩形 179"/>
          <p:cNvSpPr/>
          <p:nvPr/>
        </p:nvSpPr>
        <p:spPr>
          <a:xfrm rot="5400000">
            <a:off x="5830280" y="229707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1" name="文字方塊 180"/>
              <p:cNvSpPr txBox="1"/>
              <p:nvPr/>
            </p:nvSpPr>
            <p:spPr>
              <a:xfrm>
                <a:off x="5555615" y="2360098"/>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81" name="文字方塊 180"/>
              <p:cNvSpPr txBox="1">
                <a:spLocks noRot="1" noChangeAspect="1" noMove="1" noResize="1" noEditPoints="1" noAdjustHandles="1" noChangeArrowheads="1" noChangeShapeType="1" noTextEdit="1"/>
              </p:cNvSpPr>
              <p:nvPr/>
            </p:nvSpPr>
            <p:spPr>
              <a:xfrm>
                <a:off x="5555615" y="2360098"/>
                <a:ext cx="1072742" cy="646430"/>
              </a:xfrm>
              <a:prstGeom prst="rect">
                <a:avLst/>
              </a:prstGeom>
              <a:blipFill rotWithShape="1">
                <a:blip r:embed="rId10"/>
                <a:stretch>
                  <a:fillRect t="-68" r="21" b="6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2" name="文字方塊 181"/>
              <p:cNvSpPr txBox="1"/>
              <p:nvPr/>
            </p:nvSpPr>
            <p:spPr>
              <a:xfrm>
                <a:off x="7442497" y="2468525"/>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182" name="文字方塊 181"/>
              <p:cNvSpPr txBox="1">
                <a:spLocks noRot="1" noChangeAspect="1" noMove="1" noResize="1" noEditPoints="1" noAdjustHandles="1" noChangeArrowheads="1" noChangeShapeType="1" noTextEdit="1"/>
              </p:cNvSpPr>
              <p:nvPr/>
            </p:nvSpPr>
            <p:spPr>
              <a:xfrm>
                <a:off x="7442497" y="2468525"/>
                <a:ext cx="1264920" cy="556895"/>
              </a:xfrm>
              <a:prstGeom prst="rect">
                <a:avLst/>
              </a:prstGeom>
              <a:blipFill rotWithShape="1">
                <a:blip r:embed="rId18"/>
                <a:stretch>
                  <a:fillRect l="-23" t="-50" r="-5850" b="50"/>
                </a:stretch>
              </a:blipFill>
            </p:spPr>
            <p:txBody>
              <a:bodyPr/>
              <a:lstStyle/>
              <a:p>
                <a:r>
                  <a:rPr lang="en-US" altLang="en-US">
                    <a:noFill/>
                  </a:rPr>
                  <a:t> </a:t>
                </a:r>
              </a:p>
            </p:txBody>
          </p:sp>
        </mc:Fallback>
      </mc:AlternateContent>
      <p:grpSp>
        <p:nvGrpSpPr>
          <p:cNvPr id="183" name="群組 182"/>
          <p:cNvGrpSpPr/>
          <p:nvPr/>
        </p:nvGrpSpPr>
        <p:grpSpPr>
          <a:xfrm>
            <a:off x="9703647" y="2340882"/>
            <a:ext cx="1072742" cy="810000"/>
            <a:chOff x="7174951" y="3803115"/>
            <a:chExt cx="715161" cy="540000"/>
          </a:xfrm>
        </p:grpSpPr>
        <p:sp>
          <p:nvSpPr>
            <p:cNvPr id="184" name="矩形 183"/>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5" name="文字方塊 184"/>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85" name="文字方塊 184"/>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186" name="矩形 185"/>
          <p:cNvSpPr/>
          <p:nvPr/>
        </p:nvSpPr>
        <p:spPr>
          <a:xfrm rot="5400000">
            <a:off x="9142746" y="232332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7" name="文字方塊 186"/>
              <p:cNvSpPr txBox="1"/>
              <p:nvPr/>
            </p:nvSpPr>
            <p:spPr>
              <a:xfrm>
                <a:off x="8868081" y="2386353"/>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87" name="文字方塊 186"/>
              <p:cNvSpPr txBox="1">
                <a:spLocks noRot="1" noChangeAspect="1" noMove="1" noResize="1" noEditPoints="1" noAdjustHandles="1" noChangeArrowheads="1" noChangeShapeType="1" noTextEdit="1"/>
              </p:cNvSpPr>
              <p:nvPr/>
            </p:nvSpPr>
            <p:spPr>
              <a:xfrm>
                <a:off x="8868081" y="2386353"/>
                <a:ext cx="1072742" cy="645160"/>
              </a:xfrm>
              <a:prstGeom prst="rect">
                <a:avLst/>
              </a:prstGeom>
              <a:blipFill rotWithShape="1">
                <a:blip r:embed="rId13"/>
                <a:stretch>
                  <a:fillRect l="-29" t="-4" r="50" b="4"/>
                </a:stretch>
              </a:blipFill>
            </p:spPr>
            <p:txBody>
              <a:bodyPr/>
              <a:lstStyle/>
              <a:p>
                <a:r>
                  <a:rPr lang="en-US" altLang="en-US">
                    <a:noFill/>
                  </a:rPr>
                  <a:t> </a:t>
                </a:r>
              </a:p>
            </p:txBody>
          </p:sp>
        </mc:Fallback>
      </mc:AlternateContent>
      <p:grpSp>
        <p:nvGrpSpPr>
          <p:cNvPr id="188" name="群組 187"/>
          <p:cNvGrpSpPr/>
          <p:nvPr/>
        </p:nvGrpSpPr>
        <p:grpSpPr>
          <a:xfrm>
            <a:off x="14505608" y="1477131"/>
            <a:ext cx="1072742" cy="810000"/>
            <a:chOff x="7174951" y="3803115"/>
            <a:chExt cx="715161" cy="540000"/>
          </a:xfrm>
        </p:grpSpPr>
        <p:sp>
          <p:nvSpPr>
            <p:cNvPr id="189" name="矩形 188"/>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0" name="文字方塊 189"/>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90" name="文字方塊 189"/>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grpSp>
        <p:nvGrpSpPr>
          <p:cNvPr id="26" name="群組 25"/>
          <p:cNvGrpSpPr/>
          <p:nvPr/>
        </p:nvGrpSpPr>
        <p:grpSpPr>
          <a:xfrm>
            <a:off x="13518866" y="643920"/>
            <a:ext cx="1072741" cy="646430"/>
            <a:chOff x="7193535" y="5191659"/>
            <a:chExt cx="715161" cy="430953"/>
          </a:xfrm>
        </p:grpSpPr>
        <p:sp>
          <p:nvSpPr>
            <p:cNvPr id="191" name="矩形 190"/>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2" name="文字方塊 191"/>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92" name="文字方塊 191"/>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4"/>
                </a:blipFill>
              </p:spPr>
              <p:txBody>
                <a:bodyPr/>
                <a:lstStyle/>
                <a:p>
                  <a:r>
                    <a:rPr lang="en-US" altLang="en-US">
                      <a:noFill/>
                    </a:rPr>
                    <a:t> </a:t>
                  </a:r>
                </a:p>
              </p:txBody>
            </p:sp>
          </mc:Fallback>
        </mc:AlternateContent>
      </p:grpSp>
      <p:grpSp>
        <p:nvGrpSpPr>
          <p:cNvPr id="193" name="群組 192"/>
          <p:cNvGrpSpPr/>
          <p:nvPr/>
        </p:nvGrpSpPr>
        <p:grpSpPr>
          <a:xfrm>
            <a:off x="13518866" y="1264282"/>
            <a:ext cx="1072741" cy="646430"/>
            <a:chOff x="7193535" y="5191659"/>
            <a:chExt cx="715161" cy="430953"/>
          </a:xfrm>
        </p:grpSpPr>
        <p:sp>
          <p:nvSpPr>
            <p:cNvPr id="194" name="矩形 193"/>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5" name="文字方塊 194"/>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95" name="文字方塊 194"/>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7"/>
                </a:blipFill>
              </p:spPr>
              <p:txBody>
                <a:bodyPr/>
                <a:lstStyle/>
                <a:p>
                  <a:r>
                    <a:rPr lang="en-US" altLang="en-US">
                      <a:noFill/>
                    </a:rPr>
                    <a:t> </a:t>
                  </a:r>
                </a:p>
              </p:txBody>
            </p:sp>
          </mc:Fallback>
        </mc:AlternateContent>
      </p:grpSp>
      <p:grpSp>
        <p:nvGrpSpPr>
          <p:cNvPr id="196" name="群組 195"/>
          <p:cNvGrpSpPr/>
          <p:nvPr/>
        </p:nvGrpSpPr>
        <p:grpSpPr>
          <a:xfrm>
            <a:off x="13518866" y="1882131"/>
            <a:ext cx="1072741" cy="646430"/>
            <a:chOff x="7193535" y="5191659"/>
            <a:chExt cx="715161" cy="430953"/>
          </a:xfrm>
        </p:grpSpPr>
        <p:sp>
          <p:nvSpPr>
            <p:cNvPr id="197" name="矩形 196"/>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8" name="文字方塊 197"/>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98" name="文字方塊 197"/>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10"/>
                </a:blipFill>
              </p:spPr>
              <p:txBody>
                <a:bodyPr/>
                <a:lstStyle/>
                <a:p>
                  <a:r>
                    <a:rPr lang="en-US" altLang="en-US">
                      <a:noFill/>
                    </a:rPr>
                    <a:t> </a:t>
                  </a:r>
                </a:p>
              </p:txBody>
            </p:sp>
          </mc:Fallback>
        </mc:AlternateContent>
      </p:grpSp>
      <p:grpSp>
        <p:nvGrpSpPr>
          <p:cNvPr id="199" name="群組 198"/>
          <p:cNvGrpSpPr/>
          <p:nvPr/>
        </p:nvGrpSpPr>
        <p:grpSpPr>
          <a:xfrm>
            <a:off x="13518866" y="2476779"/>
            <a:ext cx="1072741" cy="645161"/>
            <a:chOff x="7193535" y="5191659"/>
            <a:chExt cx="715161" cy="430107"/>
          </a:xfrm>
        </p:grpSpPr>
        <p:sp>
          <p:nvSpPr>
            <p:cNvPr id="200" name="矩形 199"/>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1" name="文字方塊 200"/>
                <p:cNvSpPr txBox="1"/>
                <p:nvPr/>
              </p:nvSpPr>
              <p:spPr>
                <a:xfrm>
                  <a:off x="7193535" y="5191659"/>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201" name="文字方塊 200"/>
                <p:cNvSpPr txBox="1">
                  <a:spLocks noRot="1" noChangeAspect="1" noMove="1" noResize="1" noEditPoints="1" noAdjustHandles="1" noChangeArrowheads="1" noChangeShapeType="1" noTextEdit="1"/>
                </p:cNvSpPr>
                <p:nvPr/>
              </p:nvSpPr>
              <p:spPr>
                <a:xfrm>
                  <a:off x="7193535" y="5191659"/>
                  <a:ext cx="715161" cy="430107"/>
                </a:xfrm>
                <a:prstGeom prst="rect">
                  <a:avLst/>
                </a:prstGeom>
                <a:blipFill rotWithShape="1">
                  <a:blip r:embed="rId13"/>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202" name="文字方塊 201"/>
              <p:cNvSpPr txBox="1"/>
              <p:nvPr/>
            </p:nvSpPr>
            <p:spPr>
              <a:xfrm>
                <a:off x="12816369" y="1666986"/>
                <a:ext cx="39433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3600" b="0" i="1" smtClean="0">
                          <a:latin typeface="Cambria Math" panose="02040503050406030204" pitchFamily="18" charset="0"/>
                        </a:rPr>
                        <m:t>=</m:t>
                      </m:r>
                    </m:oMath>
                  </m:oMathPara>
                </a14:m>
                <a:endParaRPr lang="zh-TW" altLang="en-US" sz="3600" dirty="0"/>
              </a:p>
            </p:txBody>
          </p:sp>
        </mc:Choice>
        <mc:Fallback xmlns="">
          <p:sp>
            <p:nvSpPr>
              <p:cNvPr id="202" name="文字方塊 201"/>
              <p:cNvSpPr txBox="1">
                <a:spLocks noRot="1" noChangeAspect="1" noMove="1" noResize="1" noEditPoints="1" noAdjustHandles="1" noChangeArrowheads="1" noChangeShapeType="1" noTextEdit="1"/>
              </p:cNvSpPr>
              <p:nvPr/>
            </p:nvSpPr>
            <p:spPr>
              <a:xfrm>
                <a:off x="12816369" y="1666986"/>
                <a:ext cx="394335" cy="553720"/>
              </a:xfrm>
              <a:prstGeom prst="rect">
                <a:avLst/>
              </a:prstGeom>
              <a:blipFill rotWithShape="1">
                <a:blip r:embed="rId19"/>
                <a:stretch>
                  <a:fillRect l="-42" t="-20" r="-18960" b="20"/>
                </a:stretch>
              </a:blipFill>
            </p:spPr>
            <p:txBody>
              <a:bodyPr/>
              <a:lstStyle/>
              <a:p>
                <a:r>
                  <a:rPr lang="en-US" altLang="en-US">
                    <a:noFill/>
                  </a:rPr>
                  <a:t> </a:t>
                </a:r>
              </a:p>
            </p:txBody>
          </p:sp>
        </mc:Fallback>
      </mc:AlternateContent>
      <p:grpSp>
        <p:nvGrpSpPr>
          <p:cNvPr id="29" name="群組 28"/>
          <p:cNvGrpSpPr/>
          <p:nvPr/>
        </p:nvGrpSpPr>
        <p:grpSpPr>
          <a:xfrm>
            <a:off x="11798306" y="532021"/>
            <a:ext cx="794385" cy="646025"/>
            <a:chOff x="5686213" y="4717020"/>
            <a:chExt cx="529590" cy="430683"/>
          </a:xfrm>
        </p:grpSpPr>
        <p:sp>
          <p:nvSpPr>
            <p:cNvPr id="204" name="矩形 20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03" name="文字方塊 202"/>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1,1</m:t>
                            </m:r>
                          </m:sub>
                        </m:sSub>
                      </m:oMath>
                    </m:oMathPara>
                  </a14:m>
                  <a:endParaRPr lang="zh-TW" altLang="en-US" sz="3600" dirty="0"/>
                </a:p>
              </p:txBody>
            </p:sp>
          </mc:Choice>
          <mc:Fallback xmlns="">
            <p:sp>
              <p:nvSpPr>
                <p:cNvPr id="203" name="文字方塊 202"/>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20"/>
                </a:blipFill>
              </p:spPr>
              <p:txBody>
                <a:bodyPr/>
                <a:lstStyle/>
                <a:p>
                  <a:r>
                    <a:rPr lang="en-US" altLang="en-US">
                      <a:noFill/>
                    </a:rPr>
                    <a:t> </a:t>
                  </a:r>
                </a:p>
              </p:txBody>
            </p:sp>
          </mc:Fallback>
        </mc:AlternateContent>
      </p:grpSp>
      <p:grpSp>
        <p:nvGrpSpPr>
          <p:cNvPr id="205" name="群組 204"/>
          <p:cNvGrpSpPr/>
          <p:nvPr/>
        </p:nvGrpSpPr>
        <p:grpSpPr>
          <a:xfrm>
            <a:off x="11811369" y="1178046"/>
            <a:ext cx="794385" cy="646025"/>
            <a:chOff x="5686213" y="4717020"/>
            <a:chExt cx="529590" cy="430683"/>
          </a:xfrm>
        </p:grpSpPr>
        <p:sp>
          <p:nvSpPr>
            <p:cNvPr id="206" name="矩形 20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07" name="文字方塊 206"/>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1,2</m:t>
                            </m:r>
                          </m:sub>
                        </m:sSub>
                      </m:oMath>
                    </m:oMathPara>
                  </a14:m>
                  <a:endParaRPr lang="zh-TW" altLang="en-US" sz="3600" dirty="0"/>
                </a:p>
              </p:txBody>
            </p:sp>
          </mc:Choice>
          <mc:Fallback xmlns="">
            <p:sp>
              <p:nvSpPr>
                <p:cNvPr id="207" name="文字方塊 206"/>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21"/>
                </a:blipFill>
              </p:spPr>
              <p:txBody>
                <a:bodyPr/>
                <a:lstStyle/>
                <a:p>
                  <a:r>
                    <a:rPr lang="en-US" altLang="en-US">
                      <a:noFill/>
                    </a:rPr>
                    <a:t> </a:t>
                  </a:r>
                </a:p>
              </p:txBody>
            </p:sp>
          </mc:Fallback>
        </mc:AlternateContent>
      </p:grpSp>
      <p:grpSp>
        <p:nvGrpSpPr>
          <p:cNvPr id="208" name="群組 207"/>
          <p:cNvGrpSpPr/>
          <p:nvPr/>
        </p:nvGrpSpPr>
        <p:grpSpPr>
          <a:xfrm>
            <a:off x="11811921" y="1827417"/>
            <a:ext cx="794385" cy="646025"/>
            <a:chOff x="5686213" y="4717020"/>
            <a:chExt cx="529590" cy="430683"/>
          </a:xfrm>
        </p:grpSpPr>
        <p:sp>
          <p:nvSpPr>
            <p:cNvPr id="209" name="矩形 208"/>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10" name="文字方塊 209"/>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1,3</m:t>
                            </m:r>
                          </m:sub>
                        </m:sSub>
                      </m:oMath>
                    </m:oMathPara>
                  </a14:m>
                  <a:endParaRPr lang="zh-TW" altLang="en-US" sz="3600" dirty="0"/>
                </a:p>
              </p:txBody>
            </p:sp>
          </mc:Choice>
          <mc:Fallback xmlns="">
            <p:sp>
              <p:nvSpPr>
                <p:cNvPr id="210" name="文字方塊 209"/>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22"/>
                </a:blipFill>
              </p:spPr>
              <p:txBody>
                <a:bodyPr/>
                <a:lstStyle/>
                <a:p>
                  <a:r>
                    <a:rPr lang="en-US" altLang="en-US">
                      <a:noFill/>
                    </a:rPr>
                    <a:t> </a:t>
                  </a:r>
                </a:p>
              </p:txBody>
            </p:sp>
          </mc:Fallback>
        </mc:AlternateContent>
      </p:grpSp>
      <p:grpSp>
        <p:nvGrpSpPr>
          <p:cNvPr id="211" name="群組 210"/>
          <p:cNvGrpSpPr/>
          <p:nvPr/>
        </p:nvGrpSpPr>
        <p:grpSpPr>
          <a:xfrm>
            <a:off x="11812425" y="2469756"/>
            <a:ext cx="794385" cy="646025"/>
            <a:chOff x="5686213" y="4717020"/>
            <a:chExt cx="529590" cy="430683"/>
          </a:xfrm>
        </p:grpSpPr>
        <p:sp>
          <p:nvSpPr>
            <p:cNvPr id="212" name="矩形 211"/>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13" name="文字方塊 212"/>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oMath>
                    </m:oMathPara>
                  </a14:m>
                  <a:endParaRPr lang="zh-TW" altLang="en-US" sz="3600" dirty="0"/>
                </a:p>
              </p:txBody>
            </p:sp>
          </mc:Choice>
          <mc:Fallback xmlns="">
            <p:sp>
              <p:nvSpPr>
                <p:cNvPr id="213" name="文字方塊 212"/>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23"/>
                </a:blipFill>
              </p:spPr>
              <p:txBody>
                <a:bodyPr/>
                <a:lstStyle/>
                <a:p>
                  <a:r>
                    <a:rPr lang="en-US" altLang="en-US">
                      <a:noFill/>
                    </a:rPr>
                    <a:t> </a:t>
                  </a:r>
                </a:p>
              </p:txBody>
            </p:sp>
          </mc:Fallback>
        </mc:AlternateContent>
      </p:grpSp>
      <p:sp>
        <p:nvSpPr>
          <p:cNvPr id="140" name="矩形 139"/>
          <p:cNvSpPr/>
          <p:nvPr/>
        </p:nvSpPr>
        <p:spPr>
          <a:xfrm>
            <a:off x="2995892" y="5545845"/>
            <a:ext cx="772769" cy="11573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b="1"/>
          </a:p>
        </p:txBody>
      </p:sp>
      <mc:AlternateContent xmlns:mc="http://schemas.openxmlformats.org/markup-compatibility/2006" xmlns:a14="http://schemas.microsoft.com/office/drawing/2010/main">
        <mc:Choice Requires="a14">
          <p:sp>
            <p:nvSpPr>
              <p:cNvPr id="141" name="文字方塊 140"/>
              <p:cNvSpPr txBox="1"/>
              <p:nvPr/>
            </p:nvSpPr>
            <p:spPr>
              <a:xfrm>
                <a:off x="3574479"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1,1</m:t>
                          </m:r>
                        </m:sub>
                      </m:sSub>
                    </m:oMath>
                  </m:oMathPara>
                </a14:m>
                <a:endParaRPr lang="zh-TW" altLang="en-US" sz="3600" dirty="0"/>
              </a:p>
            </p:txBody>
          </p:sp>
        </mc:Choice>
        <mc:Fallback xmlns="">
          <p:sp>
            <p:nvSpPr>
              <p:cNvPr id="141" name="文字方塊 140"/>
              <p:cNvSpPr txBox="1">
                <a:spLocks noRot="1" noChangeAspect="1" noMove="1" noResize="1" noEditPoints="1" noAdjustHandles="1" noChangeArrowheads="1" noChangeShapeType="1" noTextEdit="1"/>
              </p:cNvSpPr>
              <p:nvPr/>
            </p:nvSpPr>
            <p:spPr>
              <a:xfrm>
                <a:off x="3574479" y="3357359"/>
                <a:ext cx="794385" cy="556895"/>
              </a:xfrm>
              <a:prstGeom prst="rect">
                <a:avLst/>
              </a:prstGeom>
              <a:blipFill rotWithShape="1">
                <a:blip r:embed="rId20"/>
                <a:stretch>
                  <a:fillRect l="-8" t="-20" r="-9504"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2" name="文字方塊 141"/>
              <p:cNvSpPr txBox="1"/>
              <p:nvPr/>
            </p:nvSpPr>
            <p:spPr>
              <a:xfrm>
                <a:off x="6983376"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Sub>
                    </m:oMath>
                  </m:oMathPara>
                </a14:m>
                <a:endParaRPr lang="zh-TW" altLang="en-US" sz="3600" dirty="0"/>
              </a:p>
            </p:txBody>
          </p:sp>
        </mc:Choice>
        <mc:Fallback xmlns="">
          <p:sp>
            <p:nvSpPr>
              <p:cNvPr id="142" name="文字方塊 141"/>
              <p:cNvSpPr txBox="1">
                <a:spLocks noRot="1" noChangeAspect="1" noMove="1" noResize="1" noEditPoints="1" noAdjustHandles="1" noChangeArrowheads="1" noChangeShapeType="1" noTextEdit="1"/>
              </p:cNvSpPr>
              <p:nvPr/>
            </p:nvSpPr>
            <p:spPr>
              <a:xfrm>
                <a:off x="6983376" y="3357359"/>
                <a:ext cx="794385" cy="556895"/>
              </a:xfrm>
              <a:prstGeom prst="rect">
                <a:avLst/>
              </a:prstGeom>
              <a:blipFill rotWithShape="1">
                <a:blip r:embed="rId21"/>
                <a:stretch>
                  <a:fillRect l="-35" t="-20" r="-9477"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3" name="文字方塊 142"/>
              <p:cNvSpPr txBox="1"/>
              <p:nvPr/>
            </p:nvSpPr>
            <p:spPr>
              <a:xfrm>
                <a:off x="10210173" y="3357359"/>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Sub>
                    </m:oMath>
                  </m:oMathPara>
                </a14:m>
                <a:endParaRPr lang="zh-TW" altLang="en-US" sz="3600" dirty="0"/>
              </a:p>
            </p:txBody>
          </p:sp>
        </mc:Choice>
        <mc:Fallback xmlns="">
          <p:sp>
            <p:nvSpPr>
              <p:cNvPr id="143" name="文字方塊 142"/>
              <p:cNvSpPr txBox="1">
                <a:spLocks noRot="1" noChangeAspect="1" noMove="1" noResize="1" noEditPoints="1" noAdjustHandles="1" noChangeArrowheads="1" noChangeShapeType="1" noTextEdit="1"/>
              </p:cNvSpPr>
              <p:nvPr/>
            </p:nvSpPr>
            <p:spPr>
              <a:xfrm>
                <a:off x="10210173" y="3357359"/>
                <a:ext cx="794385" cy="556895"/>
              </a:xfrm>
              <a:prstGeom prst="rect">
                <a:avLst/>
              </a:prstGeom>
              <a:blipFill rotWithShape="1">
                <a:blip r:embed="rId22"/>
                <a:stretch>
                  <a:fillRect l="-1" t="-20" r="-9511"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4" name="文字方塊 143"/>
              <p:cNvSpPr txBox="1"/>
              <p:nvPr/>
            </p:nvSpPr>
            <p:spPr>
              <a:xfrm>
                <a:off x="13743971" y="3381693"/>
                <a:ext cx="794385"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oMath>
                  </m:oMathPara>
                </a14:m>
                <a:endParaRPr lang="zh-TW" altLang="en-US" sz="3600"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13743971" y="3381693"/>
                <a:ext cx="794385" cy="556895"/>
              </a:xfrm>
              <a:prstGeom prst="rect">
                <a:avLst/>
              </a:prstGeom>
              <a:blipFill rotWithShape="1">
                <a:blip r:embed="rId23"/>
                <a:stretch>
                  <a:fillRect l="-4" t="-57" r="-9508" b="57"/>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18</a:t>
            </a:fld>
            <a:endParaRPr lang="zh-TW" altLang="en-US" sz="100"/>
          </a:p>
        </p:txBody>
      </p:sp>
      <p:sp>
        <p:nvSpPr>
          <p:cNvPr id="4" name="標題 1"/>
          <p:cNvSpPr>
            <a:spLocks noGrp="1"/>
          </p:cNvSpPr>
          <p:nvPr>
            <p:ph type="title"/>
          </p:nvPr>
        </p:nvSpPr>
        <p:spPr>
          <a:xfrm>
            <a:off x="450850" y="-462205"/>
            <a:ext cx="16084552" cy="1551434"/>
          </a:xfrm>
        </p:spPr>
        <p:txBody>
          <a:bodyPr/>
          <a:lstStyle/>
          <a:p>
            <a:pPr algn="l"/>
            <a:r>
              <a:rPr lang="en-US" altLang="zh-TW" dirty="0"/>
              <a:t>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8" grpId="0" bldLvl="0" animBg="1"/>
      <p:bldP spid="111" grpId="0" bldLvl="0" animBg="1"/>
      <p:bldP spid="114" grpId="0" bldLvl="0" animBg="1"/>
      <p:bldP spid="140" grpId="0" bldLvl="0" animBg="1"/>
      <p:bldP spid="141" grpId="0"/>
      <p:bldP spid="142" grpId="0"/>
      <p:bldP spid="143" grpId="0"/>
      <p:bldP spid="1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直線單箭頭接點 108"/>
          <p:cNvCxnSpPr/>
          <p:nvPr/>
        </p:nvCxnSpPr>
        <p:spPr>
          <a:xfrm flipH="1" flipV="1">
            <a:off x="7244502" y="4196309"/>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a:endCxn id="8" idx="5"/>
          </p:cNvCxnSpPr>
          <p:nvPr/>
        </p:nvCxnSpPr>
        <p:spPr>
          <a:xfrm flipH="1" flipV="1">
            <a:off x="3930477" y="4142003"/>
            <a:ext cx="2909091" cy="159812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橢圓 7"/>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08" name="橢圓 107"/>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1" name="橢圓 110"/>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4" name="橢圓 113"/>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15" name="直線單箭頭接點 114"/>
          <p:cNvCxnSpPr>
            <a:endCxn id="114" idx="4"/>
          </p:cNvCxnSpPr>
          <p:nvPr/>
        </p:nvCxnSpPr>
        <p:spPr>
          <a:xfrm flipV="1">
            <a:off x="6791424" y="4245632"/>
            <a:ext cx="7174662" cy="14227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a:endCxn id="111" idx="4"/>
          </p:cNvCxnSpPr>
          <p:nvPr/>
        </p:nvCxnSpPr>
        <p:spPr>
          <a:xfrm flipV="1">
            <a:off x="6791424" y="4207530"/>
            <a:ext cx="3798222" cy="14608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endCxn id="108" idx="4"/>
          </p:cNvCxnSpPr>
          <p:nvPr/>
        </p:nvCxnSpPr>
        <p:spPr>
          <a:xfrm flipV="1">
            <a:off x="6791424" y="4194243"/>
            <a:ext cx="490109" cy="14741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a:endCxn id="8" idx="4"/>
          </p:cNvCxnSpPr>
          <p:nvPr/>
        </p:nvCxnSpPr>
        <p:spPr>
          <a:xfrm flipH="1" flipV="1">
            <a:off x="3835017" y="4181543"/>
            <a:ext cx="372975" cy="13838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矩形 124"/>
          <p:cNvSpPr/>
          <p:nvPr/>
        </p:nvSpPr>
        <p:spPr>
          <a:xfrm>
            <a:off x="4862828" y="569379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26" name="文字方塊 125"/>
              <p:cNvSpPr txBox="1"/>
              <p:nvPr/>
            </p:nvSpPr>
            <p:spPr>
              <a:xfrm>
                <a:off x="4575189" y="575010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26" name="文字方塊 125"/>
              <p:cNvSpPr txBox="1">
                <a:spLocks noRot="1" noChangeAspect="1" noMove="1" noResize="1" noEditPoints="1" noAdjustHandles="1" noChangeArrowheads="1" noChangeShapeType="1" noTextEdit="1"/>
              </p:cNvSpPr>
              <p:nvPr/>
            </p:nvSpPr>
            <p:spPr>
              <a:xfrm>
                <a:off x="4575189" y="5750109"/>
                <a:ext cx="1072742" cy="646430"/>
              </a:xfrm>
              <a:prstGeom prst="rect">
                <a:avLst/>
              </a:prstGeom>
              <a:blipFill rotWithShape="1">
                <a:blip r:embed="rId3"/>
                <a:stretch>
                  <a:fillRect l="-1" t="-28" r="22" b="28"/>
                </a:stretch>
              </a:blipFill>
            </p:spPr>
            <p:txBody>
              <a:bodyPr/>
              <a:lstStyle/>
              <a:p>
                <a:r>
                  <a:rPr lang="en-US" altLang="en-US">
                    <a:noFill/>
                  </a:rPr>
                  <a:t> </a:t>
                </a:r>
              </a:p>
            </p:txBody>
          </p:sp>
        </mc:Fallback>
      </mc:AlternateContent>
      <p:sp>
        <p:nvSpPr>
          <p:cNvPr id="127" name="矩形 126"/>
          <p:cNvSpPr/>
          <p:nvPr/>
        </p:nvSpPr>
        <p:spPr>
          <a:xfrm>
            <a:off x="4004261" y="569379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0" name="文字方塊 129"/>
              <p:cNvSpPr txBox="1"/>
              <p:nvPr/>
            </p:nvSpPr>
            <p:spPr>
              <a:xfrm>
                <a:off x="3732033" y="5765520"/>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30" name="文字方塊 129"/>
              <p:cNvSpPr txBox="1">
                <a:spLocks noRot="1" noChangeAspect="1" noMove="1" noResize="1" noEditPoints="1" noAdjustHandles="1" noChangeArrowheads="1" noChangeShapeType="1" noTextEdit="1"/>
              </p:cNvSpPr>
              <p:nvPr/>
            </p:nvSpPr>
            <p:spPr>
              <a:xfrm>
                <a:off x="3732033" y="5765520"/>
                <a:ext cx="1072742" cy="646430"/>
              </a:xfrm>
              <a:prstGeom prst="rect">
                <a:avLst/>
              </a:prstGeom>
              <a:blipFill rotWithShape="1">
                <a:blip r:embed="rId4"/>
                <a:stretch>
                  <a:fillRect l="-13" t="-55" r="34" b="55"/>
                </a:stretch>
              </a:blipFill>
            </p:spPr>
            <p:txBody>
              <a:bodyPr/>
              <a:lstStyle/>
              <a:p>
                <a:r>
                  <a:rPr lang="en-US" altLang="en-US">
                    <a:noFill/>
                  </a:rPr>
                  <a:t> </a:t>
                </a:r>
              </a:p>
            </p:txBody>
          </p:sp>
        </mc:Fallback>
      </mc:AlternateContent>
      <p:sp>
        <p:nvSpPr>
          <p:cNvPr id="131" name="矩形 130"/>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5" name="文字方塊 164"/>
              <p:cNvSpPr txBox="1"/>
              <p:nvPr/>
            </p:nvSpPr>
            <p:spPr>
              <a:xfrm>
                <a:off x="2888879" y="5765520"/>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5" name="文字方塊 164"/>
              <p:cNvSpPr txBox="1">
                <a:spLocks noRot="1" noChangeAspect="1" noMove="1" noResize="1" noEditPoints="1" noAdjustHandles="1" noChangeArrowheads="1" noChangeShapeType="1" noTextEdit="1"/>
              </p:cNvSpPr>
              <p:nvPr/>
            </p:nvSpPr>
            <p:spPr>
              <a:xfrm>
                <a:off x="2888879" y="5765520"/>
                <a:ext cx="1072742" cy="640715"/>
              </a:xfrm>
              <a:prstGeom prst="rect">
                <a:avLst/>
              </a:prstGeom>
              <a:blipFill rotWithShape="1">
                <a:blip r:embed="rId5"/>
                <a:stretch>
                  <a:fillRect l="-25" t="-55" r="46" b="55"/>
                </a:stretch>
              </a:blipFill>
            </p:spPr>
            <p:txBody>
              <a:bodyPr/>
              <a:lstStyle/>
              <a:p>
                <a:r>
                  <a:rPr lang="en-US" altLang="en-US">
                    <a:noFill/>
                  </a:rPr>
                  <a:t> </a:t>
                </a:r>
              </a:p>
            </p:txBody>
          </p:sp>
        </mc:Fallback>
      </mc:AlternateContent>
      <p:sp>
        <p:nvSpPr>
          <p:cNvPr id="166" name="矩形 165"/>
          <p:cNvSpPr/>
          <p:nvPr/>
        </p:nvSpPr>
        <p:spPr>
          <a:xfrm>
            <a:off x="8277146" y="566840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7" name="文字方塊 166"/>
              <p:cNvSpPr txBox="1"/>
              <p:nvPr/>
            </p:nvSpPr>
            <p:spPr>
              <a:xfrm>
                <a:off x="7989507" y="572471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67" name="文字方塊 166"/>
              <p:cNvSpPr txBox="1">
                <a:spLocks noRot="1" noChangeAspect="1" noMove="1" noResize="1" noEditPoints="1" noAdjustHandles="1" noChangeArrowheads="1" noChangeShapeType="1" noTextEdit="1"/>
              </p:cNvSpPr>
              <p:nvPr/>
            </p:nvSpPr>
            <p:spPr>
              <a:xfrm>
                <a:off x="7989507" y="5724714"/>
                <a:ext cx="1072742" cy="646430"/>
              </a:xfrm>
              <a:prstGeom prst="rect">
                <a:avLst/>
              </a:prstGeom>
              <a:blipFill rotWithShape="1">
                <a:blip r:embed="rId6"/>
                <a:stretch>
                  <a:fillRect l="-53" t="-29" r="15" b="29"/>
                </a:stretch>
              </a:blipFill>
            </p:spPr>
            <p:txBody>
              <a:bodyPr/>
              <a:lstStyle/>
              <a:p>
                <a:r>
                  <a:rPr lang="en-US" altLang="en-US">
                    <a:noFill/>
                  </a:rPr>
                  <a:t> </a:t>
                </a:r>
              </a:p>
            </p:txBody>
          </p:sp>
        </mc:Fallback>
      </mc:AlternateContent>
      <p:sp>
        <p:nvSpPr>
          <p:cNvPr id="168" name="矩形 167"/>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9" name="文字方塊 168"/>
              <p:cNvSpPr txBox="1"/>
              <p:nvPr/>
            </p:nvSpPr>
            <p:spPr>
              <a:xfrm>
                <a:off x="7146351" y="57401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69" name="文字方塊 168"/>
              <p:cNvSpPr txBox="1">
                <a:spLocks noRot="1" noChangeAspect="1" noMove="1" noResize="1" noEditPoints="1" noAdjustHandles="1" noChangeArrowheads="1" noChangeShapeType="1" noTextEdit="1"/>
              </p:cNvSpPr>
              <p:nvPr/>
            </p:nvSpPr>
            <p:spPr>
              <a:xfrm>
                <a:off x="7146351" y="5740125"/>
                <a:ext cx="1072742" cy="646430"/>
              </a:xfrm>
              <a:prstGeom prst="rect">
                <a:avLst/>
              </a:prstGeom>
              <a:blipFill rotWithShape="1">
                <a:blip r:embed="rId7"/>
                <a:stretch>
                  <a:fillRect l="-6" t="-56" r="27" b="56"/>
                </a:stretch>
              </a:blipFill>
            </p:spPr>
            <p:txBody>
              <a:bodyPr/>
              <a:lstStyle/>
              <a:p>
                <a:r>
                  <a:rPr lang="en-US" altLang="en-US">
                    <a:noFill/>
                  </a:rPr>
                  <a:t> </a:t>
                </a:r>
              </a:p>
            </p:txBody>
          </p:sp>
        </mc:Fallback>
      </mc:AlternateContent>
      <p:sp>
        <p:nvSpPr>
          <p:cNvPr id="170" name="矩形 169"/>
          <p:cNvSpPr/>
          <p:nvPr/>
        </p:nvSpPr>
        <p:spPr>
          <a:xfrm>
            <a:off x="6575424" y="5668400"/>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1" name="文字方塊 170"/>
              <p:cNvSpPr txBox="1"/>
              <p:nvPr/>
            </p:nvSpPr>
            <p:spPr>
              <a:xfrm>
                <a:off x="6303196" y="5740125"/>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71" name="文字方塊 170"/>
              <p:cNvSpPr txBox="1">
                <a:spLocks noRot="1" noChangeAspect="1" noMove="1" noResize="1" noEditPoints="1" noAdjustHandles="1" noChangeArrowheads="1" noChangeShapeType="1" noTextEdit="1"/>
              </p:cNvSpPr>
              <p:nvPr/>
            </p:nvSpPr>
            <p:spPr>
              <a:xfrm>
                <a:off x="6303196" y="5740125"/>
                <a:ext cx="1072742" cy="640715"/>
              </a:xfrm>
              <a:prstGeom prst="rect">
                <a:avLst/>
              </a:prstGeom>
              <a:blipFill rotWithShape="1">
                <a:blip r:embed="rId8"/>
                <a:stretch>
                  <a:fillRect l="-17" t="-56" r="38" b="56"/>
                </a:stretch>
              </a:blipFill>
            </p:spPr>
            <p:txBody>
              <a:bodyPr/>
              <a:lstStyle/>
              <a:p>
                <a:r>
                  <a:rPr lang="en-US" altLang="en-US">
                    <a:noFill/>
                  </a:rPr>
                  <a:t> </a:t>
                </a:r>
              </a:p>
            </p:txBody>
          </p:sp>
        </mc:Fallback>
      </mc:AlternateContent>
      <p:sp>
        <p:nvSpPr>
          <p:cNvPr id="172" name="矩形 171"/>
          <p:cNvSpPr/>
          <p:nvPr/>
        </p:nvSpPr>
        <p:spPr>
          <a:xfrm>
            <a:off x="11643320" y="5684291"/>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3" name="文字方塊 172"/>
              <p:cNvSpPr txBox="1"/>
              <p:nvPr/>
            </p:nvSpPr>
            <p:spPr>
              <a:xfrm>
                <a:off x="11355681" y="574060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73" name="文字方塊 172"/>
              <p:cNvSpPr txBox="1">
                <a:spLocks noRot="1" noChangeAspect="1" noMove="1" noResize="1" noEditPoints="1" noAdjustHandles="1" noChangeArrowheads="1" noChangeShapeType="1" noTextEdit="1"/>
              </p:cNvSpPr>
              <p:nvPr/>
            </p:nvSpPr>
            <p:spPr>
              <a:xfrm>
                <a:off x="11355681" y="5740605"/>
                <a:ext cx="1072742" cy="646430"/>
              </a:xfrm>
              <a:prstGeom prst="rect">
                <a:avLst/>
              </a:prstGeom>
              <a:blipFill rotWithShape="1">
                <a:blip r:embed="rId9"/>
                <a:stretch>
                  <a:fillRect l="-57" t="-32" r="19" b="32"/>
                </a:stretch>
              </a:blipFill>
            </p:spPr>
            <p:txBody>
              <a:bodyPr/>
              <a:lstStyle/>
              <a:p>
                <a:r>
                  <a:rPr lang="en-US" altLang="en-US">
                    <a:noFill/>
                  </a:rPr>
                  <a:t> </a:t>
                </a:r>
              </a:p>
            </p:txBody>
          </p:sp>
        </mc:Fallback>
      </mc:AlternateContent>
      <p:sp>
        <p:nvSpPr>
          <p:cNvPr id="174" name="矩形 173"/>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5" name="文字方塊 174"/>
              <p:cNvSpPr txBox="1"/>
              <p:nvPr/>
            </p:nvSpPr>
            <p:spPr>
              <a:xfrm>
                <a:off x="10512525" y="575601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75" name="文字方塊 174"/>
              <p:cNvSpPr txBox="1">
                <a:spLocks noRot="1" noChangeAspect="1" noMove="1" noResize="1" noEditPoints="1" noAdjustHandles="1" noChangeArrowheads="1" noChangeShapeType="1" noTextEdit="1"/>
              </p:cNvSpPr>
              <p:nvPr/>
            </p:nvSpPr>
            <p:spPr>
              <a:xfrm>
                <a:off x="10512525" y="5756016"/>
                <a:ext cx="1072742" cy="646430"/>
              </a:xfrm>
              <a:prstGeom prst="rect">
                <a:avLst/>
              </a:prstGeom>
              <a:blipFill rotWithShape="1">
                <a:blip r:embed="rId10"/>
                <a:stretch>
                  <a:fillRect l="-9" t="-58" r="30" b="58"/>
                </a:stretch>
              </a:blipFill>
            </p:spPr>
            <p:txBody>
              <a:bodyPr/>
              <a:lstStyle/>
              <a:p>
                <a:r>
                  <a:rPr lang="en-US" altLang="en-US">
                    <a:noFill/>
                  </a:rPr>
                  <a:t> </a:t>
                </a:r>
              </a:p>
            </p:txBody>
          </p:sp>
        </mc:Fallback>
      </mc:AlternateContent>
      <p:sp>
        <p:nvSpPr>
          <p:cNvPr id="176" name="矩形 175"/>
          <p:cNvSpPr/>
          <p:nvPr/>
        </p:nvSpPr>
        <p:spPr>
          <a:xfrm>
            <a:off x="9941598" y="5684291"/>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7" name="文字方塊 176"/>
              <p:cNvSpPr txBox="1"/>
              <p:nvPr/>
            </p:nvSpPr>
            <p:spPr>
              <a:xfrm>
                <a:off x="9669371" y="5756016"/>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77" name="文字方塊 176"/>
              <p:cNvSpPr txBox="1">
                <a:spLocks noRot="1" noChangeAspect="1" noMove="1" noResize="1" noEditPoints="1" noAdjustHandles="1" noChangeArrowheads="1" noChangeShapeType="1" noTextEdit="1"/>
              </p:cNvSpPr>
              <p:nvPr/>
            </p:nvSpPr>
            <p:spPr>
              <a:xfrm>
                <a:off x="9669371" y="5756016"/>
                <a:ext cx="1072742" cy="640715"/>
              </a:xfrm>
              <a:prstGeom prst="rect">
                <a:avLst/>
              </a:prstGeom>
              <a:blipFill rotWithShape="1">
                <a:blip r:embed="rId11"/>
                <a:stretch>
                  <a:fillRect l="-21" t="-59" r="42" b="59"/>
                </a:stretch>
              </a:blipFill>
            </p:spPr>
            <p:txBody>
              <a:bodyPr/>
              <a:lstStyle/>
              <a:p>
                <a:r>
                  <a:rPr lang="en-US" altLang="en-US">
                    <a:noFill/>
                  </a:rPr>
                  <a:t> </a:t>
                </a:r>
              </a:p>
            </p:txBody>
          </p:sp>
        </mc:Fallback>
      </mc:AlternateContent>
      <p:sp>
        <p:nvSpPr>
          <p:cNvPr id="178" name="矩形 177"/>
          <p:cNvSpPr/>
          <p:nvPr/>
        </p:nvSpPr>
        <p:spPr>
          <a:xfrm>
            <a:off x="15022376" y="570467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9" name="文字方塊 178"/>
              <p:cNvSpPr txBox="1"/>
              <p:nvPr/>
            </p:nvSpPr>
            <p:spPr>
              <a:xfrm>
                <a:off x="14734737" y="5760987"/>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79" name="文字方塊 178"/>
              <p:cNvSpPr txBox="1">
                <a:spLocks noRot="1" noChangeAspect="1" noMove="1" noResize="1" noEditPoints="1" noAdjustHandles="1" noChangeArrowheads="1" noChangeShapeType="1" noTextEdit="1"/>
              </p:cNvSpPr>
              <p:nvPr/>
            </p:nvSpPr>
            <p:spPr>
              <a:xfrm>
                <a:off x="14734737" y="5760987"/>
                <a:ext cx="1072742" cy="645160"/>
              </a:xfrm>
              <a:prstGeom prst="rect">
                <a:avLst/>
              </a:prstGeom>
              <a:blipFill rotWithShape="1">
                <a:blip r:embed="rId12"/>
                <a:stretch>
                  <a:fillRect l="-18" t="-41" r="40" b="41"/>
                </a:stretch>
              </a:blipFill>
            </p:spPr>
            <p:txBody>
              <a:bodyPr/>
              <a:lstStyle/>
              <a:p>
                <a:r>
                  <a:rPr lang="en-US" altLang="en-US">
                    <a:noFill/>
                  </a:rPr>
                  <a:t> </a:t>
                </a:r>
              </a:p>
            </p:txBody>
          </p:sp>
        </mc:Fallback>
      </mc:AlternateContent>
      <p:sp>
        <p:nvSpPr>
          <p:cNvPr id="180" name="矩形 179"/>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1" name="文字方塊 180"/>
              <p:cNvSpPr txBox="1"/>
              <p:nvPr/>
            </p:nvSpPr>
            <p:spPr>
              <a:xfrm>
                <a:off x="13891581" y="577639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81" name="文字方塊 180"/>
              <p:cNvSpPr txBox="1">
                <a:spLocks noRot="1" noChangeAspect="1" noMove="1" noResize="1" noEditPoints="1" noAdjustHandles="1" noChangeArrowheads="1" noChangeShapeType="1" noTextEdit="1"/>
              </p:cNvSpPr>
              <p:nvPr/>
            </p:nvSpPr>
            <p:spPr>
              <a:xfrm>
                <a:off x="13891581" y="5776398"/>
                <a:ext cx="1072742" cy="645160"/>
              </a:xfrm>
              <a:prstGeom prst="rect">
                <a:avLst/>
              </a:prstGeom>
              <a:blipFill rotWithShape="1">
                <a:blip r:embed="rId13"/>
                <a:stretch>
                  <a:fillRect l="-30" t="-68" r="51" b="68"/>
                </a:stretch>
              </a:blipFill>
            </p:spPr>
            <p:txBody>
              <a:bodyPr/>
              <a:lstStyle/>
              <a:p>
                <a:r>
                  <a:rPr lang="en-US" altLang="en-US">
                    <a:noFill/>
                  </a:rPr>
                  <a:t> </a:t>
                </a:r>
              </a:p>
            </p:txBody>
          </p:sp>
        </mc:Fallback>
      </mc:AlternateContent>
      <p:sp>
        <p:nvSpPr>
          <p:cNvPr id="182" name="矩形 181"/>
          <p:cNvSpPr/>
          <p:nvPr/>
        </p:nvSpPr>
        <p:spPr>
          <a:xfrm>
            <a:off x="13320654" y="5704673"/>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3" name="文字方塊 182"/>
              <p:cNvSpPr txBox="1"/>
              <p:nvPr/>
            </p:nvSpPr>
            <p:spPr>
              <a:xfrm>
                <a:off x="13048427" y="5776398"/>
                <a:ext cx="1072742" cy="6394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83" name="文字方塊 182"/>
              <p:cNvSpPr txBox="1">
                <a:spLocks noRot="1" noChangeAspect="1" noMove="1" noResize="1" noEditPoints="1" noAdjustHandles="1" noChangeArrowheads="1" noChangeShapeType="1" noTextEdit="1"/>
              </p:cNvSpPr>
              <p:nvPr/>
            </p:nvSpPr>
            <p:spPr>
              <a:xfrm>
                <a:off x="13048427" y="5776398"/>
                <a:ext cx="1072742" cy="639445"/>
              </a:xfrm>
              <a:prstGeom prst="rect">
                <a:avLst/>
              </a:prstGeom>
              <a:blipFill rotWithShape="1">
                <a:blip r:embed="rId14"/>
                <a:stretch>
                  <a:fillRect l="-42" t="-68" r="4" b="68"/>
                </a:stretch>
              </a:blipFill>
            </p:spPr>
            <p:txBody>
              <a:bodyPr/>
              <a:lstStyle/>
              <a:p>
                <a:r>
                  <a:rPr lang="en-US" altLang="en-US">
                    <a:noFill/>
                  </a:rPr>
                  <a:t> </a:t>
                </a:r>
              </a:p>
            </p:txBody>
          </p:sp>
        </mc:Fallback>
      </mc:AlternateContent>
      <p:grpSp>
        <p:nvGrpSpPr>
          <p:cNvPr id="184" name="群組 183"/>
          <p:cNvGrpSpPr/>
          <p:nvPr/>
        </p:nvGrpSpPr>
        <p:grpSpPr>
          <a:xfrm>
            <a:off x="12818582" y="7916571"/>
            <a:ext cx="1072742" cy="810000"/>
            <a:chOff x="7174951" y="3803115"/>
            <a:chExt cx="715161" cy="540000"/>
          </a:xfrm>
        </p:grpSpPr>
        <p:sp>
          <p:nvSpPr>
            <p:cNvPr id="185" name="矩形 184"/>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6" name="文字方塊 185"/>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86" name="文字方塊 185"/>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grpSp>
        <p:nvGrpSpPr>
          <p:cNvPr id="187" name="群組 186"/>
          <p:cNvGrpSpPr/>
          <p:nvPr/>
        </p:nvGrpSpPr>
        <p:grpSpPr>
          <a:xfrm>
            <a:off x="11851300" y="7094406"/>
            <a:ext cx="1072741" cy="646430"/>
            <a:chOff x="7193535" y="5191659"/>
            <a:chExt cx="715161" cy="430953"/>
          </a:xfrm>
        </p:grpSpPr>
        <p:sp>
          <p:nvSpPr>
            <p:cNvPr id="188" name="矩形 187"/>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9" name="文字方塊 188"/>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89" name="文字方塊 188"/>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4"/>
                </a:blipFill>
              </p:spPr>
              <p:txBody>
                <a:bodyPr/>
                <a:lstStyle/>
                <a:p>
                  <a:r>
                    <a:rPr lang="en-US" altLang="en-US">
                      <a:noFill/>
                    </a:rPr>
                    <a:t> </a:t>
                  </a:r>
                </a:p>
              </p:txBody>
            </p:sp>
          </mc:Fallback>
        </mc:AlternateContent>
      </p:grpSp>
      <p:grpSp>
        <p:nvGrpSpPr>
          <p:cNvPr id="190" name="群組 189"/>
          <p:cNvGrpSpPr/>
          <p:nvPr/>
        </p:nvGrpSpPr>
        <p:grpSpPr>
          <a:xfrm>
            <a:off x="11851300" y="7714769"/>
            <a:ext cx="1072741" cy="646430"/>
            <a:chOff x="7193535" y="5191659"/>
            <a:chExt cx="715161" cy="430953"/>
          </a:xfrm>
        </p:grpSpPr>
        <p:sp>
          <p:nvSpPr>
            <p:cNvPr id="191" name="矩形 190"/>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2" name="文字方塊 191"/>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92" name="文字方塊 191"/>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7"/>
                </a:blipFill>
              </p:spPr>
              <p:txBody>
                <a:bodyPr/>
                <a:lstStyle/>
                <a:p>
                  <a:r>
                    <a:rPr lang="en-US" altLang="en-US">
                      <a:noFill/>
                    </a:rPr>
                    <a:t> </a:t>
                  </a:r>
                </a:p>
              </p:txBody>
            </p:sp>
          </mc:Fallback>
        </mc:AlternateContent>
      </p:grpSp>
      <p:grpSp>
        <p:nvGrpSpPr>
          <p:cNvPr id="193" name="群組 192"/>
          <p:cNvGrpSpPr/>
          <p:nvPr/>
        </p:nvGrpSpPr>
        <p:grpSpPr>
          <a:xfrm>
            <a:off x="11851300" y="8332617"/>
            <a:ext cx="1072741" cy="646430"/>
            <a:chOff x="7193535" y="5191659"/>
            <a:chExt cx="715161" cy="430953"/>
          </a:xfrm>
        </p:grpSpPr>
        <p:sp>
          <p:nvSpPr>
            <p:cNvPr id="194" name="矩形 193"/>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5" name="文字方塊 194"/>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95" name="文字方塊 194"/>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10"/>
                </a:blipFill>
              </p:spPr>
              <p:txBody>
                <a:bodyPr/>
                <a:lstStyle/>
                <a:p>
                  <a:r>
                    <a:rPr lang="en-US" altLang="en-US">
                      <a:noFill/>
                    </a:rPr>
                    <a:t> </a:t>
                  </a:r>
                </a:p>
              </p:txBody>
            </p:sp>
          </mc:Fallback>
        </mc:AlternateContent>
      </p:grpSp>
      <p:grpSp>
        <p:nvGrpSpPr>
          <p:cNvPr id="196" name="群組 195"/>
          <p:cNvGrpSpPr/>
          <p:nvPr/>
        </p:nvGrpSpPr>
        <p:grpSpPr>
          <a:xfrm>
            <a:off x="11851300" y="8927265"/>
            <a:ext cx="1072741" cy="645161"/>
            <a:chOff x="7193535" y="5191659"/>
            <a:chExt cx="715161" cy="430107"/>
          </a:xfrm>
        </p:grpSpPr>
        <p:sp>
          <p:nvSpPr>
            <p:cNvPr id="197" name="矩形 196"/>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8" name="文字方塊 197"/>
                <p:cNvSpPr txBox="1"/>
                <p:nvPr/>
              </p:nvSpPr>
              <p:spPr>
                <a:xfrm>
                  <a:off x="7193535" y="5191659"/>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98" name="文字方塊 197"/>
                <p:cNvSpPr txBox="1">
                  <a:spLocks noRot="1" noChangeAspect="1" noMove="1" noResize="1" noEditPoints="1" noAdjustHandles="1" noChangeArrowheads="1" noChangeShapeType="1" noTextEdit="1"/>
                </p:cNvSpPr>
                <p:nvPr/>
              </p:nvSpPr>
              <p:spPr>
                <a:xfrm>
                  <a:off x="7193535" y="5191659"/>
                  <a:ext cx="715161" cy="430107"/>
                </a:xfrm>
                <a:prstGeom prst="rect">
                  <a:avLst/>
                </a:prstGeom>
                <a:blipFill rotWithShape="1">
                  <a:blip r:embed="rId13"/>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199" name="文字方塊 198"/>
              <p:cNvSpPr txBox="1"/>
              <p:nvPr/>
            </p:nvSpPr>
            <p:spPr>
              <a:xfrm>
                <a:off x="11148804" y="8117472"/>
                <a:ext cx="39433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3600" b="0" i="1" smtClean="0">
                          <a:latin typeface="Cambria Math" panose="02040503050406030204" pitchFamily="18" charset="0"/>
                        </a:rPr>
                        <m:t>=</m:t>
                      </m:r>
                    </m:oMath>
                  </m:oMathPara>
                </a14:m>
                <a:endParaRPr lang="zh-TW" altLang="en-US" sz="3600" dirty="0"/>
              </a:p>
            </p:txBody>
          </p:sp>
        </mc:Choice>
        <mc:Fallback xmlns="">
          <p:sp>
            <p:nvSpPr>
              <p:cNvPr id="199" name="文字方塊 198"/>
              <p:cNvSpPr txBox="1">
                <a:spLocks noRot="1" noChangeAspect="1" noMove="1" noResize="1" noEditPoints="1" noAdjustHandles="1" noChangeArrowheads="1" noChangeShapeType="1" noTextEdit="1"/>
              </p:cNvSpPr>
              <p:nvPr/>
            </p:nvSpPr>
            <p:spPr>
              <a:xfrm>
                <a:off x="11148804" y="8117472"/>
                <a:ext cx="394335" cy="553720"/>
              </a:xfrm>
              <a:prstGeom prst="rect">
                <a:avLst/>
              </a:prstGeom>
              <a:blipFill rotWithShape="1">
                <a:blip r:embed="rId15"/>
                <a:stretch>
                  <a:fillRect l="-28" t="-48" r="-18974" b="48"/>
                </a:stretch>
              </a:blipFill>
            </p:spPr>
            <p:txBody>
              <a:bodyPr/>
              <a:lstStyle/>
              <a:p>
                <a:r>
                  <a:rPr lang="en-US" altLang="en-US">
                    <a:noFill/>
                  </a:rPr>
                  <a:t> </a:t>
                </a:r>
              </a:p>
            </p:txBody>
          </p:sp>
        </mc:Fallback>
      </mc:AlternateContent>
      <p:grpSp>
        <p:nvGrpSpPr>
          <p:cNvPr id="200" name="群組 199"/>
          <p:cNvGrpSpPr/>
          <p:nvPr/>
        </p:nvGrpSpPr>
        <p:grpSpPr>
          <a:xfrm>
            <a:off x="7449450" y="6913689"/>
            <a:ext cx="794385" cy="646025"/>
            <a:chOff x="5686213" y="4717020"/>
            <a:chExt cx="529590" cy="430683"/>
          </a:xfrm>
        </p:grpSpPr>
        <p:sp>
          <p:nvSpPr>
            <p:cNvPr id="201" name="矩形 20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02" name="文字方塊 201"/>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1,1</m:t>
                            </m:r>
                          </m:sub>
                        </m:sSub>
                      </m:oMath>
                    </m:oMathPara>
                  </a14:m>
                  <a:endParaRPr lang="zh-TW" altLang="en-US" sz="3600" dirty="0"/>
                </a:p>
              </p:txBody>
            </p:sp>
          </mc:Choice>
          <mc:Fallback xmlns="">
            <p:sp>
              <p:nvSpPr>
                <p:cNvPr id="202" name="文字方塊 201"/>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6"/>
                </a:blipFill>
              </p:spPr>
              <p:txBody>
                <a:bodyPr/>
                <a:lstStyle/>
                <a:p>
                  <a:r>
                    <a:rPr lang="en-US" altLang="en-US">
                      <a:noFill/>
                    </a:rPr>
                    <a:t> </a:t>
                  </a:r>
                </a:p>
              </p:txBody>
            </p:sp>
          </mc:Fallback>
        </mc:AlternateContent>
      </p:grpSp>
      <p:grpSp>
        <p:nvGrpSpPr>
          <p:cNvPr id="203" name="群組 202"/>
          <p:cNvGrpSpPr/>
          <p:nvPr/>
        </p:nvGrpSpPr>
        <p:grpSpPr>
          <a:xfrm>
            <a:off x="7462514" y="7559714"/>
            <a:ext cx="794385" cy="646025"/>
            <a:chOff x="5686213" y="4717020"/>
            <a:chExt cx="529590" cy="430683"/>
          </a:xfrm>
        </p:grpSpPr>
        <p:sp>
          <p:nvSpPr>
            <p:cNvPr id="204" name="矩形 20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05" name="文字方塊 204"/>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1,2</m:t>
                            </m:r>
                          </m:sub>
                        </m:sSub>
                      </m:oMath>
                    </m:oMathPara>
                  </a14:m>
                  <a:endParaRPr lang="zh-TW" altLang="en-US" sz="3600" dirty="0"/>
                </a:p>
              </p:txBody>
            </p:sp>
          </mc:Choice>
          <mc:Fallback xmlns="">
            <p:sp>
              <p:nvSpPr>
                <p:cNvPr id="205" name="文字方塊 204"/>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7"/>
                </a:blipFill>
              </p:spPr>
              <p:txBody>
                <a:bodyPr/>
                <a:lstStyle/>
                <a:p>
                  <a:r>
                    <a:rPr lang="en-US" altLang="en-US">
                      <a:noFill/>
                    </a:rPr>
                    <a:t> </a:t>
                  </a:r>
                </a:p>
              </p:txBody>
            </p:sp>
          </mc:Fallback>
        </mc:AlternateContent>
      </p:grpSp>
      <p:grpSp>
        <p:nvGrpSpPr>
          <p:cNvPr id="206" name="群組 205"/>
          <p:cNvGrpSpPr/>
          <p:nvPr/>
        </p:nvGrpSpPr>
        <p:grpSpPr>
          <a:xfrm>
            <a:off x="7463066" y="8209084"/>
            <a:ext cx="794385" cy="646025"/>
            <a:chOff x="5686213" y="4717020"/>
            <a:chExt cx="529590" cy="430683"/>
          </a:xfrm>
        </p:grpSpPr>
        <p:sp>
          <p:nvSpPr>
            <p:cNvPr id="207" name="矩形 206"/>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08" name="文字方塊 207"/>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1,3</m:t>
                            </m:r>
                          </m:sub>
                        </m:sSub>
                      </m:oMath>
                    </m:oMathPara>
                  </a14:m>
                  <a:endParaRPr lang="zh-TW" altLang="en-US" sz="3600" dirty="0"/>
                </a:p>
              </p:txBody>
            </p:sp>
          </mc:Choice>
          <mc:Fallback xmlns="">
            <p:sp>
              <p:nvSpPr>
                <p:cNvPr id="208" name="文字方塊 207"/>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8"/>
                </a:blipFill>
              </p:spPr>
              <p:txBody>
                <a:bodyPr/>
                <a:lstStyle/>
                <a:p>
                  <a:r>
                    <a:rPr lang="en-US" altLang="en-US">
                      <a:noFill/>
                    </a:rPr>
                    <a:t> </a:t>
                  </a:r>
                </a:p>
              </p:txBody>
            </p:sp>
          </mc:Fallback>
        </mc:AlternateContent>
      </p:grpSp>
      <p:grpSp>
        <p:nvGrpSpPr>
          <p:cNvPr id="209" name="群組 208"/>
          <p:cNvGrpSpPr/>
          <p:nvPr/>
        </p:nvGrpSpPr>
        <p:grpSpPr>
          <a:xfrm>
            <a:off x="7463570" y="8851424"/>
            <a:ext cx="794385" cy="646025"/>
            <a:chOff x="5686213" y="4717020"/>
            <a:chExt cx="529590" cy="430683"/>
          </a:xfrm>
        </p:grpSpPr>
        <p:sp>
          <p:nvSpPr>
            <p:cNvPr id="210" name="矩形 209"/>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11" name="文字方塊 210"/>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oMath>
                    </m:oMathPara>
                  </a14:m>
                  <a:endParaRPr lang="zh-TW" altLang="en-US" sz="3600" dirty="0"/>
                </a:p>
              </p:txBody>
            </p:sp>
          </mc:Choice>
          <mc:Fallback xmlns="">
            <p:sp>
              <p:nvSpPr>
                <p:cNvPr id="211" name="文字方塊 210"/>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9"/>
                </a:blipFill>
              </p:spPr>
              <p:txBody>
                <a:bodyPr/>
                <a:lstStyle/>
                <a:p>
                  <a:r>
                    <a:rPr lang="en-US" altLang="en-US">
                      <a:noFill/>
                    </a:rPr>
                    <a:t> </a:t>
                  </a:r>
                </a:p>
              </p:txBody>
            </p:sp>
          </mc:Fallback>
        </mc:AlternateContent>
      </p:grpSp>
      <p:grpSp>
        <p:nvGrpSpPr>
          <p:cNvPr id="212" name="群組 211"/>
          <p:cNvGrpSpPr/>
          <p:nvPr/>
        </p:nvGrpSpPr>
        <p:grpSpPr>
          <a:xfrm>
            <a:off x="13500909" y="7927617"/>
            <a:ext cx="1072742" cy="810000"/>
            <a:chOff x="7174951" y="3803115"/>
            <a:chExt cx="715161" cy="540000"/>
          </a:xfrm>
        </p:grpSpPr>
        <p:sp>
          <p:nvSpPr>
            <p:cNvPr id="213" name="矩形 212"/>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14" name="文字方塊 213"/>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14" name="文字方塊 213"/>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8"/>
                </a:blipFill>
              </p:spPr>
              <p:txBody>
                <a:bodyPr/>
                <a:lstStyle/>
                <a:p>
                  <a:r>
                    <a:rPr lang="en-US" altLang="en-US">
                      <a:noFill/>
                    </a:rPr>
                    <a:t> </a:t>
                  </a:r>
                </a:p>
              </p:txBody>
            </p:sp>
          </mc:Fallback>
        </mc:AlternateContent>
      </p:grpSp>
      <p:grpSp>
        <p:nvGrpSpPr>
          <p:cNvPr id="215" name="群組 214"/>
          <p:cNvGrpSpPr/>
          <p:nvPr/>
        </p:nvGrpSpPr>
        <p:grpSpPr>
          <a:xfrm>
            <a:off x="8309111" y="6936030"/>
            <a:ext cx="800100" cy="646025"/>
            <a:chOff x="5686213" y="4717020"/>
            <a:chExt cx="533400" cy="430683"/>
          </a:xfrm>
        </p:grpSpPr>
        <p:sp>
          <p:nvSpPr>
            <p:cNvPr id="216" name="矩形 21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17" name="文字方塊 216"/>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2,1</m:t>
                            </m:r>
                          </m:sub>
                        </m:sSub>
                      </m:oMath>
                    </m:oMathPara>
                  </a14:m>
                  <a:endParaRPr lang="zh-TW" altLang="en-US" sz="3600" dirty="0"/>
                </a:p>
              </p:txBody>
            </p:sp>
          </mc:Choice>
          <mc:Fallback xmlns="">
            <p:sp>
              <p:nvSpPr>
                <p:cNvPr id="217" name="文字方塊 216"/>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0"/>
                </a:blipFill>
              </p:spPr>
              <p:txBody>
                <a:bodyPr/>
                <a:lstStyle/>
                <a:p>
                  <a:r>
                    <a:rPr lang="en-US" altLang="en-US">
                      <a:noFill/>
                    </a:rPr>
                    <a:t> </a:t>
                  </a:r>
                </a:p>
              </p:txBody>
            </p:sp>
          </mc:Fallback>
        </mc:AlternateContent>
      </p:grpSp>
      <p:grpSp>
        <p:nvGrpSpPr>
          <p:cNvPr id="218" name="群組 217"/>
          <p:cNvGrpSpPr/>
          <p:nvPr/>
        </p:nvGrpSpPr>
        <p:grpSpPr>
          <a:xfrm>
            <a:off x="8322174" y="7582055"/>
            <a:ext cx="800100" cy="646025"/>
            <a:chOff x="5686213" y="4717020"/>
            <a:chExt cx="533400" cy="430683"/>
          </a:xfrm>
        </p:grpSpPr>
        <p:sp>
          <p:nvSpPr>
            <p:cNvPr id="219" name="矩形 218"/>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20" name="文字方塊 219"/>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2,2</m:t>
                            </m:r>
                          </m:sub>
                        </m:sSub>
                      </m:oMath>
                    </m:oMathPara>
                  </a14:m>
                  <a:endParaRPr lang="zh-TW" altLang="en-US" sz="3600" dirty="0"/>
                </a:p>
              </p:txBody>
            </p:sp>
          </mc:Choice>
          <mc:Fallback xmlns="">
            <p:sp>
              <p:nvSpPr>
                <p:cNvPr id="220" name="文字方塊 219"/>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1"/>
                </a:blipFill>
              </p:spPr>
              <p:txBody>
                <a:bodyPr/>
                <a:lstStyle/>
                <a:p>
                  <a:r>
                    <a:rPr lang="en-US" altLang="en-US">
                      <a:noFill/>
                    </a:rPr>
                    <a:t> </a:t>
                  </a:r>
                </a:p>
              </p:txBody>
            </p:sp>
          </mc:Fallback>
        </mc:AlternateContent>
      </p:grpSp>
      <p:grpSp>
        <p:nvGrpSpPr>
          <p:cNvPr id="221" name="群組 220"/>
          <p:cNvGrpSpPr/>
          <p:nvPr/>
        </p:nvGrpSpPr>
        <p:grpSpPr>
          <a:xfrm>
            <a:off x="8322726" y="8231425"/>
            <a:ext cx="800100" cy="646025"/>
            <a:chOff x="5686213" y="4717020"/>
            <a:chExt cx="533400" cy="430683"/>
          </a:xfrm>
        </p:grpSpPr>
        <p:sp>
          <p:nvSpPr>
            <p:cNvPr id="222" name="矩形 221"/>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23" name="文字方塊 222"/>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2,3</m:t>
                            </m:r>
                          </m:sub>
                        </m:sSub>
                      </m:oMath>
                    </m:oMathPara>
                  </a14:m>
                  <a:endParaRPr lang="zh-TW" altLang="en-US" sz="3600" dirty="0"/>
                </a:p>
              </p:txBody>
            </p:sp>
          </mc:Choice>
          <mc:Fallback xmlns="">
            <p:sp>
              <p:nvSpPr>
                <p:cNvPr id="223" name="文字方塊 222"/>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2"/>
                </a:blipFill>
              </p:spPr>
              <p:txBody>
                <a:bodyPr/>
                <a:lstStyle/>
                <a:p>
                  <a:r>
                    <a:rPr lang="en-US" altLang="en-US">
                      <a:noFill/>
                    </a:rPr>
                    <a:t> </a:t>
                  </a:r>
                </a:p>
              </p:txBody>
            </p:sp>
          </mc:Fallback>
        </mc:AlternateContent>
      </p:grpSp>
      <p:grpSp>
        <p:nvGrpSpPr>
          <p:cNvPr id="224" name="群組 223"/>
          <p:cNvGrpSpPr/>
          <p:nvPr/>
        </p:nvGrpSpPr>
        <p:grpSpPr>
          <a:xfrm>
            <a:off x="8323230" y="8873765"/>
            <a:ext cx="800100" cy="646025"/>
            <a:chOff x="5686213" y="4717020"/>
            <a:chExt cx="533400" cy="430683"/>
          </a:xfrm>
        </p:grpSpPr>
        <p:sp>
          <p:nvSpPr>
            <p:cNvPr id="225" name="矩形 224"/>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26" name="文字方塊 225"/>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2,4</m:t>
                            </m:r>
                          </m:sub>
                        </m:sSub>
                      </m:oMath>
                    </m:oMathPara>
                  </a14:m>
                  <a:endParaRPr lang="zh-TW" altLang="en-US" sz="3600" dirty="0"/>
                </a:p>
              </p:txBody>
            </p:sp>
          </mc:Choice>
          <mc:Fallback xmlns="">
            <p:sp>
              <p:nvSpPr>
                <p:cNvPr id="226" name="文字方塊 225"/>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3"/>
                </a:blipFill>
              </p:spPr>
              <p:txBody>
                <a:bodyPr/>
                <a:lstStyle/>
                <a:p>
                  <a:r>
                    <a:rPr lang="en-US" altLang="en-US">
                      <a:noFill/>
                    </a:rPr>
                    <a:t> </a:t>
                  </a:r>
                </a:p>
              </p:txBody>
            </p:sp>
          </mc:Fallback>
        </mc:AlternateContent>
      </p:grpSp>
      <p:grpSp>
        <p:nvGrpSpPr>
          <p:cNvPr id="227" name="群組 226"/>
          <p:cNvGrpSpPr/>
          <p:nvPr/>
        </p:nvGrpSpPr>
        <p:grpSpPr>
          <a:xfrm>
            <a:off x="9173081" y="6913689"/>
            <a:ext cx="800100" cy="646025"/>
            <a:chOff x="5686213" y="4717020"/>
            <a:chExt cx="533400" cy="430683"/>
          </a:xfrm>
        </p:grpSpPr>
        <p:sp>
          <p:nvSpPr>
            <p:cNvPr id="228" name="矩形 227"/>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29" name="文字方塊 228"/>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3,1</m:t>
                            </m:r>
                          </m:sub>
                        </m:sSub>
                      </m:oMath>
                    </m:oMathPara>
                  </a14:m>
                  <a:endParaRPr lang="zh-TW" altLang="en-US" sz="3600" dirty="0"/>
                </a:p>
              </p:txBody>
            </p:sp>
          </mc:Choice>
          <mc:Fallback xmlns="">
            <p:sp>
              <p:nvSpPr>
                <p:cNvPr id="229" name="文字方塊 228"/>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4"/>
                </a:blipFill>
              </p:spPr>
              <p:txBody>
                <a:bodyPr/>
                <a:lstStyle/>
                <a:p>
                  <a:r>
                    <a:rPr lang="en-US" altLang="en-US">
                      <a:noFill/>
                    </a:rPr>
                    <a:t> </a:t>
                  </a:r>
                </a:p>
              </p:txBody>
            </p:sp>
          </mc:Fallback>
        </mc:AlternateContent>
      </p:grpSp>
      <p:grpSp>
        <p:nvGrpSpPr>
          <p:cNvPr id="230" name="群組 229"/>
          <p:cNvGrpSpPr/>
          <p:nvPr/>
        </p:nvGrpSpPr>
        <p:grpSpPr>
          <a:xfrm>
            <a:off x="9186144" y="7559714"/>
            <a:ext cx="800100" cy="646025"/>
            <a:chOff x="5686213" y="4717020"/>
            <a:chExt cx="533400" cy="430683"/>
          </a:xfrm>
        </p:grpSpPr>
        <p:sp>
          <p:nvSpPr>
            <p:cNvPr id="231" name="矩形 23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32" name="文字方塊 231"/>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3,2</m:t>
                            </m:r>
                          </m:sub>
                        </m:sSub>
                      </m:oMath>
                    </m:oMathPara>
                  </a14:m>
                  <a:endParaRPr lang="zh-TW" altLang="en-US" sz="3600" dirty="0"/>
                </a:p>
              </p:txBody>
            </p:sp>
          </mc:Choice>
          <mc:Fallback xmlns="">
            <p:sp>
              <p:nvSpPr>
                <p:cNvPr id="232" name="文字方塊 231"/>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5"/>
                </a:blipFill>
              </p:spPr>
              <p:txBody>
                <a:bodyPr/>
                <a:lstStyle/>
                <a:p>
                  <a:r>
                    <a:rPr lang="en-US" altLang="en-US">
                      <a:noFill/>
                    </a:rPr>
                    <a:t> </a:t>
                  </a:r>
                </a:p>
              </p:txBody>
            </p:sp>
          </mc:Fallback>
        </mc:AlternateContent>
      </p:grpSp>
      <p:grpSp>
        <p:nvGrpSpPr>
          <p:cNvPr id="233" name="群組 232"/>
          <p:cNvGrpSpPr/>
          <p:nvPr/>
        </p:nvGrpSpPr>
        <p:grpSpPr>
          <a:xfrm>
            <a:off x="9186696" y="8209084"/>
            <a:ext cx="800100" cy="646025"/>
            <a:chOff x="5686213" y="4717020"/>
            <a:chExt cx="533400" cy="430683"/>
          </a:xfrm>
        </p:grpSpPr>
        <p:sp>
          <p:nvSpPr>
            <p:cNvPr id="234" name="矩形 23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35" name="文字方塊 234"/>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3,3</m:t>
                            </m:r>
                          </m:sub>
                        </m:sSub>
                      </m:oMath>
                    </m:oMathPara>
                  </a14:m>
                  <a:endParaRPr lang="zh-TW" altLang="en-US" sz="3600" dirty="0"/>
                </a:p>
              </p:txBody>
            </p:sp>
          </mc:Choice>
          <mc:Fallback xmlns="">
            <p:sp>
              <p:nvSpPr>
                <p:cNvPr id="235" name="文字方塊 234"/>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6"/>
                </a:blipFill>
              </p:spPr>
              <p:txBody>
                <a:bodyPr/>
                <a:lstStyle/>
                <a:p>
                  <a:r>
                    <a:rPr lang="en-US" altLang="en-US">
                      <a:noFill/>
                    </a:rPr>
                    <a:t> </a:t>
                  </a:r>
                </a:p>
              </p:txBody>
            </p:sp>
          </mc:Fallback>
        </mc:AlternateContent>
      </p:grpSp>
      <p:grpSp>
        <p:nvGrpSpPr>
          <p:cNvPr id="236" name="群組 235"/>
          <p:cNvGrpSpPr/>
          <p:nvPr/>
        </p:nvGrpSpPr>
        <p:grpSpPr>
          <a:xfrm>
            <a:off x="9187200" y="8851424"/>
            <a:ext cx="800100" cy="646025"/>
            <a:chOff x="5686213" y="4717020"/>
            <a:chExt cx="533400" cy="430683"/>
          </a:xfrm>
        </p:grpSpPr>
        <p:sp>
          <p:nvSpPr>
            <p:cNvPr id="237" name="矩形 236"/>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38" name="文字方塊 237"/>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3,4</m:t>
                            </m:r>
                          </m:sub>
                        </m:sSub>
                      </m:oMath>
                    </m:oMathPara>
                  </a14:m>
                  <a:endParaRPr lang="zh-TW" altLang="en-US" sz="3600" dirty="0"/>
                </a:p>
              </p:txBody>
            </p:sp>
          </mc:Choice>
          <mc:Fallback xmlns="">
            <p:sp>
              <p:nvSpPr>
                <p:cNvPr id="238" name="文字方塊 237"/>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7"/>
                </a:blipFill>
              </p:spPr>
              <p:txBody>
                <a:bodyPr/>
                <a:lstStyle/>
                <a:p>
                  <a:r>
                    <a:rPr lang="en-US" altLang="en-US">
                      <a:noFill/>
                    </a:rPr>
                    <a:t> </a:t>
                  </a:r>
                </a:p>
              </p:txBody>
            </p:sp>
          </mc:Fallback>
        </mc:AlternateContent>
      </p:grpSp>
      <p:grpSp>
        <p:nvGrpSpPr>
          <p:cNvPr id="239" name="群組 238"/>
          <p:cNvGrpSpPr/>
          <p:nvPr/>
        </p:nvGrpSpPr>
        <p:grpSpPr>
          <a:xfrm>
            <a:off x="10008270" y="6952856"/>
            <a:ext cx="800100" cy="646025"/>
            <a:chOff x="5686213" y="4717020"/>
            <a:chExt cx="533400" cy="430683"/>
          </a:xfrm>
        </p:grpSpPr>
        <p:sp>
          <p:nvSpPr>
            <p:cNvPr id="240" name="矩形 239"/>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1" name="文字方塊 240"/>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4,1</m:t>
                            </m:r>
                          </m:sub>
                        </m:sSub>
                      </m:oMath>
                    </m:oMathPara>
                  </a14:m>
                  <a:endParaRPr lang="zh-TW" altLang="en-US" sz="3600" dirty="0"/>
                </a:p>
              </p:txBody>
            </p:sp>
          </mc:Choice>
          <mc:Fallback xmlns="">
            <p:sp>
              <p:nvSpPr>
                <p:cNvPr id="241" name="文字方塊 240"/>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8"/>
                </a:blipFill>
              </p:spPr>
              <p:txBody>
                <a:bodyPr/>
                <a:lstStyle/>
                <a:p>
                  <a:r>
                    <a:rPr lang="en-US" altLang="en-US">
                      <a:noFill/>
                    </a:rPr>
                    <a:t> </a:t>
                  </a:r>
                </a:p>
              </p:txBody>
            </p:sp>
          </mc:Fallback>
        </mc:AlternateContent>
      </p:grpSp>
      <p:grpSp>
        <p:nvGrpSpPr>
          <p:cNvPr id="242" name="群組 241"/>
          <p:cNvGrpSpPr/>
          <p:nvPr/>
        </p:nvGrpSpPr>
        <p:grpSpPr>
          <a:xfrm>
            <a:off x="10021333" y="7598880"/>
            <a:ext cx="800100" cy="646025"/>
            <a:chOff x="5686213" y="4717020"/>
            <a:chExt cx="533400" cy="430683"/>
          </a:xfrm>
        </p:grpSpPr>
        <p:sp>
          <p:nvSpPr>
            <p:cNvPr id="243" name="矩形 242"/>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4" name="文字方塊 243"/>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4,2</m:t>
                            </m:r>
                          </m:sub>
                        </m:sSub>
                      </m:oMath>
                    </m:oMathPara>
                  </a14:m>
                  <a:endParaRPr lang="zh-TW" altLang="en-US" sz="3600" dirty="0"/>
                </a:p>
              </p:txBody>
            </p:sp>
          </mc:Choice>
          <mc:Fallback xmlns="">
            <p:sp>
              <p:nvSpPr>
                <p:cNvPr id="244" name="文字方塊 243"/>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29"/>
                </a:blipFill>
              </p:spPr>
              <p:txBody>
                <a:bodyPr/>
                <a:lstStyle/>
                <a:p>
                  <a:r>
                    <a:rPr lang="en-US" altLang="en-US">
                      <a:noFill/>
                    </a:rPr>
                    <a:t> </a:t>
                  </a:r>
                </a:p>
              </p:txBody>
            </p:sp>
          </mc:Fallback>
        </mc:AlternateContent>
      </p:grpSp>
      <p:grpSp>
        <p:nvGrpSpPr>
          <p:cNvPr id="245" name="群組 244"/>
          <p:cNvGrpSpPr/>
          <p:nvPr/>
        </p:nvGrpSpPr>
        <p:grpSpPr>
          <a:xfrm>
            <a:off x="10021885" y="8248251"/>
            <a:ext cx="800100" cy="646025"/>
            <a:chOff x="5686213" y="4717020"/>
            <a:chExt cx="533400" cy="430683"/>
          </a:xfrm>
        </p:grpSpPr>
        <p:sp>
          <p:nvSpPr>
            <p:cNvPr id="246" name="矩形 24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7" name="文字方塊 246"/>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4,3</m:t>
                            </m:r>
                          </m:sub>
                        </m:sSub>
                      </m:oMath>
                    </m:oMathPara>
                  </a14:m>
                  <a:endParaRPr lang="zh-TW" altLang="en-US" sz="3600" dirty="0"/>
                </a:p>
              </p:txBody>
            </p:sp>
          </mc:Choice>
          <mc:Fallback xmlns="">
            <p:sp>
              <p:nvSpPr>
                <p:cNvPr id="247" name="文字方塊 246"/>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30"/>
                </a:blipFill>
              </p:spPr>
              <p:txBody>
                <a:bodyPr/>
                <a:lstStyle/>
                <a:p>
                  <a:r>
                    <a:rPr lang="en-US" altLang="en-US">
                      <a:noFill/>
                    </a:rPr>
                    <a:t> </a:t>
                  </a:r>
                </a:p>
              </p:txBody>
            </p:sp>
          </mc:Fallback>
        </mc:AlternateContent>
      </p:grpSp>
      <p:grpSp>
        <p:nvGrpSpPr>
          <p:cNvPr id="248" name="群組 247"/>
          <p:cNvGrpSpPr/>
          <p:nvPr/>
        </p:nvGrpSpPr>
        <p:grpSpPr>
          <a:xfrm>
            <a:off x="10022390" y="8890590"/>
            <a:ext cx="800100" cy="646025"/>
            <a:chOff x="5686213" y="4717020"/>
            <a:chExt cx="533400" cy="430683"/>
          </a:xfrm>
        </p:grpSpPr>
        <p:sp>
          <p:nvSpPr>
            <p:cNvPr id="249" name="矩形 248"/>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50" name="文字方塊 249"/>
                <p:cNvSpPr txBox="1"/>
                <p:nvPr/>
              </p:nvSpPr>
              <p:spPr>
                <a:xfrm>
                  <a:off x="5686213" y="4717020"/>
                  <a:ext cx="53340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4,4</m:t>
                            </m:r>
                          </m:sub>
                        </m:sSub>
                      </m:oMath>
                    </m:oMathPara>
                  </a14:m>
                  <a:endParaRPr lang="zh-TW" altLang="en-US" sz="3600" dirty="0"/>
                </a:p>
              </p:txBody>
            </p:sp>
          </mc:Choice>
          <mc:Fallback xmlns="">
            <p:sp>
              <p:nvSpPr>
                <p:cNvPr id="250" name="文字方塊 249"/>
                <p:cNvSpPr txBox="1">
                  <a:spLocks noRot="1" noChangeAspect="1" noMove="1" noResize="1" noEditPoints="1" noAdjustHandles="1" noChangeArrowheads="1" noChangeShapeType="1" noTextEdit="1"/>
                </p:cNvSpPr>
                <p:nvPr/>
              </p:nvSpPr>
              <p:spPr>
                <a:xfrm>
                  <a:off x="5686213" y="4717020"/>
                  <a:ext cx="533400" cy="371263"/>
                </a:xfrm>
                <a:prstGeom prst="rect">
                  <a:avLst/>
                </a:prstGeom>
                <a:blipFill rotWithShape="1">
                  <a:blip r:embed="rId31"/>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251" name="文字方塊 250"/>
              <p:cNvSpPr txBox="1"/>
              <p:nvPr/>
            </p:nvSpPr>
            <p:spPr>
              <a:xfrm>
                <a:off x="12087842" y="9543068"/>
                <a:ext cx="501483" cy="63373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4200" b="0" i="1" smtClean="0">
                              <a:latin typeface="Cambria Math" panose="02040503050406030204" pitchFamily="18" charset="0"/>
                            </a:rPr>
                          </m:ctrlPr>
                        </m:sSupPr>
                        <m:e>
                          <m:r>
                            <a:rPr lang="en-US" altLang="zh-TW" sz="4200" b="0" i="1" smtClean="0">
                              <a:latin typeface="Cambria Math" panose="02040503050406030204" pitchFamily="18" charset="0"/>
                            </a:rPr>
                            <m:t>𝐾</m:t>
                          </m:r>
                        </m:e>
                        <m:sup>
                          <m:r>
                            <a:rPr lang="en-US" altLang="zh-TW" sz="4200" b="0" i="1" smtClean="0">
                              <a:latin typeface="Cambria Math" panose="02040503050406030204" pitchFamily="18" charset="0"/>
                            </a:rPr>
                            <m:t>𝑇</m:t>
                          </m:r>
                        </m:sup>
                      </m:sSup>
                    </m:oMath>
                  </m:oMathPara>
                </a14:m>
                <a:endParaRPr lang="zh-TW" altLang="en-US" sz="4200" dirty="0"/>
              </a:p>
            </p:txBody>
          </p:sp>
        </mc:Choice>
        <mc:Fallback xmlns="">
          <p:sp>
            <p:nvSpPr>
              <p:cNvPr id="251" name="文字方塊 250"/>
              <p:cNvSpPr txBox="1">
                <a:spLocks noRot="1" noChangeAspect="1" noMove="1" noResize="1" noEditPoints="1" noAdjustHandles="1" noChangeArrowheads="1" noChangeShapeType="1" noTextEdit="1"/>
              </p:cNvSpPr>
              <p:nvPr/>
            </p:nvSpPr>
            <p:spPr>
              <a:xfrm>
                <a:off x="12087842" y="9543068"/>
                <a:ext cx="501483" cy="633730"/>
              </a:xfrm>
              <a:prstGeom prst="rect">
                <a:avLst/>
              </a:prstGeom>
              <a:blipFill rotWithShape="1">
                <a:blip r:embed="rId32"/>
                <a:stretch>
                  <a:fillRect l="-123" t="-45" r="-25868" b="4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52" name="文字方塊 251"/>
              <p:cNvSpPr txBox="1"/>
              <p:nvPr/>
            </p:nvSpPr>
            <p:spPr>
              <a:xfrm>
                <a:off x="8924786" y="9543066"/>
                <a:ext cx="501483" cy="6457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𝐴</m:t>
                      </m:r>
                    </m:oMath>
                  </m:oMathPara>
                </a14:m>
                <a:endParaRPr lang="zh-TW" altLang="en-US" sz="4200" dirty="0"/>
              </a:p>
            </p:txBody>
          </p:sp>
        </mc:Choice>
        <mc:Fallback xmlns="">
          <p:sp>
            <p:nvSpPr>
              <p:cNvPr id="252" name="文字方塊 251"/>
              <p:cNvSpPr txBox="1">
                <a:spLocks noRot="1" noChangeAspect="1" noMove="1" noResize="1" noEditPoints="1" noAdjustHandles="1" noChangeArrowheads="1" noChangeShapeType="1" noTextEdit="1"/>
              </p:cNvSpPr>
              <p:nvPr/>
            </p:nvSpPr>
            <p:spPr>
              <a:xfrm>
                <a:off x="8924786" y="9543066"/>
                <a:ext cx="501483" cy="645795"/>
              </a:xfrm>
              <a:prstGeom prst="rect">
                <a:avLst/>
              </a:prstGeom>
              <a:blipFill rotWithShape="1">
                <a:blip r:embed="rId33"/>
                <a:stretch>
                  <a:fillRect l="-99" t="-44" r="66" b="4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53" name="文字方塊 252"/>
              <p:cNvSpPr txBox="1"/>
              <p:nvPr/>
            </p:nvSpPr>
            <p:spPr>
              <a:xfrm>
                <a:off x="13977801" y="8805767"/>
                <a:ext cx="501483" cy="6457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𝑄</m:t>
                      </m:r>
                    </m:oMath>
                  </m:oMathPara>
                </a14:m>
                <a:endParaRPr lang="zh-TW" altLang="en-US" sz="4200" dirty="0"/>
              </a:p>
            </p:txBody>
          </p:sp>
        </mc:Choice>
        <mc:Fallback xmlns="">
          <p:sp>
            <p:nvSpPr>
              <p:cNvPr id="253" name="文字方塊 252"/>
              <p:cNvSpPr txBox="1">
                <a:spLocks noRot="1" noChangeAspect="1" noMove="1" noResize="1" noEditPoints="1" noAdjustHandles="1" noChangeArrowheads="1" noChangeShapeType="1" noTextEdit="1"/>
              </p:cNvSpPr>
              <p:nvPr/>
            </p:nvSpPr>
            <p:spPr>
              <a:xfrm>
                <a:off x="13977801" y="8805767"/>
                <a:ext cx="501483" cy="645795"/>
              </a:xfrm>
              <a:prstGeom prst="rect">
                <a:avLst/>
              </a:prstGeom>
              <a:blipFill rotWithShape="1">
                <a:blip r:embed="rId34"/>
                <a:stretch>
                  <a:fillRect l="-36" t="-34" r="3" b="34"/>
                </a:stretch>
              </a:blipFill>
            </p:spPr>
            <p:txBody>
              <a:bodyPr/>
              <a:lstStyle/>
              <a:p>
                <a:r>
                  <a:rPr lang="en-US" altLang="en-US">
                    <a:noFill/>
                  </a:rPr>
                  <a:t> </a:t>
                </a:r>
              </a:p>
            </p:txBody>
          </p:sp>
        </mc:Fallback>
      </mc:AlternateContent>
      <p:grpSp>
        <p:nvGrpSpPr>
          <p:cNvPr id="254" name="群組 253"/>
          <p:cNvGrpSpPr/>
          <p:nvPr/>
        </p:nvGrpSpPr>
        <p:grpSpPr>
          <a:xfrm>
            <a:off x="14161007" y="7928537"/>
            <a:ext cx="1072742" cy="810000"/>
            <a:chOff x="7174951" y="3803115"/>
            <a:chExt cx="715161" cy="540000"/>
          </a:xfrm>
        </p:grpSpPr>
        <p:sp>
          <p:nvSpPr>
            <p:cNvPr id="255" name="矩形 254"/>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56" name="文字方塊 255"/>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256" name="文字方塊 255"/>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11"/>
                </a:blipFill>
              </p:spPr>
              <p:txBody>
                <a:bodyPr/>
                <a:lstStyle/>
                <a:p>
                  <a:r>
                    <a:rPr lang="en-US" altLang="en-US">
                      <a:noFill/>
                    </a:rPr>
                    <a:t> </a:t>
                  </a:r>
                </a:p>
              </p:txBody>
            </p:sp>
          </mc:Fallback>
        </mc:AlternateContent>
      </p:grpSp>
      <p:grpSp>
        <p:nvGrpSpPr>
          <p:cNvPr id="257" name="群組 256"/>
          <p:cNvGrpSpPr/>
          <p:nvPr/>
        </p:nvGrpSpPr>
        <p:grpSpPr>
          <a:xfrm>
            <a:off x="14843334" y="7939583"/>
            <a:ext cx="1072742" cy="810000"/>
            <a:chOff x="7174951" y="3803115"/>
            <a:chExt cx="715161" cy="540000"/>
          </a:xfrm>
        </p:grpSpPr>
        <p:sp>
          <p:nvSpPr>
            <p:cNvPr id="258" name="矩形 257"/>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59" name="文字方塊 258"/>
                <p:cNvSpPr txBox="1"/>
                <p:nvPr/>
              </p:nvSpPr>
              <p:spPr>
                <a:xfrm>
                  <a:off x="7174951" y="3850932"/>
                  <a:ext cx="715161" cy="4262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259" name="文字方塊 258"/>
                <p:cNvSpPr txBox="1">
                  <a:spLocks noRot="1" noChangeAspect="1" noMove="1" noResize="1" noEditPoints="1" noAdjustHandles="1" noChangeArrowheads="1" noChangeShapeType="1" noTextEdit="1"/>
                </p:cNvSpPr>
                <p:nvPr/>
              </p:nvSpPr>
              <p:spPr>
                <a:xfrm>
                  <a:off x="7174951" y="3850932"/>
                  <a:ext cx="715161" cy="426297"/>
                </a:xfrm>
                <a:prstGeom prst="rect">
                  <a:avLst/>
                </a:prstGeom>
                <a:blipFill rotWithShape="1">
                  <a:blip r:embed="rId14"/>
                </a:blipFill>
              </p:spPr>
              <p:txBody>
                <a:bodyPr/>
                <a:lstStyle/>
                <a:p>
                  <a:r>
                    <a:rPr lang="en-US" altLang="en-US">
                      <a:noFill/>
                    </a:rPr>
                    <a:t> </a:t>
                  </a:r>
                </a:p>
              </p:txBody>
            </p:sp>
          </mc:Fallback>
        </mc:AlternateContent>
      </p:grpSp>
      <p:sp>
        <p:nvSpPr>
          <p:cNvPr id="9" name="箭號: 向右 8"/>
          <p:cNvSpPr/>
          <p:nvPr/>
        </p:nvSpPr>
        <p:spPr>
          <a:xfrm flipH="1">
            <a:off x="6495660" y="7846689"/>
            <a:ext cx="772919" cy="72730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nvGrpSpPr>
          <p:cNvPr id="260" name="群組 259"/>
          <p:cNvGrpSpPr/>
          <p:nvPr/>
        </p:nvGrpSpPr>
        <p:grpSpPr>
          <a:xfrm>
            <a:off x="2985351" y="6871377"/>
            <a:ext cx="794385" cy="646025"/>
            <a:chOff x="5686213" y="4717020"/>
            <a:chExt cx="529590" cy="430683"/>
          </a:xfrm>
        </p:grpSpPr>
        <p:sp>
          <p:nvSpPr>
            <p:cNvPr id="261" name="矩形 26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62" name="文字方塊 261"/>
                <p:cNvSpPr txBox="1"/>
                <p:nvPr/>
              </p:nvSpPr>
              <p:spPr>
                <a:xfrm>
                  <a:off x="5686213" y="4717020"/>
                  <a:ext cx="529590" cy="3704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1,1</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62" name="文字方塊 261"/>
                <p:cNvSpPr txBox="1">
                  <a:spLocks noRot="1" noChangeAspect="1" noMove="1" noResize="1" noEditPoints="1" noAdjustHandles="1" noChangeArrowheads="1" noChangeShapeType="1" noTextEdit="1"/>
                </p:cNvSpPr>
                <p:nvPr/>
              </p:nvSpPr>
              <p:spPr>
                <a:xfrm>
                  <a:off x="5686213" y="4717020"/>
                  <a:ext cx="529590" cy="370417"/>
                </a:xfrm>
                <a:prstGeom prst="rect">
                  <a:avLst/>
                </a:prstGeom>
                <a:blipFill rotWithShape="1">
                  <a:blip r:embed="rId35"/>
                </a:blipFill>
              </p:spPr>
              <p:txBody>
                <a:bodyPr/>
                <a:lstStyle/>
                <a:p>
                  <a:r>
                    <a:rPr lang="en-US" altLang="en-US">
                      <a:noFill/>
                    </a:rPr>
                    <a:t> </a:t>
                  </a:r>
                </a:p>
              </p:txBody>
            </p:sp>
          </mc:Fallback>
        </mc:AlternateContent>
      </p:grpSp>
      <p:grpSp>
        <p:nvGrpSpPr>
          <p:cNvPr id="263" name="群組 262"/>
          <p:cNvGrpSpPr/>
          <p:nvPr/>
        </p:nvGrpSpPr>
        <p:grpSpPr>
          <a:xfrm>
            <a:off x="2998415" y="7517402"/>
            <a:ext cx="794385" cy="646025"/>
            <a:chOff x="5686213" y="4717020"/>
            <a:chExt cx="529590" cy="430683"/>
          </a:xfrm>
        </p:grpSpPr>
        <p:sp>
          <p:nvSpPr>
            <p:cNvPr id="264" name="矩形 26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65" name="文字方塊 264"/>
                <p:cNvSpPr txBox="1"/>
                <p:nvPr/>
              </p:nvSpPr>
              <p:spPr>
                <a:xfrm>
                  <a:off x="5686213" y="4717020"/>
                  <a:ext cx="529590" cy="370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65" name="文字方塊 264"/>
                <p:cNvSpPr txBox="1">
                  <a:spLocks noRot="1" noChangeAspect="1" noMove="1" noResize="1" noEditPoints="1" noAdjustHandles="1" noChangeArrowheads="1" noChangeShapeType="1" noTextEdit="1"/>
                </p:cNvSpPr>
                <p:nvPr/>
              </p:nvSpPr>
              <p:spPr>
                <a:xfrm>
                  <a:off x="5686213" y="4717020"/>
                  <a:ext cx="529590" cy="370840"/>
                </a:xfrm>
                <a:prstGeom prst="rect">
                  <a:avLst/>
                </a:prstGeom>
                <a:blipFill rotWithShape="1">
                  <a:blip r:embed="rId36"/>
                </a:blipFill>
              </p:spPr>
              <p:txBody>
                <a:bodyPr/>
                <a:lstStyle/>
                <a:p>
                  <a:r>
                    <a:rPr lang="en-US" altLang="en-US">
                      <a:noFill/>
                    </a:rPr>
                    <a:t> </a:t>
                  </a:r>
                </a:p>
              </p:txBody>
            </p:sp>
          </mc:Fallback>
        </mc:AlternateContent>
      </p:grpSp>
      <p:grpSp>
        <p:nvGrpSpPr>
          <p:cNvPr id="266" name="群組 265"/>
          <p:cNvGrpSpPr/>
          <p:nvPr/>
        </p:nvGrpSpPr>
        <p:grpSpPr>
          <a:xfrm>
            <a:off x="2998967" y="8166773"/>
            <a:ext cx="823595" cy="1109981"/>
            <a:chOff x="5686213" y="4717020"/>
            <a:chExt cx="549063" cy="739987"/>
          </a:xfrm>
        </p:grpSpPr>
        <p:sp>
          <p:nvSpPr>
            <p:cNvPr id="267" name="矩形 266"/>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68" name="文字方塊 267"/>
                <p:cNvSpPr txBox="1"/>
                <p:nvPr/>
              </p:nvSpPr>
              <p:spPr>
                <a:xfrm>
                  <a:off x="5686213" y="4717020"/>
                  <a:ext cx="549063"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68" name="文字方塊 267"/>
                <p:cNvSpPr txBox="1">
                  <a:spLocks noRot="1" noChangeAspect="1" noMove="1" noResize="1" noEditPoints="1" noAdjustHandles="1" noChangeArrowheads="1" noChangeShapeType="1" noTextEdit="1"/>
                </p:cNvSpPr>
                <p:nvPr/>
              </p:nvSpPr>
              <p:spPr>
                <a:xfrm>
                  <a:off x="5686213" y="4717020"/>
                  <a:ext cx="549063" cy="739987"/>
                </a:xfrm>
                <a:prstGeom prst="rect">
                  <a:avLst/>
                </a:prstGeom>
                <a:blipFill rotWithShape="1">
                  <a:blip r:embed="rId37"/>
                </a:blipFill>
              </p:spPr>
              <p:txBody>
                <a:bodyPr/>
                <a:lstStyle/>
                <a:p>
                  <a:r>
                    <a:rPr lang="en-US" altLang="en-US">
                      <a:noFill/>
                    </a:rPr>
                    <a:t> </a:t>
                  </a:r>
                </a:p>
              </p:txBody>
            </p:sp>
          </mc:Fallback>
        </mc:AlternateContent>
      </p:grpSp>
      <p:grpSp>
        <p:nvGrpSpPr>
          <p:cNvPr id="269" name="群組 268"/>
          <p:cNvGrpSpPr/>
          <p:nvPr/>
        </p:nvGrpSpPr>
        <p:grpSpPr>
          <a:xfrm>
            <a:off x="2999471" y="8809112"/>
            <a:ext cx="794385" cy="646025"/>
            <a:chOff x="5686213" y="4717020"/>
            <a:chExt cx="529590" cy="430683"/>
          </a:xfrm>
        </p:grpSpPr>
        <p:sp>
          <p:nvSpPr>
            <p:cNvPr id="270" name="矩形 269"/>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71" name="文字方塊 270"/>
                <p:cNvSpPr txBox="1"/>
                <p:nvPr/>
              </p:nvSpPr>
              <p:spPr>
                <a:xfrm>
                  <a:off x="5686213" y="4717020"/>
                  <a:ext cx="529590" cy="3704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71" name="文字方塊 270"/>
                <p:cNvSpPr txBox="1">
                  <a:spLocks noRot="1" noChangeAspect="1" noMove="1" noResize="1" noEditPoints="1" noAdjustHandles="1" noChangeArrowheads="1" noChangeShapeType="1" noTextEdit="1"/>
                </p:cNvSpPr>
                <p:nvPr/>
              </p:nvSpPr>
              <p:spPr>
                <a:xfrm>
                  <a:off x="5686213" y="4717020"/>
                  <a:ext cx="529590" cy="370417"/>
                </a:xfrm>
                <a:prstGeom prst="rect">
                  <a:avLst/>
                </a:prstGeom>
                <a:blipFill rotWithShape="1">
                  <a:blip r:embed="rId38"/>
                </a:blipFill>
              </p:spPr>
              <p:txBody>
                <a:bodyPr/>
                <a:lstStyle/>
                <a:p>
                  <a:r>
                    <a:rPr lang="en-US" altLang="en-US">
                      <a:noFill/>
                    </a:rPr>
                    <a:t> </a:t>
                  </a:r>
                </a:p>
              </p:txBody>
            </p:sp>
          </mc:Fallback>
        </mc:AlternateContent>
      </p:grpSp>
      <p:grpSp>
        <p:nvGrpSpPr>
          <p:cNvPr id="272" name="群組 271"/>
          <p:cNvGrpSpPr/>
          <p:nvPr/>
        </p:nvGrpSpPr>
        <p:grpSpPr>
          <a:xfrm>
            <a:off x="3845012" y="6893718"/>
            <a:ext cx="849630" cy="1109981"/>
            <a:chOff x="5686213" y="4717020"/>
            <a:chExt cx="566420" cy="739987"/>
          </a:xfrm>
        </p:grpSpPr>
        <p:sp>
          <p:nvSpPr>
            <p:cNvPr id="273" name="矩形 272"/>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74" name="文字方塊 273"/>
                <p:cNvSpPr txBox="1"/>
                <p:nvPr/>
              </p:nvSpPr>
              <p:spPr>
                <a:xfrm>
                  <a:off x="5686213" y="4717020"/>
                  <a:ext cx="566420"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74" name="文字方塊 273"/>
                <p:cNvSpPr txBox="1">
                  <a:spLocks noRot="1" noChangeAspect="1" noMove="1" noResize="1" noEditPoints="1" noAdjustHandles="1" noChangeArrowheads="1" noChangeShapeType="1" noTextEdit="1"/>
                </p:cNvSpPr>
                <p:nvPr/>
              </p:nvSpPr>
              <p:spPr>
                <a:xfrm>
                  <a:off x="5686213" y="4717020"/>
                  <a:ext cx="566420" cy="739987"/>
                </a:xfrm>
                <a:prstGeom prst="rect">
                  <a:avLst/>
                </a:prstGeom>
                <a:blipFill rotWithShape="1">
                  <a:blip r:embed="rId39"/>
                </a:blipFill>
              </p:spPr>
              <p:txBody>
                <a:bodyPr/>
                <a:lstStyle/>
                <a:p>
                  <a:r>
                    <a:rPr lang="en-US" altLang="en-US">
                      <a:noFill/>
                    </a:rPr>
                    <a:t> </a:t>
                  </a:r>
                </a:p>
              </p:txBody>
            </p:sp>
          </mc:Fallback>
        </mc:AlternateContent>
      </p:grpSp>
      <p:grpSp>
        <p:nvGrpSpPr>
          <p:cNvPr id="275" name="群組 274"/>
          <p:cNvGrpSpPr/>
          <p:nvPr/>
        </p:nvGrpSpPr>
        <p:grpSpPr>
          <a:xfrm>
            <a:off x="3858075" y="7539743"/>
            <a:ext cx="849630" cy="1109981"/>
            <a:chOff x="5686213" y="4717020"/>
            <a:chExt cx="566420" cy="739987"/>
          </a:xfrm>
        </p:grpSpPr>
        <p:sp>
          <p:nvSpPr>
            <p:cNvPr id="276" name="矩形 27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77" name="文字方塊 276"/>
                <p:cNvSpPr txBox="1"/>
                <p:nvPr/>
              </p:nvSpPr>
              <p:spPr>
                <a:xfrm>
                  <a:off x="5686213" y="4717020"/>
                  <a:ext cx="566420"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77" name="文字方塊 276"/>
                <p:cNvSpPr txBox="1">
                  <a:spLocks noRot="1" noChangeAspect="1" noMove="1" noResize="1" noEditPoints="1" noAdjustHandles="1" noChangeArrowheads="1" noChangeShapeType="1" noTextEdit="1"/>
                </p:cNvSpPr>
                <p:nvPr/>
              </p:nvSpPr>
              <p:spPr>
                <a:xfrm>
                  <a:off x="5686213" y="4717020"/>
                  <a:ext cx="566420" cy="739987"/>
                </a:xfrm>
                <a:prstGeom prst="rect">
                  <a:avLst/>
                </a:prstGeom>
                <a:blipFill rotWithShape="1">
                  <a:blip r:embed="rId40"/>
                </a:blipFill>
              </p:spPr>
              <p:txBody>
                <a:bodyPr/>
                <a:lstStyle/>
                <a:p>
                  <a:r>
                    <a:rPr lang="en-US" altLang="en-US">
                      <a:noFill/>
                    </a:rPr>
                    <a:t> </a:t>
                  </a:r>
                </a:p>
              </p:txBody>
            </p:sp>
          </mc:Fallback>
        </mc:AlternateContent>
      </p:grpSp>
      <p:grpSp>
        <p:nvGrpSpPr>
          <p:cNvPr id="278" name="群組 277"/>
          <p:cNvGrpSpPr/>
          <p:nvPr/>
        </p:nvGrpSpPr>
        <p:grpSpPr>
          <a:xfrm>
            <a:off x="3858627" y="8189114"/>
            <a:ext cx="824231" cy="1109981"/>
            <a:chOff x="5686213" y="4717020"/>
            <a:chExt cx="549487" cy="739987"/>
          </a:xfrm>
        </p:grpSpPr>
        <p:sp>
          <p:nvSpPr>
            <p:cNvPr id="279" name="矩形 278"/>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80" name="文字方塊 279"/>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80" name="文字方塊 279"/>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41"/>
                </a:blipFill>
              </p:spPr>
              <p:txBody>
                <a:bodyPr/>
                <a:lstStyle/>
                <a:p>
                  <a:r>
                    <a:rPr lang="en-US" altLang="en-US">
                      <a:noFill/>
                    </a:rPr>
                    <a:t> </a:t>
                  </a:r>
                </a:p>
              </p:txBody>
            </p:sp>
          </mc:Fallback>
        </mc:AlternateContent>
      </p:grpSp>
      <p:grpSp>
        <p:nvGrpSpPr>
          <p:cNvPr id="281" name="群組 280"/>
          <p:cNvGrpSpPr/>
          <p:nvPr/>
        </p:nvGrpSpPr>
        <p:grpSpPr>
          <a:xfrm>
            <a:off x="3859131" y="8831453"/>
            <a:ext cx="800100" cy="646025"/>
            <a:chOff x="5686213" y="4717020"/>
            <a:chExt cx="533400" cy="430683"/>
          </a:xfrm>
        </p:grpSpPr>
        <p:sp>
          <p:nvSpPr>
            <p:cNvPr id="282" name="矩形 281"/>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83" name="文字方塊 282"/>
                <p:cNvSpPr txBox="1"/>
                <p:nvPr/>
              </p:nvSpPr>
              <p:spPr>
                <a:xfrm>
                  <a:off x="5686213" y="4717020"/>
                  <a:ext cx="533400" cy="370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83" name="文字方塊 282"/>
                <p:cNvSpPr txBox="1">
                  <a:spLocks noRot="1" noChangeAspect="1" noMove="1" noResize="1" noEditPoints="1" noAdjustHandles="1" noChangeArrowheads="1" noChangeShapeType="1" noTextEdit="1"/>
                </p:cNvSpPr>
                <p:nvPr/>
              </p:nvSpPr>
              <p:spPr>
                <a:xfrm>
                  <a:off x="5686213" y="4717020"/>
                  <a:ext cx="533400" cy="370840"/>
                </a:xfrm>
                <a:prstGeom prst="rect">
                  <a:avLst/>
                </a:prstGeom>
                <a:blipFill rotWithShape="1">
                  <a:blip r:embed="rId42"/>
                </a:blipFill>
              </p:spPr>
              <p:txBody>
                <a:bodyPr/>
                <a:lstStyle/>
                <a:p>
                  <a:r>
                    <a:rPr lang="en-US" altLang="en-US">
                      <a:noFill/>
                    </a:rPr>
                    <a:t> </a:t>
                  </a:r>
                </a:p>
              </p:txBody>
            </p:sp>
          </mc:Fallback>
        </mc:AlternateContent>
      </p:grpSp>
      <p:grpSp>
        <p:nvGrpSpPr>
          <p:cNvPr id="284" name="群組 283"/>
          <p:cNvGrpSpPr/>
          <p:nvPr/>
        </p:nvGrpSpPr>
        <p:grpSpPr>
          <a:xfrm>
            <a:off x="4708982" y="6871377"/>
            <a:ext cx="828041" cy="1109981"/>
            <a:chOff x="5686213" y="4717020"/>
            <a:chExt cx="552027" cy="739987"/>
          </a:xfrm>
        </p:grpSpPr>
        <p:sp>
          <p:nvSpPr>
            <p:cNvPr id="285" name="矩形 284"/>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86" name="文字方塊 285"/>
                <p:cNvSpPr txBox="1"/>
                <p:nvPr/>
              </p:nvSpPr>
              <p:spPr>
                <a:xfrm>
                  <a:off x="5686213" y="4717020"/>
                  <a:ext cx="55202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86" name="文字方塊 285"/>
                <p:cNvSpPr txBox="1">
                  <a:spLocks noRot="1" noChangeAspect="1" noMove="1" noResize="1" noEditPoints="1" noAdjustHandles="1" noChangeArrowheads="1" noChangeShapeType="1" noTextEdit="1"/>
                </p:cNvSpPr>
                <p:nvPr/>
              </p:nvSpPr>
              <p:spPr>
                <a:xfrm>
                  <a:off x="5686213" y="4717020"/>
                  <a:ext cx="552027" cy="739987"/>
                </a:xfrm>
                <a:prstGeom prst="rect">
                  <a:avLst/>
                </a:prstGeom>
                <a:blipFill rotWithShape="1">
                  <a:blip r:embed="rId43"/>
                </a:blipFill>
              </p:spPr>
              <p:txBody>
                <a:bodyPr/>
                <a:lstStyle/>
                <a:p>
                  <a:r>
                    <a:rPr lang="en-US" altLang="en-US">
                      <a:noFill/>
                    </a:rPr>
                    <a:t> </a:t>
                  </a:r>
                </a:p>
              </p:txBody>
            </p:sp>
          </mc:Fallback>
        </mc:AlternateContent>
      </p:grpSp>
      <p:grpSp>
        <p:nvGrpSpPr>
          <p:cNvPr id="287" name="群組 286"/>
          <p:cNvGrpSpPr/>
          <p:nvPr/>
        </p:nvGrpSpPr>
        <p:grpSpPr>
          <a:xfrm>
            <a:off x="4722045" y="7517402"/>
            <a:ext cx="824231" cy="1109981"/>
            <a:chOff x="5686213" y="4717020"/>
            <a:chExt cx="549487" cy="739987"/>
          </a:xfrm>
        </p:grpSpPr>
        <p:sp>
          <p:nvSpPr>
            <p:cNvPr id="288" name="矩形 287"/>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89" name="文字方塊 288"/>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89" name="文字方塊 288"/>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44"/>
                </a:blipFill>
              </p:spPr>
              <p:txBody>
                <a:bodyPr/>
                <a:lstStyle/>
                <a:p>
                  <a:r>
                    <a:rPr lang="en-US" altLang="en-US">
                      <a:noFill/>
                    </a:rPr>
                    <a:t> </a:t>
                  </a:r>
                </a:p>
              </p:txBody>
            </p:sp>
          </mc:Fallback>
        </mc:AlternateContent>
      </p:grpSp>
      <p:grpSp>
        <p:nvGrpSpPr>
          <p:cNvPr id="290" name="群組 289"/>
          <p:cNvGrpSpPr/>
          <p:nvPr/>
        </p:nvGrpSpPr>
        <p:grpSpPr>
          <a:xfrm>
            <a:off x="4722597" y="8166773"/>
            <a:ext cx="824231" cy="1109981"/>
            <a:chOff x="5686213" y="4717020"/>
            <a:chExt cx="549487" cy="739987"/>
          </a:xfrm>
        </p:grpSpPr>
        <p:sp>
          <p:nvSpPr>
            <p:cNvPr id="291" name="矩形 29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92" name="文字方塊 291"/>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92" name="文字方塊 291"/>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45"/>
                </a:blipFill>
              </p:spPr>
              <p:txBody>
                <a:bodyPr/>
                <a:lstStyle/>
                <a:p>
                  <a:r>
                    <a:rPr lang="en-US" altLang="en-US">
                      <a:noFill/>
                    </a:rPr>
                    <a:t> </a:t>
                  </a:r>
                </a:p>
              </p:txBody>
            </p:sp>
          </mc:Fallback>
        </mc:AlternateContent>
      </p:grpSp>
      <p:grpSp>
        <p:nvGrpSpPr>
          <p:cNvPr id="293" name="群組 292"/>
          <p:cNvGrpSpPr/>
          <p:nvPr/>
        </p:nvGrpSpPr>
        <p:grpSpPr>
          <a:xfrm>
            <a:off x="4723101" y="8809112"/>
            <a:ext cx="800100" cy="646025"/>
            <a:chOff x="5686213" y="4717020"/>
            <a:chExt cx="533400" cy="430683"/>
          </a:xfrm>
        </p:grpSpPr>
        <p:sp>
          <p:nvSpPr>
            <p:cNvPr id="294" name="矩形 29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95" name="文字方塊 294"/>
                <p:cNvSpPr txBox="1"/>
                <p:nvPr/>
              </p:nvSpPr>
              <p:spPr>
                <a:xfrm>
                  <a:off x="5686213" y="4717020"/>
                  <a:ext cx="533400" cy="370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3,4</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95" name="文字方塊 294"/>
                <p:cNvSpPr txBox="1">
                  <a:spLocks noRot="1" noChangeAspect="1" noMove="1" noResize="1" noEditPoints="1" noAdjustHandles="1" noChangeArrowheads="1" noChangeShapeType="1" noTextEdit="1"/>
                </p:cNvSpPr>
                <p:nvPr/>
              </p:nvSpPr>
              <p:spPr>
                <a:xfrm>
                  <a:off x="5686213" y="4717020"/>
                  <a:ext cx="533400" cy="370840"/>
                </a:xfrm>
                <a:prstGeom prst="rect">
                  <a:avLst/>
                </a:prstGeom>
                <a:blipFill rotWithShape="1">
                  <a:blip r:embed="rId46"/>
                </a:blipFill>
              </p:spPr>
              <p:txBody>
                <a:bodyPr/>
                <a:lstStyle/>
                <a:p>
                  <a:r>
                    <a:rPr lang="en-US" altLang="en-US">
                      <a:noFill/>
                    </a:rPr>
                    <a:t> </a:t>
                  </a:r>
                </a:p>
              </p:txBody>
            </p:sp>
          </mc:Fallback>
        </mc:AlternateContent>
      </p:grpSp>
      <p:grpSp>
        <p:nvGrpSpPr>
          <p:cNvPr id="296" name="群組 295"/>
          <p:cNvGrpSpPr/>
          <p:nvPr/>
        </p:nvGrpSpPr>
        <p:grpSpPr>
          <a:xfrm>
            <a:off x="5544171" y="6910544"/>
            <a:ext cx="828041" cy="1109345"/>
            <a:chOff x="5686213" y="4717020"/>
            <a:chExt cx="552027" cy="739563"/>
          </a:xfrm>
        </p:grpSpPr>
        <p:sp>
          <p:nvSpPr>
            <p:cNvPr id="297" name="矩形 296"/>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98" name="文字方塊 297"/>
                <p:cNvSpPr txBox="1"/>
                <p:nvPr/>
              </p:nvSpPr>
              <p:spPr>
                <a:xfrm>
                  <a:off x="5686213" y="4717020"/>
                  <a:ext cx="552027" cy="739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98" name="文字方塊 297"/>
                <p:cNvSpPr txBox="1">
                  <a:spLocks noRot="1" noChangeAspect="1" noMove="1" noResize="1" noEditPoints="1" noAdjustHandles="1" noChangeArrowheads="1" noChangeShapeType="1" noTextEdit="1"/>
                </p:cNvSpPr>
                <p:nvPr/>
              </p:nvSpPr>
              <p:spPr>
                <a:xfrm>
                  <a:off x="5686213" y="4717020"/>
                  <a:ext cx="552027" cy="739563"/>
                </a:xfrm>
                <a:prstGeom prst="rect">
                  <a:avLst/>
                </a:prstGeom>
                <a:blipFill rotWithShape="1">
                  <a:blip r:embed="rId47"/>
                </a:blipFill>
              </p:spPr>
              <p:txBody>
                <a:bodyPr/>
                <a:lstStyle/>
                <a:p>
                  <a:r>
                    <a:rPr lang="en-US" altLang="en-US">
                      <a:noFill/>
                    </a:rPr>
                    <a:t> </a:t>
                  </a:r>
                </a:p>
              </p:txBody>
            </p:sp>
          </mc:Fallback>
        </mc:AlternateContent>
      </p:grpSp>
      <p:grpSp>
        <p:nvGrpSpPr>
          <p:cNvPr id="299" name="群組 298"/>
          <p:cNvGrpSpPr/>
          <p:nvPr/>
        </p:nvGrpSpPr>
        <p:grpSpPr>
          <a:xfrm>
            <a:off x="5557235" y="7556568"/>
            <a:ext cx="824231" cy="1109981"/>
            <a:chOff x="5686213" y="4717020"/>
            <a:chExt cx="549487" cy="739987"/>
          </a:xfrm>
        </p:grpSpPr>
        <p:sp>
          <p:nvSpPr>
            <p:cNvPr id="300" name="矩形 299"/>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01" name="文字方塊 300"/>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301" name="文字方塊 300"/>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48"/>
                </a:blipFill>
              </p:spPr>
              <p:txBody>
                <a:bodyPr/>
                <a:lstStyle/>
                <a:p>
                  <a:r>
                    <a:rPr lang="en-US" altLang="en-US">
                      <a:noFill/>
                    </a:rPr>
                    <a:t> </a:t>
                  </a:r>
                </a:p>
              </p:txBody>
            </p:sp>
          </mc:Fallback>
        </mc:AlternateContent>
      </p:grpSp>
      <p:grpSp>
        <p:nvGrpSpPr>
          <p:cNvPr id="302" name="群組 301"/>
          <p:cNvGrpSpPr/>
          <p:nvPr/>
        </p:nvGrpSpPr>
        <p:grpSpPr>
          <a:xfrm>
            <a:off x="5557786" y="8205939"/>
            <a:ext cx="824231" cy="1109981"/>
            <a:chOff x="5686213" y="4717020"/>
            <a:chExt cx="549487" cy="739987"/>
          </a:xfrm>
        </p:grpSpPr>
        <p:sp>
          <p:nvSpPr>
            <p:cNvPr id="303" name="矩形 302"/>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04" name="文字方塊 303"/>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304" name="文字方塊 303"/>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49"/>
                </a:blipFill>
              </p:spPr>
              <p:txBody>
                <a:bodyPr/>
                <a:lstStyle/>
                <a:p>
                  <a:r>
                    <a:rPr lang="en-US" altLang="en-US">
                      <a:noFill/>
                    </a:rPr>
                    <a:t> </a:t>
                  </a:r>
                </a:p>
              </p:txBody>
            </p:sp>
          </mc:Fallback>
        </mc:AlternateContent>
      </p:grpSp>
      <p:grpSp>
        <p:nvGrpSpPr>
          <p:cNvPr id="305" name="群組 304"/>
          <p:cNvGrpSpPr/>
          <p:nvPr/>
        </p:nvGrpSpPr>
        <p:grpSpPr>
          <a:xfrm>
            <a:off x="5558291" y="8848278"/>
            <a:ext cx="800100" cy="646025"/>
            <a:chOff x="5686213" y="4717020"/>
            <a:chExt cx="533400" cy="430683"/>
          </a:xfrm>
        </p:grpSpPr>
        <p:sp>
          <p:nvSpPr>
            <p:cNvPr id="306" name="矩形 30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07" name="文字方塊 306"/>
                <p:cNvSpPr txBox="1"/>
                <p:nvPr/>
              </p:nvSpPr>
              <p:spPr>
                <a:xfrm>
                  <a:off x="5686213" y="4717020"/>
                  <a:ext cx="533400" cy="369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307" name="文字方塊 306"/>
                <p:cNvSpPr txBox="1">
                  <a:spLocks noRot="1" noChangeAspect="1" noMove="1" noResize="1" noEditPoints="1" noAdjustHandles="1" noChangeArrowheads="1" noChangeShapeType="1" noTextEdit="1"/>
                </p:cNvSpPr>
                <p:nvPr/>
              </p:nvSpPr>
              <p:spPr>
                <a:xfrm>
                  <a:off x="5686213" y="4717020"/>
                  <a:ext cx="533400" cy="369570"/>
                </a:xfrm>
                <a:prstGeom prst="rect">
                  <a:avLst/>
                </a:prstGeom>
                <a:blipFill rotWithShape="1">
                  <a:blip r:embed="rId50"/>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08" name="文字方塊 307"/>
              <p:cNvSpPr txBox="1"/>
              <p:nvPr/>
            </p:nvSpPr>
            <p:spPr>
              <a:xfrm>
                <a:off x="4460687" y="9500754"/>
                <a:ext cx="501483" cy="6457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𝐴</m:t>
                      </m:r>
                      <m:r>
                        <a:rPr lang="en-US" altLang="zh-TW" sz="4200" b="0" i="1" smtClean="0">
                          <a:latin typeface="Cambria Math" panose="02040503050406030204" pitchFamily="18" charset="0"/>
                        </a:rPr>
                        <m:t>′</m:t>
                      </m:r>
                    </m:oMath>
                  </m:oMathPara>
                </a14:m>
                <a:endParaRPr lang="zh-TW" altLang="en-US" sz="4200" dirty="0"/>
              </a:p>
            </p:txBody>
          </p:sp>
        </mc:Choice>
        <mc:Fallback xmlns="">
          <p:sp>
            <p:nvSpPr>
              <p:cNvPr id="308" name="文字方塊 307"/>
              <p:cNvSpPr txBox="1">
                <a:spLocks noRot="1" noChangeAspect="1" noMove="1" noResize="1" noEditPoints="1" noAdjustHandles="1" noChangeArrowheads="1" noChangeShapeType="1" noTextEdit="1"/>
              </p:cNvSpPr>
              <p:nvPr/>
            </p:nvSpPr>
            <p:spPr>
              <a:xfrm>
                <a:off x="4460687" y="9500754"/>
                <a:ext cx="501483" cy="645795"/>
              </a:xfrm>
              <a:prstGeom prst="rect">
                <a:avLst/>
              </a:prstGeom>
              <a:blipFill rotWithShape="1">
                <a:blip r:embed="rId51"/>
                <a:stretch>
                  <a:fillRect l="-89" t="-80" r="56" b="80"/>
                </a:stretch>
              </a:blipFill>
            </p:spPr>
            <p:txBody>
              <a:bodyPr/>
              <a:lstStyle/>
              <a:p>
                <a:r>
                  <a:rPr lang="en-US" altLang="en-US">
                    <a:noFill/>
                  </a:rPr>
                  <a:t> </a:t>
                </a:r>
              </a:p>
            </p:txBody>
          </p:sp>
        </mc:Fallback>
      </mc:AlternateContent>
      <p:sp>
        <p:nvSpPr>
          <p:cNvPr id="309" name="矩形 308"/>
          <p:cNvSpPr/>
          <p:nvPr/>
        </p:nvSpPr>
        <p:spPr>
          <a:xfrm>
            <a:off x="6402269" y="5506472"/>
            <a:ext cx="772769" cy="11573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b="1"/>
          </a:p>
        </p:txBody>
      </p:sp>
      <mc:AlternateContent xmlns:mc="http://schemas.openxmlformats.org/markup-compatibility/2006" xmlns:a14="http://schemas.microsoft.com/office/drawing/2010/main">
        <mc:Choice Requires="a14">
          <p:sp>
            <p:nvSpPr>
              <p:cNvPr id="310" name="文字方塊 309"/>
              <p:cNvSpPr txBox="1"/>
              <p:nvPr/>
            </p:nvSpPr>
            <p:spPr>
              <a:xfrm>
                <a:off x="4130031" y="1329414"/>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1,1</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310" name="文字方塊 309"/>
              <p:cNvSpPr txBox="1">
                <a:spLocks noRot="1" noChangeAspect="1" noMove="1" noResize="1" noEditPoints="1" noAdjustHandles="1" noChangeArrowheads="1" noChangeShapeType="1" noTextEdit="1"/>
              </p:cNvSpPr>
              <p:nvPr/>
            </p:nvSpPr>
            <p:spPr>
              <a:xfrm>
                <a:off x="4130031" y="1329414"/>
                <a:ext cx="1264920" cy="556895"/>
              </a:xfrm>
              <a:prstGeom prst="rect">
                <a:avLst/>
              </a:prstGeom>
              <a:blipFill rotWithShape="1">
                <a:blip r:embed="rId52"/>
                <a:stretch>
                  <a:fillRect l="-49" t="-64" r="-5824" b="64"/>
                </a:stretch>
              </a:blipFill>
            </p:spPr>
            <p:txBody>
              <a:bodyPr/>
              <a:lstStyle/>
              <a:p>
                <a:r>
                  <a:rPr lang="en-US" altLang="en-US">
                    <a:noFill/>
                  </a:rPr>
                  <a:t> </a:t>
                </a:r>
              </a:p>
            </p:txBody>
          </p:sp>
        </mc:Fallback>
      </mc:AlternateContent>
      <p:grpSp>
        <p:nvGrpSpPr>
          <p:cNvPr id="311" name="群組 310"/>
          <p:cNvGrpSpPr/>
          <p:nvPr/>
        </p:nvGrpSpPr>
        <p:grpSpPr>
          <a:xfrm>
            <a:off x="6391181" y="1201772"/>
            <a:ext cx="1072742" cy="810000"/>
            <a:chOff x="7174951" y="3803115"/>
            <a:chExt cx="715161" cy="540000"/>
          </a:xfrm>
        </p:grpSpPr>
        <p:sp>
          <p:nvSpPr>
            <p:cNvPr id="312" name="矩形 311"/>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3" name="文字方塊 312"/>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13" name="文字方塊 312"/>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314" name="矩形 313"/>
          <p:cNvSpPr/>
          <p:nvPr/>
        </p:nvSpPr>
        <p:spPr>
          <a:xfrm rot="5400000">
            <a:off x="5830280" y="118421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5" name="文字方塊 314"/>
              <p:cNvSpPr txBox="1"/>
              <p:nvPr/>
            </p:nvSpPr>
            <p:spPr>
              <a:xfrm>
                <a:off x="5555615" y="1247243"/>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15" name="文字方塊 314"/>
              <p:cNvSpPr txBox="1">
                <a:spLocks noRot="1" noChangeAspect="1" noMove="1" noResize="1" noEditPoints="1" noAdjustHandles="1" noChangeArrowheads="1" noChangeShapeType="1" noTextEdit="1"/>
              </p:cNvSpPr>
              <p:nvPr/>
            </p:nvSpPr>
            <p:spPr>
              <a:xfrm>
                <a:off x="5555615" y="1247243"/>
                <a:ext cx="1072742" cy="646430"/>
              </a:xfrm>
              <a:prstGeom prst="rect">
                <a:avLst/>
              </a:prstGeom>
              <a:blipFill rotWithShape="1">
                <a:blip r:embed="rId4"/>
                <a:stretch>
                  <a:fillRect t="-16" r="21"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6" name="文字方塊 315"/>
              <p:cNvSpPr txBox="1"/>
              <p:nvPr/>
            </p:nvSpPr>
            <p:spPr>
              <a:xfrm>
                <a:off x="7468398" y="1357521"/>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1,2</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316" name="文字方塊 315"/>
              <p:cNvSpPr txBox="1">
                <a:spLocks noRot="1" noChangeAspect="1" noMove="1" noResize="1" noEditPoints="1" noAdjustHandles="1" noChangeArrowheads="1" noChangeShapeType="1" noTextEdit="1"/>
              </p:cNvSpPr>
              <p:nvPr/>
            </p:nvSpPr>
            <p:spPr>
              <a:xfrm>
                <a:off x="7468398" y="1357521"/>
                <a:ext cx="1264920" cy="556895"/>
              </a:xfrm>
              <a:prstGeom prst="rect">
                <a:avLst/>
              </a:prstGeom>
              <a:blipFill rotWithShape="1">
                <a:blip r:embed="rId53"/>
                <a:stretch>
                  <a:fillRect l="-13" t="-94" r="-5861" b="94"/>
                </a:stretch>
              </a:blipFill>
            </p:spPr>
            <p:txBody>
              <a:bodyPr/>
              <a:lstStyle/>
              <a:p>
                <a:r>
                  <a:rPr lang="en-US" altLang="en-US">
                    <a:noFill/>
                  </a:rPr>
                  <a:t> </a:t>
                </a:r>
              </a:p>
            </p:txBody>
          </p:sp>
        </mc:Fallback>
      </mc:AlternateContent>
      <p:grpSp>
        <p:nvGrpSpPr>
          <p:cNvPr id="317" name="群組 316"/>
          <p:cNvGrpSpPr/>
          <p:nvPr/>
        </p:nvGrpSpPr>
        <p:grpSpPr>
          <a:xfrm>
            <a:off x="9729548" y="1229879"/>
            <a:ext cx="1072742" cy="810000"/>
            <a:chOff x="7174951" y="3803115"/>
            <a:chExt cx="715161" cy="540000"/>
          </a:xfrm>
        </p:grpSpPr>
        <p:sp>
          <p:nvSpPr>
            <p:cNvPr id="318" name="矩形 317"/>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9" name="文字方塊 318"/>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19" name="文字方塊 318"/>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320" name="矩形 319"/>
          <p:cNvSpPr/>
          <p:nvPr/>
        </p:nvSpPr>
        <p:spPr>
          <a:xfrm rot="5400000">
            <a:off x="9168647" y="121232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21" name="文字方塊 320"/>
              <p:cNvSpPr txBox="1"/>
              <p:nvPr/>
            </p:nvSpPr>
            <p:spPr>
              <a:xfrm>
                <a:off x="8893982" y="127534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21" name="文字方塊 320"/>
              <p:cNvSpPr txBox="1">
                <a:spLocks noRot="1" noChangeAspect="1" noMove="1" noResize="1" noEditPoints="1" noAdjustHandles="1" noChangeArrowheads="1" noChangeShapeType="1" noTextEdit="1"/>
              </p:cNvSpPr>
              <p:nvPr/>
            </p:nvSpPr>
            <p:spPr>
              <a:xfrm>
                <a:off x="8893982" y="1275349"/>
                <a:ext cx="1072742" cy="646430"/>
              </a:xfrm>
              <a:prstGeom prst="rect">
                <a:avLst/>
              </a:prstGeom>
              <a:blipFill rotWithShape="1">
                <a:blip r:embed="rId7"/>
                <a:stretch>
                  <a:fillRect l="-16" t="-42" r="37"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2" name="文字方塊 321"/>
              <p:cNvSpPr txBox="1"/>
              <p:nvPr/>
            </p:nvSpPr>
            <p:spPr>
              <a:xfrm>
                <a:off x="4130031" y="2442270"/>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1,3</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322" name="文字方塊 321"/>
              <p:cNvSpPr txBox="1">
                <a:spLocks noRot="1" noChangeAspect="1" noMove="1" noResize="1" noEditPoints="1" noAdjustHandles="1" noChangeArrowheads="1" noChangeShapeType="1" noTextEdit="1"/>
              </p:cNvSpPr>
              <p:nvPr/>
            </p:nvSpPr>
            <p:spPr>
              <a:xfrm>
                <a:off x="4130031" y="2442270"/>
                <a:ext cx="1264920" cy="556895"/>
              </a:xfrm>
              <a:prstGeom prst="rect">
                <a:avLst/>
              </a:prstGeom>
              <a:blipFill rotWithShape="1">
                <a:blip r:embed="rId54"/>
                <a:stretch>
                  <a:fillRect l="-49" t="-11" r="-5824" b="11"/>
                </a:stretch>
              </a:blipFill>
            </p:spPr>
            <p:txBody>
              <a:bodyPr/>
              <a:lstStyle/>
              <a:p>
                <a:r>
                  <a:rPr lang="en-US" altLang="en-US">
                    <a:noFill/>
                  </a:rPr>
                  <a:t> </a:t>
                </a:r>
              </a:p>
            </p:txBody>
          </p:sp>
        </mc:Fallback>
      </mc:AlternateContent>
      <p:grpSp>
        <p:nvGrpSpPr>
          <p:cNvPr id="323" name="群組 322"/>
          <p:cNvGrpSpPr/>
          <p:nvPr/>
        </p:nvGrpSpPr>
        <p:grpSpPr>
          <a:xfrm>
            <a:off x="6391181" y="2314628"/>
            <a:ext cx="1072742" cy="810000"/>
            <a:chOff x="7174951" y="3803115"/>
            <a:chExt cx="715161" cy="540000"/>
          </a:xfrm>
        </p:grpSpPr>
        <p:sp>
          <p:nvSpPr>
            <p:cNvPr id="324" name="矩形 323"/>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25" name="文字方塊 324"/>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25" name="文字方塊 324"/>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326" name="矩形 325"/>
          <p:cNvSpPr/>
          <p:nvPr/>
        </p:nvSpPr>
        <p:spPr>
          <a:xfrm rot="5400000">
            <a:off x="5830280" y="229707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27" name="文字方塊 326"/>
              <p:cNvSpPr txBox="1"/>
              <p:nvPr/>
            </p:nvSpPr>
            <p:spPr>
              <a:xfrm>
                <a:off x="5555615" y="2360098"/>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27" name="文字方塊 326"/>
              <p:cNvSpPr txBox="1">
                <a:spLocks noRot="1" noChangeAspect="1" noMove="1" noResize="1" noEditPoints="1" noAdjustHandles="1" noChangeArrowheads="1" noChangeShapeType="1" noTextEdit="1"/>
              </p:cNvSpPr>
              <p:nvPr/>
            </p:nvSpPr>
            <p:spPr>
              <a:xfrm>
                <a:off x="5555615" y="2360098"/>
                <a:ext cx="1072742" cy="646430"/>
              </a:xfrm>
              <a:prstGeom prst="rect">
                <a:avLst/>
              </a:prstGeom>
              <a:blipFill rotWithShape="1">
                <a:blip r:embed="rId10"/>
                <a:stretch>
                  <a:fillRect t="-68" r="21" b="6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8" name="文字方塊 327"/>
              <p:cNvSpPr txBox="1"/>
              <p:nvPr/>
            </p:nvSpPr>
            <p:spPr>
              <a:xfrm>
                <a:off x="7442497" y="2468525"/>
                <a:ext cx="126492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r>
                        <a:rPr lang="en-US" altLang="zh-TW" sz="3600" b="0" i="1" smtClean="0">
                          <a:latin typeface="Cambria Math" panose="02040503050406030204" pitchFamily="18" charset="0"/>
                        </a:rPr>
                        <m:t>=</m:t>
                      </m:r>
                    </m:oMath>
                  </m:oMathPara>
                </a14:m>
                <a:endParaRPr lang="zh-TW" altLang="en-US" sz="3600" dirty="0"/>
              </a:p>
            </p:txBody>
          </p:sp>
        </mc:Choice>
        <mc:Fallback xmlns="">
          <p:sp>
            <p:nvSpPr>
              <p:cNvPr id="328" name="文字方塊 327"/>
              <p:cNvSpPr txBox="1">
                <a:spLocks noRot="1" noChangeAspect="1" noMove="1" noResize="1" noEditPoints="1" noAdjustHandles="1" noChangeArrowheads="1" noChangeShapeType="1" noTextEdit="1"/>
              </p:cNvSpPr>
              <p:nvPr/>
            </p:nvSpPr>
            <p:spPr>
              <a:xfrm>
                <a:off x="7442497" y="2468525"/>
                <a:ext cx="1264920" cy="556895"/>
              </a:xfrm>
              <a:prstGeom prst="rect">
                <a:avLst/>
              </a:prstGeom>
              <a:blipFill rotWithShape="1">
                <a:blip r:embed="rId55"/>
                <a:stretch>
                  <a:fillRect l="-23" t="-50" r="-5850" b="50"/>
                </a:stretch>
              </a:blipFill>
            </p:spPr>
            <p:txBody>
              <a:bodyPr/>
              <a:lstStyle/>
              <a:p>
                <a:r>
                  <a:rPr lang="en-US" altLang="en-US">
                    <a:noFill/>
                  </a:rPr>
                  <a:t> </a:t>
                </a:r>
              </a:p>
            </p:txBody>
          </p:sp>
        </mc:Fallback>
      </mc:AlternateContent>
      <p:grpSp>
        <p:nvGrpSpPr>
          <p:cNvPr id="329" name="群組 328"/>
          <p:cNvGrpSpPr/>
          <p:nvPr/>
        </p:nvGrpSpPr>
        <p:grpSpPr>
          <a:xfrm>
            <a:off x="9703647" y="2340882"/>
            <a:ext cx="1072742" cy="810000"/>
            <a:chOff x="7174951" y="3803115"/>
            <a:chExt cx="715161" cy="540000"/>
          </a:xfrm>
        </p:grpSpPr>
        <p:sp>
          <p:nvSpPr>
            <p:cNvPr id="330" name="矩形 329"/>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1" name="文字方塊 330"/>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1" name="文字方塊 330"/>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sp>
        <p:nvSpPr>
          <p:cNvPr id="332" name="矩形 331"/>
          <p:cNvSpPr/>
          <p:nvPr/>
        </p:nvSpPr>
        <p:spPr>
          <a:xfrm rot="5400000">
            <a:off x="9142746" y="232332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3" name="文字方塊 332"/>
              <p:cNvSpPr txBox="1"/>
              <p:nvPr/>
            </p:nvSpPr>
            <p:spPr>
              <a:xfrm>
                <a:off x="8868081" y="2386353"/>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33" name="文字方塊 332"/>
              <p:cNvSpPr txBox="1">
                <a:spLocks noRot="1" noChangeAspect="1" noMove="1" noResize="1" noEditPoints="1" noAdjustHandles="1" noChangeArrowheads="1" noChangeShapeType="1" noTextEdit="1"/>
              </p:cNvSpPr>
              <p:nvPr/>
            </p:nvSpPr>
            <p:spPr>
              <a:xfrm>
                <a:off x="8868081" y="2386353"/>
                <a:ext cx="1072742" cy="645160"/>
              </a:xfrm>
              <a:prstGeom prst="rect">
                <a:avLst/>
              </a:prstGeom>
              <a:blipFill rotWithShape="1">
                <a:blip r:embed="rId13"/>
                <a:stretch>
                  <a:fillRect l="-29" t="-4" r="50" b="4"/>
                </a:stretch>
              </a:blipFill>
            </p:spPr>
            <p:txBody>
              <a:bodyPr/>
              <a:lstStyle/>
              <a:p>
                <a:r>
                  <a:rPr lang="en-US" altLang="en-US">
                    <a:noFill/>
                  </a:rPr>
                  <a:t> </a:t>
                </a:r>
              </a:p>
            </p:txBody>
          </p:sp>
        </mc:Fallback>
      </mc:AlternateContent>
      <p:grpSp>
        <p:nvGrpSpPr>
          <p:cNvPr id="334" name="群組 333"/>
          <p:cNvGrpSpPr/>
          <p:nvPr/>
        </p:nvGrpSpPr>
        <p:grpSpPr>
          <a:xfrm>
            <a:off x="14505608" y="1477131"/>
            <a:ext cx="1072742" cy="810000"/>
            <a:chOff x="7174951" y="3803115"/>
            <a:chExt cx="715161" cy="540000"/>
          </a:xfrm>
        </p:grpSpPr>
        <p:sp>
          <p:nvSpPr>
            <p:cNvPr id="335" name="矩形 334"/>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6" name="文字方塊 335"/>
                <p:cNvSpPr txBox="1"/>
                <p:nvPr/>
              </p:nvSpPr>
              <p:spPr>
                <a:xfrm>
                  <a:off x="7174951" y="3850932"/>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6" name="文字方塊 335"/>
                <p:cNvSpPr txBox="1">
                  <a:spLocks noRot="1" noChangeAspect="1" noMove="1" noResize="1" noEditPoints="1" noAdjustHandles="1" noChangeArrowheads="1" noChangeShapeType="1" noTextEdit="1"/>
                </p:cNvSpPr>
                <p:nvPr/>
              </p:nvSpPr>
              <p:spPr>
                <a:xfrm>
                  <a:off x="7174951" y="3850932"/>
                  <a:ext cx="715161" cy="427143"/>
                </a:xfrm>
                <a:prstGeom prst="rect">
                  <a:avLst/>
                </a:prstGeom>
                <a:blipFill rotWithShape="1">
                  <a:blip r:embed="rId5"/>
                </a:blipFill>
              </p:spPr>
              <p:txBody>
                <a:bodyPr/>
                <a:lstStyle/>
                <a:p>
                  <a:r>
                    <a:rPr lang="en-US" altLang="en-US">
                      <a:noFill/>
                    </a:rPr>
                    <a:t> </a:t>
                  </a:r>
                </a:p>
              </p:txBody>
            </p:sp>
          </mc:Fallback>
        </mc:AlternateContent>
      </p:grpSp>
      <p:grpSp>
        <p:nvGrpSpPr>
          <p:cNvPr id="337" name="群組 336"/>
          <p:cNvGrpSpPr/>
          <p:nvPr/>
        </p:nvGrpSpPr>
        <p:grpSpPr>
          <a:xfrm>
            <a:off x="13518866" y="643920"/>
            <a:ext cx="1072741" cy="646430"/>
            <a:chOff x="7193535" y="5191659"/>
            <a:chExt cx="715161" cy="430953"/>
          </a:xfrm>
        </p:grpSpPr>
        <p:sp>
          <p:nvSpPr>
            <p:cNvPr id="338" name="矩形 337"/>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9" name="文字方塊 338"/>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9" name="文字方塊 338"/>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4"/>
                </a:blipFill>
              </p:spPr>
              <p:txBody>
                <a:bodyPr/>
                <a:lstStyle/>
                <a:p>
                  <a:r>
                    <a:rPr lang="en-US" altLang="en-US">
                      <a:noFill/>
                    </a:rPr>
                    <a:t> </a:t>
                  </a:r>
                </a:p>
              </p:txBody>
            </p:sp>
          </mc:Fallback>
        </mc:AlternateContent>
      </p:grpSp>
      <p:grpSp>
        <p:nvGrpSpPr>
          <p:cNvPr id="340" name="群組 339"/>
          <p:cNvGrpSpPr/>
          <p:nvPr/>
        </p:nvGrpSpPr>
        <p:grpSpPr>
          <a:xfrm>
            <a:off x="13518866" y="1264282"/>
            <a:ext cx="1072741" cy="646430"/>
            <a:chOff x="7193535" y="5191659"/>
            <a:chExt cx="715161" cy="430953"/>
          </a:xfrm>
        </p:grpSpPr>
        <p:sp>
          <p:nvSpPr>
            <p:cNvPr id="341" name="矩形 340"/>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42" name="文字方塊 341"/>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42" name="文字方塊 341"/>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7"/>
                </a:blipFill>
              </p:spPr>
              <p:txBody>
                <a:bodyPr/>
                <a:lstStyle/>
                <a:p>
                  <a:r>
                    <a:rPr lang="en-US" altLang="en-US">
                      <a:noFill/>
                    </a:rPr>
                    <a:t> </a:t>
                  </a:r>
                </a:p>
              </p:txBody>
            </p:sp>
          </mc:Fallback>
        </mc:AlternateContent>
      </p:grpSp>
      <p:grpSp>
        <p:nvGrpSpPr>
          <p:cNvPr id="343" name="群組 342"/>
          <p:cNvGrpSpPr/>
          <p:nvPr/>
        </p:nvGrpSpPr>
        <p:grpSpPr>
          <a:xfrm>
            <a:off x="13518866" y="1882131"/>
            <a:ext cx="1072741" cy="646430"/>
            <a:chOff x="7193535" y="5191659"/>
            <a:chExt cx="715161" cy="430953"/>
          </a:xfrm>
        </p:grpSpPr>
        <p:sp>
          <p:nvSpPr>
            <p:cNvPr id="344" name="矩形 343"/>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45" name="文字方塊 344"/>
                <p:cNvSpPr txBox="1"/>
                <p:nvPr/>
              </p:nvSpPr>
              <p:spPr>
                <a:xfrm>
                  <a:off x="7193535" y="5191659"/>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45" name="文字方塊 344"/>
                <p:cNvSpPr txBox="1">
                  <a:spLocks noRot="1" noChangeAspect="1" noMove="1" noResize="1" noEditPoints="1" noAdjustHandles="1" noChangeArrowheads="1" noChangeShapeType="1" noTextEdit="1"/>
                </p:cNvSpPr>
                <p:nvPr/>
              </p:nvSpPr>
              <p:spPr>
                <a:xfrm>
                  <a:off x="7193535" y="5191659"/>
                  <a:ext cx="715161" cy="430953"/>
                </a:xfrm>
                <a:prstGeom prst="rect">
                  <a:avLst/>
                </a:prstGeom>
                <a:blipFill rotWithShape="1">
                  <a:blip r:embed="rId10"/>
                </a:blipFill>
              </p:spPr>
              <p:txBody>
                <a:bodyPr/>
                <a:lstStyle/>
                <a:p>
                  <a:r>
                    <a:rPr lang="en-US" altLang="en-US">
                      <a:noFill/>
                    </a:rPr>
                    <a:t> </a:t>
                  </a:r>
                </a:p>
              </p:txBody>
            </p:sp>
          </mc:Fallback>
        </mc:AlternateContent>
      </p:grpSp>
      <p:grpSp>
        <p:nvGrpSpPr>
          <p:cNvPr id="346" name="群組 345"/>
          <p:cNvGrpSpPr/>
          <p:nvPr/>
        </p:nvGrpSpPr>
        <p:grpSpPr>
          <a:xfrm>
            <a:off x="13518866" y="2476779"/>
            <a:ext cx="1072741" cy="645161"/>
            <a:chOff x="7193535" y="5191659"/>
            <a:chExt cx="715161" cy="430107"/>
          </a:xfrm>
        </p:grpSpPr>
        <p:sp>
          <p:nvSpPr>
            <p:cNvPr id="347" name="矩形 346"/>
            <p:cNvSpPr/>
            <p:nvPr/>
          </p:nvSpPr>
          <p:spPr>
            <a:xfrm rot="5400000">
              <a:off x="7376645" y="5149641"/>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48" name="文字方塊 347"/>
                <p:cNvSpPr txBox="1"/>
                <p:nvPr/>
              </p:nvSpPr>
              <p:spPr>
                <a:xfrm>
                  <a:off x="7193535" y="5191659"/>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48" name="文字方塊 347"/>
                <p:cNvSpPr txBox="1">
                  <a:spLocks noRot="1" noChangeAspect="1" noMove="1" noResize="1" noEditPoints="1" noAdjustHandles="1" noChangeArrowheads="1" noChangeShapeType="1" noTextEdit="1"/>
                </p:cNvSpPr>
                <p:nvPr/>
              </p:nvSpPr>
              <p:spPr>
                <a:xfrm>
                  <a:off x="7193535" y="5191659"/>
                  <a:ext cx="715161" cy="430107"/>
                </a:xfrm>
                <a:prstGeom prst="rect">
                  <a:avLst/>
                </a:prstGeom>
                <a:blipFill rotWithShape="1">
                  <a:blip r:embed="rId13"/>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49" name="文字方塊 348"/>
              <p:cNvSpPr txBox="1"/>
              <p:nvPr/>
            </p:nvSpPr>
            <p:spPr>
              <a:xfrm>
                <a:off x="12816369" y="1666986"/>
                <a:ext cx="39433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3600" b="0" i="1" smtClean="0">
                          <a:latin typeface="Cambria Math" panose="02040503050406030204" pitchFamily="18" charset="0"/>
                        </a:rPr>
                        <m:t>=</m:t>
                      </m:r>
                    </m:oMath>
                  </m:oMathPara>
                </a14:m>
                <a:endParaRPr lang="zh-TW" altLang="en-US" sz="3600" dirty="0"/>
              </a:p>
            </p:txBody>
          </p:sp>
        </mc:Choice>
        <mc:Fallback xmlns="">
          <p:sp>
            <p:nvSpPr>
              <p:cNvPr id="349" name="文字方塊 348"/>
              <p:cNvSpPr txBox="1">
                <a:spLocks noRot="1" noChangeAspect="1" noMove="1" noResize="1" noEditPoints="1" noAdjustHandles="1" noChangeArrowheads="1" noChangeShapeType="1" noTextEdit="1"/>
              </p:cNvSpPr>
              <p:nvPr/>
            </p:nvSpPr>
            <p:spPr>
              <a:xfrm>
                <a:off x="12816369" y="1666986"/>
                <a:ext cx="394335" cy="553720"/>
              </a:xfrm>
              <a:prstGeom prst="rect">
                <a:avLst/>
              </a:prstGeom>
              <a:blipFill rotWithShape="1">
                <a:blip r:embed="rId15"/>
                <a:stretch>
                  <a:fillRect l="-42" t="-20" r="-18960" b="20"/>
                </a:stretch>
              </a:blipFill>
            </p:spPr>
            <p:txBody>
              <a:bodyPr/>
              <a:lstStyle/>
              <a:p>
                <a:r>
                  <a:rPr lang="en-US" altLang="en-US">
                    <a:noFill/>
                  </a:rPr>
                  <a:t> </a:t>
                </a:r>
              </a:p>
            </p:txBody>
          </p:sp>
        </mc:Fallback>
      </mc:AlternateContent>
      <p:grpSp>
        <p:nvGrpSpPr>
          <p:cNvPr id="350" name="群組 349"/>
          <p:cNvGrpSpPr/>
          <p:nvPr/>
        </p:nvGrpSpPr>
        <p:grpSpPr>
          <a:xfrm>
            <a:off x="11798306" y="532021"/>
            <a:ext cx="794385" cy="646025"/>
            <a:chOff x="5686213" y="4717020"/>
            <a:chExt cx="529590" cy="430683"/>
          </a:xfrm>
        </p:grpSpPr>
        <p:sp>
          <p:nvSpPr>
            <p:cNvPr id="351" name="矩形 35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52" name="文字方塊 351"/>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1,1</m:t>
                            </m:r>
                          </m:sub>
                        </m:sSub>
                      </m:oMath>
                    </m:oMathPara>
                  </a14:m>
                  <a:endParaRPr lang="zh-TW" altLang="en-US" sz="3600" dirty="0"/>
                </a:p>
              </p:txBody>
            </p:sp>
          </mc:Choice>
          <mc:Fallback xmlns="">
            <p:sp>
              <p:nvSpPr>
                <p:cNvPr id="352" name="文字方塊 351"/>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6"/>
                </a:blipFill>
              </p:spPr>
              <p:txBody>
                <a:bodyPr/>
                <a:lstStyle/>
                <a:p>
                  <a:r>
                    <a:rPr lang="en-US" altLang="en-US">
                      <a:noFill/>
                    </a:rPr>
                    <a:t> </a:t>
                  </a:r>
                </a:p>
              </p:txBody>
            </p:sp>
          </mc:Fallback>
        </mc:AlternateContent>
      </p:grpSp>
      <p:grpSp>
        <p:nvGrpSpPr>
          <p:cNvPr id="353" name="群組 352"/>
          <p:cNvGrpSpPr/>
          <p:nvPr/>
        </p:nvGrpSpPr>
        <p:grpSpPr>
          <a:xfrm>
            <a:off x="11811369" y="1178046"/>
            <a:ext cx="794385" cy="646025"/>
            <a:chOff x="5686213" y="4717020"/>
            <a:chExt cx="529590" cy="430683"/>
          </a:xfrm>
        </p:grpSpPr>
        <p:sp>
          <p:nvSpPr>
            <p:cNvPr id="354" name="矩形 35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55" name="文字方塊 354"/>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1,2</m:t>
                            </m:r>
                          </m:sub>
                        </m:sSub>
                      </m:oMath>
                    </m:oMathPara>
                  </a14:m>
                  <a:endParaRPr lang="zh-TW" altLang="en-US" sz="3600" dirty="0"/>
                </a:p>
              </p:txBody>
            </p:sp>
          </mc:Choice>
          <mc:Fallback xmlns="">
            <p:sp>
              <p:nvSpPr>
                <p:cNvPr id="355" name="文字方塊 354"/>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7"/>
                </a:blipFill>
              </p:spPr>
              <p:txBody>
                <a:bodyPr/>
                <a:lstStyle/>
                <a:p>
                  <a:r>
                    <a:rPr lang="en-US" altLang="en-US">
                      <a:noFill/>
                    </a:rPr>
                    <a:t> </a:t>
                  </a:r>
                </a:p>
              </p:txBody>
            </p:sp>
          </mc:Fallback>
        </mc:AlternateContent>
      </p:grpSp>
      <p:grpSp>
        <p:nvGrpSpPr>
          <p:cNvPr id="356" name="群組 355"/>
          <p:cNvGrpSpPr/>
          <p:nvPr/>
        </p:nvGrpSpPr>
        <p:grpSpPr>
          <a:xfrm>
            <a:off x="11811921" y="1827417"/>
            <a:ext cx="794385" cy="646025"/>
            <a:chOff x="5686213" y="4717020"/>
            <a:chExt cx="529590" cy="430683"/>
          </a:xfrm>
        </p:grpSpPr>
        <p:sp>
          <p:nvSpPr>
            <p:cNvPr id="357" name="矩形 356"/>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58" name="文字方塊 357"/>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1,3</m:t>
                            </m:r>
                          </m:sub>
                        </m:sSub>
                      </m:oMath>
                    </m:oMathPara>
                  </a14:m>
                  <a:endParaRPr lang="zh-TW" altLang="en-US" sz="3600" dirty="0"/>
                </a:p>
              </p:txBody>
            </p:sp>
          </mc:Choice>
          <mc:Fallback xmlns="">
            <p:sp>
              <p:nvSpPr>
                <p:cNvPr id="358" name="文字方塊 357"/>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8"/>
                </a:blipFill>
              </p:spPr>
              <p:txBody>
                <a:bodyPr/>
                <a:lstStyle/>
                <a:p>
                  <a:r>
                    <a:rPr lang="en-US" altLang="en-US">
                      <a:noFill/>
                    </a:rPr>
                    <a:t> </a:t>
                  </a:r>
                </a:p>
              </p:txBody>
            </p:sp>
          </mc:Fallback>
        </mc:AlternateContent>
      </p:grpSp>
      <p:grpSp>
        <p:nvGrpSpPr>
          <p:cNvPr id="359" name="群組 358"/>
          <p:cNvGrpSpPr/>
          <p:nvPr/>
        </p:nvGrpSpPr>
        <p:grpSpPr>
          <a:xfrm>
            <a:off x="11812425" y="2469756"/>
            <a:ext cx="794385" cy="646025"/>
            <a:chOff x="5686213" y="4717020"/>
            <a:chExt cx="529590" cy="430683"/>
          </a:xfrm>
        </p:grpSpPr>
        <p:sp>
          <p:nvSpPr>
            <p:cNvPr id="360" name="矩形 359"/>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61" name="文字方塊 360"/>
                <p:cNvSpPr txBox="1"/>
                <p:nvPr/>
              </p:nvSpPr>
              <p:spPr>
                <a:xfrm>
                  <a:off x="5686213" y="4717020"/>
                  <a:ext cx="529590" cy="3712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b="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1,4</m:t>
                            </m:r>
                          </m:sub>
                        </m:sSub>
                      </m:oMath>
                    </m:oMathPara>
                  </a14:m>
                  <a:endParaRPr lang="zh-TW" altLang="en-US" sz="3600" dirty="0"/>
                </a:p>
              </p:txBody>
            </p:sp>
          </mc:Choice>
          <mc:Fallback xmlns="">
            <p:sp>
              <p:nvSpPr>
                <p:cNvPr id="361" name="文字方塊 360"/>
                <p:cNvSpPr txBox="1">
                  <a:spLocks noRot="1" noChangeAspect="1" noMove="1" noResize="1" noEditPoints="1" noAdjustHandles="1" noChangeArrowheads="1" noChangeShapeType="1" noTextEdit="1"/>
                </p:cNvSpPr>
                <p:nvPr/>
              </p:nvSpPr>
              <p:spPr>
                <a:xfrm>
                  <a:off x="5686213" y="4717020"/>
                  <a:ext cx="529590" cy="371263"/>
                </a:xfrm>
                <a:prstGeom prst="rect">
                  <a:avLst/>
                </a:prstGeom>
                <a:blipFill rotWithShape="1">
                  <a:blip r:embed="rId19"/>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62" name="文字方塊 361"/>
              <p:cNvSpPr txBox="1"/>
              <p:nvPr/>
            </p:nvSpPr>
            <p:spPr>
              <a:xfrm>
                <a:off x="3574479" y="3357359"/>
                <a:ext cx="80010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2,1</m:t>
                          </m:r>
                        </m:sub>
                      </m:sSub>
                    </m:oMath>
                  </m:oMathPara>
                </a14:m>
                <a:endParaRPr lang="zh-TW" altLang="en-US" sz="3600" dirty="0"/>
              </a:p>
            </p:txBody>
          </p:sp>
        </mc:Choice>
        <mc:Fallback xmlns="">
          <p:sp>
            <p:nvSpPr>
              <p:cNvPr id="362" name="文字方塊 361"/>
              <p:cNvSpPr txBox="1">
                <a:spLocks noRot="1" noChangeAspect="1" noMove="1" noResize="1" noEditPoints="1" noAdjustHandles="1" noChangeArrowheads="1" noChangeShapeType="1" noTextEdit="1"/>
              </p:cNvSpPr>
              <p:nvPr/>
            </p:nvSpPr>
            <p:spPr>
              <a:xfrm>
                <a:off x="3574479" y="3357359"/>
                <a:ext cx="800100" cy="556895"/>
              </a:xfrm>
              <a:prstGeom prst="rect">
                <a:avLst/>
              </a:prstGeom>
              <a:blipFill rotWithShape="1">
                <a:blip r:embed="rId20"/>
                <a:stretch>
                  <a:fillRect l="-8" t="-20" r="-9040"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63" name="文字方塊 362"/>
              <p:cNvSpPr txBox="1"/>
              <p:nvPr/>
            </p:nvSpPr>
            <p:spPr>
              <a:xfrm>
                <a:off x="6983376" y="3357359"/>
                <a:ext cx="80010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Sub>
                    </m:oMath>
                  </m:oMathPara>
                </a14:m>
                <a:endParaRPr lang="zh-TW" altLang="en-US" sz="3600" dirty="0"/>
              </a:p>
            </p:txBody>
          </p:sp>
        </mc:Choice>
        <mc:Fallback xmlns="">
          <p:sp>
            <p:nvSpPr>
              <p:cNvPr id="363" name="文字方塊 362"/>
              <p:cNvSpPr txBox="1">
                <a:spLocks noRot="1" noChangeAspect="1" noMove="1" noResize="1" noEditPoints="1" noAdjustHandles="1" noChangeArrowheads="1" noChangeShapeType="1" noTextEdit="1"/>
              </p:cNvSpPr>
              <p:nvPr/>
            </p:nvSpPr>
            <p:spPr>
              <a:xfrm>
                <a:off x="6983376" y="3357359"/>
                <a:ext cx="800100" cy="556895"/>
              </a:xfrm>
              <a:prstGeom prst="rect">
                <a:avLst/>
              </a:prstGeom>
              <a:blipFill rotWithShape="1">
                <a:blip r:embed="rId21"/>
                <a:stretch>
                  <a:fillRect l="-35" t="-20" r="-9012"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64" name="文字方塊 363"/>
              <p:cNvSpPr txBox="1"/>
              <p:nvPr/>
            </p:nvSpPr>
            <p:spPr>
              <a:xfrm>
                <a:off x="10210173" y="3357359"/>
                <a:ext cx="80010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Sub>
                    </m:oMath>
                  </m:oMathPara>
                </a14:m>
                <a:endParaRPr lang="zh-TW" altLang="en-US" sz="3600" dirty="0"/>
              </a:p>
            </p:txBody>
          </p:sp>
        </mc:Choice>
        <mc:Fallback xmlns="">
          <p:sp>
            <p:nvSpPr>
              <p:cNvPr id="364" name="文字方塊 363"/>
              <p:cNvSpPr txBox="1">
                <a:spLocks noRot="1" noChangeAspect="1" noMove="1" noResize="1" noEditPoints="1" noAdjustHandles="1" noChangeArrowheads="1" noChangeShapeType="1" noTextEdit="1"/>
              </p:cNvSpPr>
              <p:nvPr/>
            </p:nvSpPr>
            <p:spPr>
              <a:xfrm>
                <a:off x="10210173" y="3357359"/>
                <a:ext cx="800100" cy="556895"/>
              </a:xfrm>
              <a:prstGeom prst="rect">
                <a:avLst/>
              </a:prstGeom>
              <a:blipFill rotWithShape="1">
                <a:blip r:embed="rId22"/>
                <a:stretch>
                  <a:fillRect l="-1" t="-20" r="-9047" b="2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65" name="文字方塊 364"/>
              <p:cNvSpPr txBox="1"/>
              <p:nvPr/>
            </p:nvSpPr>
            <p:spPr>
              <a:xfrm>
                <a:off x="13743971" y="3381693"/>
                <a:ext cx="800100" cy="5568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rPr>
                          </m:ctrlPr>
                        </m:sSub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2,4</m:t>
                          </m:r>
                        </m:sub>
                      </m:sSub>
                    </m:oMath>
                  </m:oMathPara>
                </a14:m>
                <a:endParaRPr lang="zh-TW" altLang="en-US" sz="3600" dirty="0"/>
              </a:p>
            </p:txBody>
          </p:sp>
        </mc:Choice>
        <mc:Fallback xmlns="">
          <p:sp>
            <p:nvSpPr>
              <p:cNvPr id="365" name="文字方塊 364"/>
              <p:cNvSpPr txBox="1">
                <a:spLocks noRot="1" noChangeAspect="1" noMove="1" noResize="1" noEditPoints="1" noAdjustHandles="1" noChangeArrowheads="1" noChangeShapeType="1" noTextEdit="1"/>
              </p:cNvSpPr>
              <p:nvPr/>
            </p:nvSpPr>
            <p:spPr>
              <a:xfrm>
                <a:off x="13743971" y="3381693"/>
                <a:ext cx="800100" cy="556895"/>
              </a:xfrm>
              <a:prstGeom prst="rect">
                <a:avLst/>
              </a:prstGeom>
              <a:blipFill rotWithShape="1">
                <a:blip r:embed="rId23"/>
                <a:stretch>
                  <a:fillRect l="-4" t="-57" r="-9044" b="57"/>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19</a:t>
            </a:fld>
            <a:endParaRPr lang="zh-TW" altLang="en-US" sz="100"/>
          </a:p>
        </p:txBody>
      </p:sp>
      <p:sp>
        <p:nvSpPr>
          <p:cNvPr id="3" name="文字方塊 2"/>
          <p:cNvSpPr txBox="1"/>
          <p:nvPr/>
        </p:nvSpPr>
        <p:spPr>
          <a:xfrm>
            <a:off x="5688507" y="9429756"/>
            <a:ext cx="2324291" cy="645160"/>
          </a:xfrm>
          <a:prstGeom prst="rect">
            <a:avLst/>
          </a:prstGeom>
          <a:noFill/>
        </p:spPr>
        <p:txBody>
          <a:bodyPr wrap="square" rtlCol="0">
            <a:spAutoFit/>
          </a:bodyPr>
          <a:lstStyle/>
          <a:p>
            <a:pPr algn="ctr"/>
            <a:r>
              <a:rPr lang="en-US" altLang="zh-TW" sz="3600" dirty="0" err="1"/>
              <a:t>softmax</a:t>
            </a:r>
            <a:endParaRPr lang="zh-TW" altLang="en-US" sz="3600" dirty="0"/>
          </a:p>
        </p:txBody>
      </p:sp>
      <p:sp>
        <p:nvSpPr>
          <p:cNvPr id="4" name="標題 1"/>
          <p:cNvSpPr>
            <a:spLocks noGrp="1"/>
          </p:cNvSpPr>
          <p:nvPr>
            <p:ph type="title"/>
          </p:nvPr>
        </p:nvSpPr>
        <p:spPr>
          <a:xfrm>
            <a:off x="450850" y="-462205"/>
            <a:ext cx="16084552" cy="1551434"/>
          </a:xfrm>
        </p:spPr>
        <p:txBody>
          <a:bodyPr/>
          <a:lstStyle/>
          <a:p>
            <a:pPr algn="l"/>
            <a:r>
              <a:rPr lang="en-US" altLang="zh-TW" dirty="0"/>
              <a:t>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5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3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5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3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4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4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5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5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6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6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66"/>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6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7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75"/>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7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8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8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8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29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93"/>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9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99"/>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30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30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8" grpId="0" bldLvl="0" animBg="1"/>
      <p:bldP spid="111" grpId="0" bldLvl="0" animBg="1"/>
      <p:bldP spid="114" grpId="0" bldLvl="0" animBg="1"/>
      <p:bldP spid="251" grpId="0"/>
      <p:bldP spid="252" grpId="0"/>
      <p:bldP spid="253" grpId="0"/>
      <p:bldP spid="9" grpId="0" bldLvl="0" animBg="1"/>
      <p:bldP spid="308" grpId="0"/>
      <p:bldP spid="309" grpId="0" bldLvl="0" animBg="1"/>
      <p:bldP spid="362" grpId="0"/>
      <p:bldP spid="363" grpId="0"/>
      <p:bldP spid="364" grpId="0"/>
      <p:bldP spid="365"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p:cNvGrpSpPr/>
          <p:nvPr/>
        </p:nvGrpSpPr>
        <p:grpSpPr>
          <a:xfrm>
            <a:off x="10679585" y="6754720"/>
            <a:ext cx="3396666" cy="2622926"/>
            <a:chOff x="466234" y="4580918"/>
            <a:chExt cx="2264444" cy="1748617"/>
          </a:xfrm>
        </p:grpSpPr>
        <p:grpSp>
          <p:nvGrpSpPr>
            <p:cNvPr id="152" name="群組 151"/>
            <p:cNvGrpSpPr/>
            <p:nvPr/>
          </p:nvGrpSpPr>
          <p:grpSpPr>
            <a:xfrm>
              <a:off x="466234" y="4580918"/>
              <a:ext cx="529590" cy="430683"/>
              <a:chOff x="5686213" y="4717020"/>
              <a:chExt cx="529590" cy="430683"/>
            </a:xfrm>
          </p:grpSpPr>
          <p:sp>
            <p:nvSpPr>
              <p:cNvPr id="153" name="矩形 152"/>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54" name="文字方塊 153"/>
                  <p:cNvSpPr txBox="1"/>
                  <p:nvPr/>
                </p:nvSpPr>
                <p:spPr>
                  <a:xfrm>
                    <a:off x="5686213" y="4717020"/>
                    <a:ext cx="529590" cy="3704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1,1</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54" name="文字方塊 153"/>
                  <p:cNvSpPr txBox="1">
                    <a:spLocks noRot="1" noChangeAspect="1" noMove="1" noResize="1" noEditPoints="1" noAdjustHandles="1" noChangeArrowheads="1" noChangeShapeType="1" noTextEdit="1"/>
                  </p:cNvSpPr>
                  <p:nvPr/>
                </p:nvSpPr>
                <p:spPr>
                  <a:xfrm>
                    <a:off x="5686213" y="4717020"/>
                    <a:ext cx="529590" cy="370417"/>
                  </a:xfrm>
                  <a:prstGeom prst="rect">
                    <a:avLst/>
                  </a:prstGeom>
                  <a:blipFill rotWithShape="1">
                    <a:blip r:embed="rId3"/>
                  </a:blipFill>
                </p:spPr>
                <p:txBody>
                  <a:bodyPr/>
                  <a:lstStyle/>
                  <a:p>
                    <a:r>
                      <a:rPr lang="en-US" altLang="en-US">
                        <a:noFill/>
                      </a:rPr>
                      <a:t> </a:t>
                    </a:r>
                  </a:p>
                </p:txBody>
              </p:sp>
            </mc:Fallback>
          </mc:AlternateContent>
        </p:grpSp>
        <p:grpSp>
          <p:nvGrpSpPr>
            <p:cNvPr id="155" name="群組 154"/>
            <p:cNvGrpSpPr/>
            <p:nvPr/>
          </p:nvGrpSpPr>
          <p:grpSpPr>
            <a:xfrm>
              <a:off x="474943" y="5011601"/>
              <a:ext cx="529590" cy="430683"/>
              <a:chOff x="5686213" y="4717020"/>
              <a:chExt cx="529590" cy="430683"/>
            </a:xfrm>
          </p:grpSpPr>
          <p:sp>
            <p:nvSpPr>
              <p:cNvPr id="156" name="矩形 15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57" name="文字方塊 156"/>
                  <p:cNvSpPr txBox="1"/>
                  <p:nvPr/>
                </p:nvSpPr>
                <p:spPr>
                  <a:xfrm>
                    <a:off x="5686213" y="4717020"/>
                    <a:ext cx="529590" cy="370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57" name="文字方塊 156"/>
                  <p:cNvSpPr txBox="1">
                    <a:spLocks noRot="1" noChangeAspect="1" noMove="1" noResize="1" noEditPoints="1" noAdjustHandles="1" noChangeArrowheads="1" noChangeShapeType="1" noTextEdit="1"/>
                  </p:cNvSpPr>
                  <p:nvPr/>
                </p:nvSpPr>
                <p:spPr>
                  <a:xfrm>
                    <a:off x="5686213" y="4717020"/>
                    <a:ext cx="529590" cy="370840"/>
                  </a:xfrm>
                  <a:prstGeom prst="rect">
                    <a:avLst/>
                  </a:prstGeom>
                  <a:blipFill rotWithShape="1">
                    <a:blip r:embed="rId4"/>
                  </a:blipFill>
                </p:spPr>
                <p:txBody>
                  <a:bodyPr/>
                  <a:lstStyle/>
                  <a:p>
                    <a:r>
                      <a:rPr lang="en-US" altLang="en-US">
                        <a:noFill/>
                      </a:rPr>
                      <a:t> </a:t>
                    </a:r>
                  </a:p>
                </p:txBody>
              </p:sp>
            </mc:Fallback>
          </mc:AlternateContent>
        </p:grpSp>
        <p:grpSp>
          <p:nvGrpSpPr>
            <p:cNvPr id="158" name="群組 157"/>
            <p:cNvGrpSpPr/>
            <p:nvPr/>
          </p:nvGrpSpPr>
          <p:grpSpPr>
            <a:xfrm>
              <a:off x="475311" y="5444515"/>
              <a:ext cx="549063" cy="739987"/>
              <a:chOff x="5686213" y="4717020"/>
              <a:chExt cx="549063" cy="739987"/>
            </a:xfrm>
          </p:grpSpPr>
          <p:sp>
            <p:nvSpPr>
              <p:cNvPr id="159" name="矩形 158"/>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60" name="文字方塊 159"/>
                  <p:cNvSpPr txBox="1"/>
                  <p:nvPr/>
                </p:nvSpPr>
                <p:spPr>
                  <a:xfrm>
                    <a:off x="5686213" y="4717020"/>
                    <a:ext cx="549063"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160" name="文字方塊 159"/>
                  <p:cNvSpPr txBox="1">
                    <a:spLocks noRot="1" noChangeAspect="1" noMove="1" noResize="1" noEditPoints="1" noAdjustHandles="1" noChangeArrowheads="1" noChangeShapeType="1" noTextEdit="1"/>
                  </p:cNvSpPr>
                  <p:nvPr/>
                </p:nvSpPr>
                <p:spPr>
                  <a:xfrm>
                    <a:off x="5686213" y="4717020"/>
                    <a:ext cx="549063" cy="739987"/>
                  </a:xfrm>
                  <a:prstGeom prst="rect">
                    <a:avLst/>
                  </a:prstGeom>
                  <a:blipFill rotWithShape="1">
                    <a:blip r:embed="rId5"/>
                  </a:blipFill>
                </p:spPr>
                <p:txBody>
                  <a:bodyPr/>
                  <a:lstStyle/>
                  <a:p>
                    <a:r>
                      <a:rPr lang="en-US" altLang="en-US">
                        <a:noFill/>
                      </a:rPr>
                      <a:t> </a:t>
                    </a:r>
                  </a:p>
                </p:txBody>
              </p:sp>
            </mc:Fallback>
          </mc:AlternateContent>
        </p:grpSp>
        <p:grpSp>
          <p:nvGrpSpPr>
            <p:cNvPr id="161" name="群組 160"/>
            <p:cNvGrpSpPr/>
            <p:nvPr/>
          </p:nvGrpSpPr>
          <p:grpSpPr>
            <a:xfrm>
              <a:off x="475647" y="5872741"/>
              <a:ext cx="529590" cy="430683"/>
              <a:chOff x="5686213" y="4717020"/>
              <a:chExt cx="529590" cy="430683"/>
            </a:xfrm>
          </p:grpSpPr>
          <p:sp>
            <p:nvSpPr>
              <p:cNvPr id="162" name="矩形 161"/>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63" name="文字方塊 162"/>
                  <p:cNvSpPr txBox="1"/>
                  <p:nvPr/>
                </p:nvSpPr>
                <p:spPr>
                  <a:xfrm>
                    <a:off x="5686213" y="4717020"/>
                    <a:ext cx="529590" cy="3704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63" name="文字方塊 162"/>
                  <p:cNvSpPr txBox="1">
                    <a:spLocks noRot="1" noChangeAspect="1" noMove="1" noResize="1" noEditPoints="1" noAdjustHandles="1" noChangeArrowheads="1" noChangeShapeType="1" noTextEdit="1"/>
                  </p:cNvSpPr>
                  <p:nvPr/>
                </p:nvSpPr>
                <p:spPr>
                  <a:xfrm>
                    <a:off x="5686213" y="4717020"/>
                    <a:ext cx="529590" cy="370417"/>
                  </a:xfrm>
                  <a:prstGeom prst="rect">
                    <a:avLst/>
                  </a:prstGeom>
                  <a:blipFill rotWithShape="1">
                    <a:blip r:embed="rId6"/>
                  </a:blipFill>
                </p:spPr>
                <p:txBody>
                  <a:bodyPr/>
                  <a:lstStyle/>
                  <a:p>
                    <a:r>
                      <a:rPr lang="en-US" altLang="en-US">
                        <a:noFill/>
                      </a:rPr>
                      <a:t> </a:t>
                    </a:r>
                  </a:p>
                </p:txBody>
              </p:sp>
            </mc:Fallback>
          </mc:AlternateContent>
        </p:grpSp>
        <p:grpSp>
          <p:nvGrpSpPr>
            <p:cNvPr id="164" name="群組 163"/>
            <p:cNvGrpSpPr/>
            <p:nvPr/>
          </p:nvGrpSpPr>
          <p:grpSpPr>
            <a:xfrm>
              <a:off x="1039341" y="4595812"/>
              <a:ext cx="566420" cy="739987"/>
              <a:chOff x="5686213" y="4717020"/>
              <a:chExt cx="566420" cy="739987"/>
            </a:xfrm>
          </p:grpSpPr>
          <p:sp>
            <p:nvSpPr>
              <p:cNvPr id="236" name="矩形 235"/>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37" name="文字方塊 236"/>
                  <p:cNvSpPr txBox="1"/>
                  <p:nvPr/>
                </p:nvSpPr>
                <p:spPr>
                  <a:xfrm>
                    <a:off x="5686213" y="4717020"/>
                    <a:ext cx="566420"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37" name="文字方塊 236"/>
                  <p:cNvSpPr txBox="1">
                    <a:spLocks noRot="1" noChangeAspect="1" noMove="1" noResize="1" noEditPoints="1" noAdjustHandles="1" noChangeArrowheads="1" noChangeShapeType="1" noTextEdit="1"/>
                  </p:cNvSpPr>
                  <p:nvPr/>
                </p:nvSpPr>
                <p:spPr>
                  <a:xfrm>
                    <a:off x="5686213" y="4717020"/>
                    <a:ext cx="566420" cy="739987"/>
                  </a:xfrm>
                  <a:prstGeom prst="rect">
                    <a:avLst/>
                  </a:prstGeom>
                  <a:blipFill rotWithShape="1">
                    <a:blip r:embed="rId7"/>
                  </a:blipFill>
                </p:spPr>
                <p:txBody>
                  <a:bodyPr/>
                  <a:lstStyle/>
                  <a:p>
                    <a:r>
                      <a:rPr lang="en-US" altLang="en-US">
                        <a:noFill/>
                      </a:rPr>
                      <a:t> </a:t>
                    </a:r>
                  </a:p>
                </p:txBody>
              </p:sp>
            </mc:Fallback>
          </mc:AlternateContent>
        </p:grpSp>
        <p:grpSp>
          <p:nvGrpSpPr>
            <p:cNvPr id="238" name="群組 237"/>
            <p:cNvGrpSpPr/>
            <p:nvPr/>
          </p:nvGrpSpPr>
          <p:grpSpPr>
            <a:xfrm>
              <a:off x="1048050" y="5026495"/>
              <a:ext cx="566420" cy="739987"/>
              <a:chOff x="5686213" y="4717020"/>
              <a:chExt cx="566420" cy="739987"/>
            </a:xfrm>
          </p:grpSpPr>
          <p:sp>
            <p:nvSpPr>
              <p:cNvPr id="239" name="矩形 238"/>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0" name="文字方塊 239"/>
                  <p:cNvSpPr txBox="1"/>
                  <p:nvPr/>
                </p:nvSpPr>
                <p:spPr>
                  <a:xfrm>
                    <a:off x="5686213" y="4717020"/>
                    <a:ext cx="566420"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40" name="文字方塊 239"/>
                  <p:cNvSpPr txBox="1">
                    <a:spLocks noRot="1" noChangeAspect="1" noMove="1" noResize="1" noEditPoints="1" noAdjustHandles="1" noChangeArrowheads="1" noChangeShapeType="1" noTextEdit="1"/>
                  </p:cNvSpPr>
                  <p:nvPr/>
                </p:nvSpPr>
                <p:spPr>
                  <a:xfrm>
                    <a:off x="5686213" y="4717020"/>
                    <a:ext cx="566420" cy="739987"/>
                  </a:xfrm>
                  <a:prstGeom prst="rect">
                    <a:avLst/>
                  </a:prstGeom>
                  <a:blipFill rotWithShape="1">
                    <a:blip r:embed="rId8"/>
                  </a:blipFill>
                </p:spPr>
                <p:txBody>
                  <a:bodyPr/>
                  <a:lstStyle/>
                  <a:p>
                    <a:r>
                      <a:rPr lang="en-US" altLang="en-US">
                        <a:noFill/>
                      </a:rPr>
                      <a:t> </a:t>
                    </a:r>
                  </a:p>
                </p:txBody>
              </p:sp>
            </mc:Fallback>
          </mc:AlternateContent>
        </p:grpSp>
        <p:grpSp>
          <p:nvGrpSpPr>
            <p:cNvPr id="241" name="群組 240"/>
            <p:cNvGrpSpPr/>
            <p:nvPr/>
          </p:nvGrpSpPr>
          <p:grpSpPr>
            <a:xfrm>
              <a:off x="1048418" y="5459409"/>
              <a:ext cx="549487" cy="739987"/>
              <a:chOff x="5686213" y="4717020"/>
              <a:chExt cx="549487" cy="739987"/>
            </a:xfrm>
          </p:grpSpPr>
          <p:sp>
            <p:nvSpPr>
              <p:cNvPr id="242" name="矩形 241"/>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3" name="文字方塊 242"/>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43" name="文字方塊 242"/>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9"/>
                  </a:blipFill>
                </p:spPr>
                <p:txBody>
                  <a:bodyPr/>
                  <a:lstStyle/>
                  <a:p>
                    <a:r>
                      <a:rPr lang="en-US" altLang="en-US">
                        <a:noFill/>
                      </a:rPr>
                      <a:t> </a:t>
                    </a:r>
                  </a:p>
                </p:txBody>
              </p:sp>
            </mc:Fallback>
          </mc:AlternateContent>
        </p:grpSp>
        <p:grpSp>
          <p:nvGrpSpPr>
            <p:cNvPr id="244" name="群組 243"/>
            <p:cNvGrpSpPr/>
            <p:nvPr/>
          </p:nvGrpSpPr>
          <p:grpSpPr>
            <a:xfrm>
              <a:off x="1048754" y="5887635"/>
              <a:ext cx="533400" cy="430683"/>
              <a:chOff x="5686213" y="4717020"/>
              <a:chExt cx="533400" cy="430683"/>
            </a:xfrm>
          </p:grpSpPr>
          <p:sp>
            <p:nvSpPr>
              <p:cNvPr id="245" name="矩形 244"/>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6" name="文字方塊 245"/>
                  <p:cNvSpPr txBox="1"/>
                  <p:nvPr/>
                </p:nvSpPr>
                <p:spPr>
                  <a:xfrm>
                    <a:off x="5686213" y="4717020"/>
                    <a:ext cx="533400" cy="370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46" name="文字方塊 245"/>
                  <p:cNvSpPr txBox="1">
                    <a:spLocks noRot="1" noChangeAspect="1" noMove="1" noResize="1" noEditPoints="1" noAdjustHandles="1" noChangeArrowheads="1" noChangeShapeType="1" noTextEdit="1"/>
                  </p:cNvSpPr>
                  <p:nvPr/>
                </p:nvSpPr>
                <p:spPr>
                  <a:xfrm>
                    <a:off x="5686213" y="4717020"/>
                    <a:ext cx="533400" cy="370840"/>
                  </a:xfrm>
                  <a:prstGeom prst="rect">
                    <a:avLst/>
                  </a:prstGeom>
                  <a:blipFill rotWithShape="1">
                    <a:blip r:embed="rId10"/>
                  </a:blipFill>
                </p:spPr>
                <p:txBody>
                  <a:bodyPr/>
                  <a:lstStyle/>
                  <a:p>
                    <a:r>
                      <a:rPr lang="en-US" altLang="en-US">
                        <a:noFill/>
                      </a:rPr>
                      <a:t> </a:t>
                    </a:r>
                  </a:p>
                </p:txBody>
              </p:sp>
            </mc:Fallback>
          </mc:AlternateContent>
        </p:grpSp>
        <p:grpSp>
          <p:nvGrpSpPr>
            <p:cNvPr id="247" name="群組 246"/>
            <p:cNvGrpSpPr/>
            <p:nvPr/>
          </p:nvGrpSpPr>
          <p:grpSpPr>
            <a:xfrm>
              <a:off x="1615321" y="4580918"/>
              <a:ext cx="552027" cy="739987"/>
              <a:chOff x="5686213" y="4717020"/>
              <a:chExt cx="552027" cy="739987"/>
            </a:xfrm>
          </p:grpSpPr>
          <p:sp>
            <p:nvSpPr>
              <p:cNvPr id="248" name="矩形 247"/>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49" name="文字方塊 248"/>
                  <p:cNvSpPr txBox="1"/>
                  <p:nvPr/>
                </p:nvSpPr>
                <p:spPr>
                  <a:xfrm>
                    <a:off x="5686213" y="4717020"/>
                    <a:ext cx="55202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49" name="文字方塊 248"/>
                  <p:cNvSpPr txBox="1">
                    <a:spLocks noRot="1" noChangeAspect="1" noMove="1" noResize="1" noEditPoints="1" noAdjustHandles="1" noChangeArrowheads="1" noChangeShapeType="1" noTextEdit="1"/>
                  </p:cNvSpPr>
                  <p:nvPr/>
                </p:nvSpPr>
                <p:spPr>
                  <a:xfrm>
                    <a:off x="5686213" y="4717020"/>
                    <a:ext cx="552027" cy="739987"/>
                  </a:xfrm>
                  <a:prstGeom prst="rect">
                    <a:avLst/>
                  </a:prstGeom>
                  <a:blipFill rotWithShape="1">
                    <a:blip r:embed="rId11"/>
                  </a:blipFill>
                </p:spPr>
                <p:txBody>
                  <a:bodyPr/>
                  <a:lstStyle/>
                  <a:p>
                    <a:r>
                      <a:rPr lang="en-US" altLang="en-US">
                        <a:noFill/>
                      </a:rPr>
                      <a:t> </a:t>
                    </a:r>
                  </a:p>
                </p:txBody>
              </p:sp>
            </mc:Fallback>
          </mc:AlternateContent>
        </p:grpSp>
        <p:grpSp>
          <p:nvGrpSpPr>
            <p:cNvPr id="250" name="群組 249"/>
            <p:cNvGrpSpPr/>
            <p:nvPr/>
          </p:nvGrpSpPr>
          <p:grpSpPr>
            <a:xfrm>
              <a:off x="1624030" y="5011601"/>
              <a:ext cx="549487" cy="739987"/>
              <a:chOff x="5686213" y="4717020"/>
              <a:chExt cx="549487" cy="739987"/>
            </a:xfrm>
          </p:grpSpPr>
          <p:sp>
            <p:nvSpPr>
              <p:cNvPr id="251" name="矩形 25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52" name="文字方塊 251"/>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52" name="文字方塊 251"/>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12"/>
                  </a:blipFill>
                </p:spPr>
                <p:txBody>
                  <a:bodyPr/>
                  <a:lstStyle/>
                  <a:p>
                    <a:r>
                      <a:rPr lang="en-US" altLang="en-US">
                        <a:noFill/>
                      </a:rPr>
                      <a:t> </a:t>
                    </a:r>
                  </a:p>
                </p:txBody>
              </p:sp>
            </mc:Fallback>
          </mc:AlternateContent>
        </p:grpSp>
        <p:grpSp>
          <p:nvGrpSpPr>
            <p:cNvPr id="253" name="群組 252"/>
            <p:cNvGrpSpPr/>
            <p:nvPr/>
          </p:nvGrpSpPr>
          <p:grpSpPr>
            <a:xfrm>
              <a:off x="1624398" y="5444515"/>
              <a:ext cx="549487" cy="739987"/>
              <a:chOff x="5686213" y="4717020"/>
              <a:chExt cx="549487" cy="739987"/>
            </a:xfrm>
          </p:grpSpPr>
          <p:sp>
            <p:nvSpPr>
              <p:cNvPr id="254" name="矩形 253"/>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55" name="文字方塊 254"/>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255" name="文字方塊 254"/>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13"/>
                  </a:blipFill>
                </p:spPr>
                <p:txBody>
                  <a:bodyPr/>
                  <a:lstStyle/>
                  <a:p>
                    <a:r>
                      <a:rPr lang="en-US" altLang="en-US">
                        <a:noFill/>
                      </a:rPr>
                      <a:t> </a:t>
                    </a:r>
                  </a:p>
                </p:txBody>
              </p:sp>
            </mc:Fallback>
          </mc:AlternateContent>
        </p:grpSp>
        <p:grpSp>
          <p:nvGrpSpPr>
            <p:cNvPr id="256" name="群組 255"/>
            <p:cNvGrpSpPr/>
            <p:nvPr/>
          </p:nvGrpSpPr>
          <p:grpSpPr>
            <a:xfrm>
              <a:off x="1624734" y="5872741"/>
              <a:ext cx="533400" cy="430683"/>
              <a:chOff x="5686213" y="4717020"/>
              <a:chExt cx="533400" cy="430683"/>
            </a:xfrm>
          </p:grpSpPr>
          <p:sp>
            <p:nvSpPr>
              <p:cNvPr id="257" name="矩形 256"/>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58" name="文字方塊 257"/>
                  <p:cNvSpPr txBox="1"/>
                  <p:nvPr/>
                </p:nvSpPr>
                <p:spPr>
                  <a:xfrm>
                    <a:off x="5686213" y="4717020"/>
                    <a:ext cx="533400" cy="370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3,4</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58" name="文字方塊 257"/>
                  <p:cNvSpPr txBox="1">
                    <a:spLocks noRot="1" noChangeAspect="1" noMove="1" noResize="1" noEditPoints="1" noAdjustHandles="1" noChangeArrowheads="1" noChangeShapeType="1" noTextEdit="1"/>
                  </p:cNvSpPr>
                  <p:nvPr/>
                </p:nvSpPr>
                <p:spPr>
                  <a:xfrm>
                    <a:off x="5686213" y="4717020"/>
                    <a:ext cx="533400" cy="370840"/>
                  </a:xfrm>
                  <a:prstGeom prst="rect">
                    <a:avLst/>
                  </a:prstGeom>
                  <a:blipFill rotWithShape="1">
                    <a:blip r:embed="rId14"/>
                  </a:blipFill>
                </p:spPr>
                <p:txBody>
                  <a:bodyPr/>
                  <a:lstStyle/>
                  <a:p>
                    <a:r>
                      <a:rPr lang="en-US" altLang="en-US">
                        <a:noFill/>
                      </a:rPr>
                      <a:t> </a:t>
                    </a:r>
                  </a:p>
                </p:txBody>
              </p:sp>
            </mc:Fallback>
          </mc:AlternateContent>
        </p:grpSp>
        <p:grpSp>
          <p:nvGrpSpPr>
            <p:cNvPr id="259" name="群組 258"/>
            <p:cNvGrpSpPr/>
            <p:nvPr/>
          </p:nvGrpSpPr>
          <p:grpSpPr>
            <a:xfrm>
              <a:off x="2172114" y="4607029"/>
              <a:ext cx="552027" cy="739563"/>
              <a:chOff x="5686213" y="4717020"/>
              <a:chExt cx="552027" cy="739563"/>
            </a:xfrm>
          </p:grpSpPr>
          <p:sp>
            <p:nvSpPr>
              <p:cNvPr id="320" name="矩形 319"/>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21" name="文字方塊 320"/>
                  <p:cNvSpPr txBox="1"/>
                  <p:nvPr/>
                </p:nvSpPr>
                <p:spPr>
                  <a:xfrm>
                    <a:off x="5686213" y="4717020"/>
                    <a:ext cx="552027" cy="739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321" name="文字方塊 320"/>
                  <p:cNvSpPr txBox="1">
                    <a:spLocks noRot="1" noChangeAspect="1" noMove="1" noResize="1" noEditPoints="1" noAdjustHandles="1" noChangeArrowheads="1" noChangeShapeType="1" noTextEdit="1"/>
                  </p:cNvSpPr>
                  <p:nvPr/>
                </p:nvSpPr>
                <p:spPr>
                  <a:xfrm>
                    <a:off x="5686213" y="4717020"/>
                    <a:ext cx="552027" cy="739563"/>
                  </a:xfrm>
                  <a:prstGeom prst="rect">
                    <a:avLst/>
                  </a:prstGeom>
                  <a:blipFill rotWithShape="1">
                    <a:blip r:embed="rId15"/>
                  </a:blipFill>
                </p:spPr>
                <p:txBody>
                  <a:bodyPr/>
                  <a:lstStyle/>
                  <a:p>
                    <a:r>
                      <a:rPr lang="en-US" altLang="en-US">
                        <a:noFill/>
                      </a:rPr>
                      <a:t> </a:t>
                    </a:r>
                  </a:p>
                </p:txBody>
              </p:sp>
            </mc:Fallback>
          </mc:AlternateContent>
        </p:grpSp>
        <p:grpSp>
          <p:nvGrpSpPr>
            <p:cNvPr id="322" name="群組 321"/>
            <p:cNvGrpSpPr/>
            <p:nvPr/>
          </p:nvGrpSpPr>
          <p:grpSpPr>
            <a:xfrm>
              <a:off x="2180823" y="5037712"/>
              <a:ext cx="549487" cy="739987"/>
              <a:chOff x="5686213" y="4717020"/>
              <a:chExt cx="549487" cy="739987"/>
            </a:xfrm>
          </p:grpSpPr>
          <p:sp>
            <p:nvSpPr>
              <p:cNvPr id="323" name="矩形 322"/>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36" name="文字方塊 335"/>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336" name="文字方塊 335"/>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16"/>
                  </a:blipFill>
                </p:spPr>
                <p:txBody>
                  <a:bodyPr/>
                  <a:lstStyle/>
                  <a:p>
                    <a:r>
                      <a:rPr lang="en-US" altLang="en-US">
                        <a:noFill/>
                      </a:rPr>
                      <a:t> </a:t>
                    </a:r>
                  </a:p>
                </p:txBody>
              </p:sp>
            </mc:Fallback>
          </mc:AlternateContent>
        </p:grpSp>
        <p:grpSp>
          <p:nvGrpSpPr>
            <p:cNvPr id="337" name="群組 336"/>
            <p:cNvGrpSpPr/>
            <p:nvPr/>
          </p:nvGrpSpPr>
          <p:grpSpPr>
            <a:xfrm>
              <a:off x="2181191" y="5470626"/>
              <a:ext cx="549487" cy="739987"/>
              <a:chOff x="5686213" y="4717020"/>
              <a:chExt cx="549487" cy="739987"/>
            </a:xfrm>
          </p:grpSpPr>
          <p:sp>
            <p:nvSpPr>
              <p:cNvPr id="338" name="矩形 337"/>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39" name="文字方塊 338"/>
                  <p:cNvSpPr txBox="1"/>
                  <p:nvPr/>
                </p:nvSpPr>
                <p:spPr>
                  <a:xfrm>
                    <a:off x="5686213" y="4717020"/>
                    <a:ext cx="549487" cy="739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a:p>
                    <a:endParaRPr lang="zh-TW" altLang="en-US" sz="3600" dirty="0"/>
                  </a:p>
                </p:txBody>
              </p:sp>
            </mc:Choice>
            <mc:Fallback xmlns="">
              <p:sp>
                <p:nvSpPr>
                  <p:cNvPr id="339" name="文字方塊 338"/>
                  <p:cNvSpPr txBox="1">
                    <a:spLocks noRot="1" noChangeAspect="1" noMove="1" noResize="1" noEditPoints="1" noAdjustHandles="1" noChangeArrowheads="1" noChangeShapeType="1" noTextEdit="1"/>
                  </p:cNvSpPr>
                  <p:nvPr/>
                </p:nvSpPr>
                <p:spPr>
                  <a:xfrm>
                    <a:off x="5686213" y="4717020"/>
                    <a:ext cx="549487" cy="739987"/>
                  </a:xfrm>
                  <a:prstGeom prst="rect">
                    <a:avLst/>
                  </a:prstGeom>
                  <a:blipFill rotWithShape="1">
                    <a:blip r:embed="rId17"/>
                  </a:blipFill>
                </p:spPr>
                <p:txBody>
                  <a:bodyPr/>
                  <a:lstStyle/>
                  <a:p>
                    <a:r>
                      <a:rPr lang="en-US" altLang="en-US">
                        <a:noFill/>
                      </a:rPr>
                      <a:t> </a:t>
                    </a:r>
                  </a:p>
                </p:txBody>
              </p:sp>
            </mc:Fallback>
          </mc:AlternateContent>
        </p:grpSp>
        <p:grpSp>
          <p:nvGrpSpPr>
            <p:cNvPr id="340" name="群組 339"/>
            <p:cNvGrpSpPr/>
            <p:nvPr/>
          </p:nvGrpSpPr>
          <p:grpSpPr>
            <a:xfrm>
              <a:off x="2181527" y="5898852"/>
              <a:ext cx="533400" cy="430683"/>
              <a:chOff x="5686213" y="4717020"/>
              <a:chExt cx="533400" cy="430683"/>
            </a:xfrm>
          </p:grpSpPr>
          <p:sp>
            <p:nvSpPr>
              <p:cNvPr id="341" name="矩形 340"/>
              <p:cNvSpPr/>
              <p:nvPr/>
            </p:nvSpPr>
            <p:spPr>
              <a:xfrm>
                <a:off x="5718207" y="4762148"/>
                <a:ext cx="462054" cy="38555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42" name="文字方塊 341"/>
                  <p:cNvSpPr txBox="1"/>
                  <p:nvPr/>
                </p:nvSpPr>
                <p:spPr>
                  <a:xfrm>
                    <a:off x="5686213" y="4717020"/>
                    <a:ext cx="533400" cy="369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4</m:t>
                              </m:r>
                              <m:r>
                                <a:rPr lang="en-US" altLang="zh-TW" sz="3600" i="1">
                                  <a:latin typeface="Cambria Math" panose="02040503050406030204" pitchFamily="18" charset="0"/>
                                </a:rPr>
                                <m:t>,</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342" name="文字方塊 341"/>
                  <p:cNvSpPr txBox="1">
                    <a:spLocks noRot="1" noChangeAspect="1" noMove="1" noResize="1" noEditPoints="1" noAdjustHandles="1" noChangeArrowheads="1" noChangeShapeType="1" noTextEdit="1"/>
                  </p:cNvSpPr>
                  <p:nvPr/>
                </p:nvSpPr>
                <p:spPr>
                  <a:xfrm>
                    <a:off x="5686213" y="4717020"/>
                    <a:ext cx="533400" cy="369570"/>
                  </a:xfrm>
                  <a:prstGeom prst="rect">
                    <a:avLst/>
                  </a:prstGeom>
                  <a:blipFill rotWithShape="1">
                    <a:blip r:embed="rId18"/>
                  </a:blipFill>
                </p:spPr>
                <p:txBody>
                  <a:bodyPr/>
                  <a:lstStyle/>
                  <a:p>
                    <a:r>
                      <a:rPr lang="en-US" altLang="en-US">
                        <a:noFill/>
                      </a:rPr>
                      <a:t> </a:t>
                    </a:r>
                  </a:p>
                </p:txBody>
              </p:sp>
            </mc:Fallback>
          </mc:AlternateContent>
        </p:grpSp>
      </p:grpSp>
      <p:sp>
        <p:nvSpPr>
          <p:cNvPr id="125" name="矩形 124"/>
          <p:cNvSpPr/>
          <p:nvPr/>
        </p:nvSpPr>
        <p:spPr>
          <a:xfrm>
            <a:off x="4862828" y="569379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26" name="文字方塊 125"/>
              <p:cNvSpPr txBox="1"/>
              <p:nvPr/>
            </p:nvSpPr>
            <p:spPr>
              <a:xfrm>
                <a:off x="4575189" y="5750109"/>
                <a:ext cx="1072742" cy="6680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𝑣</m:t>
                          </m:r>
                        </m:e>
                        <m:sup>
                          <m:r>
                            <a:rPr lang="en-US" altLang="zh-TW" sz="3600" i="1">
                              <a:latin typeface="Cambria Math" panose="02040503050406030204" pitchFamily="18" charset="0"/>
                            </a:rPr>
                            <m:t>1</m:t>
                          </m:r>
                        </m:sup>
                      </m:sSup>
                    </m:oMath>
                  </m:oMathPara>
                </a14:m>
                <a:endParaRPr lang="zh-TW" altLang="en-US" sz="3600" dirty="0"/>
              </a:p>
            </p:txBody>
          </p:sp>
        </mc:Choice>
        <mc:Fallback xmlns="">
          <p:sp>
            <p:nvSpPr>
              <p:cNvPr id="126" name="文字方塊 125"/>
              <p:cNvSpPr txBox="1">
                <a:spLocks noRot="1" noChangeAspect="1" noMove="1" noResize="1" noEditPoints="1" noAdjustHandles="1" noChangeArrowheads="1" noChangeShapeType="1" noTextEdit="1"/>
              </p:cNvSpPr>
              <p:nvPr/>
            </p:nvSpPr>
            <p:spPr>
              <a:xfrm>
                <a:off x="4575189" y="5750109"/>
                <a:ext cx="1072742" cy="668020"/>
              </a:xfrm>
              <a:prstGeom prst="rect">
                <a:avLst/>
              </a:prstGeom>
              <a:blipFill rotWithShape="1">
                <a:blip r:embed="rId19"/>
                <a:stretch>
                  <a:fillRect l="-1" t="-28" r="22" b="28"/>
                </a:stretch>
              </a:blipFill>
            </p:spPr>
            <p:txBody>
              <a:bodyPr/>
              <a:lstStyle/>
              <a:p>
                <a:r>
                  <a:rPr lang="en-US" altLang="en-US">
                    <a:noFill/>
                  </a:rPr>
                  <a:t> </a:t>
                </a:r>
              </a:p>
            </p:txBody>
          </p:sp>
        </mc:Fallback>
      </mc:AlternateContent>
      <p:sp>
        <p:nvSpPr>
          <p:cNvPr id="127" name="矩形 126"/>
          <p:cNvSpPr/>
          <p:nvPr/>
        </p:nvSpPr>
        <p:spPr>
          <a:xfrm>
            <a:off x="4004261" y="569379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30" name="文字方塊 129"/>
              <p:cNvSpPr txBox="1"/>
              <p:nvPr/>
            </p:nvSpPr>
            <p:spPr>
              <a:xfrm>
                <a:off x="3732033" y="5765520"/>
                <a:ext cx="1072742" cy="6680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𝑘</m:t>
                          </m:r>
                        </m:e>
                        <m:sup>
                          <m:r>
                            <a:rPr lang="en-US" altLang="zh-TW" sz="3600" i="1">
                              <a:latin typeface="Cambria Math" panose="02040503050406030204" pitchFamily="18" charset="0"/>
                            </a:rPr>
                            <m:t>1</m:t>
                          </m:r>
                        </m:sup>
                      </m:sSup>
                    </m:oMath>
                  </m:oMathPara>
                </a14:m>
                <a:endParaRPr lang="zh-TW" altLang="en-US" sz="3600" dirty="0"/>
              </a:p>
            </p:txBody>
          </p:sp>
        </mc:Choice>
        <mc:Fallback xmlns="">
          <p:sp>
            <p:nvSpPr>
              <p:cNvPr id="130" name="文字方塊 129"/>
              <p:cNvSpPr txBox="1">
                <a:spLocks noRot="1" noChangeAspect="1" noMove="1" noResize="1" noEditPoints="1" noAdjustHandles="1" noChangeArrowheads="1" noChangeShapeType="1" noTextEdit="1"/>
              </p:cNvSpPr>
              <p:nvPr/>
            </p:nvSpPr>
            <p:spPr>
              <a:xfrm>
                <a:off x="3732033" y="5765520"/>
                <a:ext cx="1072742" cy="668020"/>
              </a:xfrm>
              <a:prstGeom prst="rect">
                <a:avLst/>
              </a:prstGeom>
              <a:blipFill rotWithShape="1">
                <a:blip r:embed="rId20"/>
                <a:stretch>
                  <a:fillRect l="-13" t="-53" r="34" b="53"/>
                </a:stretch>
              </a:blipFill>
            </p:spPr>
            <p:txBody>
              <a:bodyPr/>
              <a:lstStyle/>
              <a:p>
                <a:r>
                  <a:rPr lang="en-US" altLang="en-US">
                    <a:noFill/>
                  </a:rPr>
                  <a:t> </a:t>
                </a:r>
              </a:p>
            </p:txBody>
          </p:sp>
        </mc:Fallback>
      </mc:AlternateContent>
      <p:sp>
        <p:nvSpPr>
          <p:cNvPr id="131" name="矩形 130"/>
          <p:cNvSpPr/>
          <p:nvPr/>
        </p:nvSpPr>
        <p:spPr>
          <a:xfrm>
            <a:off x="3161106" y="5693795"/>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65" name="文字方塊 164"/>
              <p:cNvSpPr txBox="1"/>
              <p:nvPr/>
            </p:nvSpPr>
            <p:spPr>
              <a:xfrm>
                <a:off x="2888879" y="5765520"/>
                <a:ext cx="1072742" cy="626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𝑞</m:t>
                          </m:r>
                        </m:e>
                        <m:sup>
                          <m:r>
                            <a:rPr lang="en-US" altLang="zh-TW" sz="3600" i="1">
                              <a:latin typeface="Cambria Math" panose="02040503050406030204" pitchFamily="18" charset="0"/>
                            </a:rPr>
                            <m:t>1</m:t>
                          </m:r>
                        </m:sup>
                      </m:sSup>
                    </m:oMath>
                  </m:oMathPara>
                </a14:m>
                <a:endParaRPr lang="zh-TW" altLang="en-US" sz="3600" dirty="0"/>
              </a:p>
            </p:txBody>
          </p:sp>
        </mc:Choice>
        <mc:Fallback xmlns="">
          <p:sp>
            <p:nvSpPr>
              <p:cNvPr id="165" name="文字方塊 164"/>
              <p:cNvSpPr txBox="1">
                <a:spLocks noRot="1" noChangeAspect="1" noMove="1" noResize="1" noEditPoints="1" noAdjustHandles="1" noChangeArrowheads="1" noChangeShapeType="1" noTextEdit="1"/>
              </p:cNvSpPr>
              <p:nvPr/>
            </p:nvSpPr>
            <p:spPr>
              <a:xfrm>
                <a:off x="2888879" y="5765520"/>
                <a:ext cx="1072742" cy="626110"/>
              </a:xfrm>
              <a:prstGeom prst="rect">
                <a:avLst/>
              </a:prstGeom>
              <a:blipFill rotWithShape="1">
                <a:blip r:embed="rId21"/>
                <a:stretch>
                  <a:fillRect l="-25" t="-57" r="46" b="57"/>
                </a:stretch>
              </a:blipFill>
            </p:spPr>
            <p:txBody>
              <a:bodyPr/>
              <a:lstStyle/>
              <a:p>
                <a:r>
                  <a:rPr lang="en-US" altLang="en-US">
                    <a:noFill/>
                  </a:rPr>
                  <a:t> </a:t>
                </a:r>
              </a:p>
            </p:txBody>
          </p:sp>
        </mc:Fallback>
      </mc:AlternateContent>
      <p:sp>
        <p:nvSpPr>
          <p:cNvPr id="166" name="矩形 165"/>
          <p:cNvSpPr/>
          <p:nvPr/>
        </p:nvSpPr>
        <p:spPr>
          <a:xfrm>
            <a:off x="8277146" y="566840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67" name="文字方塊 166"/>
              <p:cNvSpPr txBox="1"/>
              <p:nvPr/>
            </p:nvSpPr>
            <p:spPr>
              <a:xfrm>
                <a:off x="7989507" y="5724714"/>
                <a:ext cx="1072742" cy="6686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𝑣</m:t>
                          </m:r>
                        </m:e>
                        <m:sup>
                          <m:r>
                            <a:rPr lang="en-US" altLang="zh-TW" sz="3600" b="0" i="1" smtClean="0">
                              <a:latin typeface="Cambria Math" panose="02040503050406030204" pitchFamily="18" charset="0"/>
                            </a:rPr>
                            <m:t>2</m:t>
                          </m:r>
                        </m:sup>
                      </m:sSup>
                    </m:oMath>
                  </m:oMathPara>
                </a14:m>
                <a:endParaRPr lang="zh-TW" altLang="en-US" sz="3600" dirty="0"/>
              </a:p>
            </p:txBody>
          </p:sp>
        </mc:Choice>
        <mc:Fallback xmlns="">
          <p:sp>
            <p:nvSpPr>
              <p:cNvPr id="167" name="文字方塊 166"/>
              <p:cNvSpPr txBox="1">
                <a:spLocks noRot="1" noChangeAspect="1" noMove="1" noResize="1" noEditPoints="1" noAdjustHandles="1" noChangeArrowheads="1" noChangeShapeType="1" noTextEdit="1"/>
              </p:cNvSpPr>
              <p:nvPr/>
            </p:nvSpPr>
            <p:spPr>
              <a:xfrm>
                <a:off x="7989507" y="5724714"/>
                <a:ext cx="1072742" cy="668655"/>
              </a:xfrm>
              <a:prstGeom prst="rect">
                <a:avLst/>
              </a:prstGeom>
              <a:blipFill rotWithShape="1">
                <a:blip r:embed="rId22"/>
                <a:stretch>
                  <a:fillRect l="-53" t="-28" r="15" b="28"/>
                </a:stretch>
              </a:blipFill>
            </p:spPr>
            <p:txBody>
              <a:bodyPr/>
              <a:lstStyle/>
              <a:p>
                <a:r>
                  <a:rPr lang="en-US" altLang="en-US">
                    <a:noFill/>
                  </a:rPr>
                  <a:t> </a:t>
                </a:r>
              </a:p>
            </p:txBody>
          </p:sp>
        </mc:Fallback>
      </mc:AlternateContent>
      <p:sp>
        <p:nvSpPr>
          <p:cNvPr id="168" name="矩形 167"/>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69" name="文字方塊 168"/>
              <p:cNvSpPr txBox="1"/>
              <p:nvPr/>
            </p:nvSpPr>
            <p:spPr>
              <a:xfrm>
                <a:off x="7146351" y="5740125"/>
                <a:ext cx="1072742" cy="6686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𝑘</m:t>
                          </m:r>
                        </m:e>
                        <m:sup>
                          <m:r>
                            <a:rPr lang="en-US" altLang="zh-TW" sz="3600" b="0" i="1" smtClean="0">
                              <a:latin typeface="Cambria Math" panose="02040503050406030204" pitchFamily="18" charset="0"/>
                            </a:rPr>
                            <m:t>2</m:t>
                          </m:r>
                        </m:sup>
                      </m:sSup>
                    </m:oMath>
                  </m:oMathPara>
                </a14:m>
                <a:endParaRPr lang="zh-TW" altLang="en-US" sz="3600" dirty="0"/>
              </a:p>
            </p:txBody>
          </p:sp>
        </mc:Choice>
        <mc:Fallback xmlns="">
          <p:sp>
            <p:nvSpPr>
              <p:cNvPr id="169" name="文字方塊 168"/>
              <p:cNvSpPr txBox="1">
                <a:spLocks noRot="1" noChangeAspect="1" noMove="1" noResize="1" noEditPoints="1" noAdjustHandles="1" noChangeArrowheads="1" noChangeShapeType="1" noTextEdit="1"/>
              </p:cNvSpPr>
              <p:nvPr/>
            </p:nvSpPr>
            <p:spPr>
              <a:xfrm>
                <a:off x="7146351" y="5740125"/>
                <a:ext cx="1072742" cy="668655"/>
              </a:xfrm>
              <a:prstGeom prst="rect">
                <a:avLst/>
              </a:prstGeom>
              <a:blipFill rotWithShape="1">
                <a:blip r:embed="rId23"/>
                <a:stretch>
                  <a:fillRect l="-6" t="-54" r="27" b="54"/>
                </a:stretch>
              </a:blipFill>
            </p:spPr>
            <p:txBody>
              <a:bodyPr/>
              <a:lstStyle/>
              <a:p>
                <a:r>
                  <a:rPr lang="en-US" altLang="en-US">
                    <a:noFill/>
                  </a:rPr>
                  <a:t> </a:t>
                </a:r>
              </a:p>
            </p:txBody>
          </p:sp>
        </mc:Fallback>
      </mc:AlternateContent>
      <p:sp>
        <p:nvSpPr>
          <p:cNvPr id="170" name="矩形 169"/>
          <p:cNvSpPr/>
          <p:nvPr/>
        </p:nvSpPr>
        <p:spPr>
          <a:xfrm>
            <a:off x="6575424" y="5668400"/>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1" name="文字方塊 170"/>
              <p:cNvSpPr txBox="1"/>
              <p:nvPr/>
            </p:nvSpPr>
            <p:spPr>
              <a:xfrm>
                <a:off x="6303196" y="5740125"/>
                <a:ext cx="1072742" cy="6267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𝑞</m:t>
                          </m:r>
                        </m:e>
                        <m:sup>
                          <m:r>
                            <a:rPr lang="en-US" altLang="zh-TW" sz="3600" b="0" i="1" smtClean="0">
                              <a:latin typeface="Cambria Math" panose="02040503050406030204" pitchFamily="18" charset="0"/>
                            </a:rPr>
                            <m:t>2</m:t>
                          </m:r>
                        </m:sup>
                      </m:sSup>
                    </m:oMath>
                  </m:oMathPara>
                </a14:m>
                <a:endParaRPr lang="zh-TW" altLang="en-US" sz="3600" dirty="0"/>
              </a:p>
            </p:txBody>
          </p:sp>
        </mc:Choice>
        <mc:Fallback xmlns="">
          <p:sp>
            <p:nvSpPr>
              <p:cNvPr id="171" name="文字方塊 170"/>
              <p:cNvSpPr txBox="1">
                <a:spLocks noRot="1" noChangeAspect="1" noMove="1" noResize="1" noEditPoints="1" noAdjustHandles="1" noChangeArrowheads="1" noChangeShapeType="1" noTextEdit="1"/>
              </p:cNvSpPr>
              <p:nvPr/>
            </p:nvSpPr>
            <p:spPr>
              <a:xfrm>
                <a:off x="6303196" y="5740125"/>
                <a:ext cx="1072742" cy="626745"/>
              </a:xfrm>
              <a:prstGeom prst="rect">
                <a:avLst/>
              </a:prstGeom>
              <a:blipFill rotWithShape="1">
                <a:blip r:embed="rId24"/>
                <a:stretch>
                  <a:fillRect l="-17" t="-57" r="38" b="57"/>
                </a:stretch>
              </a:blipFill>
            </p:spPr>
            <p:txBody>
              <a:bodyPr/>
              <a:lstStyle/>
              <a:p>
                <a:r>
                  <a:rPr lang="en-US" altLang="en-US">
                    <a:noFill/>
                  </a:rPr>
                  <a:t> </a:t>
                </a:r>
              </a:p>
            </p:txBody>
          </p:sp>
        </mc:Fallback>
      </mc:AlternateContent>
      <p:sp>
        <p:nvSpPr>
          <p:cNvPr id="172" name="矩形 171"/>
          <p:cNvSpPr/>
          <p:nvPr/>
        </p:nvSpPr>
        <p:spPr>
          <a:xfrm>
            <a:off x="11643320" y="5684291"/>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3" name="文字方塊 172"/>
              <p:cNvSpPr txBox="1"/>
              <p:nvPr/>
            </p:nvSpPr>
            <p:spPr>
              <a:xfrm>
                <a:off x="11355681" y="5740605"/>
                <a:ext cx="1072742" cy="6692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𝑣</m:t>
                          </m:r>
                        </m:e>
                        <m:sup>
                          <m:r>
                            <a:rPr lang="en-US" altLang="zh-TW" sz="3600" b="0" i="1" smtClean="0">
                              <a:latin typeface="Cambria Math" panose="02040503050406030204" pitchFamily="18" charset="0"/>
                            </a:rPr>
                            <m:t>3</m:t>
                          </m:r>
                        </m:sup>
                      </m:sSup>
                    </m:oMath>
                  </m:oMathPara>
                </a14:m>
                <a:endParaRPr lang="zh-TW" altLang="en-US" sz="3600" dirty="0"/>
              </a:p>
            </p:txBody>
          </p:sp>
        </mc:Choice>
        <mc:Fallback xmlns="">
          <p:sp>
            <p:nvSpPr>
              <p:cNvPr id="173" name="文字方塊 172"/>
              <p:cNvSpPr txBox="1">
                <a:spLocks noRot="1" noChangeAspect="1" noMove="1" noResize="1" noEditPoints="1" noAdjustHandles="1" noChangeArrowheads="1" noChangeShapeType="1" noTextEdit="1"/>
              </p:cNvSpPr>
              <p:nvPr/>
            </p:nvSpPr>
            <p:spPr>
              <a:xfrm>
                <a:off x="11355681" y="5740605"/>
                <a:ext cx="1072742" cy="669290"/>
              </a:xfrm>
              <a:prstGeom prst="rect">
                <a:avLst/>
              </a:prstGeom>
              <a:blipFill rotWithShape="1">
                <a:blip r:embed="rId25"/>
                <a:stretch>
                  <a:fillRect l="-57" t="-31" r="19" b="31"/>
                </a:stretch>
              </a:blipFill>
            </p:spPr>
            <p:txBody>
              <a:bodyPr/>
              <a:lstStyle/>
              <a:p>
                <a:r>
                  <a:rPr lang="en-US" altLang="en-US">
                    <a:noFill/>
                  </a:rPr>
                  <a:t> </a:t>
                </a:r>
              </a:p>
            </p:txBody>
          </p:sp>
        </mc:Fallback>
      </mc:AlternateContent>
      <p:sp>
        <p:nvSpPr>
          <p:cNvPr id="174" name="矩形 173"/>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5" name="文字方塊 174"/>
              <p:cNvSpPr txBox="1"/>
              <p:nvPr/>
            </p:nvSpPr>
            <p:spPr>
              <a:xfrm>
                <a:off x="10512525" y="5756016"/>
                <a:ext cx="1072742" cy="6692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𝑘</m:t>
                          </m:r>
                        </m:e>
                        <m:sup>
                          <m:r>
                            <a:rPr lang="en-US" altLang="zh-TW" sz="3600" b="0" i="1" smtClean="0">
                              <a:latin typeface="Cambria Math" panose="02040503050406030204" pitchFamily="18" charset="0"/>
                            </a:rPr>
                            <m:t>3</m:t>
                          </m:r>
                        </m:sup>
                      </m:sSup>
                    </m:oMath>
                  </m:oMathPara>
                </a14:m>
                <a:endParaRPr lang="zh-TW" altLang="en-US" sz="3600" dirty="0"/>
              </a:p>
            </p:txBody>
          </p:sp>
        </mc:Choice>
        <mc:Fallback xmlns="">
          <p:sp>
            <p:nvSpPr>
              <p:cNvPr id="175" name="文字方塊 174"/>
              <p:cNvSpPr txBox="1">
                <a:spLocks noRot="1" noChangeAspect="1" noMove="1" noResize="1" noEditPoints="1" noAdjustHandles="1" noChangeArrowheads="1" noChangeShapeType="1" noTextEdit="1"/>
              </p:cNvSpPr>
              <p:nvPr/>
            </p:nvSpPr>
            <p:spPr>
              <a:xfrm>
                <a:off x="10512525" y="5756016"/>
                <a:ext cx="1072742" cy="669290"/>
              </a:xfrm>
              <a:prstGeom prst="rect">
                <a:avLst/>
              </a:prstGeom>
              <a:blipFill rotWithShape="1">
                <a:blip r:embed="rId26"/>
                <a:stretch>
                  <a:fillRect l="-9" t="-56" r="30" b="56"/>
                </a:stretch>
              </a:blipFill>
            </p:spPr>
            <p:txBody>
              <a:bodyPr/>
              <a:lstStyle/>
              <a:p>
                <a:r>
                  <a:rPr lang="en-US" altLang="en-US">
                    <a:noFill/>
                  </a:rPr>
                  <a:t> </a:t>
                </a:r>
              </a:p>
            </p:txBody>
          </p:sp>
        </mc:Fallback>
      </mc:AlternateContent>
      <p:sp>
        <p:nvSpPr>
          <p:cNvPr id="176" name="矩形 175"/>
          <p:cNvSpPr/>
          <p:nvPr/>
        </p:nvSpPr>
        <p:spPr>
          <a:xfrm>
            <a:off x="9941598" y="5684291"/>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7" name="文字方塊 176"/>
              <p:cNvSpPr txBox="1"/>
              <p:nvPr/>
            </p:nvSpPr>
            <p:spPr>
              <a:xfrm>
                <a:off x="9669371" y="5756016"/>
                <a:ext cx="1072742" cy="6273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𝑞</m:t>
                          </m:r>
                        </m:e>
                        <m:sup>
                          <m:r>
                            <a:rPr lang="en-US" altLang="zh-TW" sz="3600" b="0" i="1" smtClean="0">
                              <a:latin typeface="Cambria Math" panose="02040503050406030204" pitchFamily="18" charset="0"/>
                            </a:rPr>
                            <m:t>3</m:t>
                          </m:r>
                        </m:sup>
                      </m:sSup>
                    </m:oMath>
                  </m:oMathPara>
                </a14:m>
                <a:endParaRPr lang="zh-TW" altLang="en-US" sz="3600" dirty="0"/>
              </a:p>
            </p:txBody>
          </p:sp>
        </mc:Choice>
        <mc:Fallback xmlns="">
          <p:sp>
            <p:nvSpPr>
              <p:cNvPr id="177" name="文字方塊 176"/>
              <p:cNvSpPr txBox="1">
                <a:spLocks noRot="1" noChangeAspect="1" noMove="1" noResize="1" noEditPoints="1" noAdjustHandles="1" noChangeArrowheads="1" noChangeShapeType="1" noTextEdit="1"/>
              </p:cNvSpPr>
              <p:nvPr/>
            </p:nvSpPr>
            <p:spPr>
              <a:xfrm>
                <a:off x="9669371" y="5756016"/>
                <a:ext cx="1072742" cy="627380"/>
              </a:xfrm>
              <a:prstGeom prst="rect">
                <a:avLst/>
              </a:prstGeom>
              <a:blipFill rotWithShape="1">
                <a:blip r:embed="rId27"/>
                <a:stretch>
                  <a:fillRect l="-21" t="-60" r="42" b="60"/>
                </a:stretch>
              </a:blipFill>
            </p:spPr>
            <p:txBody>
              <a:bodyPr/>
              <a:lstStyle/>
              <a:p>
                <a:r>
                  <a:rPr lang="en-US" altLang="en-US">
                    <a:noFill/>
                  </a:rPr>
                  <a:t> </a:t>
                </a:r>
              </a:p>
            </p:txBody>
          </p:sp>
        </mc:Fallback>
      </mc:AlternateContent>
      <p:sp>
        <p:nvSpPr>
          <p:cNvPr id="178" name="矩形 177"/>
          <p:cNvSpPr/>
          <p:nvPr/>
        </p:nvSpPr>
        <p:spPr>
          <a:xfrm>
            <a:off x="15022376" y="570467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9" name="文字方塊 178"/>
              <p:cNvSpPr txBox="1"/>
              <p:nvPr/>
            </p:nvSpPr>
            <p:spPr>
              <a:xfrm>
                <a:off x="14734737" y="5760987"/>
                <a:ext cx="1072742" cy="6661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𝑣</m:t>
                          </m:r>
                        </m:e>
                        <m:sup>
                          <m:r>
                            <a:rPr lang="en-US" altLang="zh-TW" sz="3600" b="0" i="1" smtClean="0">
                              <a:latin typeface="Cambria Math" panose="02040503050406030204" pitchFamily="18" charset="0"/>
                            </a:rPr>
                            <m:t>4</m:t>
                          </m:r>
                        </m:sup>
                      </m:sSup>
                    </m:oMath>
                  </m:oMathPara>
                </a14:m>
                <a:endParaRPr lang="zh-TW" altLang="en-US" sz="3600" dirty="0"/>
              </a:p>
            </p:txBody>
          </p:sp>
        </mc:Choice>
        <mc:Fallback xmlns="">
          <p:sp>
            <p:nvSpPr>
              <p:cNvPr id="179" name="文字方塊 178"/>
              <p:cNvSpPr txBox="1">
                <a:spLocks noRot="1" noChangeAspect="1" noMove="1" noResize="1" noEditPoints="1" noAdjustHandles="1" noChangeArrowheads="1" noChangeShapeType="1" noTextEdit="1"/>
              </p:cNvSpPr>
              <p:nvPr/>
            </p:nvSpPr>
            <p:spPr>
              <a:xfrm>
                <a:off x="14734737" y="5760987"/>
                <a:ext cx="1072742" cy="666115"/>
              </a:xfrm>
              <a:prstGeom prst="rect">
                <a:avLst/>
              </a:prstGeom>
              <a:blipFill rotWithShape="1">
                <a:blip r:embed="rId28"/>
                <a:stretch>
                  <a:fillRect l="-18" t="-40" r="40" b="40"/>
                </a:stretch>
              </a:blipFill>
            </p:spPr>
            <p:txBody>
              <a:bodyPr/>
              <a:lstStyle/>
              <a:p>
                <a:r>
                  <a:rPr lang="en-US" altLang="en-US">
                    <a:noFill/>
                  </a:rPr>
                  <a:t> </a:t>
                </a:r>
              </a:p>
            </p:txBody>
          </p:sp>
        </mc:Fallback>
      </mc:AlternateContent>
      <p:sp>
        <p:nvSpPr>
          <p:cNvPr id="180" name="矩形 179"/>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81" name="文字方塊 180"/>
              <p:cNvSpPr txBox="1"/>
              <p:nvPr/>
            </p:nvSpPr>
            <p:spPr>
              <a:xfrm>
                <a:off x="13891581" y="5776398"/>
                <a:ext cx="1072742" cy="6661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𝑘</m:t>
                          </m:r>
                        </m:e>
                        <m:sup>
                          <m:r>
                            <a:rPr lang="en-US" altLang="zh-TW" sz="3600" b="0" i="1" smtClean="0">
                              <a:latin typeface="Cambria Math" panose="02040503050406030204" pitchFamily="18" charset="0"/>
                            </a:rPr>
                            <m:t>4</m:t>
                          </m:r>
                        </m:sup>
                      </m:sSup>
                    </m:oMath>
                  </m:oMathPara>
                </a14:m>
                <a:endParaRPr lang="zh-TW" altLang="en-US" sz="3600" dirty="0"/>
              </a:p>
            </p:txBody>
          </p:sp>
        </mc:Choice>
        <mc:Fallback xmlns="">
          <p:sp>
            <p:nvSpPr>
              <p:cNvPr id="181" name="文字方塊 180"/>
              <p:cNvSpPr txBox="1">
                <a:spLocks noRot="1" noChangeAspect="1" noMove="1" noResize="1" noEditPoints="1" noAdjustHandles="1" noChangeArrowheads="1" noChangeShapeType="1" noTextEdit="1"/>
              </p:cNvSpPr>
              <p:nvPr/>
            </p:nvSpPr>
            <p:spPr>
              <a:xfrm>
                <a:off x="13891581" y="5776398"/>
                <a:ext cx="1072742" cy="666115"/>
              </a:xfrm>
              <a:prstGeom prst="rect">
                <a:avLst/>
              </a:prstGeom>
              <a:blipFill rotWithShape="1">
                <a:blip r:embed="rId29"/>
                <a:stretch>
                  <a:fillRect l="-30" t="-66" r="51" b="66"/>
                </a:stretch>
              </a:blipFill>
            </p:spPr>
            <p:txBody>
              <a:bodyPr/>
              <a:lstStyle/>
              <a:p>
                <a:r>
                  <a:rPr lang="en-US" altLang="en-US">
                    <a:noFill/>
                  </a:rPr>
                  <a:t> </a:t>
                </a:r>
              </a:p>
            </p:txBody>
          </p:sp>
        </mc:Fallback>
      </mc:AlternateContent>
      <p:sp>
        <p:nvSpPr>
          <p:cNvPr id="182" name="矩形 181"/>
          <p:cNvSpPr/>
          <p:nvPr/>
        </p:nvSpPr>
        <p:spPr>
          <a:xfrm>
            <a:off x="13320654" y="5704673"/>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83" name="文字方塊 182"/>
              <p:cNvSpPr txBox="1"/>
              <p:nvPr/>
            </p:nvSpPr>
            <p:spPr>
              <a:xfrm>
                <a:off x="13048427" y="5776398"/>
                <a:ext cx="1072742" cy="6248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𝑞</m:t>
                          </m:r>
                        </m:e>
                        <m:sup>
                          <m:r>
                            <a:rPr lang="en-US" altLang="zh-TW" sz="3600" b="0" i="1" smtClean="0">
                              <a:latin typeface="Cambria Math" panose="02040503050406030204" pitchFamily="18" charset="0"/>
                            </a:rPr>
                            <m:t>4</m:t>
                          </m:r>
                        </m:sup>
                      </m:sSup>
                    </m:oMath>
                  </m:oMathPara>
                </a14:m>
                <a:endParaRPr lang="zh-TW" altLang="en-US" sz="3600" dirty="0"/>
              </a:p>
            </p:txBody>
          </p:sp>
        </mc:Choice>
        <mc:Fallback xmlns="">
          <p:sp>
            <p:nvSpPr>
              <p:cNvPr id="183" name="文字方塊 182"/>
              <p:cNvSpPr txBox="1">
                <a:spLocks noRot="1" noChangeAspect="1" noMove="1" noResize="1" noEditPoints="1" noAdjustHandles="1" noChangeArrowheads="1" noChangeShapeType="1" noTextEdit="1"/>
              </p:cNvSpPr>
              <p:nvPr/>
            </p:nvSpPr>
            <p:spPr>
              <a:xfrm>
                <a:off x="13048427" y="5776398"/>
                <a:ext cx="1072742" cy="624840"/>
              </a:xfrm>
              <a:prstGeom prst="rect">
                <a:avLst/>
              </a:prstGeom>
              <a:blipFill rotWithShape="1">
                <a:blip r:embed="rId30"/>
                <a:stretch>
                  <a:fillRect l="-42" t="-70" r="4" b="7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8" name="文字方塊 307"/>
              <p:cNvSpPr txBox="1"/>
              <p:nvPr/>
            </p:nvSpPr>
            <p:spPr>
              <a:xfrm>
                <a:off x="12233004" y="9471744"/>
                <a:ext cx="501483" cy="6457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𝐴</m:t>
                      </m:r>
                      <m:r>
                        <a:rPr lang="en-US" altLang="zh-TW" sz="4200" b="0" i="1" smtClean="0">
                          <a:latin typeface="Cambria Math" panose="02040503050406030204" pitchFamily="18" charset="0"/>
                        </a:rPr>
                        <m:t>′</m:t>
                      </m:r>
                    </m:oMath>
                  </m:oMathPara>
                </a14:m>
                <a:endParaRPr lang="zh-TW" altLang="en-US" sz="4200" dirty="0"/>
              </a:p>
            </p:txBody>
          </p:sp>
        </mc:Choice>
        <mc:Fallback xmlns="">
          <p:sp>
            <p:nvSpPr>
              <p:cNvPr id="308" name="文字方塊 307"/>
              <p:cNvSpPr txBox="1">
                <a:spLocks noRot="1" noChangeAspect="1" noMove="1" noResize="1" noEditPoints="1" noAdjustHandles="1" noChangeArrowheads="1" noChangeShapeType="1" noTextEdit="1"/>
              </p:cNvSpPr>
              <p:nvPr/>
            </p:nvSpPr>
            <p:spPr>
              <a:xfrm>
                <a:off x="12233004" y="9471744"/>
                <a:ext cx="501483" cy="645795"/>
              </a:xfrm>
              <a:prstGeom prst="rect">
                <a:avLst/>
              </a:prstGeom>
              <a:blipFill rotWithShape="1">
                <a:blip r:embed="rId31"/>
                <a:stretch>
                  <a:fillRect l="-73" t="-13" r="39" b="13"/>
                </a:stretch>
              </a:blipFill>
            </p:spPr>
            <p:txBody>
              <a:bodyPr/>
              <a:lstStyle/>
              <a:p>
                <a:r>
                  <a:rPr lang="en-US" altLang="en-US">
                    <a:noFill/>
                  </a:rPr>
                  <a:t> </a:t>
                </a:r>
              </a:p>
            </p:txBody>
          </p:sp>
        </mc:Fallback>
      </mc:AlternateContent>
      <p:sp>
        <p:nvSpPr>
          <p:cNvPr id="309" name="矩形 308"/>
          <p:cNvSpPr/>
          <p:nvPr/>
        </p:nvSpPr>
        <p:spPr>
          <a:xfrm>
            <a:off x="8297099" y="7731147"/>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310" name="矩形 309"/>
          <p:cNvSpPr/>
          <p:nvPr/>
        </p:nvSpPr>
        <p:spPr>
          <a:xfrm>
            <a:off x="8812832" y="7731147"/>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311" name="矩形 310"/>
          <p:cNvSpPr/>
          <p:nvPr/>
        </p:nvSpPr>
        <p:spPr>
          <a:xfrm>
            <a:off x="9328565" y="7731147"/>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sp>
        <p:nvSpPr>
          <p:cNvPr id="312" name="矩形 311"/>
          <p:cNvSpPr/>
          <p:nvPr/>
        </p:nvSpPr>
        <p:spPr>
          <a:xfrm>
            <a:off x="9844296" y="774145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p:grpSp>
        <p:nvGrpSpPr>
          <p:cNvPr id="313" name="群組 312"/>
          <p:cNvGrpSpPr/>
          <p:nvPr/>
        </p:nvGrpSpPr>
        <p:grpSpPr>
          <a:xfrm>
            <a:off x="8028945" y="7768575"/>
            <a:ext cx="2598884" cy="684345"/>
            <a:chOff x="3387509" y="317020"/>
            <a:chExt cx="1732589" cy="456230"/>
          </a:xfrm>
        </p:grpSpPr>
        <mc:AlternateContent xmlns:mc="http://schemas.openxmlformats.org/markup-compatibility/2006" xmlns:a14="http://schemas.microsoft.com/office/drawing/2010/main">
          <mc:Choice Requires="a14">
            <p:sp>
              <p:nvSpPr>
                <p:cNvPr id="314" name="文字方塊 313"/>
                <p:cNvSpPr txBox="1"/>
                <p:nvPr/>
              </p:nvSpPr>
              <p:spPr>
                <a:xfrm>
                  <a:off x="3387509" y="31702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14" name="文字方塊 313"/>
                <p:cNvSpPr txBox="1">
                  <a:spLocks noRot="1" noChangeAspect="1" noMove="1" noResize="1" noEditPoints="1" noAdjustHandles="1" noChangeArrowheads="1" noChangeShapeType="1" noTextEdit="1"/>
                </p:cNvSpPr>
                <p:nvPr/>
              </p:nvSpPr>
              <p:spPr>
                <a:xfrm>
                  <a:off x="3387509" y="317020"/>
                  <a:ext cx="715161" cy="430953"/>
                </a:xfrm>
                <a:prstGeom prst="rect">
                  <a:avLst/>
                </a:prstGeom>
                <a:blipFill rotWithShape="1">
                  <a:blip r:embed="rId32"/>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5" name="文字方塊 314"/>
                <p:cNvSpPr txBox="1"/>
                <p:nvPr/>
              </p:nvSpPr>
              <p:spPr>
                <a:xfrm>
                  <a:off x="4061116" y="33627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15" name="文字方塊 314"/>
                <p:cNvSpPr txBox="1">
                  <a:spLocks noRot="1" noChangeAspect="1" noMove="1" noResize="1" noEditPoints="1" noAdjustHandles="1" noChangeArrowheads="1" noChangeShapeType="1" noTextEdit="1"/>
                </p:cNvSpPr>
                <p:nvPr/>
              </p:nvSpPr>
              <p:spPr>
                <a:xfrm>
                  <a:off x="4061116" y="336271"/>
                  <a:ext cx="715161" cy="430953"/>
                </a:xfrm>
                <a:prstGeom prst="rect">
                  <a:avLst/>
                </a:prstGeom>
                <a:blipFill rotWithShape="1">
                  <a:blip r:embed="rId33"/>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6" name="文字方塊 315"/>
                <p:cNvSpPr txBox="1"/>
                <p:nvPr/>
              </p:nvSpPr>
              <p:spPr>
                <a:xfrm>
                  <a:off x="4404937" y="343143"/>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16" name="文字方塊 315"/>
                <p:cNvSpPr txBox="1">
                  <a:spLocks noRot="1" noChangeAspect="1" noMove="1" noResize="1" noEditPoints="1" noAdjustHandles="1" noChangeArrowheads="1" noChangeShapeType="1" noTextEdit="1"/>
                </p:cNvSpPr>
                <p:nvPr/>
              </p:nvSpPr>
              <p:spPr>
                <a:xfrm>
                  <a:off x="4404937" y="343143"/>
                  <a:ext cx="715161" cy="430107"/>
                </a:xfrm>
                <a:prstGeom prst="rect">
                  <a:avLst/>
                </a:prstGeom>
                <a:blipFill rotWithShape="1">
                  <a:blip r:embed="rId34"/>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7" name="文字方塊 316"/>
                <p:cNvSpPr txBox="1"/>
                <p:nvPr/>
              </p:nvSpPr>
              <p:spPr>
                <a:xfrm>
                  <a:off x="3745089" y="32508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17" name="文字方塊 316"/>
                <p:cNvSpPr txBox="1">
                  <a:spLocks noRot="1" noChangeAspect="1" noMove="1" noResize="1" noEditPoints="1" noAdjustHandles="1" noChangeArrowheads="1" noChangeShapeType="1" noTextEdit="1"/>
                </p:cNvSpPr>
                <p:nvPr/>
              </p:nvSpPr>
              <p:spPr>
                <a:xfrm>
                  <a:off x="3745089" y="325081"/>
                  <a:ext cx="715161" cy="430953"/>
                </a:xfrm>
                <a:prstGeom prst="rect">
                  <a:avLst/>
                </a:prstGeom>
                <a:blipFill rotWithShape="1">
                  <a:blip r:embed="rId35"/>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318" name="文字方塊 317"/>
              <p:cNvSpPr txBox="1"/>
              <p:nvPr/>
            </p:nvSpPr>
            <p:spPr>
              <a:xfrm>
                <a:off x="9022797" y="8500257"/>
                <a:ext cx="404495"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4200" b="0" i="1" smtClean="0">
                          <a:latin typeface="Cambria Math" panose="02040503050406030204" pitchFamily="18" charset="0"/>
                        </a:rPr>
                        <m:t>𝑉</m:t>
                      </m:r>
                    </m:oMath>
                  </m:oMathPara>
                </a14:m>
                <a:endParaRPr lang="zh-TW" altLang="en-US" sz="4200" dirty="0"/>
              </a:p>
            </p:txBody>
          </p:sp>
        </mc:Choice>
        <mc:Fallback xmlns="">
          <p:sp>
            <p:nvSpPr>
              <p:cNvPr id="318" name="文字方塊 317"/>
              <p:cNvSpPr txBox="1">
                <a:spLocks noRot="1" noChangeAspect="1" noMove="1" noResize="1" noEditPoints="1" noAdjustHandles="1" noChangeArrowheads="1" noChangeShapeType="1" noTextEdit="1"/>
              </p:cNvSpPr>
              <p:nvPr/>
            </p:nvSpPr>
            <p:spPr>
              <a:xfrm>
                <a:off x="9022797" y="8500257"/>
                <a:ext cx="404495" cy="645795"/>
              </a:xfrm>
              <a:prstGeom prst="rect">
                <a:avLst/>
              </a:prstGeom>
              <a:blipFill rotWithShape="1">
                <a:blip r:embed="rId36"/>
                <a:stretch>
                  <a:fillRect l="-20" t="-23" r="-20545" b="23"/>
                </a:stretch>
              </a:blipFill>
            </p:spPr>
            <p:txBody>
              <a:bodyPr/>
              <a:lstStyle/>
              <a:p>
                <a:r>
                  <a:rPr lang="en-US" altLang="en-US">
                    <a:noFill/>
                  </a:rPr>
                  <a:t> </a:t>
                </a:r>
              </a:p>
            </p:txBody>
          </p:sp>
        </mc:Fallback>
      </mc:AlternateContent>
      <p:sp>
        <p:nvSpPr>
          <p:cNvPr id="319" name="文字方塊 318"/>
          <p:cNvSpPr txBox="1"/>
          <p:nvPr/>
        </p:nvSpPr>
        <p:spPr>
          <a:xfrm>
            <a:off x="7121367" y="7734221"/>
            <a:ext cx="522600" cy="737235"/>
          </a:xfrm>
          <a:prstGeom prst="rect">
            <a:avLst/>
          </a:prstGeom>
          <a:noFill/>
        </p:spPr>
        <p:txBody>
          <a:bodyPr wrap="square" rtlCol="0">
            <a:spAutoFit/>
          </a:bodyPr>
          <a:lstStyle/>
          <a:p>
            <a:r>
              <a:rPr lang="en-US" altLang="zh-TW" sz="4200" b="1" dirty="0"/>
              <a:t>=</a:t>
            </a:r>
            <a:endParaRPr lang="zh-TW" altLang="en-US" sz="4200" b="1" dirty="0"/>
          </a:p>
        </p:txBody>
      </p:sp>
      <p:sp>
        <p:nvSpPr>
          <p:cNvPr id="324" name="矩形 323"/>
          <p:cNvSpPr/>
          <p:nvPr/>
        </p:nvSpPr>
        <p:spPr>
          <a:xfrm>
            <a:off x="4564502" y="7674734"/>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25" name="文字方塊 324"/>
              <p:cNvSpPr txBox="1"/>
              <p:nvPr/>
            </p:nvSpPr>
            <p:spPr>
              <a:xfrm>
                <a:off x="4313330" y="773499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25" name="文字方塊 324"/>
              <p:cNvSpPr txBox="1">
                <a:spLocks noRot="1" noChangeAspect="1" noMove="1" noResize="1" noEditPoints="1" noAdjustHandles="1" noChangeArrowheads="1" noChangeShapeType="1" noTextEdit="1"/>
              </p:cNvSpPr>
              <p:nvPr/>
            </p:nvSpPr>
            <p:spPr>
              <a:xfrm>
                <a:off x="4313330" y="7734999"/>
                <a:ext cx="1072742" cy="646430"/>
              </a:xfrm>
              <a:prstGeom prst="rect">
                <a:avLst/>
              </a:prstGeom>
              <a:blipFill rotWithShape="1">
                <a:blip r:embed="rId37"/>
                <a:stretch>
                  <a:fillRect l="-38" t="-10" b="10"/>
                </a:stretch>
              </a:blipFill>
            </p:spPr>
            <p:txBody>
              <a:bodyPr/>
              <a:lstStyle/>
              <a:p>
                <a:r>
                  <a:rPr lang="en-US" altLang="en-US">
                    <a:noFill/>
                  </a:rPr>
                  <a:t> </a:t>
                </a:r>
              </a:p>
            </p:txBody>
          </p:sp>
        </mc:Fallback>
      </mc:AlternateContent>
      <p:sp>
        <p:nvSpPr>
          <p:cNvPr id="326" name="矩形 325"/>
          <p:cNvSpPr/>
          <p:nvPr/>
        </p:nvSpPr>
        <p:spPr>
          <a:xfrm>
            <a:off x="5080235" y="7674734"/>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27" name="文字方塊 326"/>
              <p:cNvSpPr txBox="1"/>
              <p:nvPr/>
            </p:nvSpPr>
            <p:spPr>
              <a:xfrm>
                <a:off x="4808007" y="7735001"/>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27" name="文字方塊 326"/>
              <p:cNvSpPr txBox="1">
                <a:spLocks noRot="1" noChangeAspect="1" noMove="1" noResize="1" noEditPoints="1" noAdjustHandles="1" noChangeArrowheads="1" noChangeShapeType="1" noTextEdit="1"/>
              </p:cNvSpPr>
              <p:nvPr/>
            </p:nvSpPr>
            <p:spPr>
              <a:xfrm>
                <a:off x="4808007" y="7735001"/>
                <a:ext cx="1072742" cy="646430"/>
              </a:xfrm>
              <a:prstGeom prst="rect">
                <a:avLst/>
              </a:prstGeom>
              <a:blipFill rotWithShape="1">
                <a:blip r:embed="rId38"/>
                <a:stretch>
                  <a:fillRect l="-39" t="-10" r="1" b="10"/>
                </a:stretch>
              </a:blipFill>
            </p:spPr>
            <p:txBody>
              <a:bodyPr/>
              <a:lstStyle/>
              <a:p>
                <a:r>
                  <a:rPr lang="en-US" altLang="en-US">
                    <a:noFill/>
                  </a:rPr>
                  <a:t> </a:t>
                </a:r>
              </a:p>
            </p:txBody>
          </p:sp>
        </mc:Fallback>
      </mc:AlternateContent>
      <p:sp>
        <p:nvSpPr>
          <p:cNvPr id="328" name="矩形 327"/>
          <p:cNvSpPr/>
          <p:nvPr/>
        </p:nvSpPr>
        <p:spPr>
          <a:xfrm>
            <a:off x="5595968" y="7674734"/>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29" name="文字方塊 328"/>
              <p:cNvSpPr txBox="1"/>
              <p:nvPr/>
            </p:nvSpPr>
            <p:spPr>
              <a:xfrm>
                <a:off x="5323740" y="7735001"/>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29" name="文字方塊 328"/>
              <p:cNvSpPr txBox="1">
                <a:spLocks noRot="1" noChangeAspect="1" noMove="1" noResize="1" noEditPoints="1" noAdjustHandles="1" noChangeArrowheads="1" noChangeShapeType="1" noTextEdit="1"/>
              </p:cNvSpPr>
              <p:nvPr/>
            </p:nvSpPr>
            <p:spPr>
              <a:xfrm>
                <a:off x="5323740" y="7735001"/>
                <a:ext cx="1072742" cy="646430"/>
              </a:xfrm>
              <a:prstGeom prst="rect">
                <a:avLst/>
              </a:prstGeom>
              <a:blipFill rotWithShape="1">
                <a:blip r:embed="rId39"/>
                <a:stretch>
                  <a:fillRect l="-50" t="-10" r="12" b="10"/>
                </a:stretch>
              </a:blipFill>
            </p:spPr>
            <p:txBody>
              <a:bodyPr/>
              <a:lstStyle/>
              <a:p>
                <a:r>
                  <a:rPr lang="en-US" altLang="en-US">
                    <a:noFill/>
                  </a:rPr>
                  <a:t> </a:t>
                </a:r>
              </a:p>
            </p:txBody>
          </p:sp>
        </mc:Fallback>
      </mc:AlternateContent>
      <p:sp>
        <p:nvSpPr>
          <p:cNvPr id="330" name="矩形 329"/>
          <p:cNvSpPr/>
          <p:nvPr/>
        </p:nvSpPr>
        <p:spPr>
          <a:xfrm>
            <a:off x="6111699" y="7685042"/>
            <a:ext cx="432000" cy="81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1" name="文字方塊 330"/>
              <p:cNvSpPr txBox="1"/>
              <p:nvPr/>
            </p:nvSpPr>
            <p:spPr>
              <a:xfrm>
                <a:off x="5839472" y="774530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31" name="文字方塊 330"/>
              <p:cNvSpPr txBox="1">
                <a:spLocks noRot="1" noChangeAspect="1" noMove="1" noResize="1" noEditPoints="1" noAdjustHandles="1" noChangeArrowheads="1" noChangeShapeType="1" noTextEdit="1"/>
              </p:cNvSpPr>
              <p:nvPr/>
            </p:nvSpPr>
            <p:spPr>
              <a:xfrm>
                <a:off x="5839472" y="7745308"/>
                <a:ext cx="1072742" cy="645160"/>
              </a:xfrm>
              <a:prstGeom prst="rect">
                <a:avLst/>
              </a:prstGeom>
              <a:blipFill rotWithShape="1">
                <a:blip r:embed="rId40"/>
                <a:stretch>
                  <a:fillRect l="-1" t="-33" r="22" b="3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32" name="文字方塊 331"/>
              <p:cNvSpPr txBox="1"/>
              <p:nvPr/>
            </p:nvSpPr>
            <p:spPr>
              <a:xfrm>
                <a:off x="5310750" y="8537309"/>
                <a:ext cx="419100" cy="645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O</m:t>
                      </m:r>
                    </m:oMath>
                  </m:oMathPara>
                </a14:m>
                <a:endParaRPr lang="zh-TW" altLang="en-US" sz="4200" dirty="0"/>
              </a:p>
            </p:txBody>
          </p:sp>
        </mc:Choice>
        <mc:Fallback xmlns="">
          <p:sp>
            <p:nvSpPr>
              <p:cNvPr id="332" name="文字方塊 331"/>
              <p:cNvSpPr txBox="1">
                <a:spLocks noRot="1" noChangeAspect="1" noMove="1" noResize="1" noEditPoints="1" noAdjustHandles="1" noChangeArrowheads="1" noChangeShapeType="1" noTextEdit="1"/>
              </p:cNvSpPr>
              <p:nvPr/>
            </p:nvSpPr>
            <p:spPr>
              <a:xfrm>
                <a:off x="5310750" y="8537309"/>
                <a:ext cx="419100" cy="645795"/>
              </a:xfrm>
              <a:prstGeom prst="rect">
                <a:avLst/>
              </a:prstGeom>
              <a:blipFill rotWithShape="1">
                <a:blip r:embed="rId41"/>
                <a:stretch>
                  <a:fillRect l="-58" t="-57" r="-19790" b="57"/>
                </a:stretch>
              </a:blipFill>
            </p:spPr>
            <p:txBody>
              <a:bodyPr/>
              <a:lstStyle/>
              <a:p>
                <a:r>
                  <a:rPr lang="en-US" altLang="en-US">
                    <a:noFill/>
                  </a:rPr>
                  <a:t> </a:t>
                </a:r>
              </a:p>
            </p:txBody>
          </p:sp>
        </mc:Fallback>
      </mc:AlternateContent>
      <p:sp>
        <p:nvSpPr>
          <p:cNvPr id="3" name="矩形 2"/>
          <p:cNvSpPr/>
          <p:nvPr/>
        </p:nvSpPr>
        <p:spPr>
          <a:xfrm>
            <a:off x="10692954" y="6801483"/>
            <a:ext cx="775679" cy="25160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333" name="矩形 332"/>
          <p:cNvSpPr/>
          <p:nvPr/>
        </p:nvSpPr>
        <p:spPr>
          <a:xfrm>
            <a:off x="11581754" y="6831248"/>
            <a:ext cx="775679" cy="25160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334" name="矩形 333"/>
          <p:cNvSpPr/>
          <p:nvPr/>
        </p:nvSpPr>
        <p:spPr>
          <a:xfrm>
            <a:off x="12390704" y="6822413"/>
            <a:ext cx="775679" cy="25160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335" name="矩形 334"/>
          <p:cNvSpPr/>
          <p:nvPr/>
        </p:nvSpPr>
        <p:spPr>
          <a:xfrm>
            <a:off x="13286187" y="6844752"/>
            <a:ext cx="775679" cy="25160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dirty="0"/>
          </a:p>
        </p:txBody>
      </p:sp>
      <p:cxnSp>
        <p:nvCxnSpPr>
          <p:cNvPr id="184" name="直線單箭頭接點 183"/>
          <p:cNvCxnSpPr>
            <a:endCxn id="188" idx="4"/>
          </p:cNvCxnSpPr>
          <p:nvPr/>
        </p:nvCxnSpPr>
        <p:spPr>
          <a:xfrm flipH="1" flipV="1">
            <a:off x="3835017" y="418154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線單箭頭接點 184"/>
          <p:cNvCxnSpPr/>
          <p:nvPr/>
        </p:nvCxnSpPr>
        <p:spPr>
          <a:xfrm flipH="1" flipV="1">
            <a:off x="7253004" y="4150227"/>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直線單箭頭接點 185"/>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186"/>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8" name="橢圓 187"/>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89" name="橢圓 188"/>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90" name="橢圓 189"/>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91" name="橢圓 190"/>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92" name="直線單箭頭接點 191"/>
          <p:cNvCxnSpPr>
            <a:endCxn id="191" idx="4"/>
          </p:cNvCxnSpPr>
          <p:nvPr/>
        </p:nvCxnSpPr>
        <p:spPr>
          <a:xfrm flipV="1">
            <a:off x="3377106" y="4245632"/>
            <a:ext cx="10588980" cy="14481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直線單箭頭接點 192"/>
          <p:cNvCxnSpPr>
            <a:endCxn id="190" idx="4"/>
          </p:cNvCxnSpPr>
          <p:nvPr/>
        </p:nvCxnSpPr>
        <p:spPr>
          <a:xfrm flipV="1">
            <a:off x="3377106" y="4207530"/>
            <a:ext cx="7212540" cy="14862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直線單箭頭接點 193"/>
          <p:cNvCxnSpPr>
            <a:endCxn id="189" idx="4"/>
          </p:cNvCxnSpPr>
          <p:nvPr/>
        </p:nvCxnSpPr>
        <p:spPr>
          <a:xfrm flipV="1">
            <a:off x="3377106" y="4194243"/>
            <a:ext cx="3904427" cy="14995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直線單箭頭接點 194"/>
          <p:cNvCxnSpPr>
            <a:endCxn id="188" idx="4"/>
          </p:cNvCxnSpPr>
          <p:nvPr/>
        </p:nvCxnSpPr>
        <p:spPr>
          <a:xfrm flipV="1">
            <a:off x="3377106" y="4181543"/>
            <a:ext cx="457911" cy="15122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0" name="群組 199"/>
          <p:cNvGrpSpPr/>
          <p:nvPr/>
        </p:nvGrpSpPr>
        <p:grpSpPr>
          <a:xfrm>
            <a:off x="3722172" y="1898529"/>
            <a:ext cx="1072742" cy="908720"/>
            <a:chOff x="635402" y="1337615"/>
            <a:chExt cx="715161" cy="605813"/>
          </a:xfrm>
        </p:grpSpPr>
        <p:sp>
          <p:nvSpPr>
            <p:cNvPr id="201" name="矩形 200"/>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02" name="文字方塊 201"/>
                <p:cNvSpPr txBox="1"/>
                <p:nvPr/>
              </p:nvSpPr>
              <p:spPr>
                <a:xfrm>
                  <a:off x="635402" y="1417137"/>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02" name="文字方塊 201"/>
                <p:cNvSpPr txBox="1">
                  <a:spLocks noRot="1" noChangeAspect="1" noMove="1" noResize="1" noEditPoints="1" noAdjustHandles="1" noChangeArrowheads="1" noChangeShapeType="1" noTextEdit="1"/>
                </p:cNvSpPr>
                <p:nvPr/>
              </p:nvSpPr>
              <p:spPr>
                <a:xfrm>
                  <a:off x="635402" y="1417137"/>
                  <a:ext cx="715161" cy="430953"/>
                </a:xfrm>
                <a:prstGeom prst="rect">
                  <a:avLst/>
                </a:prstGeom>
                <a:blipFill rotWithShape="1">
                  <a:blip r:embed="rId37"/>
                </a:blipFill>
              </p:spPr>
              <p:txBody>
                <a:bodyPr/>
                <a:lstStyle/>
                <a:p>
                  <a:r>
                    <a:rPr lang="en-US" altLang="en-US">
                      <a:noFill/>
                    </a:rPr>
                    <a:t> </a:t>
                  </a:r>
                </a:p>
              </p:txBody>
            </p:sp>
          </mc:Fallback>
        </mc:AlternateContent>
      </p:grpSp>
      <p:cxnSp>
        <p:nvCxnSpPr>
          <p:cNvPr id="203" name="直線單箭頭接點 202"/>
          <p:cNvCxnSpPr>
            <a:endCxn id="205" idx="2"/>
          </p:cNvCxnSpPr>
          <p:nvPr/>
        </p:nvCxnSpPr>
        <p:spPr>
          <a:xfrm flipH="1" flipV="1">
            <a:off x="5077245" y="4316186"/>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04" name="群組 203"/>
          <p:cNvGrpSpPr/>
          <p:nvPr/>
        </p:nvGrpSpPr>
        <p:grpSpPr>
          <a:xfrm>
            <a:off x="4853457" y="3851166"/>
            <a:ext cx="447575" cy="465020"/>
            <a:chOff x="-105878" y="1740168"/>
            <a:chExt cx="461666" cy="461665"/>
          </a:xfrm>
        </p:grpSpPr>
        <p:sp>
          <p:nvSpPr>
            <p:cNvPr id="205" name="矩形 204"/>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06" name="群組 205"/>
            <p:cNvGrpSpPr/>
            <p:nvPr/>
          </p:nvGrpSpPr>
          <p:grpSpPr>
            <a:xfrm rot="21265833">
              <a:off x="-30571" y="1828628"/>
              <a:ext cx="317144" cy="302092"/>
              <a:chOff x="-43095" y="1828685"/>
              <a:chExt cx="317144" cy="302092"/>
            </a:xfrm>
          </p:grpSpPr>
          <p:cxnSp>
            <p:nvCxnSpPr>
              <p:cNvPr id="207" name="直線接點 206"/>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線接點 207"/>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09" name="直線單箭頭接點 208"/>
          <p:cNvCxnSpPr>
            <a:endCxn id="211" idx="2"/>
          </p:cNvCxnSpPr>
          <p:nvPr/>
        </p:nvCxnSpPr>
        <p:spPr>
          <a:xfrm flipH="1" flipV="1">
            <a:off x="8471114" y="4327553"/>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10" name="群組 209"/>
          <p:cNvGrpSpPr/>
          <p:nvPr/>
        </p:nvGrpSpPr>
        <p:grpSpPr>
          <a:xfrm>
            <a:off x="8247326" y="3862533"/>
            <a:ext cx="447575" cy="465020"/>
            <a:chOff x="-105878" y="1740168"/>
            <a:chExt cx="461666" cy="461665"/>
          </a:xfrm>
        </p:grpSpPr>
        <p:sp>
          <p:nvSpPr>
            <p:cNvPr id="211" name="矩形 21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12" name="群組 211"/>
            <p:cNvGrpSpPr/>
            <p:nvPr/>
          </p:nvGrpSpPr>
          <p:grpSpPr>
            <a:xfrm rot="21265833">
              <a:off x="-30571" y="1828628"/>
              <a:ext cx="317144" cy="302092"/>
              <a:chOff x="-43095" y="1828685"/>
              <a:chExt cx="317144" cy="302092"/>
            </a:xfrm>
          </p:grpSpPr>
          <p:cxnSp>
            <p:nvCxnSpPr>
              <p:cNvPr id="213" name="直線接點 21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線接點 213"/>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15" name="直線單箭頭接點 214"/>
          <p:cNvCxnSpPr>
            <a:endCxn id="217" idx="2"/>
          </p:cNvCxnSpPr>
          <p:nvPr/>
        </p:nvCxnSpPr>
        <p:spPr>
          <a:xfrm flipH="1" flipV="1">
            <a:off x="11863248" y="4351538"/>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16" name="群組 215"/>
          <p:cNvGrpSpPr/>
          <p:nvPr/>
        </p:nvGrpSpPr>
        <p:grpSpPr>
          <a:xfrm>
            <a:off x="11639460" y="3886518"/>
            <a:ext cx="447575" cy="465020"/>
            <a:chOff x="-105878" y="1740168"/>
            <a:chExt cx="461666" cy="461665"/>
          </a:xfrm>
        </p:grpSpPr>
        <p:sp>
          <p:nvSpPr>
            <p:cNvPr id="217" name="矩形 216"/>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18" name="群組 217"/>
            <p:cNvGrpSpPr/>
            <p:nvPr/>
          </p:nvGrpSpPr>
          <p:grpSpPr>
            <a:xfrm rot="21265833">
              <a:off x="-30571" y="1828628"/>
              <a:ext cx="317144" cy="302092"/>
              <a:chOff x="-43095" y="1828685"/>
              <a:chExt cx="317144" cy="302092"/>
            </a:xfrm>
          </p:grpSpPr>
          <p:cxnSp>
            <p:nvCxnSpPr>
              <p:cNvPr id="219" name="直線接點 218"/>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線接點 219"/>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21" name="直線單箭頭接點 220"/>
          <p:cNvCxnSpPr>
            <a:endCxn id="223" idx="2"/>
          </p:cNvCxnSpPr>
          <p:nvPr/>
        </p:nvCxnSpPr>
        <p:spPr>
          <a:xfrm flipH="1" flipV="1">
            <a:off x="15208398" y="4376562"/>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22" name="群組 221"/>
          <p:cNvGrpSpPr/>
          <p:nvPr/>
        </p:nvGrpSpPr>
        <p:grpSpPr>
          <a:xfrm>
            <a:off x="14984610" y="3911543"/>
            <a:ext cx="447575" cy="465020"/>
            <a:chOff x="-105878" y="1740168"/>
            <a:chExt cx="461666" cy="461665"/>
          </a:xfrm>
        </p:grpSpPr>
        <p:sp>
          <p:nvSpPr>
            <p:cNvPr id="223" name="矩形 222"/>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24" name="群組 223"/>
            <p:cNvGrpSpPr/>
            <p:nvPr/>
          </p:nvGrpSpPr>
          <p:grpSpPr>
            <a:xfrm rot="21265833">
              <a:off x="-30571" y="1828628"/>
              <a:ext cx="317144" cy="302092"/>
              <a:chOff x="-43095" y="1828685"/>
              <a:chExt cx="317144" cy="302092"/>
            </a:xfrm>
          </p:grpSpPr>
          <p:cxnSp>
            <p:nvCxnSpPr>
              <p:cNvPr id="225" name="直線接點 224"/>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線接點 225"/>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27" name="直線單箭頭接點 226"/>
          <p:cNvCxnSpPr/>
          <p:nvPr/>
        </p:nvCxnSpPr>
        <p:spPr>
          <a:xfrm flipV="1">
            <a:off x="5090495" y="2402793"/>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直線單箭頭接點 227"/>
          <p:cNvCxnSpPr/>
          <p:nvPr/>
        </p:nvCxnSpPr>
        <p:spPr>
          <a:xfrm flipH="1" flipV="1">
            <a:off x="8460207" y="2364060"/>
            <a:ext cx="0" cy="1480823"/>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直線單箭頭接點 228"/>
          <p:cNvCxnSpPr/>
          <p:nvPr/>
        </p:nvCxnSpPr>
        <p:spPr>
          <a:xfrm flipH="1" flipV="1">
            <a:off x="11859761" y="2317422"/>
            <a:ext cx="0" cy="1554545"/>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直線單箭頭接點 229"/>
          <p:cNvCxnSpPr/>
          <p:nvPr/>
        </p:nvCxnSpPr>
        <p:spPr>
          <a:xfrm flipH="1" flipV="1">
            <a:off x="15206366" y="2347418"/>
            <a:ext cx="0" cy="1580804"/>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直線單箭頭接點 230"/>
          <p:cNvCxnSpPr>
            <a:endCxn id="205" idx="1"/>
          </p:cNvCxnSpPr>
          <p:nvPr/>
        </p:nvCxnSpPr>
        <p:spPr>
          <a:xfrm>
            <a:off x="4018502" y="406453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直線單箭頭接點 231"/>
          <p:cNvCxnSpPr/>
          <p:nvPr/>
        </p:nvCxnSpPr>
        <p:spPr>
          <a:xfrm>
            <a:off x="7459037" y="4092045"/>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直線單箭頭接點 232"/>
          <p:cNvCxnSpPr/>
          <p:nvPr/>
        </p:nvCxnSpPr>
        <p:spPr>
          <a:xfrm>
            <a:off x="10804505" y="4119027"/>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直線單箭頭接點 233"/>
          <p:cNvCxnSpPr/>
          <p:nvPr/>
        </p:nvCxnSpPr>
        <p:spPr>
          <a:xfrm>
            <a:off x="14111508" y="414405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直線單箭頭接點 234"/>
          <p:cNvCxnSpPr/>
          <p:nvPr/>
        </p:nvCxnSpPr>
        <p:spPr>
          <a:xfrm flipH="1">
            <a:off x="4575188" y="2352888"/>
            <a:ext cx="106167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投影片編號版面配置區 3"/>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20</a:t>
            </a:fld>
            <a:endParaRPr lang="zh-TW" altLang="en-US" sz="100"/>
          </a:p>
        </p:txBody>
      </p:sp>
      <mc:AlternateContent xmlns:mc="http://schemas.openxmlformats.org/markup-compatibility/2006" xmlns:a14="http://schemas.microsoft.com/office/drawing/2010/main">
        <mc:Choice Requires="a14">
          <p:sp>
            <p:nvSpPr>
              <p:cNvPr id="260" name="文字方塊 259"/>
              <p:cNvSpPr txBox="1"/>
              <p:nvPr/>
            </p:nvSpPr>
            <p:spPr>
              <a:xfrm>
                <a:off x="3598527" y="3317474"/>
                <a:ext cx="794385" cy="555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1,1</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60" name="文字方塊 259"/>
              <p:cNvSpPr txBox="1">
                <a:spLocks noRot="1" noChangeAspect="1" noMove="1" noResize="1" noEditPoints="1" noAdjustHandles="1" noChangeArrowheads="1" noChangeShapeType="1" noTextEdit="1"/>
              </p:cNvSpPr>
              <p:nvPr/>
            </p:nvSpPr>
            <p:spPr>
              <a:xfrm>
                <a:off x="3598527" y="3317474"/>
                <a:ext cx="794385" cy="555625"/>
              </a:xfrm>
              <a:prstGeom prst="rect">
                <a:avLst/>
              </a:prstGeom>
              <a:blipFill rotWithShape="1">
                <a:blip r:embed="rId3"/>
                <a:stretch>
                  <a:fillRect l="-78" t="-42" r="-9435"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61" name="文字方塊 260"/>
              <p:cNvSpPr txBox="1"/>
              <p:nvPr/>
            </p:nvSpPr>
            <p:spPr>
              <a:xfrm>
                <a:off x="7007424" y="3317474"/>
                <a:ext cx="794385"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61" name="文字方塊 260"/>
              <p:cNvSpPr txBox="1">
                <a:spLocks noRot="1" noChangeAspect="1" noMove="1" noResize="1" noEditPoints="1" noAdjustHandles="1" noChangeArrowheads="1" noChangeShapeType="1" noTextEdit="1"/>
              </p:cNvSpPr>
              <p:nvPr/>
            </p:nvSpPr>
            <p:spPr>
              <a:xfrm>
                <a:off x="7007424" y="3317474"/>
                <a:ext cx="794385" cy="556260"/>
              </a:xfrm>
              <a:prstGeom prst="rect">
                <a:avLst/>
              </a:prstGeom>
              <a:blipFill rotWithShape="1">
                <a:blip r:embed="rId42"/>
                <a:stretch>
                  <a:fillRect l="-25" t="-42" r="-9487"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62" name="文字方塊 261"/>
              <p:cNvSpPr txBox="1"/>
              <p:nvPr/>
            </p:nvSpPr>
            <p:spPr>
              <a:xfrm>
                <a:off x="10234221" y="3317474"/>
                <a:ext cx="794385"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62" name="文字方塊 261"/>
              <p:cNvSpPr txBox="1">
                <a:spLocks noRot="1" noChangeAspect="1" noMove="1" noResize="1" noEditPoints="1" noAdjustHandles="1" noChangeArrowheads="1" noChangeShapeType="1" noTextEdit="1"/>
              </p:cNvSpPr>
              <p:nvPr/>
            </p:nvSpPr>
            <p:spPr>
              <a:xfrm>
                <a:off x="10234221" y="3317474"/>
                <a:ext cx="794385" cy="556260"/>
              </a:xfrm>
              <a:prstGeom prst="rect">
                <a:avLst/>
              </a:prstGeom>
              <a:blipFill rotWithShape="1">
                <a:blip r:embed="rId43"/>
                <a:stretch>
                  <a:fillRect l="-71" t="-42" r="-9442" b="4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63" name="文字方塊 262"/>
              <p:cNvSpPr txBox="1"/>
              <p:nvPr/>
            </p:nvSpPr>
            <p:spPr>
              <a:xfrm>
                <a:off x="13768019" y="3341808"/>
                <a:ext cx="794385" cy="5556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i="1">
                              <a:latin typeface="Cambria Math" panose="02040503050406030204" pitchFamily="18" charset="0"/>
                            </a:rPr>
                            <m:t>1,</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263" name="文字方塊 262"/>
              <p:cNvSpPr txBox="1">
                <a:spLocks noRot="1" noChangeAspect="1" noMove="1" noResize="1" noEditPoints="1" noAdjustHandles="1" noChangeArrowheads="1" noChangeShapeType="1" noTextEdit="1"/>
              </p:cNvSpPr>
              <p:nvPr/>
            </p:nvSpPr>
            <p:spPr>
              <a:xfrm>
                <a:off x="13768019" y="3341808"/>
                <a:ext cx="794385" cy="555625"/>
              </a:xfrm>
              <a:prstGeom prst="rect">
                <a:avLst/>
              </a:prstGeom>
              <a:blipFill rotWithShape="1">
                <a:blip r:embed="rId6"/>
                <a:stretch>
                  <a:fillRect l="-74" t="-79" r="-9439" b="79"/>
                </a:stretch>
              </a:blipFill>
            </p:spPr>
            <p:txBody>
              <a:bodyPr/>
              <a:lstStyle/>
              <a:p>
                <a:r>
                  <a:rPr lang="en-US" altLang="en-US">
                    <a:noFill/>
                  </a:rPr>
                  <a:t> </a:t>
                </a:r>
              </a:p>
            </p:txBody>
          </p:sp>
        </mc:Fallback>
      </mc:AlternateContent>
      <p:sp>
        <p:nvSpPr>
          <p:cNvPr id="7" name="標題 1"/>
          <p:cNvSpPr>
            <a:spLocks noGrp="1"/>
          </p:cNvSpPr>
          <p:nvPr>
            <p:ph type="title"/>
          </p:nvPr>
        </p:nvSpPr>
        <p:spPr/>
        <p:txBody>
          <a:bodyPr/>
          <a:lstStyle/>
          <a:p>
            <a:pPr algn="l"/>
            <a:r>
              <a:rPr lang="en-US" altLang="zh-TW" dirty="0"/>
              <a:t>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3"/>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34"/>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33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2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35"/>
                                        </p:tgtEl>
                                        <p:attrNameLst>
                                          <p:attrName>style.visibility</p:attrName>
                                        </p:attrNameLst>
                                      </p:cBhvr>
                                      <p:to>
                                        <p:strVal val="visible"/>
                                      </p:to>
                                    </p:set>
                                  </p:childTnLst>
                                </p:cTn>
                              </p:par>
                              <p:par>
                                <p:cTn id="69" presetID="1" presetClass="exit" presetSubtype="0" fill="hold" grpId="1" nodeType="withEffect">
                                  <p:stCondLst>
                                    <p:cond delay="0"/>
                                  </p:stCondLst>
                                  <p:childTnLst>
                                    <p:set>
                                      <p:cBhvr>
                                        <p:cTn id="70" dur="1" fill="hold">
                                          <p:stCondLst>
                                            <p:cond delay="0"/>
                                          </p:stCondLst>
                                        </p:cTn>
                                        <p:tgtEl>
                                          <p:spTgt spid="33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3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32"/>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3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 grpId="0" bldLvl="0" animBg="1"/>
      <p:bldP spid="310" grpId="0" bldLvl="0" animBg="1"/>
      <p:bldP spid="311" grpId="0" bldLvl="0" animBg="1"/>
      <p:bldP spid="312" grpId="0" bldLvl="0" animBg="1"/>
      <p:bldP spid="318" grpId="0"/>
      <p:bldP spid="324" grpId="0" bldLvl="0" animBg="1"/>
      <p:bldP spid="325" grpId="0"/>
      <p:bldP spid="326" grpId="0" bldLvl="0" animBg="1"/>
      <p:bldP spid="327" grpId="0"/>
      <p:bldP spid="328" grpId="0" bldLvl="0" animBg="1"/>
      <p:bldP spid="329" grpId="0"/>
      <p:bldP spid="330" grpId="0" bldLvl="0" animBg="1"/>
      <p:bldP spid="331" grpId="0"/>
      <p:bldP spid="332" grpId="0"/>
      <p:bldP spid="3" grpId="0" bldLvl="0" animBg="1"/>
      <p:bldP spid="3" grpId="1" bldLvl="0" animBg="1"/>
      <p:bldP spid="333" grpId="0" bldLvl="0" animBg="1"/>
      <p:bldP spid="333" grpId="1" bldLvl="0" animBg="1"/>
      <p:bldP spid="334" grpId="0" bldLvl="0" animBg="1"/>
      <p:bldP spid="334" grpId="1" bldLvl="0" animBg="1"/>
      <p:bldP spid="335" grpId="0" bldLvl="0" animBg="1"/>
      <p:bldP spid="335" grpId="1"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文字方塊 277"/>
          <p:cNvSpPr txBox="1"/>
          <p:nvPr/>
        </p:nvSpPr>
        <p:spPr>
          <a:xfrm>
            <a:off x="9983451" y="532529"/>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281" name="文字方塊 280"/>
              <p:cNvSpPr txBox="1"/>
              <p:nvPr/>
            </p:nvSpPr>
            <p:spPr>
              <a:xfrm>
                <a:off x="10780395" y="687705"/>
                <a:ext cx="725170" cy="553720"/>
              </a:xfrm>
              <a:prstGeom prst="rect">
                <a:avLst/>
              </a:prstGeom>
              <a:gradFill>
                <a:gsLst>
                  <a:gs pos="0">
                    <a:srgbClr val="9EE256"/>
                  </a:gs>
                  <a:gs pos="100000">
                    <a:srgbClr val="52762D"/>
                  </a:gs>
                </a:gsLst>
                <a:path path="circle"/>
              </a:gra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oMath>
                  </m:oMathPara>
                </a14:m>
                <a:endParaRPr lang="zh-TW" altLang="en-US" sz="3600" dirty="0"/>
              </a:p>
            </p:txBody>
          </p:sp>
        </mc:Choice>
        <mc:Fallback xmlns="">
          <p:sp>
            <p:nvSpPr>
              <p:cNvPr id="281" name="文字方塊 280"/>
              <p:cNvSpPr txBox="1">
                <a:spLocks noRot="1" noChangeAspect="1" noMove="1" noResize="1" noEditPoints="1" noAdjustHandles="1" noChangeArrowheads="1" noChangeShapeType="1" noTextEdit="1"/>
              </p:cNvSpPr>
              <p:nvPr/>
            </p:nvSpPr>
            <p:spPr>
              <a:xfrm>
                <a:off x="10780395" y="687705"/>
                <a:ext cx="725170" cy="553720"/>
              </a:xfrm>
              <a:prstGeom prst="rect">
                <a:avLst/>
              </a:prstGeom>
              <a:blipFill rotWithShape="1">
                <a:blip r:embed="rId3"/>
                <a:stretch>
                  <a:fillRect r="-8757"/>
                </a:stretch>
              </a:blipFill>
            </p:spPr>
            <p:txBody>
              <a:bodyPr/>
              <a:lstStyle/>
              <a:p>
                <a:r>
                  <a:rPr lang="en-US" altLang="en-US">
                    <a:noFill/>
                  </a:rPr>
                  <a:t> </a:t>
                </a:r>
              </a:p>
            </p:txBody>
          </p:sp>
        </mc:Fallback>
      </mc:AlternateContent>
      <p:sp>
        <p:nvSpPr>
          <p:cNvPr id="282" name="文字方塊 281"/>
          <p:cNvSpPr txBox="1"/>
          <p:nvPr/>
        </p:nvSpPr>
        <p:spPr>
          <a:xfrm>
            <a:off x="9983451" y="1595796"/>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285" name="文字方塊 284"/>
              <p:cNvSpPr txBox="1"/>
              <p:nvPr/>
            </p:nvSpPr>
            <p:spPr>
              <a:xfrm>
                <a:off x="10780395" y="1772285"/>
                <a:ext cx="727710" cy="553085"/>
              </a:xfrm>
              <a:prstGeom prst="rect">
                <a:avLst/>
              </a:prstGeom>
              <a:gradFill>
                <a:gsLst>
                  <a:gs pos="0">
                    <a:srgbClr val="9EE256"/>
                  </a:gs>
                  <a:gs pos="100000">
                    <a:srgbClr val="52762D"/>
                  </a:gs>
                </a:gsLst>
                <a:path path="circle"/>
              </a:gra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𝑘</m:t>
                          </m:r>
                        </m:sup>
                      </m:sSup>
                    </m:oMath>
                  </m:oMathPara>
                </a14:m>
                <a:endParaRPr lang="zh-TW" altLang="en-US" sz="3600" dirty="0"/>
              </a:p>
            </p:txBody>
          </p:sp>
        </mc:Choice>
        <mc:Fallback xmlns="">
          <p:sp>
            <p:nvSpPr>
              <p:cNvPr id="285" name="文字方塊 284"/>
              <p:cNvSpPr txBox="1">
                <a:spLocks noRot="1" noChangeAspect="1" noMove="1" noResize="1" noEditPoints="1" noAdjustHandles="1" noChangeArrowheads="1" noChangeShapeType="1" noTextEdit="1"/>
              </p:cNvSpPr>
              <p:nvPr/>
            </p:nvSpPr>
            <p:spPr>
              <a:xfrm>
                <a:off x="10780395" y="1772285"/>
                <a:ext cx="727710" cy="553085"/>
              </a:xfrm>
              <a:prstGeom prst="rect">
                <a:avLst/>
              </a:prstGeom>
              <a:blipFill rotWithShape="1">
                <a:blip r:embed="rId4"/>
                <a:stretch>
                  <a:fillRect r="-8726"/>
                </a:stretch>
              </a:blipFill>
            </p:spPr>
            <p:txBody>
              <a:bodyPr/>
              <a:lstStyle/>
              <a:p>
                <a:r>
                  <a:rPr lang="en-US" altLang="en-US">
                    <a:noFill/>
                  </a:rPr>
                  <a:t> </a:t>
                </a:r>
              </a:p>
            </p:txBody>
          </p:sp>
        </mc:Fallback>
      </mc:AlternateContent>
      <p:sp>
        <p:nvSpPr>
          <p:cNvPr id="286" name="文字方塊 285"/>
          <p:cNvSpPr txBox="1"/>
          <p:nvPr/>
        </p:nvSpPr>
        <p:spPr>
          <a:xfrm>
            <a:off x="9950313" y="2634427"/>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289" name="文字方塊 288"/>
              <p:cNvSpPr txBox="1"/>
              <p:nvPr/>
            </p:nvSpPr>
            <p:spPr>
              <a:xfrm>
                <a:off x="10781030" y="2762250"/>
                <a:ext cx="713105" cy="553720"/>
              </a:xfrm>
              <a:prstGeom prst="rect">
                <a:avLst/>
              </a:prstGeom>
              <a:gradFill>
                <a:gsLst>
                  <a:gs pos="0">
                    <a:srgbClr val="9EE256"/>
                  </a:gs>
                  <a:gs pos="100000">
                    <a:srgbClr val="52762D"/>
                  </a:gs>
                </a:gsLst>
                <a:path path="circle"/>
              </a:gra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𝑣</m:t>
                          </m:r>
                        </m:sup>
                      </m:sSup>
                    </m:oMath>
                  </m:oMathPara>
                </a14:m>
                <a:endParaRPr lang="zh-TW" altLang="en-US" sz="3600" dirty="0"/>
              </a:p>
            </p:txBody>
          </p:sp>
        </mc:Choice>
        <mc:Fallback xmlns="">
          <p:sp>
            <p:nvSpPr>
              <p:cNvPr id="289" name="文字方塊 288"/>
              <p:cNvSpPr txBox="1">
                <a:spLocks noRot="1" noChangeAspect="1" noMove="1" noResize="1" noEditPoints="1" noAdjustHandles="1" noChangeArrowheads="1" noChangeShapeType="1" noTextEdit="1"/>
              </p:cNvSpPr>
              <p:nvPr/>
            </p:nvSpPr>
            <p:spPr>
              <a:xfrm>
                <a:off x="10781030" y="2762250"/>
                <a:ext cx="713105" cy="553720"/>
              </a:xfrm>
              <a:prstGeom prst="rect">
                <a:avLst/>
              </a:prstGeom>
              <a:blipFill rotWithShape="1">
                <a:blip r:embed="rId5"/>
                <a:stretch>
                  <a:fillRect r="-899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7274346" y="411881"/>
                <a:ext cx="2569946" cy="918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Q</m:t>
                      </m:r>
                    </m:oMath>
                  </m:oMathPara>
                </a14:m>
                <a:endParaRPr lang="zh-TW" altLang="en-US" sz="4200" dirty="0"/>
              </a:p>
            </p:txBody>
          </p:sp>
        </mc:Choice>
        <mc:Fallback xmlns="">
          <p:sp>
            <p:nvSpPr>
              <p:cNvPr id="3" name="矩形 2"/>
              <p:cNvSpPr>
                <a:spLocks noRot="1" noChangeAspect="1" noMove="1" noResize="1" noEditPoints="1" noAdjustHandles="1" noChangeArrowheads="1" noChangeShapeType="1" noTextEdit="1"/>
              </p:cNvSpPr>
              <p:nvPr/>
            </p:nvSpPr>
            <p:spPr>
              <a:xfrm>
                <a:off x="7274346" y="411881"/>
                <a:ext cx="2569946" cy="918000"/>
              </a:xfrm>
              <a:prstGeom prst="rect">
                <a:avLst/>
              </a:prstGeom>
              <a:blipFill rotWithShape="1">
                <a:blip r:embed="rId6"/>
                <a:stretch>
                  <a:fillRect l="-263" t="-735" r="-227" b="-671"/>
                </a:stretch>
              </a:blipFill>
            </p:spPr>
            <p:style>
              <a:lnRef idx="1">
                <a:schemeClr val="accent2"/>
              </a:lnRef>
              <a:fillRef idx="2">
                <a:schemeClr val="accent2"/>
              </a:fillRef>
              <a:effectRef idx="1">
                <a:schemeClr val="accent2"/>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0" name="矩形 289"/>
              <p:cNvSpPr/>
              <p:nvPr/>
            </p:nvSpPr>
            <p:spPr>
              <a:xfrm>
                <a:off x="7274345" y="1482101"/>
                <a:ext cx="2569946" cy="918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smtClean="0">
                          <a:latin typeface="Cambria Math" panose="02040503050406030204" pitchFamily="18" charset="0"/>
                        </a:rPr>
                        <m:t>K</m:t>
                      </m:r>
                    </m:oMath>
                  </m:oMathPara>
                </a14:m>
                <a:endParaRPr lang="zh-TW" altLang="en-US" sz="4200" dirty="0"/>
              </a:p>
            </p:txBody>
          </p:sp>
        </mc:Choice>
        <mc:Fallback xmlns="">
          <p:sp>
            <p:nvSpPr>
              <p:cNvPr id="290" name="矩形 289"/>
              <p:cNvSpPr>
                <a:spLocks noRot="1" noChangeAspect="1" noMove="1" noResize="1" noEditPoints="1" noAdjustHandles="1" noChangeArrowheads="1" noChangeShapeType="1" noTextEdit="1"/>
              </p:cNvSpPr>
              <p:nvPr/>
            </p:nvSpPr>
            <p:spPr>
              <a:xfrm>
                <a:off x="7274345" y="1482101"/>
                <a:ext cx="2569946" cy="918000"/>
              </a:xfrm>
              <a:prstGeom prst="rect">
                <a:avLst/>
              </a:prstGeom>
              <a:blipFill rotWithShape="1">
                <a:blip r:embed="rId7"/>
                <a:stretch>
                  <a:fillRect l="-263" t="-693" r="-227" b="-644"/>
                </a:stretch>
              </a:blipFill>
            </p:spPr>
            <p:style>
              <a:lnRef idx="1">
                <a:schemeClr val="accent4"/>
              </a:lnRef>
              <a:fillRef idx="2">
                <a:schemeClr val="accent4"/>
              </a:fillRef>
              <a:effectRef idx="1">
                <a:schemeClr val="accent4"/>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1" name="矩形 290"/>
              <p:cNvSpPr/>
              <p:nvPr/>
            </p:nvSpPr>
            <p:spPr>
              <a:xfrm>
                <a:off x="7275338" y="2551001"/>
                <a:ext cx="2569946" cy="918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V</m:t>
                      </m:r>
                    </m:oMath>
                  </m:oMathPara>
                </a14:m>
                <a:endParaRPr lang="zh-TW" altLang="en-US" sz="4200" dirty="0"/>
              </a:p>
            </p:txBody>
          </p:sp>
        </mc:Choice>
        <mc:Fallback xmlns="">
          <p:sp>
            <p:nvSpPr>
              <p:cNvPr id="291" name="矩形 290"/>
              <p:cNvSpPr>
                <a:spLocks noRot="1" noChangeAspect="1" noMove="1" noResize="1" noEditPoints="1" noAdjustHandles="1" noChangeArrowheads="1" noChangeShapeType="1" noTextEdit="1"/>
              </p:cNvSpPr>
              <p:nvPr/>
            </p:nvSpPr>
            <p:spPr>
              <a:xfrm>
                <a:off x="7275338" y="2551001"/>
                <a:ext cx="2569946" cy="918000"/>
              </a:xfrm>
              <a:prstGeom prst="rect">
                <a:avLst/>
              </a:prstGeom>
              <a:blipFill rotWithShape="1">
                <a:blip r:embed="rId8"/>
                <a:stretch>
                  <a:fillRect l="-253" t="-714" r="-238" b="-623"/>
                </a:stretch>
              </a:blipFill>
            </p:spPr>
            <p:style>
              <a:lnRef idx="1">
                <a:schemeClr val="accent5"/>
              </a:lnRef>
              <a:fillRef idx="2">
                <a:schemeClr val="accent5"/>
              </a:fillRef>
              <a:effectRef idx="1">
                <a:schemeClr val="accent5"/>
              </a:effectRef>
              <a:fontRef idx="minor">
                <a:schemeClr val="dk1"/>
              </a:fontRef>
            </p:style>
            <p:txBody>
              <a:bodyPr/>
              <a:lstStyle/>
              <a:p>
                <a:r>
                  <a:rPr lang="en-US" altLang="en-US">
                    <a:noFill/>
                  </a:rPr>
                  <a:t> </a:t>
                </a:r>
              </a:p>
            </p:txBody>
          </p:sp>
        </mc:Fallback>
      </mc:AlternateContent>
      <p:grpSp>
        <p:nvGrpSpPr>
          <p:cNvPr id="308" name="群組 307"/>
          <p:cNvGrpSpPr/>
          <p:nvPr/>
        </p:nvGrpSpPr>
        <p:grpSpPr>
          <a:xfrm>
            <a:off x="10557694" y="4624386"/>
            <a:ext cx="1019976" cy="2569945"/>
            <a:chOff x="6592432" y="2322888"/>
            <a:chExt cx="679984" cy="1713297"/>
          </a:xfrm>
        </p:grpSpPr>
        <p:sp>
          <p:nvSpPr>
            <p:cNvPr id="292" name="矩形 291"/>
            <p:cNvSpPr/>
            <p:nvPr/>
          </p:nvSpPr>
          <p:spPr>
            <a:xfrm rot="5400000">
              <a:off x="6075775" y="2839544"/>
              <a:ext cx="1713297" cy="67998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4200" dirty="0"/>
            </a:p>
          </p:txBody>
        </p:sp>
        <mc:AlternateContent xmlns:mc="http://schemas.openxmlformats.org/markup-compatibility/2006" xmlns:a14="http://schemas.microsoft.com/office/drawing/2010/main">
          <mc:Choice Requires="a14">
            <p:sp>
              <p:nvSpPr>
                <p:cNvPr id="293" name="文字方塊 292"/>
                <p:cNvSpPr txBox="1"/>
                <p:nvPr/>
              </p:nvSpPr>
              <p:spPr>
                <a:xfrm>
                  <a:off x="6765262" y="2976096"/>
                  <a:ext cx="334322" cy="4224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4200" b="0" i="1" smtClean="0">
                                <a:latin typeface="Cambria Math" panose="02040503050406030204" pitchFamily="18" charset="0"/>
                              </a:rPr>
                            </m:ctrlPr>
                          </m:sSupPr>
                          <m:e>
                            <m:r>
                              <a:rPr lang="en-US" altLang="zh-TW" sz="4200" b="0" i="1" smtClean="0">
                                <a:latin typeface="Cambria Math" panose="02040503050406030204" pitchFamily="18" charset="0"/>
                              </a:rPr>
                              <m:t>𝐾</m:t>
                            </m:r>
                          </m:e>
                          <m:sup>
                            <m:r>
                              <a:rPr lang="en-US" altLang="zh-TW" sz="4200" b="0" i="1" smtClean="0">
                                <a:latin typeface="Cambria Math" panose="02040503050406030204" pitchFamily="18" charset="0"/>
                              </a:rPr>
                              <m:t>𝑇</m:t>
                            </m:r>
                          </m:sup>
                        </m:sSup>
                      </m:oMath>
                    </m:oMathPara>
                  </a14:m>
                  <a:endParaRPr lang="zh-TW" altLang="en-US" sz="4200" dirty="0"/>
                </a:p>
              </p:txBody>
            </p:sp>
          </mc:Choice>
          <mc:Fallback xmlns="">
            <p:sp>
              <p:nvSpPr>
                <p:cNvPr id="293" name="文字方塊 292"/>
                <p:cNvSpPr txBox="1">
                  <a:spLocks noRot="1" noChangeAspect="1" noMove="1" noResize="1" noEditPoints="1" noAdjustHandles="1" noChangeArrowheads="1" noChangeShapeType="1" noTextEdit="1"/>
                </p:cNvSpPr>
                <p:nvPr/>
              </p:nvSpPr>
              <p:spPr>
                <a:xfrm>
                  <a:off x="6765262" y="2976096"/>
                  <a:ext cx="334322" cy="422487"/>
                </a:xfrm>
                <a:prstGeom prst="rect">
                  <a:avLst/>
                </a:prstGeom>
                <a:blipFill rotWithShape="1">
                  <a:blip r:embed="rId9"/>
                </a:blipFill>
              </p:spPr>
              <p:txBody>
                <a:bodyPr/>
                <a:lstStyle/>
                <a:p>
                  <a:r>
                    <a:rPr lang="en-US" altLang="en-US">
                      <a:noFill/>
                    </a:rPr>
                    <a:t> </a:t>
                  </a:r>
                </a:p>
              </p:txBody>
            </p:sp>
          </mc:Fallback>
        </mc:AlternateContent>
      </p:grpSp>
      <mc:AlternateContent xmlns:mc="http://schemas.openxmlformats.org/markup-compatibility/2006" xmlns:a14="http://schemas.microsoft.com/office/drawing/2010/main">
        <mc:Choice Requires="a14">
          <p:sp>
            <p:nvSpPr>
              <p:cNvPr id="294" name="矩形 293"/>
              <p:cNvSpPr/>
              <p:nvPr/>
            </p:nvSpPr>
            <p:spPr>
              <a:xfrm>
                <a:off x="11723688" y="5380788"/>
                <a:ext cx="2569946" cy="101997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Q</m:t>
                      </m:r>
                    </m:oMath>
                  </m:oMathPara>
                </a14:m>
                <a:endParaRPr lang="zh-TW" altLang="en-US" sz="4200" dirty="0"/>
              </a:p>
            </p:txBody>
          </p:sp>
        </mc:Choice>
        <mc:Fallback xmlns="">
          <p:sp>
            <p:nvSpPr>
              <p:cNvPr id="294" name="矩形 293"/>
              <p:cNvSpPr>
                <a:spLocks noRot="1" noChangeAspect="1" noMove="1" noResize="1" noEditPoints="1" noAdjustHandles="1" noChangeArrowheads="1" noChangeShapeType="1" noTextEdit="1"/>
              </p:cNvSpPr>
              <p:nvPr/>
            </p:nvSpPr>
            <p:spPr>
              <a:xfrm>
                <a:off x="11723688" y="5380788"/>
                <a:ext cx="2569946" cy="1019976"/>
              </a:xfrm>
              <a:prstGeom prst="rect">
                <a:avLst/>
              </a:prstGeom>
              <a:blipFill rotWithShape="1">
                <a:blip r:embed="rId10"/>
                <a:stretch>
                  <a:fillRect l="-259" t="-665" r="-231" b="-564"/>
                </a:stretch>
              </a:blipFill>
            </p:spPr>
            <p:style>
              <a:lnRef idx="1">
                <a:schemeClr val="accent2"/>
              </a:lnRef>
              <a:fillRef idx="2">
                <a:schemeClr val="accent2"/>
              </a:fillRef>
              <a:effectRef idx="1">
                <a:schemeClr val="accent2"/>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5" name="矩形 294"/>
              <p:cNvSpPr/>
              <p:nvPr/>
            </p:nvSpPr>
            <p:spPr>
              <a:xfrm>
                <a:off x="7346160" y="4790567"/>
                <a:ext cx="2354319" cy="22333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A</m:t>
                      </m:r>
                    </m:oMath>
                  </m:oMathPara>
                </a14:m>
                <a:endParaRPr lang="zh-TW" altLang="en-US" sz="4200" dirty="0"/>
              </a:p>
            </p:txBody>
          </p:sp>
        </mc:Choice>
        <mc:Fallback xmlns="">
          <p:sp>
            <p:nvSpPr>
              <p:cNvPr id="295" name="矩形 294"/>
              <p:cNvSpPr>
                <a:spLocks noRot="1" noChangeAspect="1" noMove="1" noResize="1" noEditPoints="1" noAdjustHandles="1" noChangeArrowheads="1" noChangeShapeType="1" noTextEdit="1"/>
              </p:cNvSpPr>
              <p:nvPr/>
            </p:nvSpPr>
            <p:spPr>
              <a:xfrm>
                <a:off x="7346160" y="4790567"/>
                <a:ext cx="2354319" cy="2233358"/>
              </a:xfrm>
              <a:prstGeom prst="rect">
                <a:avLst/>
              </a:prstGeom>
              <a:blipFill rotWithShape="1">
                <a:blip r:embed="rId11"/>
                <a:stretch>
                  <a:fillRect l="-290" t="-290" r="-260" b="-276"/>
                </a:stretch>
              </a:blipFill>
            </p:spPr>
            <p:style>
              <a:lnRef idx="1">
                <a:schemeClr val="accent3"/>
              </a:lnRef>
              <a:fillRef idx="2">
                <a:schemeClr val="accent3"/>
              </a:fillRef>
              <a:effectRef idx="1">
                <a:schemeClr val="accent3"/>
              </a:effectRef>
              <a:fontRef idx="minor">
                <a:schemeClr val="dk1"/>
              </a:fontRef>
            </p:style>
            <p:txBody>
              <a:bodyPr/>
              <a:lstStyle/>
              <a:p>
                <a:r>
                  <a:rPr lang="en-US" altLang="en-US">
                    <a:noFill/>
                  </a:rPr>
                  <a:t> </a:t>
                </a:r>
              </a:p>
            </p:txBody>
          </p:sp>
        </mc:Fallback>
      </mc:AlternateContent>
      <p:sp>
        <p:nvSpPr>
          <p:cNvPr id="296" name="箭號: 向右 295"/>
          <p:cNvSpPr/>
          <p:nvPr/>
        </p:nvSpPr>
        <p:spPr>
          <a:xfrm flipH="1">
            <a:off x="6025919" y="5604198"/>
            <a:ext cx="772919" cy="53167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mc:AlternateContent xmlns:mc="http://schemas.openxmlformats.org/markup-compatibility/2006" xmlns:a14="http://schemas.microsoft.com/office/drawing/2010/main">
        <mc:Choice Requires="a14">
          <p:sp>
            <p:nvSpPr>
              <p:cNvPr id="297" name="矩形 296"/>
              <p:cNvSpPr/>
              <p:nvPr/>
            </p:nvSpPr>
            <p:spPr>
              <a:xfrm>
                <a:off x="3124278" y="4774097"/>
                <a:ext cx="2354319" cy="22333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b="0" i="0" smtClean="0">
                          <a:latin typeface="Cambria Math" panose="02040503050406030204" pitchFamily="18" charset="0"/>
                        </a:rPr>
                        <m:t>A</m:t>
                      </m:r>
                      <m:r>
                        <a:rPr lang="en-US" altLang="zh-TW" sz="4200" b="0" i="0" smtClean="0">
                          <a:latin typeface="Cambria Math" panose="02040503050406030204" pitchFamily="18" charset="0"/>
                        </a:rPr>
                        <m:t>′</m:t>
                      </m:r>
                    </m:oMath>
                  </m:oMathPara>
                </a14:m>
                <a:endParaRPr lang="zh-TW" altLang="en-US" sz="4200" dirty="0"/>
              </a:p>
            </p:txBody>
          </p:sp>
        </mc:Choice>
        <mc:Fallback xmlns="">
          <p:sp>
            <p:nvSpPr>
              <p:cNvPr id="297" name="矩形 296"/>
              <p:cNvSpPr>
                <a:spLocks noRot="1" noChangeAspect="1" noMove="1" noResize="1" noEditPoints="1" noAdjustHandles="1" noChangeArrowheads="1" noChangeShapeType="1" noTextEdit="1"/>
              </p:cNvSpPr>
              <p:nvPr/>
            </p:nvSpPr>
            <p:spPr>
              <a:xfrm>
                <a:off x="3124278" y="4774097"/>
                <a:ext cx="2354319" cy="2233358"/>
              </a:xfrm>
              <a:prstGeom prst="rect">
                <a:avLst/>
              </a:prstGeom>
              <a:blipFill rotWithShape="1">
                <a:blip r:embed="rId12"/>
                <a:stretch>
                  <a:fillRect l="-273" t="-292" r="-251" b="-274"/>
                </a:stretch>
              </a:blipFill>
            </p:spPr>
            <p:style>
              <a:lnRef idx="1">
                <a:schemeClr val="accent3"/>
              </a:lnRef>
              <a:fillRef idx="2">
                <a:schemeClr val="accent3"/>
              </a:fillRef>
              <a:effectRef idx="1">
                <a:schemeClr val="accent3"/>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8" name="矩形 297"/>
              <p:cNvSpPr/>
              <p:nvPr/>
            </p:nvSpPr>
            <p:spPr>
              <a:xfrm>
                <a:off x="11830883" y="7528130"/>
                <a:ext cx="2354319" cy="22333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b="0" i="0" smtClean="0">
                          <a:latin typeface="Cambria Math" panose="02040503050406030204" pitchFamily="18" charset="0"/>
                        </a:rPr>
                        <m:t>A</m:t>
                      </m:r>
                      <m:r>
                        <a:rPr lang="en-US" altLang="zh-TW" sz="4200" b="0" i="0" smtClean="0">
                          <a:latin typeface="Cambria Math" panose="02040503050406030204" pitchFamily="18" charset="0"/>
                        </a:rPr>
                        <m:t>′</m:t>
                      </m:r>
                    </m:oMath>
                  </m:oMathPara>
                </a14:m>
                <a:endParaRPr lang="zh-TW" altLang="en-US" sz="4200" dirty="0"/>
              </a:p>
            </p:txBody>
          </p:sp>
        </mc:Choice>
        <mc:Fallback xmlns="">
          <p:sp>
            <p:nvSpPr>
              <p:cNvPr id="298" name="矩形 297"/>
              <p:cNvSpPr>
                <a:spLocks noRot="1" noChangeAspect="1" noMove="1" noResize="1" noEditPoints="1" noAdjustHandles="1" noChangeArrowheads="1" noChangeShapeType="1" noTextEdit="1"/>
              </p:cNvSpPr>
              <p:nvPr/>
            </p:nvSpPr>
            <p:spPr>
              <a:xfrm>
                <a:off x="11830883" y="7528130"/>
                <a:ext cx="2354319" cy="2233358"/>
              </a:xfrm>
              <a:prstGeom prst="rect">
                <a:avLst/>
              </a:prstGeom>
              <a:blipFill rotWithShape="1">
                <a:blip r:embed="rId12"/>
                <a:stretch>
                  <a:fillRect l="-278" t="-294" r="-245" b="-272"/>
                </a:stretch>
              </a:blipFill>
            </p:spPr>
            <p:style>
              <a:lnRef idx="1">
                <a:schemeClr val="accent3"/>
              </a:lnRef>
              <a:fillRef idx="2">
                <a:schemeClr val="accent3"/>
              </a:fillRef>
              <a:effectRef idx="1">
                <a:schemeClr val="accent3"/>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9" name="矩形 298"/>
              <p:cNvSpPr/>
              <p:nvPr/>
            </p:nvSpPr>
            <p:spPr>
              <a:xfrm>
                <a:off x="9153743" y="8156610"/>
                <a:ext cx="2569946" cy="10199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V</m:t>
                      </m:r>
                    </m:oMath>
                  </m:oMathPara>
                </a14:m>
                <a:endParaRPr lang="zh-TW" altLang="en-US" sz="4200" dirty="0"/>
              </a:p>
            </p:txBody>
          </p:sp>
        </mc:Choice>
        <mc:Fallback xmlns="">
          <p:sp>
            <p:nvSpPr>
              <p:cNvPr id="299" name="矩形 298"/>
              <p:cNvSpPr>
                <a:spLocks noRot="1" noChangeAspect="1" noMove="1" noResize="1" noEditPoints="1" noAdjustHandles="1" noChangeArrowheads="1" noChangeShapeType="1" noTextEdit="1"/>
              </p:cNvSpPr>
              <p:nvPr/>
            </p:nvSpPr>
            <p:spPr>
              <a:xfrm>
                <a:off x="9153743" y="8156610"/>
                <a:ext cx="2569946" cy="1019976"/>
              </a:xfrm>
              <a:prstGeom prst="rect">
                <a:avLst/>
              </a:prstGeom>
              <a:blipFill rotWithShape="1">
                <a:blip r:embed="rId13"/>
                <a:stretch>
                  <a:fillRect l="-256" t="-626" r="-235" b="-603"/>
                </a:stretch>
              </a:blipFill>
            </p:spPr>
            <p:style>
              <a:lnRef idx="1">
                <a:schemeClr val="accent5"/>
              </a:lnRef>
              <a:fillRef idx="2">
                <a:schemeClr val="accent5"/>
              </a:fillRef>
              <a:effectRef idx="1">
                <a:schemeClr val="accent5"/>
              </a:effectRef>
              <a:fontRef idx="minor">
                <a:schemeClr val="dk1"/>
              </a:fontRef>
            </p:style>
            <p:txBody>
              <a:bodyPr/>
              <a:lstStyle/>
              <a:p>
                <a:r>
                  <a:rPr lang="en-US" altLang="en-US">
                    <a:noFill/>
                  </a:rPr>
                  <a:t> </a:t>
                </a:r>
              </a:p>
            </p:txBody>
          </p:sp>
        </mc:Fallback>
      </mc:AlternateContent>
      <p:sp>
        <p:nvSpPr>
          <p:cNvPr id="300" name="文字方塊 299"/>
          <p:cNvSpPr txBox="1"/>
          <p:nvPr/>
        </p:nvSpPr>
        <p:spPr>
          <a:xfrm>
            <a:off x="8525120" y="8252393"/>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303" name="矩形 302"/>
              <p:cNvSpPr/>
              <p:nvPr/>
            </p:nvSpPr>
            <p:spPr>
              <a:xfrm>
                <a:off x="11732280" y="477443"/>
                <a:ext cx="2569946" cy="918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I</m:t>
                      </m:r>
                    </m:oMath>
                  </m:oMathPara>
                </a14:m>
                <a:endParaRPr lang="zh-TW" altLang="en-US" sz="4200" dirty="0"/>
              </a:p>
            </p:txBody>
          </p:sp>
        </mc:Choice>
        <mc:Fallback xmlns="">
          <p:sp>
            <p:nvSpPr>
              <p:cNvPr id="303" name="矩形 302"/>
              <p:cNvSpPr>
                <a:spLocks noRot="1" noChangeAspect="1" noMove="1" noResize="1" noEditPoints="1" noAdjustHandles="1" noChangeArrowheads="1" noChangeShapeType="1" noTextEdit="1"/>
              </p:cNvSpPr>
              <p:nvPr/>
            </p:nvSpPr>
            <p:spPr>
              <a:xfrm>
                <a:off x="11732280" y="477443"/>
                <a:ext cx="2569946" cy="918000"/>
              </a:xfrm>
              <a:prstGeom prst="rect">
                <a:avLst/>
              </a:prstGeom>
              <a:blipFill rotWithShape="1">
                <a:blip r:embed="rId14"/>
                <a:stretch>
                  <a:fillRect l="-248" t="-753" r="-242" b="-654"/>
                </a:stretch>
              </a:blipFill>
            </p:spPr>
            <p:style>
              <a:lnRef idx="1">
                <a:schemeClr val="accent6"/>
              </a:lnRef>
              <a:fillRef idx="2">
                <a:schemeClr val="accent6"/>
              </a:fillRef>
              <a:effectRef idx="1">
                <a:schemeClr val="accent6"/>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4" name="矩形 303"/>
              <p:cNvSpPr/>
              <p:nvPr/>
            </p:nvSpPr>
            <p:spPr>
              <a:xfrm>
                <a:off x="5951550" y="8134820"/>
                <a:ext cx="2569946" cy="101997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smtClean="0">
                          <a:latin typeface="Cambria Math" panose="02040503050406030204" pitchFamily="18" charset="0"/>
                        </a:rPr>
                        <m:t>O</m:t>
                      </m:r>
                    </m:oMath>
                  </m:oMathPara>
                </a14:m>
                <a:endParaRPr lang="zh-TW" altLang="en-US" sz="4200" dirty="0"/>
              </a:p>
            </p:txBody>
          </p:sp>
        </mc:Choice>
        <mc:Fallback xmlns="">
          <p:sp>
            <p:nvSpPr>
              <p:cNvPr id="304" name="矩形 303"/>
              <p:cNvSpPr>
                <a:spLocks noRot="1" noChangeAspect="1" noMove="1" noResize="1" noEditPoints="1" noAdjustHandles="1" noChangeArrowheads="1" noChangeShapeType="1" noTextEdit="1"/>
              </p:cNvSpPr>
              <p:nvPr/>
            </p:nvSpPr>
            <p:spPr>
              <a:xfrm>
                <a:off x="5951550" y="8134820"/>
                <a:ext cx="2569946" cy="1019976"/>
              </a:xfrm>
              <a:prstGeom prst="rect">
                <a:avLst/>
              </a:prstGeom>
              <a:blipFill rotWithShape="1">
                <a:blip r:embed="rId15"/>
                <a:stretch>
                  <a:fillRect l="-260" t="-669" r="-230" b="-622"/>
                </a:stretch>
              </a:blipFill>
            </p:spPr>
            <p:style>
              <a:lnRef idx="1">
                <a:schemeClr val="accent6"/>
              </a:lnRef>
              <a:fillRef idx="2">
                <a:schemeClr val="accent6"/>
              </a:fillRef>
              <a:effectRef idx="1">
                <a:schemeClr val="accent6"/>
              </a:effectRef>
              <a:fontRef idx="minor">
                <a:schemeClr val="dk1"/>
              </a:fontRef>
            </p:style>
            <p:txBody>
              <a:bodyPr/>
              <a:lstStyle/>
              <a:p>
                <a:r>
                  <a:rPr lang="en-US" altLang="en-US">
                    <a:noFill/>
                  </a:rPr>
                  <a:t> </a:t>
                </a:r>
              </a:p>
            </p:txBody>
          </p:sp>
        </mc:Fallback>
      </mc:AlternateContent>
      <p:sp>
        <p:nvSpPr>
          <p:cNvPr id="305" name="文字方塊 304"/>
          <p:cNvSpPr txBox="1"/>
          <p:nvPr/>
        </p:nvSpPr>
        <p:spPr>
          <a:xfrm>
            <a:off x="9889076" y="5545061"/>
            <a:ext cx="522600" cy="737235"/>
          </a:xfrm>
          <a:prstGeom prst="rect">
            <a:avLst/>
          </a:prstGeom>
          <a:noFill/>
        </p:spPr>
        <p:txBody>
          <a:bodyPr wrap="square" rtlCol="0">
            <a:spAutoFit/>
          </a:bodyPr>
          <a:lstStyle/>
          <a:p>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306" name="矩形 305"/>
              <p:cNvSpPr/>
              <p:nvPr/>
            </p:nvSpPr>
            <p:spPr>
              <a:xfrm>
                <a:off x="11732279" y="1529265"/>
                <a:ext cx="2569946" cy="918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I</m:t>
                      </m:r>
                    </m:oMath>
                  </m:oMathPara>
                </a14:m>
                <a:endParaRPr lang="zh-TW" altLang="en-US" sz="4200" dirty="0"/>
              </a:p>
            </p:txBody>
          </p:sp>
        </mc:Choice>
        <mc:Fallback xmlns="">
          <p:sp>
            <p:nvSpPr>
              <p:cNvPr id="306" name="矩形 305"/>
              <p:cNvSpPr>
                <a:spLocks noRot="1" noChangeAspect="1" noMove="1" noResize="1" noEditPoints="1" noAdjustHandles="1" noChangeArrowheads="1" noChangeShapeType="1" noTextEdit="1"/>
              </p:cNvSpPr>
              <p:nvPr/>
            </p:nvSpPr>
            <p:spPr>
              <a:xfrm>
                <a:off x="11732279" y="1529265"/>
                <a:ext cx="2569946" cy="918000"/>
              </a:xfrm>
              <a:prstGeom prst="rect">
                <a:avLst/>
              </a:prstGeom>
              <a:blipFill rotWithShape="1">
                <a:blip r:embed="rId14"/>
                <a:stretch>
                  <a:fillRect l="-248" t="-712" r="-242" b="-625"/>
                </a:stretch>
              </a:blipFill>
            </p:spPr>
            <p:style>
              <a:lnRef idx="1">
                <a:schemeClr val="accent6"/>
              </a:lnRef>
              <a:fillRef idx="2">
                <a:schemeClr val="accent6"/>
              </a:fillRef>
              <a:effectRef idx="1">
                <a:schemeClr val="accent6"/>
              </a:effectRef>
              <a:fontRef idx="minor">
                <a:schemeClr val="dk1"/>
              </a:fontRef>
            </p:style>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7" name="矩形 306"/>
              <p:cNvSpPr/>
              <p:nvPr/>
            </p:nvSpPr>
            <p:spPr>
              <a:xfrm>
                <a:off x="11723688" y="2567504"/>
                <a:ext cx="2569946" cy="918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i="1">
                          <a:latin typeface="Cambria Math" panose="02040503050406030204" pitchFamily="18" charset="0"/>
                        </a:rPr>
                        <m:t>I</m:t>
                      </m:r>
                    </m:oMath>
                  </m:oMathPara>
                </a14:m>
                <a:endParaRPr lang="zh-TW" altLang="en-US" sz="4200" dirty="0"/>
              </a:p>
            </p:txBody>
          </p:sp>
        </mc:Choice>
        <mc:Fallback xmlns="">
          <p:sp>
            <p:nvSpPr>
              <p:cNvPr id="307" name="矩形 306"/>
              <p:cNvSpPr>
                <a:spLocks noRot="1" noChangeAspect="1" noMove="1" noResize="1" noEditPoints="1" noAdjustHandles="1" noChangeArrowheads="1" noChangeShapeType="1" noTextEdit="1"/>
              </p:cNvSpPr>
              <p:nvPr/>
            </p:nvSpPr>
            <p:spPr>
              <a:xfrm>
                <a:off x="11723688" y="2567504"/>
                <a:ext cx="2569946" cy="918000"/>
              </a:xfrm>
              <a:prstGeom prst="rect">
                <a:avLst/>
              </a:prstGeom>
              <a:blipFill rotWithShape="1">
                <a:blip r:embed="rId14"/>
                <a:stretch>
                  <a:fillRect l="-259" t="-713" r="-231" b="-624"/>
                </a:stretch>
              </a:blipFill>
            </p:spPr>
            <p:style>
              <a:lnRef idx="1">
                <a:schemeClr val="accent6"/>
              </a:lnRef>
              <a:fillRef idx="2">
                <a:schemeClr val="accent6"/>
              </a:fillRef>
              <a:effectRef idx="1">
                <a:schemeClr val="accent6"/>
              </a:effectRef>
              <a:fontRef idx="minor">
                <a:schemeClr val="dk1"/>
              </a:fontRef>
            </p:style>
            <p:txBody>
              <a:bodyPr/>
              <a:lstStyle/>
              <a:p>
                <a:r>
                  <a:rPr lang="en-US" altLang="en-US">
                    <a:noFill/>
                  </a:rPr>
                  <a:t> </a:t>
                </a:r>
              </a:p>
            </p:txBody>
          </p:sp>
        </mc:Fallback>
      </mc:AlternateContent>
      <p:sp>
        <p:nvSpPr>
          <p:cNvPr id="5" name="文字方塊 4"/>
          <p:cNvSpPr txBox="1"/>
          <p:nvPr/>
        </p:nvSpPr>
        <p:spPr>
          <a:xfrm>
            <a:off x="2101844" y="7062669"/>
            <a:ext cx="4399188" cy="645160"/>
          </a:xfrm>
          <a:prstGeom prst="rect">
            <a:avLst/>
          </a:prstGeom>
          <a:noFill/>
        </p:spPr>
        <p:txBody>
          <a:bodyPr wrap="square" rtlCol="0">
            <a:spAutoFit/>
          </a:bodyPr>
          <a:lstStyle/>
          <a:p>
            <a:pPr algn="ctr"/>
            <a:r>
              <a:rPr lang="en-US" altLang="zh-TW" sz="3600" dirty="0"/>
              <a:t>Attention Matrix</a:t>
            </a:r>
            <a:endParaRPr lang="zh-TW" altLang="en-US" sz="3600" dirty="0"/>
          </a:p>
        </p:txBody>
      </p:sp>
      <p:grpSp>
        <p:nvGrpSpPr>
          <p:cNvPr id="8" name="群組 7"/>
          <p:cNvGrpSpPr/>
          <p:nvPr/>
        </p:nvGrpSpPr>
        <p:grpSpPr>
          <a:xfrm>
            <a:off x="10482731" y="323392"/>
            <a:ext cx="6957060" cy="3771900"/>
            <a:chOff x="5464487" y="215595"/>
            <a:chExt cx="4638040" cy="2514600"/>
          </a:xfrm>
        </p:grpSpPr>
        <p:sp>
          <p:nvSpPr>
            <p:cNvPr id="2" name="文字方塊 1"/>
            <p:cNvSpPr txBox="1"/>
            <p:nvPr/>
          </p:nvSpPr>
          <p:spPr>
            <a:xfrm>
              <a:off x="6620187" y="2300088"/>
              <a:ext cx="3482340" cy="430107"/>
            </a:xfrm>
            <a:prstGeom prst="rect">
              <a:avLst/>
            </a:prstGeom>
            <a:noFill/>
          </p:spPr>
          <p:txBody>
            <a:bodyPr wrap="square" rtlCol="0">
              <a:spAutoFit/>
            </a:bodyPr>
            <a:lstStyle/>
            <a:p>
              <a:r>
                <a:rPr lang="en-US" altLang="zh-TW" sz="3600" dirty="0">
                  <a:solidFill>
                    <a:schemeClr val="tx1"/>
                  </a:solidFill>
                </a:rPr>
                <a:t>Parameters learned </a:t>
              </a:r>
            </a:p>
          </p:txBody>
        </p:sp>
        <p:sp>
          <p:nvSpPr>
            <p:cNvPr id="35" name="矩形: 圓角 34"/>
            <p:cNvSpPr/>
            <p:nvPr/>
          </p:nvSpPr>
          <p:spPr>
            <a:xfrm>
              <a:off x="5464487" y="215595"/>
              <a:ext cx="811895" cy="220430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7" name="直線單箭頭接點 6"/>
            <p:cNvCxnSpPr>
              <a:endCxn id="2" idx="1"/>
            </p:cNvCxnSpPr>
            <p:nvPr/>
          </p:nvCxnSpPr>
          <p:spPr>
            <a:xfrm>
              <a:off x="6188423" y="2178938"/>
              <a:ext cx="431712" cy="3359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投影片編號版面配置區 5"/>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21</a:t>
            </a:fld>
            <a:endParaRPr lang="zh-TW" altLang="en-US" sz="100"/>
          </a:p>
        </p:txBody>
      </p:sp>
      <p:sp>
        <p:nvSpPr>
          <p:cNvPr id="10" name="標題 1"/>
          <p:cNvSpPr>
            <a:spLocks noGrp="1"/>
          </p:cNvSpPr>
          <p:nvPr>
            <p:ph type="title"/>
          </p:nvPr>
        </p:nvSpPr>
        <p:spPr/>
        <p:txBody>
          <a:bodyPr/>
          <a:lstStyle/>
          <a:p>
            <a:pPr algn="l"/>
            <a:r>
              <a:rPr lang="en-US" altLang="zh-TW" dirty="0"/>
              <a:t>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 grpId="0"/>
      <p:bldP spid="282" grpId="0"/>
      <p:bldP spid="286" grpId="0"/>
      <p:bldP spid="3" grpId="0" bldLvl="0" animBg="1"/>
      <p:bldP spid="290" grpId="0" bldLvl="0" animBg="1"/>
      <p:bldP spid="291" grpId="0" bldLvl="0" animBg="1"/>
      <p:bldP spid="294" grpId="0" bldLvl="0" animBg="1"/>
      <p:bldP spid="295" grpId="0" bldLvl="0" animBg="1"/>
      <p:bldP spid="296" grpId="0" bldLvl="0" animBg="1"/>
      <p:bldP spid="297" grpId="0" bldLvl="0" animBg="1"/>
      <p:bldP spid="298" grpId="0" bldLvl="0" animBg="1"/>
      <p:bldP spid="299" grpId="0" bldLvl="0" animBg="1"/>
      <p:bldP spid="300" grpId="0"/>
      <p:bldP spid="303" grpId="0" bldLvl="0" animBg="1"/>
      <p:bldP spid="304" grpId="0" bldLvl="0" animBg="1"/>
      <p:bldP spid="305" grpId="0"/>
      <p:bldP spid="306" grpId="0" bldLvl="0" animBg="1"/>
      <p:bldP spid="307" grpId="0" bldLvl="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1" name="直線單箭頭接點 80"/>
          <p:cNvCxnSpPr/>
          <p:nvPr/>
        </p:nvCxnSpPr>
        <p:spPr>
          <a:xfrm flipV="1">
            <a:off x="6180684" y="7114067"/>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flipV="1">
            <a:off x="8121927" y="7109670"/>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a:off x="3550616" y="7125018"/>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flipV="1">
            <a:off x="4030598" y="7117235"/>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p:nvPr/>
        </p:nvCxnSpPr>
        <p:spPr>
          <a:xfrm flipV="1">
            <a:off x="3517874" y="6730838"/>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flipV="1">
            <a:off x="4566924" y="6709994"/>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821341" y="9126608"/>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13" name="矩形 12"/>
          <p:cNvSpPr/>
          <p:nvPr/>
        </p:nvSpPr>
        <p:spPr>
          <a:xfrm>
            <a:off x="5940185" y="750936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 name="文字方塊 13"/>
              <p:cNvSpPr txBox="1"/>
              <p:nvPr/>
            </p:nvSpPr>
            <p:spPr>
              <a:xfrm>
                <a:off x="5667957" y="7581087"/>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5667957" y="7581087"/>
                <a:ext cx="1072742" cy="648335"/>
              </a:xfrm>
              <a:prstGeom prst="rect">
                <a:avLst/>
              </a:prstGeom>
              <a:blipFill rotWithShape="1">
                <a:blip r:embed="rId2"/>
                <a:stretch>
                  <a:fillRect l="-54" t="-70" r="16" b="70"/>
                </a:stretch>
              </a:blipFill>
            </p:spPr>
            <p:txBody>
              <a:bodyPr/>
              <a:lstStyle/>
              <a:p>
                <a:r>
                  <a:rPr lang="en-US" altLang="en-US">
                    <a:noFill/>
                  </a:rPr>
                  <a:t> </a:t>
                </a:r>
              </a:p>
            </p:txBody>
          </p:sp>
        </mc:Fallback>
      </mc:AlternateContent>
      <p:cxnSp>
        <p:nvCxnSpPr>
          <p:cNvPr id="17" name="直線單箭頭接點 16"/>
          <p:cNvCxnSpPr/>
          <p:nvPr/>
        </p:nvCxnSpPr>
        <p:spPr>
          <a:xfrm flipV="1">
            <a:off x="6169067" y="8325282"/>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3999086" y="8747543"/>
            <a:ext cx="415343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1" name="群組 40"/>
          <p:cNvGrpSpPr/>
          <p:nvPr/>
        </p:nvGrpSpPr>
        <p:grpSpPr>
          <a:xfrm>
            <a:off x="7616154" y="7509362"/>
            <a:ext cx="1072742" cy="1220147"/>
            <a:chOff x="3154887" y="3748362"/>
            <a:chExt cx="715161" cy="813431"/>
          </a:xfrm>
        </p:grpSpPr>
        <p:sp>
          <p:nvSpPr>
            <p:cNvPr id="11" name="矩形 10"/>
            <p:cNvSpPr/>
            <p:nvPr/>
          </p:nvSpPr>
          <p:spPr>
            <a:xfrm>
              <a:off x="3346646" y="3748362"/>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2" name="文字方塊 11"/>
                <p:cNvSpPr txBox="1"/>
                <p:nvPr/>
              </p:nvSpPr>
              <p:spPr>
                <a:xfrm>
                  <a:off x="3154887" y="3785905"/>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3154887" y="3785905"/>
                  <a:ext cx="715161" cy="432223"/>
                </a:xfrm>
                <a:prstGeom prst="rect">
                  <a:avLst/>
                </a:prstGeom>
                <a:blipFill rotWithShape="1">
                  <a:blip r:embed="rId3"/>
                </a:blipFill>
              </p:spPr>
              <p:txBody>
                <a:bodyPr/>
                <a:lstStyle/>
                <a:p>
                  <a:r>
                    <a:rPr lang="en-US" altLang="en-US">
                      <a:noFill/>
                    </a:rPr>
                    <a:t> </a:t>
                  </a:r>
                </a:p>
              </p:txBody>
            </p:sp>
          </mc:Fallback>
        </mc:AlternateContent>
        <p:cxnSp>
          <p:nvCxnSpPr>
            <p:cNvPr id="20" name="直線單箭頭接點 19"/>
            <p:cNvCxnSpPr/>
            <p:nvPr/>
          </p:nvCxnSpPr>
          <p:spPr>
            <a:xfrm flipV="1">
              <a:off x="3490646"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 name="文字方塊 20"/>
              <p:cNvSpPr txBox="1"/>
              <p:nvPr/>
            </p:nvSpPr>
            <p:spPr>
              <a:xfrm>
                <a:off x="5682628" y="9229214"/>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5682628" y="9229214"/>
                <a:ext cx="1072742" cy="648335"/>
              </a:xfrm>
              <a:prstGeom prst="rect">
                <a:avLst/>
              </a:prstGeom>
              <a:blipFill rotWithShape="1">
                <a:blip r:embed="rId4"/>
                <a:stretch>
                  <a:fillRect l="-1" t="-19" r="22" b="19"/>
                </a:stretch>
              </a:blipFill>
            </p:spPr>
            <p:txBody>
              <a:bodyPr/>
              <a:lstStyle/>
              <a:p>
                <a:r>
                  <a:rPr lang="en-US" altLang="en-US">
                    <a:noFill/>
                  </a:rPr>
                  <a:t> </a:t>
                </a:r>
              </a:p>
            </p:txBody>
          </p:sp>
        </mc:Fallback>
      </mc:AlternateContent>
      <p:grpSp>
        <p:nvGrpSpPr>
          <p:cNvPr id="42" name="群組 41"/>
          <p:cNvGrpSpPr/>
          <p:nvPr/>
        </p:nvGrpSpPr>
        <p:grpSpPr>
          <a:xfrm>
            <a:off x="3532803" y="7509362"/>
            <a:ext cx="1072742" cy="1220147"/>
            <a:chOff x="1299972" y="3748362"/>
            <a:chExt cx="715161" cy="813431"/>
          </a:xfrm>
        </p:grpSpPr>
        <p:grpSp>
          <p:nvGrpSpPr>
            <p:cNvPr id="39" name="群組 38"/>
            <p:cNvGrpSpPr/>
            <p:nvPr/>
          </p:nvGrpSpPr>
          <p:grpSpPr>
            <a:xfrm>
              <a:off x="1488062" y="3748362"/>
              <a:ext cx="288000" cy="813431"/>
              <a:chOff x="2212165" y="3748362"/>
              <a:chExt cx="288000" cy="813431"/>
            </a:xfrm>
          </p:grpSpPr>
          <p:sp>
            <p:nvSpPr>
              <p:cNvPr id="15" name="矩形 14"/>
              <p:cNvSpPr/>
              <p:nvPr/>
            </p:nvSpPr>
            <p:spPr>
              <a:xfrm>
                <a:off x="2212165" y="3748362"/>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p:cxnSp>
            <p:nvCxnSpPr>
              <p:cNvPr id="19" name="直線單箭頭接點 18"/>
              <p:cNvCxnSpPr/>
              <p:nvPr/>
            </p:nvCxnSpPr>
            <p:spPr>
              <a:xfrm flipV="1">
                <a:off x="2344779"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 name="文字方塊 15"/>
                <p:cNvSpPr txBox="1"/>
                <p:nvPr/>
              </p:nvSpPr>
              <p:spPr>
                <a:xfrm>
                  <a:off x="1299972" y="3796179"/>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299972" y="3796179"/>
                  <a:ext cx="715161" cy="428413"/>
                </a:xfrm>
                <a:prstGeom prst="rect">
                  <a:avLst/>
                </a:prstGeom>
                <a:blipFill rotWithShape="1">
                  <a:blip r:embed="rId5"/>
                </a:blipFill>
              </p:spPr>
              <p:txBody>
                <a:bodyPr/>
                <a:lstStyle/>
                <a:p>
                  <a:r>
                    <a:rPr lang="en-US" altLang="en-US">
                      <a:noFill/>
                    </a:rPr>
                    <a:t> </a:t>
                  </a:r>
                </a:p>
              </p:txBody>
            </p:sp>
          </mc:Fallback>
        </mc:AlternateContent>
      </p:grpSp>
      <p:sp>
        <p:nvSpPr>
          <p:cNvPr id="40" name="文字方塊 39"/>
          <p:cNvSpPr txBox="1"/>
          <p:nvPr/>
        </p:nvSpPr>
        <p:spPr>
          <a:xfrm>
            <a:off x="6841287" y="9260310"/>
            <a:ext cx="5254832" cy="645160"/>
          </a:xfrm>
          <a:prstGeom prst="rect">
            <a:avLst/>
          </a:prstGeom>
          <a:noFill/>
        </p:spPr>
        <p:txBody>
          <a:bodyPr wrap="square" rtlCol="0">
            <a:spAutoFit/>
          </a:bodyPr>
          <a:lstStyle/>
          <a:p>
            <a:pPr algn="ctr"/>
            <a:r>
              <a:rPr lang="en-US" altLang="zh-TW" sz="3600" dirty="0"/>
              <a:t>(2 heads as example)</a:t>
            </a:r>
            <a:endParaRPr lang="zh-TW" altLang="en-US" sz="3600" dirty="0"/>
          </a:p>
        </p:txBody>
      </p:sp>
      <p:sp>
        <p:nvSpPr>
          <p:cNvPr id="54" name="矩形 53"/>
          <p:cNvSpPr/>
          <p:nvPr/>
        </p:nvSpPr>
        <p:spPr>
          <a:xfrm>
            <a:off x="3301874" y="5864228"/>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63" name="文字方塊 62"/>
              <p:cNvSpPr txBox="1"/>
              <p:nvPr/>
            </p:nvSpPr>
            <p:spPr>
              <a:xfrm>
                <a:off x="4226027" y="5167359"/>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63" name="文字方塊 62"/>
              <p:cNvSpPr txBox="1">
                <a:spLocks noRot="1" noChangeAspect="1" noMove="1" noResize="1" noEditPoints="1" noAdjustHandles="1" noChangeArrowheads="1" noChangeShapeType="1" noTextEdit="1"/>
              </p:cNvSpPr>
              <p:nvPr/>
            </p:nvSpPr>
            <p:spPr>
              <a:xfrm>
                <a:off x="4226027" y="5167359"/>
                <a:ext cx="1072742" cy="642620"/>
              </a:xfrm>
              <a:prstGeom prst="rect">
                <a:avLst/>
              </a:prstGeom>
              <a:blipFill rotWithShape="1">
                <a:blip r:embed="rId6"/>
                <a:stretch>
                  <a:fillRect l="-10" t="-57" r="31" b="57"/>
                </a:stretch>
              </a:blipFill>
            </p:spPr>
            <p:txBody>
              <a:bodyPr/>
              <a:lstStyle/>
              <a:p>
                <a:r>
                  <a:rPr lang="en-US" altLang="en-US">
                    <a:noFill/>
                  </a:rPr>
                  <a:t> </a:t>
                </a:r>
              </a:p>
            </p:txBody>
          </p:sp>
        </mc:Fallback>
      </mc:AlternateContent>
      <p:sp>
        <p:nvSpPr>
          <p:cNvPr id="64" name="矩形 63"/>
          <p:cNvSpPr/>
          <p:nvPr/>
        </p:nvSpPr>
        <p:spPr>
          <a:xfrm>
            <a:off x="4381566" y="5841143"/>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65" name="文字方塊 64"/>
              <p:cNvSpPr txBox="1"/>
              <p:nvPr/>
            </p:nvSpPr>
            <p:spPr>
              <a:xfrm>
                <a:off x="3117440" y="5152388"/>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65" name="文字方塊 64"/>
              <p:cNvSpPr txBox="1">
                <a:spLocks noRot="1" noChangeAspect="1" noMove="1" noResize="1" noEditPoints="1" noAdjustHandles="1" noChangeArrowheads="1" noChangeShapeType="1" noTextEdit="1"/>
              </p:cNvSpPr>
              <p:nvPr/>
            </p:nvSpPr>
            <p:spPr>
              <a:xfrm>
                <a:off x="3117440" y="5152388"/>
                <a:ext cx="1072742" cy="642620"/>
              </a:xfrm>
              <a:prstGeom prst="rect">
                <a:avLst/>
              </a:prstGeom>
              <a:blipFill rotWithShape="1">
                <a:blip r:embed="rId7"/>
                <a:stretch>
                  <a:fillRect l="-21" t="-99" r="42" b="99"/>
                </a:stretch>
              </a:blipFill>
            </p:spPr>
            <p:txBody>
              <a:bodyPr/>
              <a:lstStyle/>
              <a:p>
                <a:r>
                  <a:rPr lang="en-US" altLang="en-US">
                    <a:noFill/>
                  </a:rPr>
                  <a:t> </a:t>
                </a:r>
              </a:p>
            </p:txBody>
          </p:sp>
        </mc:Fallback>
      </mc:AlternateContent>
      <p:cxnSp>
        <p:nvCxnSpPr>
          <p:cNvPr id="80" name="直線單箭頭接點 79"/>
          <p:cNvCxnSpPr/>
          <p:nvPr/>
        </p:nvCxnSpPr>
        <p:spPr>
          <a:xfrm>
            <a:off x="5700702" y="7121850"/>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p:nvPr/>
        </p:nvCxnSpPr>
        <p:spPr>
          <a:xfrm flipV="1">
            <a:off x="5667960" y="6727670"/>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flipV="1">
            <a:off x="6717011" y="6706826"/>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5451960" y="586106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5" name="文字方塊 84"/>
              <p:cNvSpPr txBox="1"/>
              <p:nvPr/>
            </p:nvSpPr>
            <p:spPr>
              <a:xfrm>
                <a:off x="6376113" y="5164191"/>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85" name="文字方塊 84"/>
              <p:cNvSpPr txBox="1">
                <a:spLocks noRot="1" noChangeAspect="1" noMove="1" noResize="1" noEditPoints="1" noAdjustHandles="1" noChangeArrowheads="1" noChangeShapeType="1" noTextEdit="1"/>
              </p:cNvSpPr>
              <p:nvPr/>
            </p:nvSpPr>
            <p:spPr>
              <a:xfrm>
                <a:off x="6376113" y="5164191"/>
                <a:ext cx="1072742" cy="648335"/>
              </a:xfrm>
              <a:prstGeom prst="rect">
                <a:avLst/>
              </a:prstGeom>
              <a:blipFill rotWithShape="1">
                <a:blip r:embed="rId8"/>
                <a:stretch>
                  <a:fillRect l="-7" t="-57" r="28" b="57"/>
                </a:stretch>
              </a:blipFill>
            </p:spPr>
            <p:txBody>
              <a:bodyPr/>
              <a:lstStyle/>
              <a:p>
                <a:r>
                  <a:rPr lang="en-US" altLang="en-US">
                    <a:noFill/>
                  </a:rPr>
                  <a:t> </a:t>
                </a:r>
              </a:p>
            </p:txBody>
          </p:sp>
        </mc:Fallback>
      </mc:AlternateContent>
      <p:sp>
        <p:nvSpPr>
          <p:cNvPr id="86" name="矩形 85"/>
          <p:cNvSpPr/>
          <p:nvPr/>
        </p:nvSpPr>
        <p:spPr>
          <a:xfrm>
            <a:off x="6531653" y="583797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7" name="文字方塊 86"/>
              <p:cNvSpPr txBox="1"/>
              <p:nvPr/>
            </p:nvSpPr>
            <p:spPr>
              <a:xfrm>
                <a:off x="5299443" y="5151162"/>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87" name="文字方塊 86"/>
              <p:cNvSpPr txBox="1">
                <a:spLocks noRot="1" noChangeAspect="1" noMove="1" noResize="1" noEditPoints="1" noAdjustHandles="1" noChangeArrowheads="1" noChangeShapeType="1" noTextEdit="1"/>
              </p:cNvSpPr>
              <p:nvPr/>
            </p:nvSpPr>
            <p:spPr>
              <a:xfrm>
                <a:off x="5299443" y="5151162"/>
                <a:ext cx="1072742" cy="648335"/>
              </a:xfrm>
              <a:prstGeom prst="rect">
                <a:avLst/>
              </a:prstGeom>
              <a:blipFill rotWithShape="1">
                <a:blip r:embed="rId9"/>
                <a:stretch>
                  <a:fillRect l="-34" t="-6" r="55" b="6"/>
                </a:stretch>
              </a:blipFill>
            </p:spPr>
            <p:txBody>
              <a:bodyPr/>
              <a:lstStyle/>
              <a:p>
                <a:r>
                  <a:rPr lang="en-US" altLang="en-US">
                    <a:noFill/>
                  </a:rPr>
                  <a:t> </a:t>
                </a:r>
              </a:p>
            </p:txBody>
          </p:sp>
        </mc:Fallback>
      </mc:AlternateContent>
      <p:cxnSp>
        <p:nvCxnSpPr>
          <p:cNvPr id="88" name="直線單箭頭接點 87"/>
          <p:cNvCxnSpPr/>
          <p:nvPr/>
        </p:nvCxnSpPr>
        <p:spPr>
          <a:xfrm>
            <a:off x="7641945" y="7117454"/>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V="1">
            <a:off x="7609203" y="6723273"/>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flipV="1">
            <a:off x="8658254" y="6702429"/>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a:off x="7393203" y="585666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3" name="文字方塊 92"/>
              <p:cNvSpPr txBox="1"/>
              <p:nvPr/>
            </p:nvSpPr>
            <p:spPr>
              <a:xfrm>
                <a:off x="8317356" y="5159795"/>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93" name="文字方塊 92"/>
              <p:cNvSpPr txBox="1">
                <a:spLocks noRot="1" noChangeAspect="1" noMove="1" noResize="1" noEditPoints="1" noAdjustHandles="1" noChangeArrowheads="1" noChangeShapeType="1" noTextEdit="1"/>
              </p:cNvSpPr>
              <p:nvPr/>
            </p:nvSpPr>
            <p:spPr>
              <a:xfrm>
                <a:off x="8317356" y="5159795"/>
                <a:ext cx="1072742" cy="648335"/>
              </a:xfrm>
              <a:prstGeom prst="rect">
                <a:avLst/>
              </a:prstGeom>
              <a:blipFill rotWithShape="1">
                <a:blip r:embed="rId10"/>
                <a:stretch>
                  <a:fillRect l="-12" t="-65" r="33" b="65"/>
                </a:stretch>
              </a:blipFill>
            </p:spPr>
            <p:txBody>
              <a:bodyPr/>
              <a:lstStyle/>
              <a:p>
                <a:r>
                  <a:rPr lang="en-US" altLang="en-US">
                    <a:noFill/>
                  </a:rPr>
                  <a:t> </a:t>
                </a:r>
              </a:p>
            </p:txBody>
          </p:sp>
        </mc:Fallback>
      </mc:AlternateContent>
      <p:sp>
        <p:nvSpPr>
          <p:cNvPr id="94" name="矩形 93"/>
          <p:cNvSpPr/>
          <p:nvPr/>
        </p:nvSpPr>
        <p:spPr>
          <a:xfrm>
            <a:off x="8472896" y="5833578"/>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5" name="文字方塊 94"/>
              <p:cNvSpPr txBox="1"/>
              <p:nvPr/>
            </p:nvSpPr>
            <p:spPr>
              <a:xfrm>
                <a:off x="7322384" y="5143371"/>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95" name="文字方塊 94"/>
              <p:cNvSpPr txBox="1">
                <a:spLocks noRot="1" noChangeAspect="1" noMove="1" noResize="1" noEditPoints="1" noAdjustHandles="1" noChangeArrowheads="1" noChangeShapeType="1" noTextEdit="1"/>
              </p:cNvSpPr>
              <p:nvPr/>
            </p:nvSpPr>
            <p:spPr>
              <a:xfrm>
                <a:off x="7322384" y="5143371"/>
                <a:ext cx="1072742" cy="648335"/>
              </a:xfrm>
              <a:prstGeom prst="rect">
                <a:avLst/>
              </a:prstGeom>
              <a:blipFill rotWithShape="1">
                <a:blip r:embed="rId11"/>
                <a:stretch>
                  <a:fillRect l="-19" t="-78" r="40" b="78"/>
                </a:stretch>
              </a:blipFill>
            </p:spPr>
            <p:txBody>
              <a:bodyPr/>
              <a:lstStyle/>
              <a:p>
                <a:r>
                  <a:rPr lang="en-US" altLang="en-US">
                    <a:noFill/>
                  </a:rPr>
                  <a:t> </a:t>
                </a:r>
              </a:p>
            </p:txBody>
          </p:sp>
        </mc:Fallback>
      </mc:AlternateContent>
      <p:cxnSp>
        <p:nvCxnSpPr>
          <p:cNvPr id="136" name="直線單箭頭接點 135"/>
          <p:cNvCxnSpPr/>
          <p:nvPr/>
        </p:nvCxnSpPr>
        <p:spPr>
          <a:xfrm flipV="1">
            <a:off x="12659715" y="7067238"/>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直線單箭頭接點 136"/>
          <p:cNvCxnSpPr/>
          <p:nvPr/>
        </p:nvCxnSpPr>
        <p:spPr>
          <a:xfrm flipV="1">
            <a:off x="14600958" y="7062842"/>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p:nvPr/>
        </p:nvCxnSpPr>
        <p:spPr>
          <a:xfrm>
            <a:off x="10029647" y="7078190"/>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直線單箭頭接點 138"/>
          <p:cNvCxnSpPr/>
          <p:nvPr/>
        </p:nvCxnSpPr>
        <p:spPr>
          <a:xfrm flipV="1">
            <a:off x="10509629" y="7070406"/>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flipV="1">
            <a:off x="9996905" y="6684009"/>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p:cNvCxnSpPr/>
          <p:nvPr/>
        </p:nvCxnSpPr>
        <p:spPr>
          <a:xfrm flipV="1">
            <a:off x="11045955" y="6663165"/>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42" name="矩形 141"/>
          <p:cNvSpPr/>
          <p:nvPr/>
        </p:nvSpPr>
        <p:spPr>
          <a:xfrm>
            <a:off x="12300372" y="9079779"/>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143" name="矩形 142"/>
          <p:cNvSpPr/>
          <p:nvPr/>
        </p:nvSpPr>
        <p:spPr>
          <a:xfrm>
            <a:off x="12419216" y="746253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4" name="文字方塊 143"/>
              <p:cNvSpPr txBox="1"/>
              <p:nvPr/>
            </p:nvSpPr>
            <p:spPr>
              <a:xfrm>
                <a:off x="12146988" y="7534259"/>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12146988" y="7534259"/>
                <a:ext cx="1072742" cy="648335"/>
              </a:xfrm>
              <a:prstGeom prst="rect">
                <a:avLst/>
              </a:prstGeom>
              <a:blipFill rotWithShape="1">
                <a:blip r:embed="rId12"/>
                <a:stretch>
                  <a:fillRect l="-7" t="-95" r="28" b="95"/>
                </a:stretch>
              </a:blipFill>
            </p:spPr>
            <p:txBody>
              <a:bodyPr/>
              <a:lstStyle/>
              <a:p>
                <a:r>
                  <a:rPr lang="en-US" altLang="en-US">
                    <a:noFill/>
                  </a:rPr>
                  <a:t> </a:t>
                </a:r>
              </a:p>
            </p:txBody>
          </p:sp>
        </mc:Fallback>
      </mc:AlternateContent>
      <p:cxnSp>
        <p:nvCxnSpPr>
          <p:cNvPr id="145" name="直線單箭頭接點 144"/>
          <p:cNvCxnSpPr/>
          <p:nvPr/>
        </p:nvCxnSpPr>
        <p:spPr>
          <a:xfrm flipV="1">
            <a:off x="12648098" y="8278454"/>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單箭頭接點 145"/>
          <p:cNvCxnSpPr/>
          <p:nvPr/>
        </p:nvCxnSpPr>
        <p:spPr>
          <a:xfrm>
            <a:off x="10478117" y="8700714"/>
            <a:ext cx="415343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7" name="群組 146"/>
          <p:cNvGrpSpPr/>
          <p:nvPr/>
        </p:nvGrpSpPr>
        <p:grpSpPr>
          <a:xfrm>
            <a:off x="14095185" y="7462533"/>
            <a:ext cx="1072742" cy="1220147"/>
            <a:chOff x="3154887" y="3748362"/>
            <a:chExt cx="715161" cy="813431"/>
          </a:xfrm>
        </p:grpSpPr>
        <p:sp>
          <p:nvSpPr>
            <p:cNvPr id="148" name="矩形 147"/>
            <p:cNvSpPr/>
            <p:nvPr/>
          </p:nvSpPr>
          <p:spPr>
            <a:xfrm>
              <a:off x="3346646" y="3748362"/>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49" name="文字方塊 148"/>
                <p:cNvSpPr txBox="1"/>
                <p:nvPr/>
              </p:nvSpPr>
              <p:spPr>
                <a:xfrm>
                  <a:off x="3154887" y="3785905"/>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149" name="文字方塊 148"/>
                <p:cNvSpPr txBox="1">
                  <a:spLocks noRot="1" noChangeAspect="1" noMove="1" noResize="1" noEditPoints="1" noAdjustHandles="1" noChangeArrowheads="1" noChangeShapeType="1" noTextEdit="1"/>
                </p:cNvSpPr>
                <p:nvPr/>
              </p:nvSpPr>
              <p:spPr>
                <a:xfrm>
                  <a:off x="3154887" y="3785905"/>
                  <a:ext cx="715161" cy="432223"/>
                </a:xfrm>
                <a:prstGeom prst="rect">
                  <a:avLst/>
                </a:prstGeom>
                <a:blipFill rotWithShape="1">
                  <a:blip r:embed="rId13"/>
                </a:blipFill>
              </p:spPr>
              <p:txBody>
                <a:bodyPr/>
                <a:lstStyle/>
                <a:p>
                  <a:r>
                    <a:rPr lang="en-US" altLang="en-US">
                      <a:noFill/>
                    </a:rPr>
                    <a:t> </a:t>
                  </a:r>
                </a:p>
              </p:txBody>
            </p:sp>
          </mc:Fallback>
        </mc:AlternateContent>
        <p:cxnSp>
          <p:nvCxnSpPr>
            <p:cNvPr id="150" name="直線單箭頭接點 149"/>
            <p:cNvCxnSpPr/>
            <p:nvPr/>
          </p:nvCxnSpPr>
          <p:spPr>
            <a:xfrm flipV="1">
              <a:off x="3490646"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1" name="文字方塊 150"/>
              <p:cNvSpPr txBox="1"/>
              <p:nvPr/>
            </p:nvSpPr>
            <p:spPr>
              <a:xfrm>
                <a:off x="12161660" y="9182385"/>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151" name="文字方塊 150"/>
              <p:cNvSpPr txBox="1">
                <a:spLocks noRot="1" noChangeAspect="1" noMove="1" noResize="1" noEditPoints="1" noAdjustHandles="1" noChangeArrowheads="1" noChangeShapeType="1" noTextEdit="1"/>
              </p:cNvSpPr>
              <p:nvPr/>
            </p:nvSpPr>
            <p:spPr>
              <a:xfrm>
                <a:off x="12161660" y="9182385"/>
                <a:ext cx="1072742" cy="648335"/>
              </a:xfrm>
              <a:prstGeom prst="rect">
                <a:avLst/>
              </a:prstGeom>
              <a:blipFill rotWithShape="1">
                <a:blip r:embed="rId14"/>
                <a:stretch>
                  <a:fillRect l="-13" t="-44" r="34" b="44"/>
                </a:stretch>
              </a:blipFill>
            </p:spPr>
            <p:txBody>
              <a:bodyPr/>
              <a:lstStyle/>
              <a:p>
                <a:r>
                  <a:rPr lang="en-US" altLang="en-US">
                    <a:noFill/>
                  </a:rPr>
                  <a:t> </a:t>
                </a:r>
              </a:p>
            </p:txBody>
          </p:sp>
        </mc:Fallback>
      </mc:AlternateContent>
      <p:grpSp>
        <p:nvGrpSpPr>
          <p:cNvPr id="152" name="群組 151"/>
          <p:cNvGrpSpPr/>
          <p:nvPr/>
        </p:nvGrpSpPr>
        <p:grpSpPr>
          <a:xfrm>
            <a:off x="10011834" y="7462533"/>
            <a:ext cx="1072742" cy="1220147"/>
            <a:chOff x="1299972" y="3748362"/>
            <a:chExt cx="715161" cy="813431"/>
          </a:xfrm>
        </p:grpSpPr>
        <p:grpSp>
          <p:nvGrpSpPr>
            <p:cNvPr id="153" name="群組 152"/>
            <p:cNvGrpSpPr/>
            <p:nvPr/>
          </p:nvGrpSpPr>
          <p:grpSpPr>
            <a:xfrm>
              <a:off x="1488062" y="3748362"/>
              <a:ext cx="288000" cy="813431"/>
              <a:chOff x="2212165" y="3748362"/>
              <a:chExt cx="288000" cy="813431"/>
            </a:xfrm>
          </p:grpSpPr>
          <p:sp>
            <p:nvSpPr>
              <p:cNvPr id="155" name="矩形 154"/>
              <p:cNvSpPr/>
              <p:nvPr/>
            </p:nvSpPr>
            <p:spPr>
              <a:xfrm>
                <a:off x="2212165" y="3748362"/>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p:cxnSp>
            <p:nvCxnSpPr>
              <p:cNvPr id="156" name="直線單箭頭接點 155"/>
              <p:cNvCxnSpPr/>
              <p:nvPr/>
            </p:nvCxnSpPr>
            <p:spPr>
              <a:xfrm flipV="1">
                <a:off x="2344779"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4" name="文字方塊 153"/>
                <p:cNvSpPr txBox="1"/>
                <p:nvPr/>
              </p:nvSpPr>
              <p:spPr>
                <a:xfrm>
                  <a:off x="1299972" y="3796179"/>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154" name="文字方塊 153"/>
                <p:cNvSpPr txBox="1">
                  <a:spLocks noRot="1" noChangeAspect="1" noMove="1" noResize="1" noEditPoints="1" noAdjustHandles="1" noChangeArrowheads="1" noChangeShapeType="1" noTextEdit="1"/>
                </p:cNvSpPr>
                <p:nvPr/>
              </p:nvSpPr>
              <p:spPr>
                <a:xfrm>
                  <a:off x="1299972" y="3796179"/>
                  <a:ext cx="715161" cy="428413"/>
                </a:xfrm>
                <a:prstGeom prst="rect">
                  <a:avLst/>
                </a:prstGeom>
                <a:blipFill rotWithShape="1">
                  <a:blip r:embed="rId15"/>
                </a:blipFill>
              </p:spPr>
              <p:txBody>
                <a:bodyPr/>
                <a:lstStyle/>
                <a:p>
                  <a:r>
                    <a:rPr lang="en-US" altLang="en-US">
                      <a:noFill/>
                    </a:rPr>
                    <a:t> </a:t>
                  </a:r>
                </a:p>
              </p:txBody>
            </p:sp>
          </mc:Fallback>
        </mc:AlternateContent>
      </p:grpSp>
      <p:sp>
        <p:nvSpPr>
          <p:cNvPr id="157" name="矩形 156"/>
          <p:cNvSpPr/>
          <p:nvPr/>
        </p:nvSpPr>
        <p:spPr>
          <a:xfrm>
            <a:off x="9780905" y="5817399"/>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58" name="文字方塊 157"/>
              <p:cNvSpPr txBox="1"/>
              <p:nvPr/>
            </p:nvSpPr>
            <p:spPr>
              <a:xfrm>
                <a:off x="10705058" y="5120531"/>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58" name="文字方塊 157"/>
              <p:cNvSpPr txBox="1">
                <a:spLocks noRot="1" noChangeAspect="1" noMove="1" noResize="1" noEditPoints="1" noAdjustHandles="1" noChangeArrowheads="1" noChangeShapeType="1" noTextEdit="1"/>
              </p:cNvSpPr>
              <p:nvPr/>
            </p:nvSpPr>
            <p:spPr>
              <a:xfrm>
                <a:off x="10705058" y="5120531"/>
                <a:ext cx="1072742" cy="642620"/>
              </a:xfrm>
              <a:prstGeom prst="rect">
                <a:avLst/>
              </a:prstGeom>
              <a:blipFill rotWithShape="1">
                <a:blip r:embed="rId16"/>
                <a:stretch>
                  <a:fillRect l="-21" t="-82" r="42" b="82"/>
                </a:stretch>
              </a:blipFill>
            </p:spPr>
            <p:txBody>
              <a:bodyPr/>
              <a:lstStyle/>
              <a:p>
                <a:r>
                  <a:rPr lang="en-US" altLang="en-US">
                    <a:noFill/>
                  </a:rPr>
                  <a:t> </a:t>
                </a:r>
              </a:p>
            </p:txBody>
          </p:sp>
        </mc:Fallback>
      </mc:AlternateContent>
      <p:sp>
        <p:nvSpPr>
          <p:cNvPr id="159" name="矩形 158"/>
          <p:cNvSpPr/>
          <p:nvPr/>
        </p:nvSpPr>
        <p:spPr>
          <a:xfrm>
            <a:off x="10860597" y="5794314"/>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0" name="文字方塊 159"/>
              <p:cNvSpPr txBox="1"/>
              <p:nvPr/>
            </p:nvSpPr>
            <p:spPr>
              <a:xfrm>
                <a:off x="9596471" y="5105559"/>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0" name="文字方塊 159"/>
              <p:cNvSpPr txBox="1">
                <a:spLocks noRot="1" noChangeAspect="1" noMove="1" noResize="1" noEditPoints="1" noAdjustHandles="1" noChangeArrowheads="1" noChangeShapeType="1" noTextEdit="1"/>
              </p:cNvSpPr>
              <p:nvPr/>
            </p:nvSpPr>
            <p:spPr>
              <a:xfrm>
                <a:off x="9596471" y="5105559"/>
                <a:ext cx="1072742" cy="642620"/>
              </a:xfrm>
              <a:prstGeom prst="rect">
                <a:avLst/>
              </a:prstGeom>
              <a:blipFill rotWithShape="1">
                <a:blip r:embed="rId17"/>
                <a:stretch>
                  <a:fillRect l="-33" t="-25" r="54" b="25"/>
                </a:stretch>
              </a:blipFill>
            </p:spPr>
            <p:txBody>
              <a:bodyPr/>
              <a:lstStyle/>
              <a:p>
                <a:r>
                  <a:rPr lang="en-US" altLang="en-US">
                    <a:noFill/>
                  </a:rPr>
                  <a:t> </a:t>
                </a:r>
              </a:p>
            </p:txBody>
          </p:sp>
        </mc:Fallback>
      </mc:AlternateContent>
      <p:cxnSp>
        <p:nvCxnSpPr>
          <p:cNvPr id="162" name="直線單箭頭接點 161"/>
          <p:cNvCxnSpPr/>
          <p:nvPr/>
        </p:nvCxnSpPr>
        <p:spPr>
          <a:xfrm>
            <a:off x="12179733" y="7075022"/>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直線單箭頭接點 162"/>
          <p:cNvCxnSpPr/>
          <p:nvPr/>
        </p:nvCxnSpPr>
        <p:spPr>
          <a:xfrm flipV="1">
            <a:off x="12146991" y="6680841"/>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直線單箭頭接點 163"/>
          <p:cNvCxnSpPr/>
          <p:nvPr/>
        </p:nvCxnSpPr>
        <p:spPr>
          <a:xfrm flipV="1">
            <a:off x="13196042" y="6659997"/>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1930991" y="581423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6" name="文字方塊 165"/>
              <p:cNvSpPr txBox="1"/>
              <p:nvPr/>
            </p:nvSpPr>
            <p:spPr>
              <a:xfrm>
                <a:off x="12855144" y="5117363"/>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66" name="文字方塊 165"/>
              <p:cNvSpPr txBox="1">
                <a:spLocks noRot="1" noChangeAspect="1" noMove="1" noResize="1" noEditPoints="1" noAdjustHandles="1" noChangeArrowheads="1" noChangeShapeType="1" noTextEdit="1"/>
              </p:cNvSpPr>
              <p:nvPr/>
            </p:nvSpPr>
            <p:spPr>
              <a:xfrm>
                <a:off x="12855144" y="5117363"/>
                <a:ext cx="1072742" cy="648335"/>
              </a:xfrm>
              <a:prstGeom prst="rect">
                <a:avLst/>
              </a:prstGeom>
              <a:blipFill rotWithShape="1">
                <a:blip r:embed="rId18"/>
                <a:stretch>
                  <a:fillRect l="-19" t="-82" r="40" b="82"/>
                </a:stretch>
              </a:blipFill>
            </p:spPr>
            <p:txBody>
              <a:bodyPr/>
              <a:lstStyle/>
              <a:p>
                <a:r>
                  <a:rPr lang="en-US" altLang="en-US">
                    <a:noFill/>
                  </a:rPr>
                  <a:t> </a:t>
                </a:r>
              </a:p>
            </p:txBody>
          </p:sp>
        </mc:Fallback>
      </mc:AlternateContent>
      <p:sp>
        <p:nvSpPr>
          <p:cNvPr id="167" name="矩形 166"/>
          <p:cNvSpPr/>
          <p:nvPr/>
        </p:nvSpPr>
        <p:spPr>
          <a:xfrm>
            <a:off x="13010684" y="579114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8" name="文字方塊 167"/>
              <p:cNvSpPr txBox="1"/>
              <p:nvPr/>
            </p:nvSpPr>
            <p:spPr>
              <a:xfrm>
                <a:off x="11778474" y="5104334"/>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8" name="文字方塊 167"/>
              <p:cNvSpPr txBox="1">
                <a:spLocks noRot="1" noChangeAspect="1" noMove="1" noResize="1" noEditPoints="1" noAdjustHandles="1" noChangeArrowheads="1" noChangeShapeType="1" noTextEdit="1"/>
              </p:cNvSpPr>
              <p:nvPr/>
            </p:nvSpPr>
            <p:spPr>
              <a:xfrm>
                <a:off x="11778474" y="5104334"/>
                <a:ext cx="1072742" cy="648335"/>
              </a:xfrm>
              <a:prstGeom prst="rect">
                <a:avLst/>
              </a:prstGeom>
              <a:blipFill rotWithShape="1">
                <a:blip r:embed="rId19"/>
                <a:stretch>
                  <a:fillRect l="-46" t="-31" r="8" b="31"/>
                </a:stretch>
              </a:blipFill>
            </p:spPr>
            <p:txBody>
              <a:bodyPr/>
              <a:lstStyle/>
              <a:p>
                <a:r>
                  <a:rPr lang="en-US" altLang="en-US">
                    <a:noFill/>
                  </a:rPr>
                  <a:t> </a:t>
                </a:r>
              </a:p>
            </p:txBody>
          </p:sp>
        </mc:Fallback>
      </mc:AlternateContent>
      <p:cxnSp>
        <p:nvCxnSpPr>
          <p:cNvPr id="169" name="直線單箭頭接點 168"/>
          <p:cNvCxnSpPr/>
          <p:nvPr/>
        </p:nvCxnSpPr>
        <p:spPr>
          <a:xfrm>
            <a:off x="14120976" y="7070625"/>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直線單箭頭接點 169"/>
          <p:cNvCxnSpPr/>
          <p:nvPr/>
        </p:nvCxnSpPr>
        <p:spPr>
          <a:xfrm flipV="1">
            <a:off x="14088234" y="6676445"/>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單箭頭接點 170"/>
          <p:cNvCxnSpPr/>
          <p:nvPr/>
        </p:nvCxnSpPr>
        <p:spPr>
          <a:xfrm flipV="1">
            <a:off x="15137285" y="6655601"/>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13872234" y="580983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3" name="文字方塊 172"/>
              <p:cNvSpPr txBox="1"/>
              <p:nvPr/>
            </p:nvSpPr>
            <p:spPr>
              <a:xfrm>
                <a:off x="14796387" y="5112966"/>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73" name="文字方塊 172"/>
              <p:cNvSpPr txBox="1">
                <a:spLocks noRot="1" noChangeAspect="1" noMove="1" noResize="1" noEditPoints="1" noAdjustHandles="1" noChangeArrowheads="1" noChangeShapeType="1" noTextEdit="1"/>
              </p:cNvSpPr>
              <p:nvPr/>
            </p:nvSpPr>
            <p:spPr>
              <a:xfrm>
                <a:off x="14796387" y="5112966"/>
                <a:ext cx="1072742" cy="648335"/>
              </a:xfrm>
              <a:prstGeom prst="rect">
                <a:avLst/>
              </a:prstGeom>
              <a:blipFill rotWithShape="1">
                <a:blip r:embed="rId20"/>
                <a:stretch>
                  <a:fillRect l="-23" t="-90" r="45" b="90"/>
                </a:stretch>
              </a:blipFill>
            </p:spPr>
            <p:txBody>
              <a:bodyPr/>
              <a:lstStyle/>
              <a:p>
                <a:r>
                  <a:rPr lang="en-US" altLang="en-US">
                    <a:noFill/>
                  </a:rPr>
                  <a:t> </a:t>
                </a:r>
              </a:p>
            </p:txBody>
          </p:sp>
        </mc:Fallback>
      </mc:AlternateContent>
      <p:sp>
        <p:nvSpPr>
          <p:cNvPr id="174" name="矩形 173"/>
          <p:cNvSpPr/>
          <p:nvPr/>
        </p:nvSpPr>
        <p:spPr>
          <a:xfrm>
            <a:off x="14951927" y="578675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5" name="文字方塊 174"/>
              <p:cNvSpPr txBox="1"/>
              <p:nvPr/>
            </p:nvSpPr>
            <p:spPr>
              <a:xfrm>
                <a:off x="13801415" y="5096543"/>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75" name="文字方塊 174"/>
              <p:cNvSpPr txBox="1">
                <a:spLocks noRot="1" noChangeAspect="1" noMove="1" noResize="1" noEditPoints="1" noAdjustHandles="1" noChangeArrowheads="1" noChangeShapeType="1" noTextEdit="1"/>
              </p:cNvSpPr>
              <p:nvPr/>
            </p:nvSpPr>
            <p:spPr>
              <a:xfrm>
                <a:off x="13801415" y="5096543"/>
                <a:ext cx="1072742" cy="648335"/>
              </a:xfrm>
              <a:prstGeom prst="rect">
                <a:avLst/>
              </a:prstGeom>
              <a:blipFill rotWithShape="1">
                <a:blip r:embed="rId21"/>
                <a:stretch>
                  <a:fillRect l="-30" t="-5" r="51" b="5"/>
                </a:stretch>
              </a:blipFill>
            </p:spPr>
            <p:txBody>
              <a:bodyPr/>
              <a:lstStyle/>
              <a:p>
                <a:r>
                  <a:rPr lang="en-US" altLang="en-US">
                    <a:noFill/>
                  </a:rPr>
                  <a:t> </a:t>
                </a:r>
              </a:p>
            </p:txBody>
          </p:sp>
        </mc:Fallback>
      </mc:AlternateContent>
      <p:grpSp>
        <p:nvGrpSpPr>
          <p:cNvPr id="176" name="群組 175"/>
          <p:cNvGrpSpPr/>
          <p:nvPr/>
        </p:nvGrpSpPr>
        <p:grpSpPr>
          <a:xfrm>
            <a:off x="8810937" y="1134066"/>
            <a:ext cx="1072742" cy="908720"/>
            <a:chOff x="635402" y="1337615"/>
            <a:chExt cx="715161" cy="605813"/>
          </a:xfrm>
        </p:grpSpPr>
        <p:sp>
          <p:nvSpPr>
            <p:cNvPr id="177" name="矩形 176"/>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8" name="文字方塊 177"/>
                <p:cNvSpPr txBox="1"/>
                <p:nvPr/>
              </p:nvSpPr>
              <p:spPr>
                <a:xfrm>
                  <a:off x="635402" y="1417137"/>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78" name="文字方塊 177"/>
                <p:cNvSpPr txBox="1">
                  <a:spLocks noRot="1" noChangeAspect="1" noMove="1" noResize="1" noEditPoints="1" noAdjustHandles="1" noChangeArrowheads="1" noChangeShapeType="1" noTextEdit="1"/>
                </p:cNvSpPr>
                <p:nvPr/>
              </p:nvSpPr>
              <p:spPr>
                <a:xfrm>
                  <a:off x="635402" y="1417137"/>
                  <a:ext cx="715161" cy="432223"/>
                </a:xfrm>
                <a:prstGeom prst="rect">
                  <a:avLst/>
                </a:prstGeom>
                <a:blipFill rotWithShape="1">
                  <a:blip r:embed="rId22"/>
                </a:blipFill>
              </p:spPr>
              <p:txBody>
                <a:bodyPr/>
                <a:lstStyle/>
                <a:p>
                  <a:r>
                    <a:rPr lang="en-US" altLang="en-US">
                      <a:noFill/>
                    </a:rPr>
                    <a:t> </a:t>
                  </a:r>
                </a:p>
              </p:txBody>
            </p:sp>
          </mc:Fallback>
        </mc:AlternateContent>
      </p:grpSp>
      <p:cxnSp>
        <p:nvCxnSpPr>
          <p:cNvPr id="118" name="直線單箭頭接點 117"/>
          <p:cNvCxnSpPr>
            <a:stCxn id="160" idx="0"/>
            <a:endCxn id="120" idx="2"/>
          </p:cNvCxnSpPr>
          <p:nvPr/>
        </p:nvCxnSpPr>
        <p:spPr>
          <a:xfrm flipV="1">
            <a:off x="10132695" y="3777615"/>
            <a:ext cx="1906905" cy="13277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p:nvPr/>
        </p:nvCxnSpPr>
        <p:spPr>
          <a:xfrm>
            <a:off x="12300372" y="3746435"/>
            <a:ext cx="159623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橢圓 119"/>
          <p:cNvSpPr/>
          <p:nvPr/>
        </p:nvSpPr>
        <p:spPr>
          <a:xfrm>
            <a:off x="12039522" y="3642746"/>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21" name="直線單箭頭接點 120"/>
          <p:cNvCxnSpPr/>
          <p:nvPr/>
        </p:nvCxnSpPr>
        <p:spPr>
          <a:xfrm flipV="1">
            <a:off x="12179733" y="3912746"/>
            <a:ext cx="0" cy="135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2" name="群組 121"/>
          <p:cNvGrpSpPr/>
          <p:nvPr/>
        </p:nvGrpSpPr>
        <p:grpSpPr>
          <a:xfrm>
            <a:off x="13905561" y="3505586"/>
            <a:ext cx="447575" cy="465020"/>
            <a:chOff x="-105878" y="1740168"/>
            <a:chExt cx="461666" cy="461665"/>
          </a:xfrm>
        </p:grpSpPr>
        <p:sp>
          <p:nvSpPr>
            <p:cNvPr id="123" name="矩形 122"/>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24" name="群組 123"/>
            <p:cNvGrpSpPr/>
            <p:nvPr/>
          </p:nvGrpSpPr>
          <p:grpSpPr>
            <a:xfrm rot="21265833">
              <a:off x="-30571" y="1828628"/>
              <a:ext cx="317144" cy="302092"/>
              <a:chOff x="-43095" y="1828685"/>
              <a:chExt cx="317144" cy="302092"/>
            </a:xfrm>
          </p:grpSpPr>
          <p:cxnSp>
            <p:nvCxnSpPr>
              <p:cNvPr id="125" name="直線接點 124"/>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線接點 125"/>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7" name="直線單箭頭接點 126"/>
          <p:cNvCxnSpPr/>
          <p:nvPr/>
        </p:nvCxnSpPr>
        <p:spPr>
          <a:xfrm flipV="1">
            <a:off x="14145440" y="3970605"/>
            <a:ext cx="0" cy="13089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線單箭頭接點 127"/>
          <p:cNvCxnSpPr/>
          <p:nvPr/>
        </p:nvCxnSpPr>
        <p:spPr>
          <a:xfrm flipH="1" flipV="1">
            <a:off x="14123859" y="1608542"/>
            <a:ext cx="0" cy="1897046"/>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p:nvPr/>
        </p:nvCxnSpPr>
        <p:spPr>
          <a:xfrm flipH="1">
            <a:off x="9691895" y="1584240"/>
            <a:ext cx="442908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0" name="群組 129"/>
          <p:cNvGrpSpPr/>
          <p:nvPr/>
        </p:nvGrpSpPr>
        <p:grpSpPr>
          <a:xfrm>
            <a:off x="7401236" y="3520350"/>
            <a:ext cx="447575" cy="465020"/>
            <a:chOff x="-105878" y="1740168"/>
            <a:chExt cx="461666" cy="461665"/>
          </a:xfrm>
        </p:grpSpPr>
        <p:sp>
          <p:nvSpPr>
            <p:cNvPr id="131" name="矩形 13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32" name="群組 131"/>
            <p:cNvGrpSpPr/>
            <p:nvPr/>
          </p:nvGrpSpPr>
          <p:grpSpPr>
            <a:xfrm rot="21265833">
              <a:off x="-30571" y="1828628"/>
              <a:ext cx="317144" cy="302092"/>
              <a:chOff x="-43095" y="1828685"/>
              <a:chExt cx="317144" cy="302092"/>
            </a:xfrm>
          </p:grpSpPr>
          <p:cxnSp>
            <p:nvCxnSpPr>
              <p:cNvPr id="133" name="直線接點 13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線接點 133"/>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35" name="橢圓 134"/>
          <p:cNvSpPr/>
          <p:nvPr/>
        </p:nvSpPr>
        <p:spPr>
          <a:xfrm>
            <a:off x="5529816" y="360360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61" name="直線單箭頭接點 160"/>
          <p:cNvCxnSpPr>
            <a:endCxn id="135" idx="3"/>
          </p:cNvCxnSpPr>
          <p:nvPr/>
        </p:nvCxnSpPr>
        <p:spPr>
          <a:xfrm flipV="1">
            <a:off x="3504938" y="3834063"/>
            <a:ext cx="2064419" cy="1302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p:nvPr/>
        </p:nvCxnSpPr>
        <p:spPr>
          <a:xfrm flipH="1" flipV="1">
            <a:off x="5682629" y="3898644"/>
            <a:ext cx="0" cy="1306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單箭頭接點 183"/>
          <p:cNvCxnSpPr/>
          <p:nvPr/>
        </p:nvCxnSpPr>
        <p:spPr>
          <a:xfrm flipV="1">
            <a:off x="5891993" y="3731840"/>
            <a:ext cx="150924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線單箭頭接點 184"/>
          <p:cNvCxnSpPr/>
          <p:nvPr/>
        </p:nvCxnSpPr>
        <p:spPr>
          <a:xfrm flipV="1">
            <a:off x="7633494" y="3950366"/>
            <a:ext cx="0" cy="13089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直線單箭頭接點 185"/>
          <p:cNvCxnSpPr>
            <a:stCxn id="131" idx="0"/>
          </p:cNvCxnSpPr>
          <p:nvPr/>
        </p:nvCxnSpPr>
        <p:spPr>
          <a:xfrm flipH="1" flipV="1">
            <a:off x="7609205" y="1584240"/>
            <a:ext cx="0" cy="193611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7" name="直線單箭頭接點 186"/>
          <p:cNvCxnSpPr/>
          <p:nvPr/>
        </p:nvCxnSpPr>
        <p:spPr>
          <a:xfrm>
            <a:off x="7574081" y="1548987"/>
            <a:ext cx="133686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8" name="文字方塊 187"/>
              <p:cNvSpPr txBox="1"/>
              <p:nvPr/>
            </p:nvSpPr>
            <p:spPr>
              <a:xfrm>
                <a:off x="2883780" y="9126608"/>
                <a:ext cx="2170430"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88" name="文字方塊 187"/>
              <p:cNvSpPr txBox="1">
                <a:spLocks noRot="1" noChangeAspect="1" noMove="1" noResize="1" noEditPoints="1" noAdjustHandles="1" noChangeArrowheads="1" noChangeShapeType="1" noTextEdit="1"/>
              </p:cNvSpPr>
              <p:nvPr/>
            </p:nvSpPr>
            <p:spPr>
              <a:xfrm>
                <a:off x="2883780" y="9126608"/>
                <a:ext cx="2170430" cy="551180"/>
              </a:xfrm>
              <a:prstGeom prst="rect">
                <a:avLst/>
              </a:prstGeom>
              <a:blipFill rotWithShape="1">
                <a:blip r:embed="rId23"/>
                <a:stretch>
                  <a:fillRect l="-11" t="-70" r="-3880" b="7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89" name="文字方塊 188"/>
              <p:cNvSpPr txBox="1"/>
              <p:nvPr/>
            </p:nvSpPr>
            <p:spPr>
              <a:xfrm>
                <a:off x="1874092" y="2480732"/>
                <a:ext cx="2693035"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r>
                            <a:rPr lang="en-US" altLang="zh-TW" sz="3600" b="0" i="1" smtClean="0">
                              <a:latin typeface="Cambria Math" panose="02040503050406030204" pitchFamily="18" charset="0"/>
                            </a:rPr>
                            <m:t>,1</m:t>
                          </m:r>
                        </m:sup>
                      </m:sSup>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𝒊</m:t>
                          </m:r>
                        </m:sup>
                      </m:sSup>
                    </m:oMath>
                  </m:oMathPara>
                </a14:m>
                <a:endParaRPr lang="zh-TW" altLang="en-US" sz="3600" b="1" dirty="0"/>
              </a:p>
            </p:txBody>
          </p:sp>
        </mc:Choice>
        <mc:Fallback xmlns="">
          <p:sp>
            <p:nvSpPr>
              <p:cNvPr id="189" name="文字方塊 188"/>
              <p:cNvSpPr txBox="1">
                <a:spLocks noRot="1" noChangeAspect="1" noMove="1" noResize="1" noEditPoints="1" noAdjustHandles="1" noChangeArrowheads="1" noChangeShapeType="1" noTextEdit="1"/>
              </p:cNvSpPr>
              <p:nvPr/>
            </p:nvSpPr>
            <p:spPr>
              <a:xfrm>
                <a:off x="1874092" y="2480732"/>
                <a:ext cx="2693035" cy="551180"/>
              </a:xfrm>
              <a:prstGeom prst="rect">
                <a:avLst/>
              </a:prstGeom>
              <a:blipFill rotWithShape="1">
                <a:blip r:embed="rId24"/>
                <a:stretch>
                  <a:fillRect l="-8" t="-77" r="-3034" b="7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90" name="文字方塊 189"/>
              <p:cNvSpPr txBox="1"/>
              <p:nvPr/>
            </p:nvSpPr>
            <p:spPr>
              <a:xfrm>
                <a:off x="1859525" y="3212859"/>
                <a:ext cx="2693035"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r>
                            <a:rPr lang="en-US" altLang="zh-TW" sz="3600" b="0" i="1" smtClean="0">
                              <a:latin typeface="Cambria Math" panose="02040503050406030204" pitchFamily="18" charset="0"/>
                            </a:rPr>
                            <m:t>,2</m:t>
                          </m:r>
                        </m:sup>
                      </m:sSup>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𝒊</m:t>
                          </m:r>
                        </m:sup>
                      </m:sSup>
                    </m:oMath>
                  </m:oMathPara>
                </a14:m>
                <a:endParaRPr lang="zh-TW" altLang="en-US" sz="3600" b="1" dirty="0"/>
              </a:p>
            </p:txBody>
          </p:sp>
        </mc:Choice>
        <mc:Fallback xmlns="">
          <p:sp>
            <p:nvSpPr>
              <p:cNvPr id="190" name="文字方塊 189"/>
              <p:cNvSpPr txBox="1">
                <a:spLocks noRot="1" noChangeAspect="1" noMove="1" noResize="1" noEditPoints="1" noAdjustHandles="1" noChangeArrowheads="1" noChangeShapeType="1" noTextEdit="1"/>
              </p:cNvSpPr>
              <p:nvPr/>
            </p:nvSpPr>
            <p:spPr>
              <a:xfrm>
                <a:off x="1859525" y="3212859"/>
                <a:ext cx="2693035" cy="551180"/>
              </a:xfrm>
              <a:prstGeom prst="rect">
                <a:avLst/>
              </a:prstGeom>
              <a:blipFill rotWithShape="1">
                <a:blip r:embed="rId25"/>
                <a:stretch>
                  <a:fillRect l="-9" t="-71" r="-3033" b="71"/>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22</a:t>
            </a:fld>
            <a:endParaRPr lang="zh-TW" altLang="en-US" sz="100"/>
          </a:p>
        </p:txBody>
      </p:sp>
      <p:sp>
        <p:nvSpPr>
          <p:cNvPr id="7" name="標題 1"/>
          <p:cNvSpPr>
            <a:spLocks noGrp="1"/>
          </p:cNvSpPr>
          <p:nvPr>
            <p:ph type="title"/>
          </p:nvPr>
        </p:nvSpPr>
        <p:spPr>
          <a:xfrm>
            <a:off x="0" y="-417120"/>
            <a:ext cx="16084552" cy="1551434"/>
          </a:xfrm>
        </p:spPr>
        <p:txBody>
          <a:bodyPr/>
          <a:lstStyle/>
          <a:p>
            <a:pPr algn="l"/>
            <a:r>
              <a:rPr lang="en-US" altLang="zh-TW" dirty="0">
                <a:sym typeface="+mn-ea"/>
              </a:rPr>
              <a:t>Multi-head Self-attention</a:t>
            </a:r>
            <a:endParaRPr lang="zh-TW" altLang="en-US" dirty="0"/>
          </a:p>
        </p:txBody>
      </p:sp>
      <p:sp>
        <p:nvSpPr>
          <p:cNvPr id="29" name="Text Box 28"/>
          <p:cNvSpPr txBox="1"/>
          <p:nvPr/>
        </p:nvSpPr>
        <p:spPr>
          <a:xfrm>
            <a:off x="899795" y="1134110"/>
            <a:ext cx="5236210" cy="583565"/>
          </a:xfrm>
          <a:prstGeom prst="rect">
            <a:avLst/>
          </a:prstGeom>
          <a:noFill/>
        </p:spPr>
        <p:txBody>
          <a:bodyPr wrap="none" rtlCol="0" anchor="t">
            <a:spAutoFit/>
          </a:bodyPr>
          <a:lstStyle/>
          <a:p>
            <a:pPr algn="l"/>
            <a:r>
              <a:rPr lang="en-US" altLang="en-US" sz="3200">
                <a:solidFill>
                  <a:schemeClr val="accent1"/>
                </a:solidFill>
                <a:latin typeface="+mj-lt"/>
                <a:cs typeface="+mj-cs"/>
                <a:sym typeface="+mn-ea"/>
              </a:rPr>
              <a:t>Different types of relevance </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3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4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4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4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5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6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62"/>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6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6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6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6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69"/>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7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7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7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7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7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7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6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8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35"/>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18"/>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2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0"/>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184"/>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30"/>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85"/>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1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22"/>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2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8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87"/>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28"/>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29"/>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ldLvl="0" animBg="1"/>
      <p:bldP spid="63" grpId="0"/>
      <p:bldP spid="64" grpId="0" bldLvl="0" animBg="1"/>
      <p:bldP spid="65" grpId="0"/>
      <p:bldP spid="84" grpId="0" bldLvl="0" animBg="1"/>
      <p:bldP spid="85" grpId="0"/>
      <p:bldP spid="86" grpId="0" bldLvl="0" animBg="1"/>
      <p:bldP spid="87" grpId="0"/>
      <p:bldP spid="92" grpId="0" bldLvl="0" animBg="1"/>
      <p:bldP spid="93" grpId="0"/>
      <p:bldP spid="94" grpId="0" bldLvl="0" animBg="1"/>
      <p:bldP spid="95" grpId="0"/>
      <p:bldP spid="142" grpId="0" bldLvl="0" animBg="1"/>
      <p:bldP spid="143" grpId="0" bldLvl="0" animBg="1"/>
      <p:bldP spid="144" grpId="0"/>
      <p:bldP spid="151" grpId="0"/>
      <p:bldP spid="157" grpId="0" bldLvl="0" animBg="1"/>
      <p:bldP spid="158" grpId="0"/>
      <p:bldP spid="159" grpId="0" bldLvl="0" animBg="1"/>
      <p:bldP spid="160" grpId="0"/>
      <p:bldP spid="165" grpId="0" bldLvl="0" animBg="1"/>
      <p:bldP spid="166" grpId="0"/>
      <p:bldP spid="167" grpId="0" bldLvl="0" animBg="1"/>
      <p:bldP spid="168" grpId="0"/>
      <p:bldP spid="172" grpId="0" bldLvl="0" animBg="1"/>
      <p:bldP spid="173" grpId="0"/>
      <p:bldP spid="174" grpId="0" bldLvl="0" animBg="1"/>
      <p:bldP spid="175" grpId="0"/>
      <p:bldP spid="120" grpId="0" bldLvl="0" animBg="1"/>
      <p:bldP spid="135" grpId="0" bldLvl="0" animBg="1"/>
      <p:bldP spid="189" grpId="0"/>
      <p:bldP spid="19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 name="群組 175"/>
          <p:cNvGrpSpPr/>
          <p:nvPr/>
        </p:nvGrpSpPr>
        <p:grpSpPr>
          <a:xfrm>
            <a:off x="8810937" y="1134066"/>
            <a:ext cx="1072742" cy="908720"/>
            <a:chOff x="635402" y="1337615"/>
            <a:chExt cx="715161" cy="605813"/>
          </a:xfrm>
        </p:grpSpPr>
        <p:sp>
          <p:nvSpPr>
            <p:cNvPr id="177" name="矩形 176"/>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8" name="文字方塊 177"/>
                <p:cNvSpPr txBox="1"/>
                <p:nvPr/>
              </p:nvSpPr>
              <p:spPr>
                <a:xfrm>
                  <a:off x="635402" y="1417137"/>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78" name="文字方塊 177"/>
                <p:cNvSpPr txBox="1">
                  <a:spLocks noRot="1" noChangeAspect="1" noMove="1" noResize="1" noEditPoints="1" noAdjustHandles="1" noChangeArrowheads="1" noChangeShapeType="1" noTextEdit="1"/>
                </p:cNvSpPr>
                <p:nvPr/>
              </p:nvSpPr>
              <p:spPr>
                <a:xfrm>
                  <a:off x="635402" y="1417137"/>
                  <a:ext cx="715161" cy="432223"/>
                </a:xfrm>
                <a:prstGeom prst="rect">
                  <a:avLst/>
                </a:prstGeom>
                <a:blipFill rotWithShape="1">
                  <a:blip r:embed="rId2"/>
                </a:blipFill>
              </p:spPr>
              <p:txBody>
                <a:bodyPr/>
                <a:lstStyle/>
                <a:p>
                  <a:r>
                    <a:rPr lang="en-US" altLang="en-US">
                      <a:noFill/>
                    </a:rPr>
                    <a:t> </a:t>
                  </a:r>
                </a:p>
              </p:txBody>
            </p:sp>
          </mc:Fallback>
        </mc:AlternateContent>
      </p:grpSp>
      <p:cxnSp>
        <p:nvCxnSpPr>
          <p:cNvPr id="96" name="直線單箭頭接點 95"/>
          <p:cNvCxnSpPr>
            <a:endCxn id="99" idx="2"/>
          </p:cNvCxnSpPr>
          <p:nvPr/>
        </p:nvCxnSpPr>
        <p:spPr>
          <a:xfrm flipV="1">
            <a:off x="4597566" y="3726287"/>
            <a:ext cx="8501835" cy="14612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p:nvPr/>
        </p:nvCxnSpPr>
        <p:spPr>
          <a:xfrm flipV="1">
            <a:off x="13391484" y="3736973"/>
            <a:ext cx="150924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橢圓 98"/>
          <p:cNvSpPr/>
          <p:nvPr/>
        </p:nvSpPr>
        <p:spPr>
          <a:xfrm>
            <a:off x="13099401" y="3591287"/>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01" name="直線單箭頭接點 100"/>
          <p:cNvCxnSpPr/>
          <p:nvPr/>
        </p:nvCxnSpPr>
        <p:spPr>
          <a:xfrm flipV="1">
            <a:off x="13239612" y="3861287"/>
            <a:ext cx="0" cy="13500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3" name="群組 112"/>
          <p:cNvGrpSpPr/>
          <p:nvPr/>
        </p:nvGrpSpPr>
        <p:grpSpPr>
          <a:xfrm>
            <a:off x="14936352" y="3509976"/>
            <a:ext cx="447575" cy="465020"/>
            <a:chOff x="-105878" y="1740168"/>
            <a:chExt cx="461666" cy="461665"/>
          </a:xfrm>
        </p:grpSpPr>
        <p:sp>
          <p:nvSpPr>
            <p:cNvPr id="114" name="矩形 113"/>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15" name="群組 114"/>
            <p:cNvGrpSpPr/>
            <p:nvPr/>
          </p:nvGrpSpPr>
          <p:grpSpPr>
            <a:xfrm rot="21265833">
              <a:off x="-30571" y="1828628"/>
              <a:ext cx="317144" cy="302092"/>
              <a:chOff x="-43095" y="1828685"/>
              <a:chExt cx="317144" cy="302092"/>
            </a:xfrm>
          </p:grpSpPr>
          <p:cxnSp>
            <p:nvCxnSpPr>
              <p:cNvPr id="116" name="直線接點 115"/>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線接點 116"/>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2" name="群組 101"/>
          <p:cNvGrpSpPr/>
          <p:nvPr/>
        </p:nvGrpSpPr>
        <p:grpSpPr>
          <a:xfrm>
            <a:off x="8810936" y="2133012"/>
            <a:ext cx="1072742" cy="908720"/>
            <a:chOff x="635402" y="1337615"/>
            <a:chExt cx="715161" cy="605813"/>
          </a:xfrm>
        </p:grpSpPr>
        <p:sp>
          <p:nvSpPr>
            <p:cNvPr id="103" name="矩形 102"/>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04" name="文字方塊 103"/>
                <p:cNvSpPr txBox="1"/>
                <p:nvPr/>
              </p:nvSpPr>
              <p:spPr>
                <a:xfrm>
                  <a:off x="635402" y="1417137"/>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04" name="文字方塊 103"/>
                <p:cNvSpPr txBox="1">
                  <a:spLocks noRot="1" noChangeAspect="1" noMove="1" noResize="1" noEditPoints="1" noAdjustHandles="1" noChangeArrowheads="1" noChangeShapeType="1" noTextEdit="1"/>
                </p:cNvSpPr>
                <p:nvPr/>
              </p:nvSpPr>
              <p:spPr>
                <a:xfrm>
                  <a:off x="635402" y="1417137"/>
                  <a:ext cx="715161" cy="432223"/>
                </a:xfrm>
                <a:prstGeom prst="rect">
                  <a:avLst/>
                </a:prstGeom>
                <a:blipFill rotWithShape="1">
                  <a:blip r:embed="rId3"/>
                </a:blipFill>
              </p:spPr>
              <p:txBody>
                <a:bodyPr/>
                <a:lstStyle/>
                <a:p>
                  <a:r>
                    <a:rPr lang="en-US" altLang="en-US">
                      <a:noFill/>
                    </a:rPr>
                    <a:t> </a:t>
                  </a:r>
                </a:p>
              </p:txBody>
            </p:sp>
          </mc:Fallback>
        </mc:AlternateContent>
      </p:grpSp>
      <p:cxnSp>
        <p:nvCxnSpPr>
          <p:cNvPr id="118" name="直線單箭頭接點 117"/>
          <p:cNvCxnSpPr/>
          <p:nvPr/>
        </p:nvCxnSpPr>
        <p:spPr>
          <a:xfrm flipV="1">
            <a:off x="15176231" y="3974996"/>
            <a:ext cx="0" cy="13089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p:nvPr/>
        </p:nvCxnSpPr>
        <p:spPr>
          <a:xfrm flipH="1" flipV="1">
            <a:off x="15160139" y="2607488"/>
            <a:ext cx="0" cy="83444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p:nvPr/>
        </p:nvCxnSpPr>
        <p:spPr>
          <a:xfrm flipH="1" flipV="1">
            <a:off x="9714747" y="2587371"/>
            <a:ext cx="544539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1" name="群組 120"/>
          <p:cNvGrpSpPr/>
          <p:nvPr/>
        </p:nvGrpSpPr>
        <p:grpSpPr>
          <a:xfrm>
            <a:off x="8465108" y="3504462"/>
            <a:ext cx="447575" cy="465020"/>
            <a:chOff x="-105878" y="1740168"/>
            <a:chExt cx="461666" cy="461665"/>
          </a:xfrm>
        </p:grpSpPr>
        <p:sp>
          <p:nvSpPr>
            <p:cNvPr id="122" name="矩形 121"/>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23" name="群組 122"/>
            <p:cNvGrpSpPr/>
            <p:nvPr/>
          </p:nvGrpSpPr>
          <p:grpSpPr>
            <a:xfrm rot="21265833">
              <a:off x="-30571" y="1828628"/>
              <a:ext cx="317144" cy="302092"/>
              <a:chOff x="-43095" y="1828685"/>
              <a:chExt cx="317144" cy="302092"/>
            </a:xfrm>
          </p:grpSpPr>
          <p:cxnSp>
            <p:nvCxnSpPr>
              <p:cNvPr id="124" name="直線接點 123"/>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線接點 124"/>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6" name="橢圓 125"/>
          <p:cNvSpPr/>
          <p:nvPr/>
        </p:nvSpPr>
        <p:spPr>
          <a:xfrm>
            <a:off x="6630423" y="3587951"/>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27" name="直線單箭頭接點 126"/>
          <p:cNvCxnSpPr>
            <a:endCxn id="126" idx="3"/>
          </p:cNvCxnSpPr>
          <p:nvPr/>
        </p:nvCxnSpPr>
        <p:spPr>
          <a:xfrm flipV="1">
            <a:off x="4605545" y="3818411"/>
            <a:ext cx="2064419" cy="1302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線單箭頭接點 130"/>
          <p:cNvCxnSpPr/>
          <p:nvPr/>
        </p:nvCxnSpPr>
        <p:spPr>
          <a:xfrm flipH="1" flipV="1">
            <a:off x="6783236" y="3882992"/>
            <a:ext cx="0" cy="1306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線單箭頭接點 133"/>
          <p:cNvCxnSpPr/>
          <p:nvPr/>
        </p:nvCxnSpPr>
        <p:spPr>
          <a:xfrm flipV="1">
            <a:off x="6955865" y="3715952"/>
            <a:ext cx="150924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p:cNvCxnSpPr/>
          <p:nvPr/>
        </p:nvCxnSpPr>
        <p:spPr>
          <a:xfrm flipV="1">
            <a:off x="8697366" y="3934478"/>
            <a:ext cx="0" cy="13089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線單箭頭接點 160"/>
          <p:cNvCxnSpPr/>
          <p:nvPr/>
        </p:nvCxnSpPr>
        <p:spPr>
          <a:xfrm flipH="1" flipV="1">
            <a:off x="8693879" y="2587371"/>
            <a:ext cx="0" cy="917093"/>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9" name="直線單箭頭接點 178"/>
          <p:cNvCxnSpPr/>
          <p:nvPr/>
        </p:nvCxnSpPr>
        <p:spPr>
          <a:xfrm>
            <a:off x="8658254" y="2607488"/>
            <a:ext cx="2993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線單箭頭接點 127"/>
          <p:cNvCxnSpPr/>
          <p:nvPr/>
        </p:nvCxnSpPr>
        <p:spPr>
          <a:xfrm flipV="1">
            <a:off x="6180684" y="7114067"/>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p:nvPr/>
        </p:nvCxnSpPr>
        <p:spPr>
          <a:xfrm flipV="1">
            <a:off x="8121927" y="7109670"/>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直線單箭頭接點 129"/>
          <p:cNvCxnSpPr/>
          <p:nvPr/>
        </p:nvCxnSpPr>
        <p:spPr>
          <a:xfrm>
            <a:off x="3550616" y="7125018"/>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直線單箭頭接點 131"/>
          <p:cNvCxnSpPr/>
          <p:nvPr/>
        </p:nvCxnSpPr>
        <p:spPr>
          <a:xfrm flipV="1">
            <a:off x="4030598" y="7117235"/>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直線單箭頭接點 132"/>
          <p:cNvCxnSpPr/>
          <p:nvPr/>
        </p:nvCxnSpPr>
        <p:spPr>
          <a:xfrm flipV="1">
            <a:off x="3517874" y="6730838"/>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p:nvPr/>
        </p:nvCxnSpPr>
        <p:spPr>
          <a:xfrm flipV="1">
            <a:off x="4566924" y="6709994"/>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4" name="矩形 183"/>
          <p:cNvSpPr/>
          <p:nvPr/>
        </p:nvSpPr>
        <p:spPr>
          <a:xfrm>
            <a:off x="5821341" y="9126608"/>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185" name="矩形 184"/>
          <p:cNvSpPr/>
          <p:nvPr/>
        </p:nvSpPr>
        <p:spPr>
          <a:xfrm>
            <a:off x="5940185" y="750936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6" name="文字方塊 185"/>
              <p:cNvSpPr txBox="1"/>
              <p:nvPr/>
            </p:nvSpPr>
            <p:spPr>
              <a:xfrm>
                <a:off x="5667957" y="7581087"/>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86" name="文字方塊 185"/>
              <p:cNvSpPr txBox="1">
                <a:spLocks noRot="1" noChangeAspect="1" noMove="1" noResize="1" noEditPoints="1" noAdjustHandles="1" noChangeArrowheads="1" noChangeShapeType="1" noTextEdit="1"/>
              </p:cNvSpPr>
              <p:nvPr/>
            </p:nvSpPr>
            <p:spPr>
              <a:xfrm>
                <a:off x="5667957" y="7581087"/>
                <a:ext cx="1072742" cy="648335"/>
              </a:xfrm>
              <a:prstGeom prst="rect">
                <a:avLst/>
              </a:prstGeom>
              <a:blipFill rotWithShape="1">
                <a:blip r:embed="rId4"/>
                <a:stretch>
                  <a:fillRect l="-54" t="-70" r="16" b="70"/>
                </a:stretch>
              </a:blipFill>
            </p:spPr>
            <p:txBody>
              <a:bodyPr/>
              <a:lstStyle/>
              <a:p>
                <a:r>
                  <a:rPr lang="en-US" altLang="en-US">
                    <a:noFill/>
                  </a:rPr>
                  <a:t> </a:t>
                </a:r>
              </a:p>
            </p:txBody>
          </p:sp>
        </mc:Fallback>
      </mc:AlternateContent>
      <p:cxnSp>
        <p:nvCxnSpPr>
          <p:cNvPr id="187" name="直線單箭頭接點 186"/>
          <p:cNvCxnSpPr/>
          <p:nvPr/>
        </p:nvCxnSpPr>
        <p:spPr>
          <a:xfrm flipV="1">
            <a:off x="6169067" y="8325282"/>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7"/>
          <p:cNvCxnSpPr/>
          <p:nvPr/>
        </p:nvCxnSpPr>
        <p:spPr>
          <a:xfrm>
            <a:off x="3999086" y="8747543"/>
            <a:ext cx="415343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9" name="群組 188"/>
          <p:cNvGrpSpPr/>
          <p:nvPr/>
        </p:nvGrpSpPr>
        <p:grpSpPr>
          <a:xfrm>
            <a:off x="7616154" y="7509362"/>
            <a:ext cx="1072742" cy="1220147"/>
            <a:chOff x="3154887" y="3748362"/>
            <a:chExt cx="715161" cy="813431"/>
          </a:xfrm>
        </p:grpSpPr>
        <p:sp>
          <p:nvSpPr>
            <p:cNvPr id="190" name="矩形 189"/>
            <p:cNvSpPr/>
            <p:nvPr/>
          </p:nvSpPr>
          <p:spPr>
            <a:xfrm>
              <a:off x="3346646" y="3748362"/>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91" name="文字方塊 190"/>
                <p:cNvSpPr txBox="1"/>
                <p:nvPr/>
              </p:nvSpPr>
              <p:spPr>
                <a:xfrm>
                  <a:off x="3154887" y="3785905"/>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91" name="文字方塊 190"/>
                <p:cNvSpPr txBox="1">
                  <a:spLocks noRot="1" noChangeAspect="1" noMove="1" noResize="1" noEditPoints="1" noAdjustHandles="1" noChangeArrowheads="1" noChangeShapeType="1" noTextEdit="1"/>
                </p:cNvSpPr>
                <p:nvPr/>
              </p:nvSpPr>
              <p:spPr>
                <a:xfrm>
                  <a:off x="3154887" y="3785905"/>
                  <a:ext cx="715161" cy="432223"/>
                </a:xfrm>
                <a:prstGeom prst="rect">
                  <a:avLst/>
                </a:prstGeom>
                <a:blipFill rotWithShape="1">
                  <a:blip r:embed="rId5"/>
                </a:blipFill>
              </p:spPr>
              <p:txBody>
                <a:bodyPr/>
                <a:lstStyle/>
                <a:p>
                  <a:r>
                    <a:rPr lang="en-US" altLang="en-US">
                      <a:noFill/>
                    </a:rPr>
                    <a:t> </a:t>
                  </a:r>
                </a:p>
              </p:txBody>
            </p:sp>
          </mc:Fallback>
        </mc:AlternateContent>
        <p:cxnSp>
          <p:nvCxnSpPr>
            <p:cNvPr id="192" name="直線單箭頭接點 191"/>
            <p:cNvCxnSpPr/>
            <p:nvPr/>
          </p:nvCxnSpPr>
          <p:spPr>
            <a:xfrm flipV="1">
              <a:off x="3490646"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3" name="文字方塊 192"/>
              <p:cNvSpPr txBox="1"/>
              <p:nvPr/>
            </p:nvSpPr>
            <p:spPr>
              <a:xfrm>
                <a:off x="5682628" y="9229214"/>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93" name="文字方塊 192"/>
              <p:cNvSpPr txBox="1">
                <a:spLocks noRot="1" noChangeAspect="1" noMove="1" noResize="1" noEditPoints="1" noAdjustHandles="1" noChangeArrowheads="1" noChangeShapeType="1" noTextEdit="1"/>
              </p:cNvSpPr>
              <p:nvPr/>
            </p:nvSpPr>
            <p:spPr>
              <a:xfrm>
                <a:off x="5682628" y="9229214"/>
                <a:ext cx="1072742" cy="648335"/>
              </a:xfrm>
              <a:prstGeom prst="rect">
                <a:avLst/>
              </a:prstGeom>
              <a:blipFill rotWithShape="1">
                <a:blip r:embed="rId6"/>
                <a:stretch>
                  <a:fillRect l="-1" t="-19" r="22" b="19"/>
                </a:stretch>
              </a:blipFill>
            </p:spPr>
            <p:txBody>
              <a:bodyPr/>
              <a:lstStyle/>
              <a:p>
                <a:r>
                  <a:rPr lang="en-US" altLang="en-US">
                    <a:noFill/>
                  </a:rPr>
                  <a:t> </a:t>
                </a:r>
              </a:p>
            </p:txBody>
          </p:sp>
        </mc:Fallback>
      </mc:AlternateContent>
      <p:grpSp>
        <p:nvGrpSpPr>
          <p:cNvPr id="194" name="群組 193"/>
          <p:cNvGrpSpPr/>
          <p:nvPr/>
        </p:nvGrpSpPr>
        <p:grpSpPr>
          <a:xfrm>
            <a:off x="3532803" y="7509362"/>
            <a:ext cx="1072742" cy="1220147"/>
            <a:chOff x="1299972" y="3748362"/>
            <a:chExt cx="715161" cy="813431"/>
          </a:xfrm>
        </p:grpSpPr>
        <p:grpSp>
          <p:nvGrpSpPr>
            <p:cNvPr id="195" name="群組 194"/>
            <p:cNvGrpSpPr/>
            <p:nvPr/>
          </p:nvGrpSpPr>
          <p:grpSpPr>
            <a:xfrm>
              <a:off x="1488062" y="3748362"/>
              <a:ext cx="288000" cy="813431"/>
              <a:chOff x="2212165" y="3748362"/>
              <a:chExt cx="288000" cy="813431"/>
            </a:xfrm>
          </p:grpSpPr>
          <p:sp>
            <p:nvSpPr>
              <p:cNvPr id="197" name="矩形 196"/>
              <p:cNvSpPr/>
              <p:nvPr/>
            </p:nvSpPr>
            <p:spPr>
              <a:xfrm>
                <a:off x="2212165" y="3748362"/>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p:cxnSp>
            <p:nvCxnSpPr>
              <p:cNvPr id="198" name="直線單箭頭接點 197"/>
              <p:cNvCxnSpPr/>
              <p:nvPr/>
            </p:nvCxnSpPr>
            <p:spPr>
              <a:xfrm flipV="1">
                <a:off x="2344779"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6" name="文字方塊 195"/>
                <p:cNvSpPr txBox="1"/>
                <p:nvPr/>
              </p:nvSpPr>
              <p:spPr>
                <a:xfrm>
                  <a:off x="1299972" y="3796179"/>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96" name="文字方塊 195"/>
                <p:cNvSpPr txBox="1">
                  <a:spLocks noRot="1" noChangeAspect="1" noMove="1" noResize="1" noEditPoints="1" noAdjustHandles="1" noChangeArrowheads="1" noChangeShapeType="1" noTextEdit="1"/>
                </p:cNvSpPr>
                <p:nvPr/>
              </p:nvSpPr>
              <p:spPr>
                <a:xfrm>
                  <a:off x="1299972" y="3796179"/>
                  <a:ext cx="715161" cy="428413"/>
                </a:xfrm>
                <a:prstGeom prst="rect">
                  <a:avLst/>
                </a:prstGeom>
                <a:blipFill rotWithShape="1">
                  <a:blip r:embed="rId7"/>
                </a:blipFill>
              </p:spPr>
              <p:txBody>
                <a:bodyPr/>
                <a:lstStyle/>
                <a:p>
                  <a:r>
                    <a:rPr lang="en-US" altLang="en-US">
                      <a:noFill/>
                    </a:rPr>
                    <a:t> </a:t>
                  </a:r>
                </a:p>
              </p:txBody>
            </p:sp>
          </mc:Fallback>
        </mc:AlternateContent>
      </p:grpSp>
      <p:sp>
        <p:nvSpPr>
          <p:cNvPr id="199" name="矩形 198"/>
          <p:cNvSpPr/>
          <p:nvPr/>
        </p:nvSpPr>
        <p:spPr>
          <a:xfrm>
            <a:off x="3301874" y="5864228"/>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0" name="文字方塊 199"/>
              <p:cNvSpPr txBox="1"/>
              <p:nvPr/>
            </p:nvSpPr>
            <p:spPr>
              <a:xfrm>
                <a:off x="4226027" y="5167359"/>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00" name="文字方塊 199"/>
              <p:cNvSpPr txBox="1">
                <a:spLocks noRot="1" noChangeAspect="1" noMove="1" noResize="1" noEditPoints="1" noAdjustHandles="1" noChangeArrowheads="1" noChangeShapeType="1" noTextEdit="1"/>
              </p:cNvSpPr>
              <p:nvPr/>
            </p:nvSpPr>
            <p:spPr>
              <a:xfrm>
                <a:off x="4226027" y="5167359"/>
                <a:ext cx="1072742" cy="642620"/>
              </a:xfrm>
              <a:prstGeom prst="rect">
                <a:avLst/>
              </a:prstGeom>
              <a:blipFill rotWithShape="1">
                <a:blip r:embed="rId8"/>
                <a:stretch>
                  <a:fillRect l="-10" t="-57" r="31" b="57"/>
                </a:stretch>
              </a:blipFill>
            </p:spPr>
            <p:txBody>
              <a:bodyPr/>
              <a:lstStyle/>
              <a:p>
                <a:r>
                  <a:rPr lang="en-US" altLang="en-US">
                    <a:noFill/>
                  </a:rPr>
                  <a:t> </a:t>
                </a:r>
              </a:p>
            </p:txBody>
          </p:sp>
        </mc:Fallback>
      </mc:AlternateContent>
      <p:sp>
        <p:nvSpPr>
          <p:cNvPr id="201" name="矩形 200"/>
          <p:cNvSpPr/>
          <p:nvPr/>
        </p:nvSpPr>
        <p:spPr>
          <a:xfrm>
            <a:off x="4381566" y="5841143"/>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2" name="文字方塊 201"/>
              <p:cNvSpPr txBox="1"/>
              <p:nvPr/>
            </p:nvSpPr>
            <p:spPr>
              <a:xfrm>
                <a:off x="3117440" y="5152388"/>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02" name="文字方塊 201"/>
              <p:cNvSpPr txBox="1">
                <a:spLocks noRot="1" noChangeAspect="1" noMove="1" noResize="1" noEditPoints="1" noAdjustHandles="1" noChangeArrowheads="1" noChangeShapeType="1" noTextEdit="1"/>
              </p:cNvSpPr>
              <p:nvPr/>
            </p:nvSpPr>
            <p:spPr>
              <a:xfrm>
                <a:off x="3117440" y="5152388"/>
                <a:ext cx="1072742" cy="642620"/>
              </a:xfrm>
              <a:prstGeom prst="rect">
                <a:avLst/>
              </a:prstGeom>
              <a:blipFill rotWithShape="1">
                <a:blip r:embed="rId9"/>
                <a:stretch>
                  <a:fillRect l="-21" t="-99" r="42" b="99"/>
                </a:stretch>
              </a:blipFill>
            </p:spPr>
            <p:txBody>
              <a:bodyPr/>
              <a:lstStyle/>
              <a:p>
                <a:r>
                  <a:rPr lang="en-US" altLang="en-US">
                    <a:noFill/>
                  </a:rPr>
                  <a:t> </a:t>
                </a:r>
              </a:p>
            </p:txBody>
          </p:sp>
        </mc:Fallback>
      </mc:AlternateContent>
      <p:cxnSp>
        <p:nvCxnSpPr>
          <p:cNvPr id="203" name="直線單箭頭接點 202"/>
          <p:cNvCxnSpPr/>
          <p:nvPr/>
        </p:nvCxnSpPr>
        <p:spPr>
          <a:xfrm>
            <a:off x="5700702" y="7121850"/>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直線單箭頭接點 203"/>
          <p:cNvCxnSpPr/>
          <p:nvPr/>
        </p:nvCxnSpPr>
        <p:spPr>
          <a:xfrm flipV="1">
            <a:off x="5667960" y="6727670"/>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直線單箭頭接點 204"/>
          <p:cNvCxnSpPr/>
          <p:nvPr/>
        </p:nvCxnSpPr>
        <p:spPr>
          <a:xfrm flipV="1">
            <a:off x="6717011" y="6706826"/>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6" name="矩形 205"/>
          <p:cNvSpPr/>
          <p:nvPr/>
        </p:nvSpPr>
        <p:spPr>
          <a:xfrm>
            <a:off x="5451960" y="586106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7" name="文字方塊 206"/>
              <p:cNvSpPr txBox="1"/>
              <p:nvPr/>
            </p:nvSpPr>
            <p:spPr>
              <a:xfrm>
                <a:off x="6376113" y="5164191"/>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07" name="文字方塊 206"/>
              <p:cNvSpPr txBox="1">
                <a:spLocks noRot="1" noChangeAspect="1" noMove="1" noResize="1" noEditPoints="1" noAdjustHandles="1" noChangeArrowheads="1" noChangeShapeType="1" noTextEdit="1"/>
              </p:cNvSpPr>
              <p:nvPr/>
            </p:nvSpPr>
            <p:spPr>
              <a:xfrm>
                <a:off x="6376113" y="5164191"/>
                <a:ext cx="1072742" cy="648335"/>
              </a:xfrm>
              <a:prstGeom prst="rect">
                <a:avLst/>
              </a:prstGeom>
              <a:blipFill rotWithShape="1">
                <a:blip r:embed="rId10"/>
                <a:stretch>
                  <a:fillRect l="-7" t="-57" r="28" b="57"/>
                </a:stretch>
              </a:blipFill>
            </p:spPr>
            <p:txBody>
              <a:bodyPr/>
              <a:lstStyle/>
              <a:p>
                <a:r>
                  <a:rPr lang="en-US" altLang="en-US">
                    <a:noFill/>
                  </a:rPr>
                  <a:t> </a:t>
                </a:r>
              </a:p>
            </p:txBody>
          </p:sp>
        </mc:Fallback>
      </mc:AlternateContent>
      <p:sp>
        <p:nvSpPr>
          <p:cNvPr id="208" name="矩形 207"/>
          <p:cNvSpPr/>
          <p:nvPr/>
        </p:nvSpPr>
        <p:spPr>
          <a:xfrm>
            <a:off x="6531653" y="583797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9" name="文字方塊 208"/>
              <p:cNvSpPr txBox="1"/>
              <p:nvPr/>
            </p:nvSpPr>
            <p:spPr>
              <a:xfrm>
                <a:off x="5299443" y="5151162"/>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09" name="文字方塊 208"/>
              <p:cNvSpPr txBox="1">
                <a:spLocks noRot="1" noChangeAspect="1" noMove="1" noResize="1" noEditPoints="1" noAdjustHandles="1" noChangeArrowheads="1" noChangeShapeType="1" noTextEdit="1"/>
              </p:cNvSpPr>
              <p:nvPr/>
            </p:nvSpPr>
            <p:spPr>
              <a:xfrm>
                <a:off x="5299443" y="5151162"/>
                <a:ext cx="1072742" cy="648335"/>
              </a:xfrm>
              <a:prstGeom prst="rect">
                <a:avLst/>
              </a:prstGeom>
              <a:blipFill rotWithShape="1">
                <a:blip r:embed="rId11"/>
                <a:stretch>
                  <a:fillRect l="-34" t="-6" r="55" b="6"/>
                </a:stretch>
              </a:blipFill>
            </p:spPr>
            <p:txBody>
              <a:bodyPr/>
              <a:lstStyle/>
              <a:p>
                <a:r>
                  <a:rPr lang="en-US" altLang="en-US">
                    <a:noFill/>
                  </a:rPr>
                  <a:t> </a:t>
                </a:r>
              </a:p>
            </p:txBody>
          </p:sp>
        </mc:Fallback>
      </mc:AlternateContent>
      <p:cxnSp>
        <p:nvCxnSpPr>
          <p:cNvPr id="210" name="直線單箭頭接點 209"/>
          <p:cNvCxnSpPr/>
          <p:nvPr/>
        </p:nvCxnSpPr>
        <p:spPr>
          <a:xfrm>
            <a:off x="7641945" y="7117454"/>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1" name="直線單箭頭接點 210"/>
          <p:cNvCxnSpPr/>
          <p:nvPr/>
        </p:nvCxnSpPr>
        <p:spPr>
          <a:xfrm flipV="1">
            <a:off x="7609203" y="6723273"/>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直線單箭頭接點 211"/>
          <p:cNvCxnSpPr/>
          <p:nvPr/>
        </p:nvCxnSpPr>
        <p:spPr>
          <a:xfrm flipV="1">
            <a:off x="8658254" y="6702429"/>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3" name="矩形 212"/>
          <p:cNvSpPr/>
          <p:nvPr/>
        </p:nvSpPr>
        <p:spPr>
          <a:xfrm>
            <a:off x="7393203" y="585666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14" name="文字方塊 213"/>
              <p:cNvSpPr txBox="1"/>
              <p:nvPr/>
            </p:nvSpPr>
            <p:spPr>
              <a:xfrm>
                <a:off x="8317356" y="5159795"/>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14" name="文字方塊 213"/>
              <p:cNvSpPr txBox="1">
                <a:spLocks noRot="1" noChangeAspect="1" noMove="1" noResize="1" noEditPoints="1" noAdjustHandles="1" noChangeArrowheads="1" noChangeShapeType="1" noTextEdit="1"/>
              </p:cNvSpPr>
              <p:nvPr/>
            </p:nvSpPr>
            <p:spPr>
              <a:xfrm>
                <a:off x="8317356" y="5159795"/>
                <a:ext cx="1072742" cy="648335"/>
              </a:xfrm>
              <a:prstGeom prst="rect">
                <a:avLst/>
              </a:prstGeom>
              <a:blipFill rotWithShape="1">
                <a:blip r:embed="rId12"/>
                <a:stretch>
                  <a:fillRect l="-12" t="-65" r="33" b="65"/>
                </a:stretch>
              </a:blipFill>
            </p:spPr>
            <p:txBody>
              <a:bodyPr/>
              <a:lstStyle/>
              <a:p>
                <a:r>
                  <a:rPr lang="en-US" altLang="en-US">
                    <a:noFill/>
                  </a:rPr>
                  <a:t> </a:t>
                </a:r>
              </a:p>
            </p:txBody>
          </p:sp>
        </mc:Fallback>
      </mc:AlternateContent>
      <p:sp>
        <p:nvSpPr>
          <p:cNvPr id="215" name="矩形 214"/>
          <p:cNvSpPr/>
          <p:nvPr/>
        </p:nvSpPr>
        <p:spPr>
          <a:xfrm>
            <a:off x="8472896" y="5833578"/>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16" name="文字方塊 215"/>
              <p:cNvSpPr txBox="1"/>
              <p:nvPr/>
            </p:nvSpPr>
            <p:spPr>
              <a:xfrm>
                <a:off x="7322384" y="5143371"/>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16" name="文字方塊 215"/>
              <p:cNvSpPr txBox="1">
                <a:spLocks noRot="1" noChangeAspect="1" noMove="1" noResize="1" noEditPoints="1" noAdjustHandles="1" noChangeArrowheads="1" noChangeShapeType="1" noTextEdit="1"/>
              </p:cNvSpPr>
              <p:nvPr/>
            </p:nvSpPr>
            <p:spPr>
              <a:xfrm>
                <a:off x="7322384" y="5143371"/>
                <a:ext cx="1072742" cy="648335"/>
              </a:xfrm>
              <a:prstGeom prst="rect">
                <a:avLst/>
              </a:prstGeom>
              <a:blipFill rotWithShape="1">
                <a:blip r:embed="rId13"/>
                <a:stretch>
                  <a:fillRect l="-19" t="-78" r="40" b="78"/>
                </a:stretch>
              </a:blipFill>
            </p:spPr>
            <p:txBody>
              <a:bodyPr/>
              <a:lstStyle/>
              <a:p>
                <a:r>
                  <a:rPr lang="en-US" altLang="en-US">
                    <a:noFill/>
                  </a:rPr>
                  <a:t> </a:t>
                </a:r>
              </a:p>
            </p:txBody>
          </p:sp>
        </mc:Fallback>
      </mc:AlternateContent>
      <p:cxnSp>
        <p:nvCxnSpPr>
          <p:cNvPr id="217" name="直線單箭頭接點 216"/>
          <p:cNvCxnSpPr/>
          <p:nvPr/>
        </p:nvCxnSpPr>
        <p:spPr>
          <a:xfrm flipV="1">
            <a:off x="12659715" y="7067238"/>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直線單箭頭接點 217"/>
          <p:cNvCxnSpPr/>
          <p:nvPr/>
        </p:nvCxnSpPr>
        <p:spPr>
          <a:xfrm flipV="1">
            <a:off x="14600958" y="7062842"/>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9" name="直線單箭頭接點 218"/>
          <p:cNvCxnSpPr/>
          <p:nvPr/>
        </p:nvCxnSpPr>
        <p:spPr>
          <a:xfrm>
            <a:off x="10029647" y="7078190"/>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直線單箭頭接點 219"/>
          <p:cNvCxnSpPr/>
          <p:nvPr/>
        </p:nvCxnSpPr>
        <p:spPr>
          <a:xfrm flipV="1">
            <a:off x="10509629" y="7070406"/>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1" name="直線單箭頭接點 220"/>
          <p:cNvCxnSpPr/>
          <p:nvPr/>
        </p:nvCxnSpPr>
        <p:spPr>
          <a:xfrm flipV="1">
            <a:off x="9996905" y="6684009"/>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線單箭頭接點 221"/>
          <p:cNvCxnSpPr/>
          <p:nvPr/>
        </p:nvCxnSpPr>
        <p:spPr>
          <a:xfrm flipV="1">
            <a:off x="11045955" y="6663165"/>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23" name="矩形 222"/>
          <p:cNvSpPr/>
          <p:nvPr/>
        </p:nvSpPr>
        <p:spPr>
          <a:xfrm>
            <a:off x="12300372" y="9079779"/>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24" name="矩形 223"/>
          <p:cNvSpPr/>
          <p:nvPr/>
        </p:nvSpPr>
        <p:spPr>
          <a:xfrm>
            <a:off x="12419216" y="746253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25" name="文字方塊 224"/>
              <p:cNvSpPr txBox="1"/>
              <p:nvPr/>
            </p:nvSpPr>
            <p:spPr>
              <a:xfrm>
                <a:off x="12146988" y="7534259"/>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25" name="文字方塊 224"/>
              <p:cNvSpPr txBox="1">
                <a:spLocks noRot="1" noChangeAspect="1" noMove="1" noResize="1" noEditPoints="1" noAdjustHandles="1" noChangeArrowheads="1" noChangeShapeType="1" noTextEdit="1"/>
              </p:cNvSpPr>
              <p:nvPr/>
            </p:nvSpPr>
            <p:spPr>
              <a:xfrm>
                <a:off x="12146988" y="7534259"/>
                <a:ext cx="1072742" cy="648335"/>
              </a:xfrm>
              <a:prstGeom prst="rect">
                <a:avLst/>
              </a:prstGeom>
              <a:blipFill rotWithShape="1">
                <a:blip r:embed="rId14"/>
                <a:stretch>
                  <a:fillRect l="-7" t="-95" r="28" b="95"/>
                </a:stretch>
              </a:blipFill>
            </p:spPr>
            <p:txBody>
              <a:bodyPr/>
              <a:lstStyle/>
              <a:p>
                <a:r>
                  <a:rPr lang="en-US" altLang="en-US">
                    <a:noFill/>
                  </a:rPr>
                  <a:t> </a:t>
                </a:r>
              </a:p>
            </p:txBody>
          </p:sp>
        </mc:Fallback>
      </mc:AlternateContent>
      <p:cxnSp>
        <p:nvCxnSpPr>
          <p:cNvPr id="226" name="直線單箭頭接點 225"/>
          <p:cNvCxnSpPr/>
          <p:nvPr/>
        </p:nvCxnSpPr>
        <p:spPr>
          <a:xfrm flipV="1">
            <a:off x="12648098" y="8278454"/>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直線單箭頭接點 226"/>
          <p:cNvCxnSpPr/>
          <p:nvPr/>
        </p:nvCxnSpPr>
        <p:spPr>
          <a:xfrm>
            <a:off x="10478117" y="8700714"/>
            <a:ext cx="415343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8" name="群組 227"/>
          <p:cNvGrpSpPr/>
          <p:nvPr/>
        </p:nvGrpSpPr>
        <p:grpSpPr>
          <a:xfrm>
            <a:off x="14095185" y="7462533"/>
            <a:ext cx="1072742" cy="1220147"/>
            <a:chOff x="3154887" y="3748362"/>
            <a:chExt cx="715161" cy="813431"/>
          </a:xfrm>
        </p:grpSpPr>
        <p:sp>
          <p:nvSpPr>
            <p:cNvPr id="229" name="矩形 228"/>
            <p:cNvSpPr/>
            <p:nvPr/>
          </p:nvSpPr>
          <p:spPr>
            <a:xfrm>
              <a:off x="3346646" y="3748362"/>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30" name="文字方塊 229"/>
                <p:cNvSpPr txBox="1"/>
                <p:nvPr/>
              </p:nvSpPr>
              <p:spPr>
                <a:xfrm>
                  <a:off x="3154887" y="3785905"/>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30" name="文字方塊 229"/>
                <p:cNvSpPr txBox="1">
                  <a:spLocks noRot="1" noChangeAspect="1" noMove="1" noResize="1" noEditPoints="1" noAdjustHandles="1" noChangeArrowheads="1" noChangeShapeType="1" noTextEdit="1"/>
                </p:cNvSpPr>
                <p:nvPr/>
              </p:nvSpPr>
              <p:spPr>
                <a:xfrm>
                  <a:off x="3154887" y="3785905"/>
                  <a:ext cx="715161" cy="432223"/>
                </a:xfrm>
                <a:prstGeom prst="rect">
                  <a:avLst/>
                </a:prstGeom>
                <a:blipFill rotWithShape="1">
                  <a:blip r:embed="rId15"/>
                </a:blipFill>
              </p:spPr>
              <p:txBody>
                <a:bodyPr/>
                <a:lstStyle/>
                <a:p>
                  <a:r>
                    <a:rPr lang="en-US" altLang="en-US">
                      <a:noFill/>
                    </a:rPr>
                    <a:t> </a:t>
                  </a:r>
                </a:p>
              </p:txBody>
            </p:sp>
          </mc:Fallback>
        </mc:AlternateContent>
        <p:cxnSp>
          <p:nvCxnSpPr>
            <p:cNvPr id="231" name="直線單箭頭接點 230"/>
            <p:cNvCxnSpPr/>
            <p:nvPr/>
          </p:nvCxnSpPr>
          <p:spPr>
            <a:xfrm flipV="1">
              <a:off x="3490646"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2" name="文字方塊 231"/>
              <p:cNvSpPr txBox="1"/>
              <p:nvPr/>
            </p:nvSpPr>
            <p:spPr>
              <a:xfrm>
                <a:off x="12161660" y="9182385"/>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32" name="文字方塊 231"/>
              <p:cNvSpPr txBox="1">
                <a:spLocks noRot="1" noChangeAspect="1" noMove="1" noResize="1" noEditPoints="1" noAdjustHandles="1" noChangeArrowheads="1" noChangeShapeType="1" noTextEdit="1"/>
              </p:cNvSpPr>
              <p:nvPr/>
            </p:nvSpPr>
            <p:spPr>
              <a:xfrm>
                <a:off x="12161660" y="9182385"/>
                <a:ext cx="1072742" cy="648335"/>
              </a:xfrm>
              <a:prstGeom prst="rect">
                <a:avLst/>
              </a:prstGeom>
              <a:blipFill rotWithShape="1">
                <a:blip r:embed="rId16"/>
                <a:stretch>
                  <a:fillRect l="-13" t="-44" r="34" b="44"/>
                </a:stretch>
              </a:blipFill>
            </p:spPr>
            <p:txBody>
              <a:bodyPr/>
              <a:lstStyle/>
              <a:p>
                <a:r>
                  <a:rPr lang="en-US" altLang="en-US">
                    <a:noFill/>
                  </a:rPr>
                  <a:t> </a:t>
                </a:r>
              </a:p>
            </p:txBody>
          </p:sp>
        </mc:Fallback>
      </mc:AlternateContent>
      <p:grpSp>
        <p:nvGrpSpPr>
          <p:cNvPr id="233" name="群組 232"/>
          <p:cNvGrpSpPr/>
          <p:nvPr/>
        </p:nvGrpSpPr>
        <p:grpSpPr>
          <a:xfrm>
            <a:off x="10011834" y="7462533"/>
            <a:ext cx="1072742" cy="1220147"/>
            <a:chOff x="1299972" y="3748362"/>
            <a:chExt cx="715161" cy="813431"/>
          </a:xfrm>
        </p:grpSpPr>
        <p:grpSp>
          <p:nvGrpSpPr>
            <p:cNvPr id="234" name="群組 233"/>
            <p:cNvGrpSpPr/>
            <p:nvPr/>
          </p:nvGrpSpPr>
          <p:grpSpPr>
            <a:xfrm>
              <a:off x="1488062" y="3748362"/>
              <a:ext cx="288000" cy="813431"/>
              <a:chOff x="2212165" y="3748362"/>
              <a:chExt cx="288000" cy="813431"/>
            </a:xfrm>
          </p:grpSpPr>
          <p:sp>
            <p:nvSpPr>
              <p:cNvPr id="236" name="矩形 235"/>
              <p:cNvSpPr/>
              <p:nvPr/>
            </p:nvSpPr>
            <p:spPr>
              <a:xfrm>
                <a:off x="2212165" y="3748362"/>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p:cxnSp>
            <p:nvCxnSpPr>
              <p:cNvPr id="237" name="直線單箭頭接點 236"/>
              <p:cNvCxnSpPr/>
              <p:nvPr/>
            </p:nvCxnSpPr>
            <p:spPr>
              <a:xfrm flipV="1">
                <a:off x="2344779"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5" name="文字方塊 234"/>
                <p:cNvSpPr txBox="1"/>
                <p:nvPr/>
              </p:nvSpPr>
              <p:spPr>
                <a:xfrm>
                  <a:off x="1299972" y="3796179"/>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35" name="文字方塊 234"/>
                <p:cNvSpPr txBox="1">
                  <a:spLocks noRot="1" noChangeAspect="1" noMove="1" noResize="1" noEditPoints="1" noAdjustHandles="1" noChangeArrowheads="1" noChangeShapeType="1" noTextEdit="1"/>
                </p:cNvSpPr>
                <p:nvPr/>
              </p:nvSpPr>
              <p:spPr>
                <a:xfrm>
                  <a:off x="1299972" y="3796179"/>
                  <a:ext cx="715161" cy="428413"/>
                </a:xfrm>
                <a:prstGeom prst="rect">
                  <a:avLst/>
                </a:prstGeom>
                <a:blipFill rotWithShape="1">
                  <a:blip r:embed="rId17"/>
                </a:blipFill>
              </p:spPr>
              <p:txBody>
                <a:bodyPr/>
                <a:lstStyle/>
                <a:p>
                  <a:r>
                    <a:rPr lang="en-US" altLang="en-US">
                      <a:noFill/>
                    </a:rPr>
                    <a:t> </a:t>
                  </a:r>
                </a:p>
              </p:txBody>
            </p:sp>
          </mc:Fallback>
        </mc:AlternateContent>
      </p:grpSp>
      <p:sp>
        <p:nvSpPr>
          <p:cNvPr id="238" name="矩形 237"/>
          <p:cNvSpPr/>
          <p:nvPr/>
        </p:nvSpPr>
        <p:spPr>
          <a:xfrm>
            <a:off x="9780905" y="5817399"/>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39" name="文字方塊 238"/>
              <p:cNvSpPr txBox="1"/>
              <p:nvPr/>
            </p:nvSpPr>
            <p:spPr>
              <a:xfrm>
                <a:off x="10705058" y="5120531"/>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39" name="文字方塊 238"/>
              <p:cNvSpPr txBox="1">
                <a:spLocks noRot="1" noChangeAspect="1" noMove="1" noResize="1" noEditPoints="1" noAdjustHandles="1" noChangeArrowheads="1" noChangeShapeType="1" noTextEdit="1"/>
              </p:cNvSpPr>
              <p:nvPr/>
            </p:nvSpPr>
            <p:spPr>
              <a:xfrm>
                <a:off x="10705058" y="5120531"/>
                <a:ext cx="1072742" cy="642620"/>
              </a:xfrm>
              <a:prstGeom prst="rect">
                <a:avLst/>
              </a:prstGeom>
              <a:blipFill rotWithShape="1">
                <a:blip r:embed="rId18"/>
                <a:stretch>
                  <a:fillRect l="-21" t="-82" r="42" b="82"/>
                </a:stretch>
              </a:blipFill>
            </p:spPr>
            <p:txBody>
              <a:bodyPr/>
              <a:lstStyle/>
              <a:p>
                <a:r>
                  <a:rPr lang="en-US" altLang="en-US">
                    <a:noFill/>
                  </a:rPr>
                  <a:t> </a:t>
                </a:r>
              </a:p>
            </p:txBody>
          </p:sp>
        </mc:Fallback>
      </mc:AlternateContent>
      <p:sp>
        <p:nvSpPr>
          <p:cNvPr id="240" name="矩形 239"/>
          <p:cNvSpPr/>
          <p:nvPr/>
        </p:nvSpPr>
        <p:spPr>
          <a:xfrm>
            <a:off x="10860597" y="5794314"/>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41" name="文字方塊 240"/>
              <p:cNvSpPr txBox="1"/>
              <p:nvPr/>
            </p:nvSpPr>
            <p:spPr>
              <a:xfrm>
                <a:off x="9596471" y="5105559"/>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41" name="文字方塊 240"/>
              <p:cNvSpPr txBox="1">
                <a:spLocks noRot="1" noChangeAspect="1" noMove="1" noResize="1" noEditPoints="1" noAdjustHandles="1" noChangeArrowheads="1" noChangeShapeType="1" noTextEdit="1"/>
              </p:cNvSpPr>
              <p:nvPr/>
            </p:nvSpPr>
            <p:spPr>
              <a:xfrm>
                <a:off x="9596471" y="5105559"/>
                <a:ext cx="1072742" cy="642620"/>
              </a:xfrm>
              <a:prstGeom prst="rect">
                <a:avLst/>
              </a:prstGeom>
              <a:blipFill rotWithShape="1">
                <a:blip r:embed="rId19"/>
                <a:stretch>
                  <a:fillRect l="-33" t="-25" r="54" b="25"/>
                </a:stretch>
              </a:blipFill>
            </p:spPr>
            <p:txBody>
              <a:bodyPr/>
              <a:lstStyle/>
              <a:p>
                <a:r>
                  <a:rPr lang="en-US" altLang="en-US">
                    <a:noFill/>
                  </a:rPr>
                  <a:t> </a:t>
                </a:r>
              </a:p>
            </p:txBody>
          </p:sp>
        </mc:Fallback>
      </mc:AlternateContent>
      <p:cxnSp>
        <p:nvCxnSpPr>
          <p:cNvPr id="242" name="直線單箭頭接點 241"/>
          <p:cNvCxnSpPr/>
          <p:nvPr/>
        </p:nvCxnSpPr>
        <p:spPr>
          <a:xfrm>
            <a:off x="12179733" y="7075022"/>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直線單箭頭接點 242"/>
          <p:cNvCxnSpPr/>
          <p:nvPr/>
        </p:nvCxnSpPr>
        <p:spPr>
          <a:xfrm flipV="1">
            <a:off x="12146991" y="6680841"/>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直線單箭頭接點 243"/>
          <p:cNvCxnSpPr/>
          <p:nvPr/>
        </p:nvCxnSpPr>
        <p:spPr>
          <a:xfrm flipV="1">
            <a:off x="13196042" y="6659997"/>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5" name="矩形 244"/>
          <p:cNvSpPr/>
          <p:nvPr/>
        </p:nvSpPr>
        <p:spPr>
          <a:xfrm>
            <a:off x="11930991" y="581423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46" name="文字方塊 245"/>
              <p:cNvSpPr txBox="1"/>
              <p:nvPr/>
            </p:nvSpPr>
            <p:spPr>
              <a:xfrm>
                <a:off x="12855144" y="5117363"/>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46" name="文字方塊 245"/>
              <p:cNvSpPr txBox="1">
                <a:spLocks noRot="1" noChangeAspect="1" noMove="1" noResize="1" noEditPoints="1" noAdjustHandles="1" noChangeArrowheads="1" noChangeShapeType="1" noTextEdit="1"/>
              </p:cNvSpPr>
              <p:nvPr/>
            </p:nvSpPr>
            <p:spPr>
              <a:xfrm>
                <a:off x="12855144" y="5117363"/>
                <a:ext cx="1072742" cy="648335"/>
              </a:xfrm>
              <a:prstGeom prst="rect">
                <a:avLst/>
              </a:prstGeom>
              <a:blipFill rotWithShape="1">
                <a:blip r:embed="rId20"/>
                <a:stretch>
                  <a:fillRect l="-19" t="-82" r="40" b="82"/>
                </a:stretch>
              </a:blipFill>
            </p:spPr>
            <p:txBody>
              <a:bodyPr/>
              <a:lstStyle/>
              <a:p>
                <a:r>
                  <a:rPr lang="en-US" altLang="en-US">
                    <a:noFill/>
                  </a:rPr>
                  <a:t> </a:t>
                </a:r>
              </a:p>
            </p:txBody>
          </p:sp>
        </mc:Fallback>
      </mc:AlternateContent>
      <p:sp>
        <p:nvSpPr>
          <p:cNvPr id="247" name="矩形 246"/>
          <p:cNvSpPr/>
          <p:nvPr/>
        </p:nvSpPr>
        <p:spPr>
          <a:xfrm>
            <a:off x="13010684" y="579114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48" name="文字方塊 247"/>
              <p:cNvSpPr txBox="1"/>
              <p:nvPr/>
            </p:nvSpPr>
            <p:spPr>
              <a:xfrm>
                <a:off x="11778474" y="5104334"/>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48" name="文字方塊 247"/>
              <p:cNvSpPr txBox="1">
                <a:spLocks noRot="1" noChangeAspect="1" noMove="1" noResize="1" noEditPoints="1" noAdjustHandles="1" noChangeArrowheads="1" noChangeShapeType="1" noTextEdit="1"/>
              </p:cNvSpPr>
              <p:nvPr/>
            </p:nvSpPr>
            <p:spPr>
              <a:xfrm>
                <a:off x="11778474" y="5104334"/>
                <a:ext cx="1072742" cy="648335"/>
              </a:xfrm>
              <a:prstGeom prst="rect">
                <a:avLst/>
              </a:prstGeom>
              <a:blipFill rotWithShape="1">
                <a:blip r:embed="rId21"/>
                <a:stretch>
                  <a:fillRect l="-46" t="-31" r="8" b="31"/>
                </a:stretch>
              </a:blipFill>
            </p:spPr>
            <p:txBody>
              <a:bodyPr/>
              <a:lstStyle/>
              <a:p>
                <a:r>
                  <a:rPr lang="en-US" altLang="en-US">
                    <a:noFill/>
                  </a:rPr>
                  <a:t> </a:t>
                </a:r>
              </a:p>
            </p:txBody>
          </p:sp>
        </mc:Fallback>
      </mc:AlternateContent>
      <p:cxnSp>
        <p:nvCxnSpPr>
          <p:cNvPr id="249" name="直線單箭頭接點 248"/>
          <p:cNvCxnSpPr/>
          <p:nvPr/>
        </p:nvCxnSpPr>
        <p:spPr>
          <a:xfrm>
            <a:off x="14120976" y="7070625"/>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直線單箭頭接點 249"/>
          <p:cNvCxnSpPr/>
          <p:nvPr/>
        </p:nvCxnSpPr>
        <p:spPr>
          <a:xfrm flipV="1">
            <a:off x="14088234" y="6676445"/>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直線單箭頭接點 250"/>
          <p:cNvCxnSpPr/>
          <p:nvPr/>
        </p:nvCxnSpPr>
        <p:spPr>
          <a:xfrm flipV="1">
            <a:off x="15137285" y="6655601"/>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52" name="矩形 251"/>
          <p:cNvSpPr/>
          <p:nvPr/>
        </p:nvSpPr>
        <p:spPr>
          <a:xfrm>
            <a:off x="13872234" y="580983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53" name="文字方塊 252"/>
              <p:cNvSpPr txBox="1"/>
              <p:nvPr/>
            </p:nvSpPr>
            <p:spPr>
              <a:xfrm>
                <a:off x="14796387" y="5112966"/>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53" name="文字方塊 252"/>
              <p:cNvSpPr txBox="1">
                <a:spLocks noRot="1" noChangeAspect="1" noMove="1" noResize="1" noEditPoints="1" noAdjustHandles="1" noChangeArrowheads="1" noChangeShapeType="1" noTextEdit="1"/>
              </p:cNvSpPr>
              <p:nvPr/>
            </p:nvSpPr>
            <p:spPr>
              <a:xfrm>
                <a:off x="14796387" y="5112966"/>
                <a:ext cx="1072742" cy="648335"/>
              </a:xfrm>
              <a:prstGeom prst="rect">
                <a:avLst/>
              </a:prstGeom>
              <a:blipFill rotWithShape="1">
                <a:blip r:embed="rId22"/>
                <a:stretch>
                  <a:fillRect l="-23" t="-90" r="45" b="90"/>
                </a:stretch>
              </a:blipFill>
            </p:spPr>
            <p:txBody>
              <a:bodyPr/>
              <a:lstStyle/>
              <a:p>
                <a:r>
                  <a:rPr lang="en-US" altLang="en-US">
                    <a:noFill/>
                  </a:rPr>
                  <a:t> </a:t>
                </a:r>
              </a:p>
            </p:txBody>
          </p:sp>
        </mc:Fallback>
      </mc:AlternateContent>
      <p:sp>
        <p:nvSpPr>
          <p:cNvPr id="254" name="矩形 253"/>
          <p:cNvSpPr/>
          <p:nvPr/>
        </p:nvSpPr>
        <p:spPr>
          <a:xfrm>
            <a:off x="14951927" y="578675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55" name="文字方塊 254"/>
              <p:cNvSpPr txBox="1"/>
              <p:nvPr/>
            </p:nvSpPr>
            <p:spPr>
              <a:xfrm>
                <a:off x="13801415" y="5096543"/>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55" name="文字方塊 254"/>
              <p:cNvSpPr txBox="1">
                <a:spLocks noRot="1" noChangeAspect="1" noMove="1" noResize="1" noEditPoints="1" noAdjustHandles="1" noChangeArrowheads="1" noChangeShapeType="1" noTextEdit="1"/>
              </p:cNvSpPr>
              <p:nvPr/>
            </p:nvSpPr>
            <p:spPr>
              <a:xfrm>
                <a:off x="13801415" y="5096543"/>
                <a:ext cx="1072742" cy="648335"/>
              </a:xfrm>
              <a:prstGeom prst="rect">
                <a:avLst/>
              </a:prstGeom>
              <a:blipFill rotWithShape="1">
                <a:blip r:embed="rId23"/>
                <a:stretch>
                  <a:fillRect l="-30" t="-5" r="51" b="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56" name="文字方塊 255"/>
              <p:cNvSpPr txBox="1"/>
              <p:nvPr/>
            </p:nvSpPr>
            <p:spPr>
              <a:xfrm>
                <a:off x="2883780" y="9126608"/>
                <a:ext cx="2170430"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256" name="文字方塊 255"/>
              <p:cNvSpPr txBox="1">
                <a:spLocks noRot="1" noChangeAspect="1" noMove="1" noResize="1" noEditPoints="1" noAdjustHandles="1" noChangeArrowheads="1" noChangeShapeType="1" noTextEdit="1"/>
              </p:cNvSpPr>
              <p:nvPr/>
            </p:nvSpPr>
            <p:spPr>
              <a:xfrm>
                <a:off x="2883780" y="9126608"/>
                <a:ext cx="2170430" cy="551180"/>
              </a:xfrm>
              <a:prstGeom prst="rect">
                <a:avLst/>
              </a:prstGeom>
              <a:blipFill rotWithShape="1">
                <a:blip r:embed="rId24"/>
                <a:stretch>
                  <a:fillRect l="-11" t="-70" r="-3880" b="70"/>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23</a:t>
            </a:fld>
            <a:endParaRPr lang="zh-TW" altLang="en-US" sz="100"/>
          </a:p>
        </p:txBody>
      </p:sp>
      <p:sp>
        <p:nvSpPr>
          <p:cNvPr id="136" name="文字方塊 135"/>
          <p:cNvSpPr txBox="1"/>
          <p:nvPr/>
        </p:nvSpPr>
        <p:spPr>
          <a:xfrm>
            <a:off x="6841287" y="9260310"/>
            <a:ext cx="5254832" cy="645160"/>
          </a:xfrm>
          <a:prstGeom prst="rect">
            <a:avLst/>
          </a:prstGeom>
          <a:noFill/>
        </p:spPr>
        <p:txBody>
          <a:bodyPr wrap="square" rtlCol="0">
            <a:spAutoFit/>
          </a:bodyPr>
          <a:lstStyle/>
          <a:p>
            <a:pPr algn="ctr"/>
            <a:r>
              <a:rPr lang="en-US" altLang="zh-TW" sz="3600" dirty="0"/>
              <a:t>(2 heads as example)</a:t>
            </a:r>
            <a:endParaRPr lang="zh-TW" altLang="en-US" sz="3600" dirty="0"/>
          </a:p>
        </p:txBody>
      </p:sp>
      <mc:AlternateContent xmlns:mc="http://schemas.openxmlformats.org/markup-compatibility/2006" xmlns:a14="http://schemas.microsoft.com/office/drawing/2010/main">
        <mc:Choice Requires="a14">
          <p:sp>
            <p:nvSpPr>
              <p:cNvPr id="3" name="文字方塊 188"/>
              <p:cNvSpPr txBox="1"/>
              <p:nvPr/>
            </p:nvSpPr>
            <p:spPr>
              <a:xfrm>
                <a:off x="1874092" y="2480732"/>
                <a:ext cx="2693035"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r>
                            <a:rPr lang="en-US" altLang="zh-TW" sz="3600" b="0" i="1" smtClean="0">
                              <a:latin typeface="Cambria Math" panose="02040503050406030204" pitchFamily="18" charset="0"/>
                            </a:rPr>
                            <m:t>,1</m:t>
                          </m:r>
                        </m:sup>
                      </m:sSup>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𝒊</m:t>
                          </m:r>
                        </m:sup>
                      </m:sSup>
                    </m:oMath>
                  </m:oMathPara>
                </a14:m>
                <a:endParaRPr lang="zh-TW" altLang="en-US" sz="3600" b="1" dirty="0"/>
              </a:p>
            </p:txBody>
          </p:sp>
        </mc:Choice>
        <mc:Fallback xmlns="">
          <p:sp>
            <p:nvSpPr>
              <p:cNvPr id="3" name="文字方塊 188"/>
              <p:cNvSpPr txBox="1">
                <a:spLocks noRot="1" noChangeAspect="1" noMove="1" noResize="1" noEditPoints="1" noAdjustHandles="1" noChangeArrowheads="1" noChangeShapeType="1" noTextEdit="1"/>
              </p:cNvSpPr>
              <p:nvPr/>
            </p:nvSpPr>
            <p:spPr>
              <a:xfrm>
                <a:off x="1874092" y="2480732"/>
                <a:ext cx="2693035" cy="551180"/>
              </a:xfrm>
              <a:prstGeom prst="rect">
                <a:avLst/>
              </a:prstGeom>
              <a:blipFill rotWithShape="1">
                <a:blip r:embed="rId25"/>
                <a:stretch>
                  <a:fillRect l="-8" t="-77" r="-3034" b="7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文字方塊 189"/>
              <p:cNvSpPr txBox="1"/>
              <p:nvPr/>
            </p:nvSpPr>
            <p:spPr>
              <a:xfrm>
                <a:off x="1859525" y="3212859"/>
                <a:ext cx="2693035"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r>
                            <a:rPr lang="en-US" altLang="zh-TW" sz="3600" b="0" i="1" smtClean="0">
                              <a:latin typeface="Cambria Math" panose="02040503050406030204" pitchFamily="18" charset="0"/>
                            </a:rPr>
                            <m:t>,2</m:t>
                          </m:r>
                        </m:sup>
                      </m:sSup>
                      <m:sSup>
                        <m:sSupPr>
                          <m:ctrlPr>
                            <a:rPr lang="en-US" altLang="zh-TW" sz="3600" b="1" i="1">
                              <a:latin typeface="Cambria Math" panose="02040503050406030204" pitchFamily="18" charset="0"/>
                            </a:rPr>
                          </m:ctrlPr>
                        </m:sSupPr>
                        <m:e>
                          <m:r>
                            <a:rPr lang="en-US" altLang="zh-TW" sz="3600" b="1" i="1">
                              <a:latin typeface="Cambria Math" panose="02040503050406030204" pitchFamily="18" charset="0"/>
                            </a:rPr>
                            <m:t>𝒒</m:t>
                          </m:r>
                        </m:e>
                        <m:sup>
                          <m:r>
                            <a:rPr lang="en-US" altLang="zh-TW" sz="3600" b="1" i="1">
                              <a:latin typeface="Cambria Math" panose="02040503050406030204" pitchFamily="18" charset="0"/>
                            </a:rPr>
                            <m:t>𝒊</m:t>
                          </m:r>
                        </m:sup>
                      </m:sSup>
                    </m:oMath>
                  </m:oMathPara>
                </a14:m>
                <a:endParaRPr lang="zh-TW" altLang="en-US" sz="3600" b="1" dirty="0"/>
              </a:p>
            </p:txBody>
          </p:sp>
        </mc:Choice>
        <mc:Fallback xmlns="">
          <p:sp>
            <p:nvSpPr>
              <p:cNvPr id="5" name="文字方塊 189"/>
              <p:cNvSpPr txBox="1">
                <a:spLocks noRot="1" noChangeAspect="1" noMove="1" noResize="1" noEditPoints="1" noAdjustHandles="1" noChangeArrowheads="1" noChangeShapeType="1" noTextEdit="1"/>
              </p:cNvSpPr>
              <p:nvPr/>
            </p:nvSpPr>
            <p:spPr>
              <a:xfrm>
                <a:off x="1859525" y="3212859"/>
                <a:ext cx="2693035" cy="551180"/>
              </a:xfrm>
              <a:prstGeom prst="rect">
                <a:avLst/>
              </a:prstGeom>
              <a:blipFill rotWithShape="1">
                <a:blip r:embed="rId26"/>
                <a:stretch>
                  <a:fillRect l="-9" t="-71" r="-3033" b="71"/>
                </a:stretch>
              </a:blipFill>
            </p:spPr>
            <p:txBody>
              <a:bodyPr/>
              <a:lstStyle/>
              <a:p>
                <a:r>
                  <a:rPr lang="en-US" altLang="en-US">
                    <a:noFill/>
                  </a:rPr>
                  <a:t> </a:t>
                </a:r>
              </a:p>
            </p:txBody>
          </p:sp>
        </mc:Fallback>
      </mc:AlternateContent>
      <p:sp>
        <p:nvSpPr>
          <p:cNvPr id="7" name="標題 1"/>
          <p:cNvSpPr>
            <a:spLocks noGrp="1"/>
          </p:cNvSpPr>
          <p:nvPr>
            <p:ph type="title"/>
          </p:nvPr>
        </p:nvSpPr>
        <p:spPr>
          <a:xfrm>
            <a:off x="0" y="-417120"/>
            <a:ext cx="16084552" cy="1551434"/>
          </a:xfrm>
        </p:spPr>
        <p:txBody>
          <a:bodyPr/>
          <a:lstStyle/>
          <a:p>
            <a:pPr algn="l"/>
            <a:r>
              <a:rPr lang="en-US" altLang="zh-TW" dirty="0">
                <a:sym typeface="+mn-ea"/>
              </a:rPr>
              <a:t>Multi-head 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bldLvl="0" animBg="1"/>
      <p:bldP spid="126" grpId="0" bldLvl="0" animBg="1"/>
      <p:bldP spid="3"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 name="群組 175"/>
          <p:cNvGrpSpPr/>
          <p:nvPr/>
        </p:nvGrpSpPr>
        <p:grpSpPr>
          <a:xfrm>
            <a:off x="8810937" y="1134066"/>
            <a:ext cx="1072742" cy="908720"/>
            <a:chOff x="635402" y="1337615"/>
            <a:chExt cx="715161" cy="605813"/>
          </a:xfrm>
        </p:grpSpPr>
        <p:sp>
          <p:nvSpPr>
            <p:cNvPr id="177" name="矩形 176"/>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78" name="文字方塊 177"/>
                <p:cNvSpPr txBox="1"/>
                <p:nvPr/>
              </p:nvSpPr>
              <p:spPr>
                <a:xfrm>
                  <a:off x="635402" y="1417137"/>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78" name="文字方塊 177"/>
                <p:cNvSpPr txBox="1">
                  <a:spLocks noRot="1" noChangeAspect="1" noMove="1" noResize="1" noEditPoints="1" noAdjustHandles="1" noChangeArrowheads="1" noChangeShapeType="1" noTextEdit="1"/>
                </p:cNvSpPr>
                <p:nvPr/>
              </p:nvSpPr>
              <p:spPr>
                <a:xfrm>
                  <a:off x="635402" y="1417137"/>
                  <a:ext cx="715161" cy="432223"/>
                </a:xfrm>
                <a:prstGeom prst="rect">
                  <a:avLst/>
                </a:prstGeom>
                <a:blipFill rotWithShape="1">
                  <a:blip r:embed="rId2"/>
                </a:blipFill>
              </p:spPr>
              <p:txBody>
                <a:bodyPr/>
                <a:lstStyle/>
                <a:p>
                  <a:r>
                    <a:rPr lang="en-US" altLang="en-US">
                      <a:noFill/>
                    </a:rPr>
                    <a:t> </a:t>
                  </a:r>
                </a:p>
              </p:txBody>
            </p:sp>
          </mc:Fallback>
        </mc:AlternateContent>
      </p:grpSp>
      <p:grpSp>
        <p:nvGrpSpPr>
          <p:cNvPr id="102" name="群組 101"/>
          <p:cNvGrpSpPr/>
          <p:nvPr/>
        </p:nvGrpSpPr>
        <p:grpSpPr>
          <a:xfrm>
            <a:off x="8810936" y="2133012"/>
            <a:ext cx="1072742" cy="908720"/>
            <a:chOff x="635402" y="1337615"/>
            <a:chExt cx="715161" cy="605813"/>
          </a:xfrm>
        </p:grpSpPr>
        <p:sp>
          <p:nvSpPr>
            <p:cNvPr id="103" name="矩形 102"/>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04" name="文字方塊 103"/>
                <p:cNvSpPr txBox="1"/>
                <p:nvPr/>
              </p:nvSpPr>
              <p:spPr>
                <a:xfrm>
                  <a:off x="635402" y="1417137"/>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04" name="文字方塊 103"/>
                <p:cNvSpPr txBox="1">
                  <a:spLocks noRot="1" noChangeAspect="1" noMove="1" noResize="1" noEditPoints="1" noAdjustHandles="1" noChangeArrowheads="1" noChangeShapeType="1" noTextEdit="1"/>
                </p:cNvSpPr>
                <p:nvPr/>
              </p:nvSpPr>
              <p:spPr>
                <a:xfrm>
                  <a:off x="635402" y="1417137"/>
                  <a:ext cx="715161" cy="432223"/>
                </a:xfrm>
                <a:prstGeom prst="rect">
                  <a:avLst/>
                </a:prstGeom>
                <a:blipFill rotWithShape="1">
                  <a:blip r:embed="rId3"/>
                </a:blipFill>
              </p:spPr>
              <p:txBody>
                <a:bodyPr/>
                <a:lstStyle/>
                <a:p>
                  <a:r>
                    <a:rPr lang="en-US" altLang="en-US">
                      <a:noFill/>
                    </a:rPr>
                    <a:t> </a:t>
                  </a:r>
                </a:p>
              </p:txBody>
            </p:sp>
          </mc:Fallback>
        </mc:AlternateContent>
      </p:grpSp>
      <p:sp>
        <p:nvSpPr>
          <p:cNvPr id="5" name="矩形 4"/>
          <p:cNvSpPr/>
          <p:nvPr/>
        </p:nvSpPr>
        <p:spPr>
          <a:xfrm>
            <a:off x="8810936" y="990170"/>
            <a:ext cx="997281" cy="219709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grpSp>
        <p:nvGrpSpPr>
          <p:cNvPr id="132" name="群組 131"/>
          <p:cNvGrpSpPr/>
          <p:nvPr/>
        </p:nvGrpSpPr>
        <p:grpSpPr>
          <a:xfrm>
            <a:off x="4879715" y="1623551"/>
            <a:ext cx="1072742" cy="908720"/>
            <a:chOff x="635402" y="1337615"/>
            <a:chExt cx="715161" cy="605813"/>
          </a:xfrm>
        </p:grpSpPr>
        <p:sp>
          <p:nvSpPr>
            <p:cNvPr id="133" name="矩形 132"/>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80" name="文字方塊 179"/>
                <p:cNvSpPr txBox="1"/>
                <p:nvPr/>
              </p:nvSpPr>
              <p:spPr>
                <a:xfrm>
                  <a:off x="635402" y="1417137"/>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180" name="文字方塊 179"/>
                <p:cNvSpPr txBox="1">
                  <a:spLocks noRot="1" noChangeAspect="1" noMove="1" noResize="1" noEditPoints="1" noAdjustHandles="1" noChangeArrowheads="1" noChangeShapeType="1" noTextEdit="1"/>
                </p:cNvSpPr>
                <p:nvPr/>
              </p:nvSpPr>
              <p:spPr>
                <a:xfrm>
                  <a:off x="635402" y="1417137"/>
                  <a:ext cx="715161" cy="432223"/>
                </a:xfrm>
                <a:prstGeom prst="rect">
                  <a:avLst/>
                </a:prstGeom>
                <a:blipFill rotWithShape="1">
                  <a:blip r:embed="rId4"/>
                </a:blipFill>
              </p:spPr>
              <p:txBody>
                <a:bodyPr/>
                <a:lstStyle/>
                <a:p>
                  <a:r>
                    <a:rPr lang="en-US" altLang="en-US">
                      <a:noFill/>
                    </a:rPr>
                    <a:t> </a:t>
                  </a:r>
                </a:p>
              </p:txBody>
            </p:sp>
          </mc:Fallback>
        </mc:AlternateContent>
      </p:grpSp>
      <p:sp>
        <p:nvSpPr>
          <p:cNvPr id="7" name="文字方塊 6"/>
          <p:cNvSpPr txBox="1"/>
          <p:nvPr/>
        </p:nvSpPr>
        <p:spPr>
          <a:xfrm>
            <a:off x="5784774" y="1689375"/>
            <a:ext cx="641417" cy="737235"/>
          </a:xfrm>
          <a:prstGeom prst="rect">
            <a:avLst/>
          </a:prstGeom>
          <a:noFill/>
        </p:spPr>
        <p:txBody>
          <a:bodyPr wrap="square" rtlCol="0">
            <a:spAutoFit/>
          </a:bodyPr>
          <a:lstStyle/>
          <a:p>
            <a:pPr algn="ctr"/>
            <a:r>
              <a:rPr lang="en-US" altLang="zh-TW" sz="4200" dirty="0"/>
              <a:t>=</a:t>
            </a:r>
            <a:endParaRPr lang="zh-TW" altLang="en-US" sz="4200" dirty="0"/>
          </a:p>
        </p:txBody>
      </p:sp>
      <mc:AlternateContent xmlns:mc="http://schemas.openxmlformats.org/markup-compatibility/2006" xmlns:a14="http://schemas.microsoft.com/office/drawing/2010/main">
        <mc:Choice Requires="a14">
          <p:sp>
            <p:nvSpPr>
              <p:cNvPr id="8" name="矩形 7"/>
              <p:cNvSpPr/>
              <p:nvPr/>
            </p:nvSpPr>
            <p:spPr>
              <a:xfrm>
                <a:off x="6531653" y="1550961"/>
                <a:ext cx="2123618" cy="106574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𝑂</m:t>
                          </m:r>
                        </m:sup>
                      </m:sSup>
                    </m:oMath>
                  </m:oMathPara>
                </a14:m>
                <a:endParaRPr lang="zh-TW" altLang="en-US" sz="3600" dirty="0"/>
              </a:p>
            </p:txBody>
          </p:sp>
        </mc:Choice>
        <mc:Fallback xmlns="">
          <p:sp>
            <p:nvSpPr>
              <p:cNvPr id="8" name="矩形 7"/>
              <p:cNvSpPr>
                <a:spLocks noRot="1" noChangeAspect="1" noMove="1" noResize="1" noEditPoints="1" noAdjustHandles="1" noChangeArrowheads="1" noChangeShapeType="1" noTextEdit="1"/>
              </p:cNvSpPr>
              <p:nvPr/>
            </p:nvSpPr>
            <p:spPr>
              <a:xfrm>
                <a:off x="6531653" y="1550961"/>
                <a:ext cx="2123618" cy="1065740"/>
              </a:xfrm>
              <a:prstGeom prst="rect">
                <a:avLst/>
              </a:prstGeom>
              <a:blipFill rotWithShape="1">
                <a:blip r:embed="rId5"/>
                <a:stretch>
                  <a:fillRect l="-301" t="-623" r="-289" b="-549"/>
                </a:stretch>
              </a:blipFill>
            </p:spPr>
            <p:style>
              <a:lnRef idx="1">
                <a:schemeClr val="accent1"/>
              </a:lnRef>
              <a:fillRef idx="2">
                <a:schemeClr val="accent1"/>
              </a:fillRef>
              <a:effectRef idx="1">
                <a:schemeClr val="accent1"/>
              </a:effectRef>
              <a:fontRef idx="minor">
                <a:schemeClr val="dk1"/>
              </a:fontRef>
            </p:style>
            <p:txBody>
              <a:bodyPr/>
              <a:lstStyle/>
              <a:p>
                <a:r>
                  <a:rPr lang="en-US" altLang="en-US">
                    <a:noFill/>
                  </a:rPr>
                  <a:t> </a:t>
                </a:r>
              </a:p>
            </p:txBody>
          </p:sp>
        </mc:Fallback>
      </mc:AlternateContent>
      <p:cxnSp>
        <p:nvCxnSpPr>
          <p:cNvPr id="241" name="直線單箭頭接點 240"/>
          <p:cNvCxnSpPr/>
          <p:nvPr/>
        </p:nvCxnSpPr>
        <p:spPr>
          <a:xfrm flipV="1">
            <a:off x="6180684" y="7114067"/>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直線單箭頭接點 241"/>
          <p:cNvCxnSpPr/>
          <p:nvPr/>
        </p:nvCxnSpPr>
        <p:spPr>
          <a:xfrm flipV="1">
            <a:off x="8121927" y="7109670"/>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直線單箭頭接點 242"/>
          <p:cNvCxnSpPr/>
          <p:nvPr/>
        </p:nvCxnSpPr>
        <p:spPr>
          <a:xfrm>
            <a:off x="3550616" y="7125018"/>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4" name="直線單箭頭接點 243"/>
          <p:cNvCxnSpPr/>
          <p:nvPr/>
        </p:nvCxnSpPr>
        <p:spPr>
          <a:xfrm flipV="1">
            <a:off x="4030598" y="7117235"/>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 name="直線單箭頭接點 244"/>
          <p:cNvCxnSpPr/>
          <p:nvPr/>
        </p:nvCxnSpPr>
        <p:spPr>
          <a:xfrm flipV="1">
            <a:off x="3517874" y="6730838"/>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線單箭頭接點 245"/>
          <p:cNvCxnSpPr/>
          <p:nvPr/>
        </p:nvCxnSpPr>
        <p:spPr>
          <a:xfrm flipV="1">
            <a:off x="4566924" y="6709994"/>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7" name="矩形 246"/>
          <p:cNvSpPr/>
          <p:nvPr/>
        </p:nvSpPr>
        <p:spPr>
          <a:xfrm>
            <a:off x="5821341" y="9126608"/>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48" name="矩形 247"/>
          <p:cNvSpPr/>
          <p:nvPr/>
        </p:nvSpPr>
        <p:spPr>
          <a:xfrm>
            <a:off x="5940185" y="7509362"/>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49" name="文字方塊 248"/>
              <p:cNvSpPr txBox="1"/>
              <p:nvPr/>
            </p:nvSpPr>
            <p:spPr>
              <a:xfrm>
                <a:off x="5667957" y="7581087"/>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249" name="文字方塊 248"/>
              <p:cNvSpPr txBox="1">
                <a:spLocks noRot="1" noChangeAspect="1" noMove="1" noResize="1" noEditPoints="1" noAdjustHandles="1" noChangeArrowheads="1" noChangeShapeType="1" noTextEdit="1"/>
              </p:cNvSpPr>
              <p:nvPr/>
            </p:nvSpPr>
            <p:spPr>
              <a:xfrm>
                <a:off x="5667957" y="7581087"/>
                <a:ext cx="1072742" cy="648335"/>
              </a:xfrm>
              <a:prstGeom prst="rect">
                <a:avLst/>
              </a:prstGeom>
              <a:blipFill rotWithShape="1">
                <a:blip r:embed="rId6"/>
                <a:stretch>
                  <a:fillRect l="-54" t="-70" r="16" b="70"/>
                </a:stretch>
              </a:blipFill>
            </p:spPr>
            <p:txBody>
              <a:bodyPr/>
              <a:lstStyle/>
              <a:p>
                <a:r>
                  <a:rPr lang="en-US" altLang="en-US">
                    <a:noFill/>
                  </a:rPr>
                  <a:t> </a:t>
                </a:r>
              </a:p>
            </p:txBody>
          </p:sp>
        </mc:Fallback>
      </mc:AlternateContent>
      <p:cxnSp>
        <p:nvCxnSpPr>
          <p:cNvPr id="250" name="直線單箭頭接點 249"/>
          <p:cNvCxnSpPr/>
          <p:nvPr/>
        </p:nvCxnSpPr>
        <p:spPr>
          <a:xfrm flipV="1">
            <a:off x="6169067" y="8325282"/>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直線單箭頭接點 250"/>
          <p:cNvCxnSpPr/>
          <p:nvPr/>
        </p:nvCxnSpPr>
        <p:spPr>
          <a:xfrm>
            <a:off x="3999086" y="8747543"/>
            <a:ext cx="415343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52" name="群組 251"/>
          <p:cNvGrpSpPr/>
          <p:nvPr/>
        </p:nvGrpSpPr>
        <p:grpSpPr>
          <a:xfrm>
            <a:off x="7616154" y="7509362"/>
            <a:ext cx="1072742" cy="1220147"/>
            <a:chOff x="3154887" y="3748362"/>
            <a:chExt cx="715161" cy="813431"/>
          </a:xfrm>
        </p:grpSpPr>
        <p:sp>
          <p:nvSpPr>
            <p:cNvPr id="253" name="矩形 252"/>
            <p:cNvSpPr/>
            <p:nvPr/>
          </p:nvSpPr>
          <p:spPr>
            <a:xfrm>
              <a:off x="3346646" y="3748362"/>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54" name="文字方塊 253"/>
                <p:cNvSpPr txBox="1"/>
                <p:nvPr/>
              </p:nvSpPr>
              <p:spPr>
                <a:xfrm>
                  <a:off x="3154887" y="3785905"/>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254" name="文字方塊 253"/>
                <p:cNvSpPr txBox="1">
                  <a:spLocks noRot="1" noChangeAspect="1" noMove="1" noResize="1" noEditPoints="1" noAdjustHandles="1" noChangeArrowheads="1" noChangeShapeType="1" noTextEdit="1"/>
                </p:cNvSpPr>
                <p:nvPr/>
              </p:nvSpPr>
              <p:spPr>
                <a:xfrm>
                  <a:off x="3154887" y="3785905"/>
                  <a:ext cx="715161" cy="432223"/>
                </a:xfrm>
                <a:prstGeom prst="rect">
                  <a:avLst/>
                </a:prstGeom>
                <a:blipFill rotWithShape="1">
                  <a:blip r:embed="rId7"/>
                </a:blipFill>
              </p:spPr>
              <p:txBody>
                <a:bodyPr/>
                <a:lstStyle/>
                <a:p>
                  <a:r>
                    <a:rPr lang="en-US" altLang="en-US">
                      <a:noFill/>
                    </a:rPr>
                    <a:t> </a:t>
                  </a:r>
                </a:p>
              </p:txBody>
            </p:sp>
          </mc:Fallback>
        </mc:AlternateContent>
        <p:cxnSp>
          <p:nvCxnSpPr>
            <p:cNvPr id="255" name="直線單箭頭接點 254"/>
            <p:cNvCxnSpPr/>
            <p:nvPr/>
          </p:nvCxnSpPr>
          <p:spPr>
            <a:xfrm flipV="1">
              <a:off x="3490646"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56" name="文字方塊 255"/>
              <p:cNvSpPr txBox="1"/>
              <p:nvPr/>
            </p:nvSpPr>
            <p:spPr>
              <a:xfrm>
                <a:off x="5682628" y="9229214"/>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256" name="文字方塊 255"/>
              <p:cNvSpPr txBox="1">
                <a:spLocks noRot="1" noChangeAspect="1" noMove="1" noResize="1" noEditPoints="1" noAdjustHandles="1" noChangeArrowheads="1" noChangeShapeType="1" noTextEdit="1"/>
              </p:cNvSpPr>
              <p:nvPr/>
            </p:nvSpPr>
            <p:spPr>
              <a:xfrm>
                <a:off x="5682628" y="9229214"/>
                <a:ext cx="1072742" cy="648335"/>
              </a:xfrm>
              <a:prstGeom prst="rect">
                <a:avLst/>
              </a:prstGeom>
              <a:blipFill rotWithShape="1">
                <a:blip r:embed="rId8"/>
                <a:stretch>
                  <a:fillRect l="-1" t="-19" r="22" b="19"/>
                </a:stretch>
              </a:blipFill>
            </p:spPr>
            <p:txBody>
              <a:bodyPr/>
              <a:lstStyle/>
              <a:p>
                <a:r>
                  <a:rPr lang="en-US" altLang="en-US">
                    <a:noFill/>
                  </a:rPr>
                  <a:t> </a:t>
                </a:r>
              </a:p>
            </p:txBody>
          </p:sp>
        </mc:Fallback>
      </mc:AlternateContent>
      <p:grpSp>
        <p:nvGrpSpPr>
          <p:cNvPr id="257" name="群組 256"/>
          <p:cNvGrpSpPr/>
          <p:nvPr/>
        </p:nvGrpSpPr>
        <p:grpSpPr>
          <a:xfrm>
            <a:off x="3532803" y="7509362"/>
            <a:ext cx="1072742" cy="1220147"/>
            <a:chOff x="1299972" y="3748362"/>
            <a:chExt cx="715161" cy="813431"/>
          </a:xfrm>
        </p:grpSpPr>
        <p:grpSp>
          <p:nvGrpSpPr>
            <p:cNvPr id="258" name="群組 257"/>
            <p:cNvGrpSpPr/>
            <p:nvPr/>
          </p:nvGrpSpPr>
          <p:grpSpPr>
            <a:xfrm>
              <a:off x="1488062" y="3748362"/>
              <a:ext cx="288000" cy="813431"/>
              <a:chOff x="2212165" y="3748362"/>
              <a:chExt cx="288000" cy="813431"/>
            </a:xfrm>
          </p:grpSpPr>
          <p:sp>
            <p:nvSpPr>
              <p:cNvPr id="260" name="矩形 259"/>
              <p:cNvSpPr/>
              <p:nvPr/>
            </p:nvSpPr>
            <p:spPr>
              <a:xfrm>
                <a:off x="2212165" y="3748362"/>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p:cxnSp>
            <p:nvCxnSpPr>
              <p:cNvPr id="261" name="直線單箭頭接點 260"/>
              <p:cNvCxnSpPr/>
              <p:nvPr/>
            </p:nvCxnSpPr>
            <p:spPr>
              <a:xfrm flipV="1">
                <a:off x="2344779"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59" name="文字方塊 258"/>
                <p:cNvSpPr txBox="1"/>
                <p:nvPr/>
              </p:nvSpPr>
              <p:spPr>
                <a:xfrm>
                  <a:off x="1299972" y="3796179"/>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259" name="文字方塊 258"/>
                <p:cNvSpPr txBox="1">
                  <a:spLocks noRot="1" noChangeAspect="1" noMove="1" noResize="1" noEditPoints="1" noAdjustHandles="1" noChangeArrowheads="1" noChangeShapeType="1" noTextEdit="1"/>
                </p:cNvSpPr>
                <p:nvPr/>
              </p:nvSpPr>
              <p:spPr>
                <a:xfrm>
                  <a:off x="1299972" y="3796179"/>
                  <a:ext cx="715161" cy="428413"/>
                </a:xfrm>
                <a:prstGeom prst="rect">
                  <a:avLst/>
                </a:prstGeom>
                <a:blipFill rotWithShape="1">
                  <a:blip r:embed="rId9"/>
                </a:blipFill>
              </p:spPr>
              <p:txBody>
                <a:bodyPr/>
                <a:lstStyle/>
                <a:p>
                  <a:r>
                    <a:rPr lang="en-US" altLang="en-US">
                      <a:noFill/>
                    </a:rPr>
                    <a:t> </a:t>
                  </a:r>
                </a:p>
              </p:txBody>
            </p:sp>
          </mc:Fallback>
        </mc:AlternateContent>
      </p:grpSp>
      <p:sp>
        <p:nvSpPr>
          <p:cNvPr id="262" name="矩形 261"/>
          <p:cNvSpPr/>
          <p:nvPr/>
        </p:nvSpPr>
        <p:spPr>
          <a:xfrm>
            <a:off x="3301874" y="5864228"/>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63" name="文字方塊 262"/>
              <p:cNvSpPr txBox="1"/>
              <p:nvPr/>
            </p:nvSpPr>
            <p:spPr>
              <a:xfrm>
                <a:off x="4226027" y="5167359"/>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63" name="文字方塊 262"/>
              <p:cNvSpPr txBox="1">
                <a:spLocks noRot="1" noChangeAspect="1" noMove="1" noResize="1" noEditPoints="1" noAdjustHandles="1" noChangeArrowheads="1" noChangeShapeType="1" noTextEdit="1"/>
              </p:cNvSpPr>
              <p:nvPr/>
            </p:nvSpPr>
            <p:spPr>
              <a:xfrm>
                <a:off x="4226027" y="5167359"/>
                <a:ext cx="1072742" cy="642620"/>
              </a:xfrm>
              <a:prstGeom prst="rect">
                <a:avLst/>
              </a:prstGeom>
              <a:blipFill rotWithShape="1">
                <a:blip r:embed="rId10"/>
                <a:stretch>
                  <a:fillRect l="-10" t="-57" r="31" b="57"/>
                </a:stretch>
              </a:blipFill>
            </p:spPr>
            <p:txBody>
              <a:bodyPr/>
              <a:lstStyle/>
              <a:p>
                <a:r>
                  <a:rPr lang="en-US" altLang="en-US">
                    <a:noFill/>
                  </a:rPr>
                  <a:t> </a:t>
                </a:r>
              </a:p>
            </p:txBody>
          </p:sp>
        </mc:Fallback>
      </mc:AlternateContent>
      <p:sp>
        <p:nvSpPr>
          <p:cNvPr id="264" name="矩形 263"/>
          <p:cNvSpPr/>
          <p:nvPr/>
        </p:nvSpPr>
        <p:spPr>
          <a:xfrm>
            <a:off x="4381566" y="5841143"/>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65" name="文字方塊 264"/>
              <p:cNvSpPr txBox="1"/>
              <p:nvPr/>
            </p:nvSpPr>
            <p:spPr>
              <a:xfrm>
                <a:off x="3117440" y="5152388"/>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65" name="文字方塊 264"/>
              <p:cNvSpPr txBox="1">
                <a:spLocks noRot="1" noChangeAspect="1" noMove="1" noResize="1" noEditPoints="1" noAdjustHandles="1" noChangeArrowheads="1" noChangeShapeType="1" noTextEdit="1"/>
              </p:cNvSpPr>
              <p:nvPr/>
            </p:nvSpPr>
            <p:spPr>
              <a:xfrm>
                <a:off x="3117440" y="5152388"/>
                <a:ext cx="1072742" cy="642620"/>
              </a:xfrm>
              <a:prstGeom prst="rect">
                <a:avLst/>
              </a:prstGeom>
              <a:blipFill rotWithShape="1">
                <a:blip r:embed="rId11"/>
                <a:stretch>
                  <a:fillRect l="-21" t="-99" r="42" b="99"/>
                </a:stretch>
              </a:blipFill>
            </p:spPr>
            <p:txBody>
              <a:bodyPr/>
              <a:lstStyle/>
              <a:p>
                <a:r>
                  <a:rPr lang="en-US" altLang="en-US">
                    <a:noFill/>
                  </a:rPr>
                  <a:t> </a:t>
                </a:r>
              </a:p>
            </p:txBody>
          </p:sp>
        </mc:Fallback>
      </mc:AlternateContent>
      <p:cxnSp>
        <p:nvCxnSpPr>
          <p:cNvPr id="266" name="直線單箭頭接點 265"/>
          <p:cNvCxnSpPr/>
          <p:nvPr/>
        </p:nvCxnSpPr>
        <p:spPr>
          <a:xfrm>
            <a:off x="5700702" y="7121850"/>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直線單箭頭接點 266"/>
          <p:cNvCxnSpPr/>
          <p:nvPr/>
        </p:nvCxnSpPr>
        <p:spPr>
          <a:xfrm flipV="1">
            <a:off x="5667960" y="6727670"/>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直線單箭頭接點 267"/>
          <p:cNvCxnSpPr/>
          <p:nvPr/>
        </p:nvCxnSpPr>
        <p:spPr>
          <a:xfrm flipV="1">
            <a:off x="6717011" y="6706826"/>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69" name="矩形 268"/>
          <p:cNvSpPr/>
          <p:nvPr/>
        </p:nvSpPr>
        <p:spPr>
          <a:xfrm>
            <a:off x="5451960" y="586106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70" name="文字方塊 269"/>
              <p:cNvSpPr txBox="1"/>
              <p:nvPr/>
            </p:nvSpPr>
            <p:spPr>
              <a:xfrm>
                <a:off x="6376113" y="5164191"/>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70" name="文字方塊 269"/>
              <p:cNvSpPr txBox="1">
                <a:spLocks noRot="1" noChangeAspect="1" noMove="1" noResize="1" noEditPoints="1" noAdjustHandles="1" noChangeArrowheads="1" noChangeShapeType="1" noTextEdit="1"/>
              </p:cNvSpPr>
              <p:nvPr/>
            </p:nvSpPr>
            <p:spPr>
              <a:xfrm>
                <a:off x="6376113" y="5164191"/>
                <a:ext cx="1072742" cy="648335"/>
              </a:xfrm>
              <a:prstGeom prst="rect">
                <a:avLst/>
              </a:prstGeom>
              <a:blipFill rotWithShape="1">
                <a:blip r:embed="rId12"/>
                <a:stretch>
                  <a:fillRect l="-7" t="-57" r="28" b="57"/>
                </a:stretch>
              </a:blipFill>
            </p:spPr>
            <p:txBody>
              <a:bodyPr/>
              <a:lstStyle/>
              <a:p>
                <a:r>
                  <a:rPr lang="en-US" altLang="en-US">
                    <a:noFill/>
                  </a:rPr>
                  <a:t> </a:t>
                </a:r>
              </a:p>
            </p:txBody>
          </p:sp>
        </mc:Fallback>
      </mc:AlternateContent>
      <p:sp>
        <p:nvSpPr>
          <p:cNvPr id="271" name="矩形 270"/>
          <p:cNvSpPr/>
          <p:nvPr/>
        </p:nvSpPr>
        <p:spPr>
          <a:xfrm>
            <a:off x="6531653" y="5837975"/>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72" name="文字方塊 271"/>
              <p:cNvSpPr txBox="1"/>
              <p:nvPr/>
            </p:nvSpPr>
            <p:spPr>
              <a:xfrm>
                <a:off x="5299443" y="5151162"/>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72" name="文字方塊 271"/>
              <p:cNvSpPr txBox="1">
                <a:spLocks noRot="1" noChangeAspect="1" noMove="1" noResize="1" noEditPoints="1" noAdjustHandles="1" noChangeArrowheads="1" noChangeShapeType="1" noTextEdit="1"/>
              </p:cNvSpPr>
              <p:nvPr/>
            </p:nvSpPr>
            <p:spPr>
              <a:xfrm>
                <a:off x="5299443" y="5151162"/>
                <a:ext cx="1072742" cy="648335"/>
              </a:xfrm>
              <a:prstGeom prst="rect">
                <a:avLst/>
              </a:prstGeom>
              <a:blipFill rotWithShape="1">
                <a:blip r:embed="rId13"/>
                <a:stretch>
                  <a:fillRect l="-34" t="-6" r="55" b="6"/>
                </a:stretch>
              </a:blipFill>
            </p:spPr>
            <p:txBody>
              <a:bodyPr/>
              <a:lstStyle/>
              <a:p>
                <a:r>
                  <a:rPr lang="en-US" altLang="en-US">
                    <a:noFill/>
                  </a:rPr>
                  <a:t> </a:t>
                </a:r>
              </a:p>
            </p:txBody>
          </p:sp>
        </mc:Fallback>
      </mc:AlternateContent>
      <p:cxnSp>
        <p:nvCxnSpPr>
          <p:cNvPr id="273" name="直線單箭頭接點 272"/>
          <p:cNvCxnSpPr/>
          <p:nvPr/>
        </p:nvCxnSpPr>
        <p:spPr>
          <a:xfrm>
            <a:off x="7641945" y="7117454"/>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直線單箭頭接點 273"/>
          <p:cNvCxnSpPr/>
          <p:nvPr/>
        </p:nvCxnSpPr>
        <p:spPr>
          <a:xfrm flipV="1">
            <a:off x="7609203" y="6723273"/>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直線單箭頭接點 274"/>
          <p:cNvCxnSpPr/>
          <p:nvPr/>
        </p:nvCxnSpPr>
        <p:spPr>
          <a:xfrm flipV="1">
            <a:off x="8658254" y="6702429"/>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6" name="矩形 275"/>
          <p:cNvSpPr/>
          <p:nvPr/>
        </p:nvSpPr>
        <p:spPr>
          <a:xfrm>
            <a:off x="7393203" y="585666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77" name="文字方塊 276"/>
              <p:cNvSpPr txBox="1"/>
              <p:nvPr/>
            </p:nvSpPr>
            <p:spPr>
              <a:xfrm>
                <a:off x="8317356" y="5159795"/>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77" name="文字方塊 276"/>
              <p:cNvSpPr txBox="1">
                <a:spLocks noRot="1" noChangeAspect="1" noMove="1" noResize="1" noEditPoints="1" noAdjustHandles="1" noChangeArrowheads="1" noChangeShapeType="1" noTextEdit="1"/>
              </p:cNvSpPr>
              <p:nvPr/>
            </p:nvSpPr>
            <p:spPr>
              <a:xfrm>
                <a:off x="8317356" y="5159795"/>
                <a:ext cx="1072742" cy="648335"/>
              </a:xfrm>
              <a:prstGeom prst="rect">
                <a:avLst/>
              </a:prstGeom>
              <a:blipFill rotWithShape="1">
                <a:blip r:embed="rId14"/>
                <a:stretch>
                  <a:fillRect l="-12" t="-65" r="33" b="65"/>
                </a:stretch>
              </a:blipFill>
            </p:spPr>
            <p:txBody>
              <a:bodyPr/>
              <a:lstStyle/>
              <a:p>
                <a:r>
                  <a:rPr lang="en-US" altLang="en-US">
                    <a:noFill/>
                  </a:rPr>
                  <a:t> </a:t>
                </a:r>
              </a:p>
            </p:txBody>
          </p:sp>
        </mc:Fallback>
      </mc:AlternateContent>
      <p:sp>
        <p:nvSpPr>
          <p:cNvPr id="278" name="矩形 277"/>
          <p:cNvSpPr/>
          <p:nvPr/>
        </p:nvSpPr>
        <p:spPr>
          <a:xfrm>
            <a:off x="8472896" y="5833578"/>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79" name="文字方塊 278"/>
              <p:cNvSpPr txBox="1"/>
              <p:nvPr/>
            </p:nvSpPr>
            <p:spPr>
              <a:xfrm>
                <a:off x="7322384" y="5143371"/>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79" name="文字方塊 278"/>
              <p:cNvSpPr txBox="1">
                <a:spLocks noRot="1" noChangeAspect="1" noMove="1" noResize="1" noEditPoints="1" noAdjustHandles="1" noChangeArrowheads="1" noChangeShapeType="1" noTextEdit="1"/>
              </p:cNvSpPr>
              <p:nvPr/>
            </p:nvSpPr>
            <p:spPr>
              <a:xfrm>
                <a:off x="7322384" y="5143371"/>
                <a:ext cx="1072742" cy="648335"/>
              </a:xfrm>
              <a:prstGeom prst="rect">
                <a:avLst/>
              </a:prstGeom>
              <a:blipFill rotWithShape="1">
                <a:blip r:embed="rId15"/>
                <a:stretch>
                  <a:fillRect l="-19" t="-78" r="40" b="78"/>
                </a:stretch>
              </a:blipFill>
            </p:spPr>
            <p:txBody>
              <a:bodyPr/>
              <a:lstStyle/>
              <a:p>
                <a:r>
                  <a:rPr lang="en-US" altLang="en-US">
                    <a:noFill/>
                  </a:rPr>
                  <a:t> </a:t>
                </a:r>
              </a:p>
            </p:txBody>
          </p:sp>
        </mc:Fallback>
      </mc:AlternateContent>
      <p:cxnSp>
        <p:nvCxnSpPr>
          <p:cNvPr id="280" name="直線單箭頭接點 279"/>
          <p:cNvCxnSpPr/>
          <p:nvPr/>
        </p:nvCxnSpPr>
        <p:spPr>
          <a:xfrm flipV="1">
            <a:off x="12659715" y="7067238"/>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直線單箭頭接點 280"/>
          <p:cNvCxnSpPr/>
          <p:nvPr/>
        </p:nvCxnSpPr>
        <p:spPr>
          <a:xfrm flipV="1">
            <a:off x="14600958" y="7062842"/>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直線單箭頭接點 281"/>
          <p:cNvCxnSpPr/>
          <p:nvPr/>
        </p:nvCxnSpPr>
        <p:spPr>
          <a:xfrm>
            <a:off x="10029647" y="7078190"/>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直線單箭頭接點 282"/>
          <p:cNvCxnSpPr/>
          <p:nvPr/>
        </p:nvCxnSpPr>
        <p:spPr>
          <a:xfrm flipV="1">
            <a:off x="10509629" y="7070406"/>
            <a:ext cx="0" cy="763314"/>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4" name="直線單箭頭接點 283"/>
          <p:cNvCxnSpPr/>
          <p:nvPr/>
        </p:nvCxnSpPr>
        <p:spPr>
          <a:xfrm flipV="1">
            <a:off x="9996905" y="6684009"/>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直線單箭頭接點 284"/>
          <p:cNvCxnSpPr/>
          <p:nvPr/>
        </p:nvCxnSpPr>
        <p:spPr>
          <a:xfrm flipV="1">
            <a:off x="11045955" y="6663165"/>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6" name="矩形 285"/>
          <p:cNvSpPr/>
          <p:nvPr/>
        </p:nvSpPr>
        <p:spPr>
          <a:xfrm>
            <a:off x="12300372" y="9079779"/>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87" name="矩形 286"/>
          <p:cNvSpPr/>
          <p:nvPr/>
        </p:nvSpPr>
        <p:spPr>
          <a:xfrm>
            <a:off x="12419216" y="746253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88" name="文字方塊 287"/>
              <p:cNvSpPr txBox="1"/>
              <p:nvPr/>
            </p:nvSpPr>
            <p:spPr>
              <a:xfrm>
                <a:off x="12146988" y="7534259"/>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88" name="文字方塊 287"/>
              <p:cNvSpPr txBox="1">
                <a:spLocks noRot="1" noChangeAspect="1" noMove="1" noResize="1" noEditPoints="1" noAdjustHandles="1" noChangeArrowheads="1" noChangeShapeType="1" noTextEdit="1"/>
              </p:cNvSpPr>
              <p:nvPr/>
            </p:nvSpPr>
            <p:spPr>
              <a:xfrm>
                <a:off x="12146988" y="7534259"/>
                <a:ext cx="1072742" cy="648335"/>
              </a:xfrm>
              <a:prstGeom prst="rect">
                <a:avLst/>
              </a:prstGeom>
              <a:blipFill rotWithShape="1">
                <a:blip r:embed="rId16"/>
                <a:stretch>
                  <a:fillRect l="-7" t="-95" r="28" b="95"/>
                </a:stretch>
              </a:blipFill>
            </p:spPr>
            <p:txBody>
              <a:bodyPr/>
              <a:lstStyle/>
              <a:p>
                <a:r>
                  <a:rPr lang="en-US" altLang="en-US">
                    <a:noFill/>
                  </a:rPr>
                  <a:t> </a:t>
                </a:r>
              </a:p>
            </p:txBody>
          </p:sp>
        </mc:Fallback>
      </mc:AlternateContent>
      <p:cxnSp>
        <p:nvCxnSpPr>
          <p:cNvPr id="289" name="直線單箭頭接點 288"/>
          <p:cNvCxnSpPr/>
          <p:nvPr/>
        </p:nvCxnSpPr>
        <p:spPr>
          <a:xfrm flipV="1">
            <a:off x="12648098" y="8278454"/>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直線單箭頭接點 289"/>
          <p:cNvCxnSpPr/>
          <p:nvPr/>
        </p:nvCxnSpPr>
        <p:spPr>
          <a:xfrm>
            <a:off x="10478117" y="8700714"/>
            <a:ext cx="415343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91" name="群組 290"/>
          <p:cNvGrpSpPr/>
          <p:nvPr/>
        </p:nvGrpSpPr>
        <p:grpSpPr>
          <a:xfrm>
            <a:off x="14095185" y="7462533"/>
            <a:ext cx="1072742" cy="1220147"/>
            <a:chOff x="3154887" y="3748362"/>
            <a:chExt cx="715161" cy="813431"/>
          </a:xfrm>
        </p:grpSpPr>
        <p:sp>
          <p:nvSpPr>
            <p:cNvPr id="292" name="矩形 291"/>
            <p:cNvSpPr/>
            <p:nvPr/>
          </p:nvSpPr>
          <p:spPr>
            <a:xfrm>
              <a:off x="3346646" y="3748362"/>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93" name="文字方塊 292"/>
                <p:cNvSpPr txBox="1"/>
                <p:nvPr/>
              </p:nvSpPr>
              <p:spPr>
                <a:xfrm>
                  <a:off x="3154887" y="3785905"/>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93" name="文字方塊 292"/>
                <p:cNvSpPr txBox="1">
                  <a:spLocks noRot="1" noChangeAspect="1" noMove="1" noResize="1" noEditPoints="1" noAdjustHandles="1" noChangeArrowheads="1" noChangeShapeType="1" noTextEdit="1"/>
                </p:cNvSpPr>
                <p:nvPr/>
              </p:nvSpPr>
              <p:spPr>
                <a:xfrm>
                  <a:off x="3154887" y="3785905"/>
                  <a:ext cx="715161" cy="432223"/>
                </a:xfrm>
                <a:prstGeom prst="rect">
                  <a:avLst/>
                </a:prstGeom>
                <a:blipFill rotWithShape="1">
                  <a:blip r:embed="rId17"/>
                </a:blipFill>
              </p:spPr>
              <p:txBody>
                <a:bodyPr/>
                <a:lstStyle/>
                <a:p>
                  <a:r>
                    <a:rPr lang="en-US" altLang="en-US">
                      <a:noFill/>
                    </a:rPr>
                    <a:t> </a:t>
                  </a:r>
                </a:p>
              </p:txBody>
            </p:sp>
          </mc:Fallback>
        </mc:AlternateContent>
        <p:cxnSp>
          <p:nvCxnSpPr>
            <p:cNvPr id="294" name="直線單箭頭接點 293"/>
            <p:cNvCxnSpPr/>
            <p:nvPr/>
          </p:nvCxnSpPr>
          <p:spPr>
            <a:xfrm flipV="1">
              <a:off x="3490646"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95" name="文字方塊 294"/>
              <p:cNvSpPr txBox="1"/>
              <p:nvPr/>
            </p:nvSpPr>
            <p:spPr>
              <a:xfrm>
                <a:off x="12161660" y="9182385"/>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95" name="文字方塊 294"/>
              <p:cNvSpPr txBox="1">
                <a:spLocks noRot="1" noChangeAspect="1" noMove="1" noResize="1" noEditPoints="1" noAdjustHandles="1" noChangeArrowheads="1" noChangeShapeType="1" noTextEdit="1"/>
              </p:cNvSpPr>
              <p:nvPr/>
            </p:nvSpPr>
            <p:spPr>
              <a:xfrm>
                <a:off x="12161660" y="9182385"/>
                <a:ext cx="1072742" cy="648335"/>
              </a:xfrm>
              <a:prstGeom prst="rect">
                <a:avLst/>
              </a:prstGeom>
              <a:blipFill rotWithShape="1">
                <a:blip r:embed="rId18"/>
                <a:stretch>
                  <a:fillRect l="-13" t="-44" r="34" b="44"/>
                </a:stretch>
              </a:blipFill>
            </p:spPr>
            <p:txBody>
              <a:bodyPr/>
              <a:lstStyle/>
              <a:p>
                <a:r>
                  <a:rPr lang="en-US" altLang="en-US">
                    <a:noFill/>
                  </a:rPr>
                  <a:t> </a:t>
                </a:r>
              </a:p>
            </p:txBody>
          </p:sp>
        </mc:Fallback>
      </mc:AlternateContent>
      <p:grpSp>
        <p:nvGrpSpPr>
          <p:cNvPr id="296" name="群組 295"/>
          <p:cNvGrpSpPr/>
          <p:nvPr/>
        </p:nvGrpSpPr>
        <p:grpSpPr>
          <a:xfrm>
            <a:off x="10011834" y="7462533"/>
            <a:ext cx="1072742" cy="1220147"/>
            <a:chOff x="1299972" y="3748362"/>
            <a:chExt cx="715161" cy="813431"/>
          </a:xfrm>
        </p:grpSpPr>
        <p:grpSp>
          <p:nvGrpSpPr>
            <p:cNvPr id="297" name="群組 296"/>
            <p:cNvGrpSpPr/>
            <p:nvPr/>
          </p:nvGrpSpPr>
          <p:grpSpPr>
            <a:xfrm>
              <a:off x="1488062" y="3748362"/>
              <a:ext cx="288000" cy="813431"/>
              <a:chOff x="2212165" y="3748362"/>
              <a:chExt cx="288000" cy="813431"/>
            </a:xfrm>
          </p:grpSpPr>
          <p:sp>
            <p:nvSpPr>
              <p:cNvPr id="299" name="矩形 298"/>
              <p:cNvSpPr/>
              <p:nvPr/>
            </p:nvSpPr>
            <p:spPr>
              <a:xfrm>
                <a:off x="2212165" y="3748362"/>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dirty="0"/>
              </a:p>
            </p:txBody>
          </p:sp>
          <p:cxnSp>
            <p:nvCxnSpPr>
              <p:cNvPr id="300" name="直線單箭頭接點 299"/>
              <p:cNvCxnSpPr/>
              <p:nvPr/>
            </p:nvCxnSpPr>
            <p:spPr>
              <a:xfrm flipV="1">
                <a:off x="2344779" y="4290299"/>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98" name="文字方塊 297"/>
                <p:cNvSpPr txBox="1"/>
                <p:nvPr/>
              </p:nvSpPr>
              <p:spPr>
                <a:xfrm>
                  <a:off x="1299972" y="3796179"/>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sup>
                        </m:sSup>
                      </m:oMath>
                    </m:oMathPara>
                  </a14:m>
                  <a:endParaRPr lang="zh-TW" altLang="en-US" sz="3600" b="1" dirty="0"/>
                </a:p>
              </p:txBody>
            </p:sp>
          </mc:Choice>
          <mc:Fallback xmlns="">
            <p:sp>
              <p:nvSpPr>
                <p:cNvPr id="298" name="文字方塊 297"/>
                <p:cNvSpPr txBox="1">
                  <a:spLocks noRot="1" noChangeAspect="1" noMove="1" noResize="1" noEditPoints="1" noAdjustHandles="1" noChangeArrowheads="1" noChangeShapeType="1" noTextEdit="1"/>
                </p:cNvSpPr>
                <p:nvPr/>
              </p:nvSpPr>
              <p:spPr>
                <a:xfrm>
                  <a:off x="1299972" y="3796179"/>
                  <a:ext cx="715161" cy="428413"/>
                </a:xfrm>
                <a:prstGeom prst="rect">
                  <a:avLst/>
                </a:prstGeom>
                <a:blipFill rotWithShape="1">
                  <a:blip r:embed="rId19"/>
                </a:blipFill>
              </p:spPr>
              <p:txBody>
                <a:bodyPr/>
                <a:lstStyle/>
                <a:p>
                  <a:r>
                    <a:rPr lang="en-US" altLang="en-US">
                      <a:noFill/>
                    </a:rPr>
                    <a:t> </a:t>
                  </a:r>
                </a:p>
              </p:txBody>
            </p:sp>
          </mc:Fallback>
        </mc:AlternateContent>
      </p:grpSp>
      <p:sp>
        <p:nvSpPr>
          <p:cNvPr id="301" name="矩形 300"/>
          <p:cNvSpPr/>
          <p:nvPr/>
        </p:nvSpPr>
        <p:spPr>
          <a:xfrm>
            <a:off x="9780905" y="5817399"/>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02" name="文字方塊 301"/>
              <p:cNvSpPr txBox="1"/>
              <p:nvPr/>
            </p:nvSpPr>
            <p:spPr>
              <a:xfrm>
                <a:off x="10705058" y="5120531"/>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02" name="文字方塊 301"/>
              <p:cNvSpPr txBox="1">
                <a:spLocks noRot="1" noChangeAspect="1" noMove="1" noResize="1" noEditPoints="1" noAdjustHandles="1" noChangeArrowheads="1" noChangeShapeType="1" noTextEdit="1"/>
              </p:cNvSpPr>
              <p:nvPr/>
            </p:nvSpPr>
            <p:spPr>
              <a:xfrm>
                <a:off x="10705058" y="5120531"/>
                <a:ext cx="1072742" cy="642620"/>
              </a:xfrm>
              <a:prstGeom prst="rect">
                <a:avLst/>
              </a:prstGeom>
              <a:blipFill rotWithShape="1">
                <a:blip r:embed="rId20"/>
                <a:stretch>
                  <a:fillRect l="-21" t="-82" r="42" b="82"/>
                </a:stretch>
              </a:blipFill>
            </p:spPr>
            <p:txBody>
              <a:bodyPr/>
              <a:lstStyle/>
              <a:p>
                <a:r>
                  <a:rPr lang="en-US" altLang="en-US">
                    <a:noFill/>
                  </a:rPr>
                  <a:t> </a:t>
                </a:r>
              </a:p>
            </p:txBody>
          </p:sp>
        </mc:Fallback>
      </mc:AlternateContent>
      <p:sp>
        <p:nvSpPr>
          <p:cNvPr id="303" name="矩形 302"/>
          <p:cNvSpPr/>
          <p:nvPr/>
        </p:nvSpPr>
        <p:spPr>
          <a:xfrm>
            <a:off x="10860597" y="5794314"/>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04" name="文字方塊 303"/>
              <p:cNvSpPr txBox="1"/>
              <p:nvPr/>
            </p:nvSpPr>
            <p:spPr>
              <a:xfrm>
                <a:off x="9596471" y="5105559"/>
                <a:ext cx="1072742" cy="642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04" name="文字方塊 303"/>
              <p:cNvSpPr txBox="1">
                <a:spLocks noRot="1" noChangeAspect="1" noMove="1" noResize="1" noEditPoints="1" noAdjustHandles="1" noChangeArrowheads="1" noChangeShapeType="1" noTextEdit="1"/>
              </p:cNvSpPr>
              <p:nvPr/>
            </p:nvSpPr>
            <p:spPr>
              <a:xfrm>
                <a:off x="9596471" y="5105559"/>
                <a:ext cx="1072742" cy="642620"/>
              </a:xfrm>
              <a:prstGeom prst="rect">
                <a:avLst/>
              </a:prstGeom>
              <a:blipFill rotWithShape="1">
                <a:blip r:embed="rId21"/>
                <a:stretch>
                  <a:fillRect l="-33" t="-25" r="54" b="25"/>
                </a:stretch>
              </a:blipFill>
            </p:spPr>
            <p:txBody>
              <a:bodyPr/>
              <a:lstStyle/>
              <a:p>
                <a:r>
                  <a:rPr lang="en-US" altLang="en-US">
                    <a:noFill/>
                  </a:rPr>
                  <a:t> </a:t>
                </a:r>
              </a:p>
            </p:txBody>
          </p:sp>
        </mc:Fallback>
      </mc:AlternateContent>
      <p:cxnSp>
        <p:nvCxnSpPr>
          <p:cNvPr id="305" name="直線單箭頭接點 304"/>
          <p:cNvCxnSpPr/>
          <p:nvPr/>
        </p:nvCxnSpPr>
        <p:spPr>
          <a:xfrm>
            <a:off x="12179733" y="7075022"/>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6" name="直線單箭頭接點 305"/>
          <p:cNvCxnSpPr/>
          <p:nvPr/>
        </p:nvCxnSpPr>
        <p:spPr>
          <a:xfrm flipV="1">
            <a:off x="12146991" y="6680841"/>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直線單箭頭接點 306"/>
          <p:cNvCxnSpPr/>
          <p:nvPr/>
        </p:nvCxnSpPr>
        <p:spPr>
          <a:xfrm flipV="1">
            <a:off x="13196042" y="6659997"/>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08" name="矩形 307"/>
          <p:cNvSpPr/>
          <p:nvPr/>
        </p:nvSpPr>
        <p:spPr>
          <a:xfrm>
            <a:off x="11930991" y="581423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09" name="文字方塊 308"/>
              <p:cNvSpPr txBox="1"/>
              <p:nvPr/>
            </p:nvSpPr>
            <p:spPr>
              <a:xfrm>
                <a:off x="12855144" y="5117363"/>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09" name="文字方塊 308"/>
              <p:cNvSpPr txBox="1">
                <a:spLocks noRot="1" noChangeAspect="1" noMove="1" noResize="1" noEditPoints="1" noAdjustHandles="1" noChangeArrowheads="1" noChangeShapeType="1" noTextEdit="1"/>
              </p:cNvSpPr>
              <p:nvPr/>
            </p:nvSpPr>
            <p:spPr>
              <a:xfrm>
                <a:off x="12855144" y="5117363"/>
                <a:ext cx="1072742" cy="648335"/>
              </a:xfrm>
              <a:prstGeom prst="rect">
                <a:avLst/>
              </a:prstGeom>
              <a:blipFill rotWithShape="1">
                <a:blip r:embed="rId22"/>
                <a:stretch>
                  <a:fillRect l="-19" t="-82" r="40" b="82"/>
                </a:stretch>
              </a:blipFill>
            </p:spPr>
            <p:txBody>
              <a:bodyPr/>
              <a:lstStyle/>
              <a:p>
                <a:r>
                  <a:rPr lang="en-US" altLang="en-US">
                    <a:noFill/>
                  </a:rPr>
                  <a:t> </a:t>
                </a:r>
              </a:p>
            </p:txBody>
          </p:sp>
        </mc:Fallback>
      </mc:AlternateContent>
      <p:sp>
        <p:nvSpPr>
          <p:cNvPr id="310" name="矩形 309"/>
          <p:cNvSpPr/>
          <p:nvPr/>
        </p:nvSpPr>
        <p:spPr>
          <a:xfrm>
            <a:off x="13010684" y="5791146"/>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1" name="文字方塊 310"/>
              <p:cNvSpPr txBox="1"/>
              <p:nvPr/>
            </p:nvSpPr>
            <p:spPr>
              <a:xfrm>
                <a:off x="11778474" y="5104334"/>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11" name="文字方塊 310"/>
              <p:cNvSpPr txBox="1">
                <a:spLocks noRot="1" noChangeAspect="1" noMove="1" noResize="1" noEditPoints="1" noAdjustHandles="1" noChangeArrowheads="1" noChangeShapeType="1" noTextEdit="1"/>
              </p:cNvSpPr>
              <p:nvPr/>
            </p:nvSpPr>
            <p:spPr>
              <a:xfrm>
                <a:off x="11778474" y="5104334"/>
                <a:ext cx="1072742" cy="648335"/>
              </a:xfrm>
              <a:prstGeom prst="rect">
                <a:avLst/>
              </a:prstGeom>
              <a:blipFill rotWithShape="1">
                <a:blip r:embed="rId23"/>
                <a:stretch>
                  <a:fillRect l="-46" t="-31" r="8" b="31"/>
                </a:stretch>
              </a:blipFill>
            </p:spPr>
            <p:txBody>
              <a:bodyPr/>
              <a:lstStyle/>
              <a:p>
                <a:r>
                  <a:rPr lang="en-US" altLang="en-US">
                    <a:noFill/>
                  </a:rPr>
                  <a:t> </a:t>
                </a:r>
              </a:p>
            </p:txBody>
          </p:sp>
        </mc:Fallback>
      </mc:AlternateContent>
      <p:cxnSp>
        <p:nvCxnSpPr>
          <p:cNvPr id="312" name="直線單箭頭接點 311"/>
          <p:cNvCxnSpPr/>
          <p:nvPr/>
        </p:nvCxnSpPr>
        <p:spPr>
          <a:xfrm>
            <a:off x="14120976" y="7070625"/>
            <a:ext cx="1046951" cy="0"/>
          </a:xfrm>
          <a:prstGeom prst="straightConnector1">
            <a:avLst/>
          </a:prstGeom>
          <a:ln w="254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3" name="直線單箭頭接點 312"/>
          <p:cNvCxnSpPr/>
          <p:nvPr/>
        </p:nvCxnSpPr>
        <p:spPr>
          <a:xfrm flipV="1">
            <a:off x="14088234" y="6676445"/>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直線單箭頭接點 313"/>
          <p:cNvCxnSpPr/>
          <p:nvPr/>
        </p:nvCxnSpPr>
        <p:spPr>
          <a:xfrm flipV="1">
            <a:off x="15137285" y="6655601"/>
            <a:ext cx="0" cy="40724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15" name="矩形 314"/>
          <p:cNvSpPr/>
          <p:nvPr/>
        </p:nvSpPr>
        <p:spPr>
          <a:xfrm>
            <a:off x="13872234" y="5809835"/>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6" name="文字方塊 315"/>
              <p:cNvSpPr txBox="1"/>
              <p:nvPr/>
            </p:nvSpPr>
            <p:spPr>
              <a:xfrm>
                <a:off x="14796387" y="5112966"/>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16" name="文字方塊 315"/>
              <p:cNvSpPr txBox="1">
                <a:spLocks noRot="1" noChangeAspect="1" noMove="1" noResize="1" noEditPoints="1" noAdjustHandles="1" noChangeArrowheads="1" noChangeShapeType="1" noTextEdit="1"/>
              </p:cNvSpPr>
              <p:nvPr/>
            </p:nvSpPr>
            <p:spPr>
              <a:xfrm>
                <a:off x="14796387" y="5112966"/>
                <a:ext cx="1072742" cy="648335"/>
              </a:xfrm>
              <a:prstGeom prst="rect">
                <a:avLst/>
              </a:prstGeom>
              <a:blipFill rotWithShape="1">
                <a:blip r:embed="rId24"/>
                <a:stretch>
                  <a:fillRect l="-23" t="-90" r="45" b="90"/>
                </a:stretch>
              </a:blipFill>
            </p:spPr>
            <p:txBody>
              <a:bodyPr/>
              <a:lstStyle/>
              <a:p>
                <a:r>
                  <a:rPr lang="en-US" altLang="en-US">
                    <a:noFill/>
                  </a:rPr>
                  <a:t> </a:t>
                </a:r>
              </a:p>
            </p:txBody>
          </p:sp>
        </mc:Fallback>
      </mc:AlternateContent>
      <p:sp>
        <p:nvSpPr>
          <p:cNvPr id="317" name="矩形 316"/>
          <p:cNvSpPr/>
          <p:nvPr/>
        </p:nvSpPr>
        <p:spPr>
          <a:xfrm>
            <a:off x="14951927" y="578675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18" name="文字方塊 317"/>
              <p:cNvSpPr txBox="1"/>
              <p:nvPr/>
            </p:nvSpPr>
            <p:spPr>
              <a:xfrm>
                <a:off x="13801415" y="5096543"/>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𝒋</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18" name="文字方塊 317"/>
              <p:cNvSpPr txBox="1">
                <a:spLocks noRot="1" noChangeAspect="1" noMove="1" noResize="1" noEditPoints="1" noAdjustHandles="1" noChangeArrowheads="1" noChangeShapeType="1" noTextEdit="1"/>
              </p:cNvSpPr>
              <p:nvPr/>
            </p:nvSpPr>
            <p:spPr>
              <a:xfrm>
                <a:off x="13801415" y="5096543"/>
                <a:ext cx="1072742" cy="648335"/>
              </a:xfrm>
              <a:prstGeom prst="rect">
                <a:avLst/>
              </a:prstGeom>
              <a:blipFill rotWithShape="1">
                <a:blip r:embed="rId25"/>
                <a:stretch>
                  <a:fillRect l="-30" t="-5" r="51" b="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9" name="文字方塊 318"/>
              <p:cNvSpPr txBox="1"/>
              <p:nvPr/>
            </p:nvSpPr>
            <p:spPr>
              <a:xfrm>
                <a:off x="2883780" y="9126608"/>
                <a:ext cx="2170430" cy="551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r>
                        <a:rPr lang="en-US" altLang="zh-TW" sz="3600" b="0" i="1" smtClean="0">
                          <a:latin typeface="Cambria Math" panose="02040503050406030204" pitchFamily="18" charset="0"/>
                        </a:rPr>
                        <m:t>=</m:t>
                      </m:r>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𝑊</m:t>
                          </m:r>
                        </m:e>
                        <m:sup>
                          <m:r>
                            <a:rPr lang="en-US" altLang="zh-TW" sz="3600" b="0" i="1" smtClean="0">
                              <a:latin typeface="Cambria Math" panose="02040503050406030204" pitchFamily="18" charset="0"/>
                            </a:rPr>
                            <m:t>𝑞</m:t>
                          </m:r>
                        </m:sup>
                      </m:sSup>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319" name="文字方塊 318"/>
              <p:cNvSpPr txBox="1">
                <a:spLocks noRot="1" noChangeAspect="1" noMove="1" noResize="1" noEditPoints="1" noAdjustHandles="1" noChangeArrowheads="1" noChangeShapeType="1" noTextEdit="1"/>
              </p:cNvSpPr>
              <p:nvPr/>
            </p:nvSpPr>
            <p:spPr>
              <a:xfrm>
                <a:off x="2883780" y="9126608"/>
                <a:ext cx="2170430" cy="551180"/>
              </a:xfrm>
              <a:prstGeom prst="rect">
                <a:avLst/>
              </a:prstGeom>
              <a:blipFill rotWithShape="1">
                <a:blip r:embed="rId26"/>
                <a:stretch>
                  <a:fillRect l="-11" t="-70" r="-3880" b="70"/>
                </a:stretch>
              </a:blipFill>
            </p:spPr>
            <p:txBody>
              <a:bodyPr/>
              <a:lstStyle/>
              <a:p>
                <a:r>
                  <a:rPr lang="en-US" altLang="en-US">
                    <a:noFill/>
                  </a:rPr>
                  <a:t> </a:t>
                </a:r>
              </a:p>
            </p:txBody>
          </p:sp>
        </mc:Fallback>
      </mc:AlternateContent>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24</a:t>
            </a:fld>
            <a:endParaRPr lang="zh-TW" altLang="en-US" sz="100"/>
          </a:p>
        </p:txBody>
      </p:sp>
      <p:sp>
        <p:nvSpPr>
          <p:cNvPr id="96" name="文字方塊 95"/>
          <p:cNvSpPr txBox="1"/>
          <p:nvPr/>
        </p:nvSpPr>
        <p:spPr>
          <a:xfrm>
            <a:off x="6841287" y="9260310"/>
            <a:ext cx="5254832" cy="645160"/>
          </a:xfrm>
          <a:prstGeom prst="rect">
            <a:avLst/>
          </a:prstGeom>
          <a:noFill/>
        </p:spPr>
        <p:txBody>
          <a:bodyPr wrap="square" rtlCol="0">
            <a:spAutoFit/>
          </a:bodyPr>
          <a:lstStyle/>
          <a:p>
            <a:pPr algn="ctr"/>
            <a:r>
              <a:rPr lang="en-US" altLang="zh-TW" sz="3600" dirty="0"/>
              <a:t>(2 heads as example)</a:t>
            </a:r>
            <a:endParaRPr lang="zh-TW" altLang="en-US" sz="3600" dirty="0"/>
          </a:p>
        </p:txBody>
      </p:sp>
      <p:sp>
        <p:nvSpPr>
          <p:cNvPr id="3" name="標題 1"/>
          <p:cNvSpPr>
            <a:spLocks noGrp="1"/>
          </p:cNvSpPr>
          <p:nvPr>
            <p:ph type="title"/>
          </p:nvPr>
        </p:nvSpPr>
        <p:spPr>
          <a:xfrm>
            <a:off x="0" y="-417120"/>
            <a:ext cx="16084552" cy="1551434"/>
          </a:xfrm>
        </p:spPr>
        <p:txBody>
          <a:bodyPr/>
          <a:lstStyle/>
          <a:p>
            <a:pPr algn="l"/>
            <a:r>
              <a:rPr lang="en-US" altLang="zh-TW" dirty="0">
                <a:sym typeface="+mn-ea"/>
              </a:rPr>
              <a:t>Multi-head Self-attention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p:bldP spid="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a:t>Self- Attention</a:t>
            </a:r>
          </a:p>
        </p:txBody>
      </p:sp>
      <p:sp>
        <p:nvSpPr>
          <p:cNvPr id="3" name="Subtitle 2"/>
          <p:cNvSpPr>
            <a:spLocks noGrp="1"/>
          </p:cNvSpPr>
          <p:nvPr>
            <p:ph type="subTitle" idx="1"/>
          </p:nvPr>
        </p:nvSpPr>
        <p:spPr>
          <a:xfrm>
            <a:off x="2644777" y="4949827"/>
            <a:ext cx="12998450" cy="1374774"/>
          </a:xfrm>
        </p:spPr>
        <p:txBody>
          <a:bodyPr/>
          <a:lstStyle/>
          <a:p>
            <a:pPr fontAlgn="auto">
              <a:spcAft>
                <a:spcPts val="0"/>
              </a:spcAft>
              <a:defRPr/>
            </a:pPr>
            <a:r>
              <a:rPr lang="en-US"/>
              <a:t>Positional Encoding</a:t>
            </a:r>
          </a:p>
          <a:p>
            <a:pPr fontAlgn="auto">
              <a:spcAft>
                <a:spcPts val="0"/>
              </a:spcAft>
              <a:defRPr/>
            </a:pPr>
            <a:r>
              <a:rPr lang="en-US"/>
              <a:t>Appications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Positional Encoding </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sz="half" idx="1"/>
              </p:nvPr>
            </p:nvSpPr>
            <p:spPr>
              <a:xfrm>
                <a:off x="452120" y="2085975"/>
                <a:ext cx="9046210" cy="6515100"/>
              </a:xfrm>
            </p:spPr>
            <p:txBody>
              <a:bodyPr>
                <a:normAutofit/>
              </a:bodyPr>
              <a:lstStyle/>
              <a:p>
                <a:r>
                  <a:rPr lang="en-US" altLang="zh-TW" sz="3600" dirty="0"/>
                  <a:t>Self-attention lacks positional information.</a:t>
                </a:r>
              </a:p>
              <a:p>
                <a:r>
                  <a:rPr lang="en-US" altLang="zh-TW" sz="3600" dirty="0"/>
                  <a:t>A distinct positional vector, </a:t>
                </a:r>
                <a14:m>
                  <m:oMath xmlns:m="http://schemas.openxmlformats.org/officeDocument/2006/math">
                    <m:sSup>
                      <m:sSupPr>
                        <m:ctrlPr>
                          <a:rPr lang="en-US" altLang="zh-TW" sz="3600" i="1">
                            <a:latin typeface="Cambria Math" panose="02040503050406030204" pitchFamily="18" charset="0"/>
                          </a:rPr>
                        </m:ctrlPr>
                      </m:sSupPr>
                      <m:e>
                        <m:r>
                          <a:rPr lang="en-US" altLang="zh-TW" sz="3600" i="1">
                            <a:latin typeface="Cambria Math" panose="02040503050406030204" pitchFamily="18" charset="0"/>
                          </a:rPr>
                          <m:t>𝑒</m:t>
                        </m:r>
                      </m:e>
                      <m:sup>
                        <m:r>
                          <a:rPr lang="en-US" altLang="zh-TW" sz="3600" i="1">
                            <a:latin typeface="Cambria Math" panose="02040503050406030204" pitchFamily="18" charset="0"/>
                          </a:rPr>
                          <m:t>𝑖</m:t>
                        </m:r>
                      </m:sup>
                    </m:sSup>
                  </m:oMath>
                </a14:m>
                <a:r>
                  <a:rPr lang="en-US" altLang="zh-TW" sz="3600" dirty="0"/>
                  <a:t>is assigned to each position.</a:t>
                </a:r>
              </a:p>
              <a:p>
                <a:r>
                  <a:rPr lang="en-US" altLang="zh-TW" sz="3600" dirty="0"/>
                  <a:t>hand-crafted</a:t>
                </a:r>
              </a:p>
              <a:p>
                <a:r>
                  <a:rPr lang="en-US" altLang="zh-TW" sz="3600" dirty="0"/>
                  <a:t>learn from data</a:t>
                </a:r>
                <a:endParaRPr lang="zh-TW" altLang="en-US" sz="3600" dirty="0"/>
              </a:p>
              <a:p>
                <a:endParaRPr lang="zh-TW" altLang="en-US" sz="3600" dirty="0"/>
              </a:p>
            </p:txBody>
          </p:sp>
        </mc:Choice>
        <mc:Fallback xmlns="">
          <p:sp>
            <p:nvSpPr>
              <p:cNvPr id="3" name="內容版面配置區 2"/>
              <p:cNvSpPr>
                <a:spLocks noGrp="1" noRot="1" noChangeAspect="1" noMove="1" noResize="1" noEditPoints="1" noAdjustHandles="1" noChangeArrowheads="1" noChangeShapeType="1" noTextEdit="1"/>
              </p:cNvSpPr>
              <p:nvPr>
                <p:ph sz="half" idx="1"/>
              </p:nvPr>
            </p:nvSpPr>
            <p:spPr>
              <a:xfrm>
                <a:off x="452120" y="2085975"/>
                <a:ext cx="9046210" cy="6515100"/>
              </a:xfrm>
              <a:blipFill>
                <a:blip r:embed="rId3"/>
                <a:stretch>
                  <a:fillRect l="-1683" t="-1556"/>
                </a:stretch>
              </a:blipFill>
            </p:spPr>
            <p:txBody>
              <a:bodyPr/>
              <a:lstStyle/>
              <a:p>
                <a:r>
                  <a:rPr lang="en-US">
                    <a:noFill/>
                  </a:rPr>
                  <a:t> </a:t>
                </a:r>
              </a:p>
            </p:txBody>
          </p:sp>
        </mc:Fallback>
      </mc:AlternateContent>
      <p:sp>
        <p:nvSpPr>
          <p:cNvPr id="85" name="矩形 84"/>
          <p:cNvSpPr/>
          <p:nvPr/>
        </p:nvSpPr>
        <p:spPr>
          <a:xfrm>
            <a:off x="5821733" y="8539406"/>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grpSp>
        <p:nvGrpSpPr>
          <p:cNvPr id="73" name="群組 72"/>
          <p:cNvGrpSpPr/>
          <p:nvPr/>
        </p:nvGrpSpPr>
        <p:grpSpPr>
          <a:xfrm>
            <a:off x="4825194" y="6922160"/>
            <a:ext cx="2759052" cy="1579235"/>
            <a:chOff x="401919" y="3795863"/>
            <a:chExt cx="1839368" cy="1052823"/>
          </a:xfrm>
        </p:grpSpPr>
        <p:sp>
          <p:nvSpPr>
            <p:cNvPr id="75" name="矩形 74"/>
            <p:cNvSpPr/>
            <p:nvPr/>
          </p:nvSpPr>
          <p:spPr>
            <a:xfrm>
              <a:off x="1717885" y="3795863"/>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6" name="文字方塊 75"/>
                <p:cNvSpPr txBox="1"/>
                <p:nvPr/>
              </p:nvSpPr>
              <p:spPr>
                <a:xfrm>
                  <a:off x="1526126" y="3833406"/>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76" name="文字方塊 75"/>
                <p:cNvSpPr txBox="1">
                  <a:spLocks noRot="1" noChangeAspect="1" noMove="1" noResize="1" noEditPoints="1" noAdjustHandles="1" noChangeArrowheads="1" noChangeShapeType="1" noTextEdit="1"/>
                </p:cNvSpPr>
                <p:nvPr/>
              </p:nvSpPr>
              <p:spPr>
                <a:xfrm>
                  <a:off x="1526126" y="3833406"/>
                  <a:ext cx="715161" cy="432223"/>
                </a:xfrm>
                <a:prstGeom prst="rect">
                  <a:avLst/>
                </a:prstGeom>
                <a:blipFill rotWithShape="1">
                  <a:blip r:embed="rId4"/>
                </a:blipFill>
              </p:spPr>
              <p:txBody>
                <a:bodyPr/>
                <a:lstStyle/>
                <a:p>
                  <a:r>
                    <a:rPr lang="en-US" altLang="en-US">
                      <a:noFill/>
                    </a:rPr>
                    <a:t> </a:t>
                  </a:r>
                </a:p>
              </p:txBody>
            </p:sp>
          </mc:Fallback>
        </mc:AlternateContent>
        <p:sp>
          <p:nvSpPr>
            <p:cNvPr id="77" name="矩形 76"/>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8" name="文字方塊 77"/>
                <p:cNvSpPr txBox="1"/>
                <p:nvPr/>
              </p:nvSpPr>
              <p:spPr>
                <a:xfrm>
                  <a:off x="964022" y="3843680"/>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78" name="文字方塊 77"/>
                <p:cNvSpPr txBox="1">
                  <a:spLocks noRot="1" noChangeAspect="1" noMove="1" noResize="1" noEditPoints="1" noAdjustHandles="1" noChangeArrowheads="1" noChangeShapeType="1" noTextEdit="1"/>
                </p:cNvSpPr>
                <p:nvPr/>
              </p:nvSpPr>
              <p:spPr>
                <a:xfrm>
                  <a:off x="964022" y="3843680"/>
                  <a:ext cx="715161" cy="432223"/>
                </a:xfrm>
                <a:prstGeom prst="rect">
                  <a:avLst/>
                </a:prstGeom>
                <a:blipFill rotWithShape="1">
                  <a:blip r:embed="rId5"/>
                </a:blipFill>
              </p:spPr>
              <p:txBody>
                <a:bodyPr/>
                <a:lstStyle/>
                <a:p>
                  <a:r>
                    <a:rPr lang="en-US" altLang="en-US">
                      <a:noFill/>
                    </a:rPr>
                    <a:t> </a:t>
                  </a:r>
                </a:p>
              </p:txBody>
            </p:sp>
          </mc:Fallback>
        </mc:AlternateContent>
        <p:sp>
          <p:nvSpPr>
            <p:cNvPr id="79" name="矩形 78"/>
            <p:cNvSpPr/>
            <p:nvPr/>
          </p:nvSpPr>
          <p:spPr>
            <a:xfrm>
              <a:off x="583404" y="3795863"/>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0" name="文字方塊 79"/>
                <p:cNvSpPr txBox="1"/>
                <p:nvPr/>
              </p:nvSpPr>
              <p:spPr>
                <a:xfrm>
                  <a:off x="401919" y="3843680"/>
                  <a:ext cx="715161" cy="4284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80" name="文字方塊 79"/>
                <p:cNvSpPr txBox="1">
                  <a:spLocks noRot="1" noChangeAspect="1" noMove="1" noResize="1" noEditPoints="1" noAdjustHandles="1" noChangeArrowheads="1" noChangeShapeType="1" noTextEdit="1"/>
                </p:cNvSpPr>
                <p:nvPr/>
              </p:nvSpPr>
              <p:spPr>
                <a:xfrm>
                  <a:off x="401919" y="3843680"/>
                  <a:ext cx="715161" cy="428413"/>
                </a:xfrm>
                <a:prstGeom prst="rect">
                  <a:avLst/>
                </a:prstGeom>
                <a:blipFill rotWithShape="1">
                  <a:blip r:embed="rId6"/>
                </a:blipFill>
              </p:spPr>
              <p:txBody>
                <a:bodyPr/>
                <a:lstStyle/>
                <a:p>
                  <a:r>
                    <a:rPr lang="en-US" altLang="en-US">
                      <a:noFill/>
                    </a:rPr>
                    <a:t> </a:t>
                  </a:r>
                </a:p>
              </p:txBody>
            </p:sp>
          </mc:Fallback>
        </mc:AlternateContent>
        <p:cxnSp>
          <p:nvCxnSpPr>
            <p:cNvPr id="81" name="直線單箭頭接點 80"/>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p:nvPr/>
          </p:nvCxnSpPr>
          <p:spPr>
            <a:xfrm>
              <a:off x="716018" y="4619649"/>
              <a:ext cx="1145867"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flipV="1">
              <a:off x="716018"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1861885"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4" name="文字方塊 73"/>
              <p:cNvSpPr txBox="1"/>
              <p:nvPr/>
            </p:nvSpPr>
            <p:spPr>
              <a:xfrm>
                <a:off x="5683020" y="8642012"/>
                <a:ext cx="1072742" cy="648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cs typeface="Cambria Math" panose="02040503050406030204" pitchFamily="18" charset="0"/>
                            </a:rPr>
                          </m:ctrlPr>
                        </m:sSupPr>
                        <m:e>
                          <m:r>
                            <a:rPr lang="en-US" altLang="zh-TW" sz="3600" b="1" i="1" smtClean="0">
                              <a:latin typeface="Cambria Math" panose="02040503050406030204" pitchFamily="18" charset="0"/>
                              <a:cs typeface="Cambria Math" panose="02040503050406030204" pitchFamily="18" charset="0"/>
                            </a:rPr>
                            <m:t>𝒂</m:t>
                          </m:r>
                        </m:e>
                        <m:sup>
                          <m:r>
                            <a:rPr lang="en-US" altLang="zh-TW" sz="3600" b="1" i="1" smtClean="0">
                              <a:latin typeface="Cambria Math" panose="02040503050406030204" pitchFamily="18" charset="0"/>
                              <a:cs typeface="Cambria Math" panose="02040503050406030204" pitchFamily="18" charset="0"/>
                            </a:rPr>
                            <m:t>𝒊</m:t>
                          </m:r>
                        </m:sup>
                      </m:sSup>
                    </m:oMath>
                  </m:oMathPara>
                </a14:m>
                <a:endParaRPr lang="zh-TW" altLang="en-US" sz="3600" b="1" dirty="0"/>
              </a:p>
            </p:txBody>
          </p:sp>
        </mc:Choice>
        <mc:Fallback xmlns="">
          <p:sp>
            <p:nvSpPr>
              <p:cNvPr id="74" name="文字方塊 73"/>
              <p:cNvSpPr txBox="1">
                <a:spLocks noRot="1" noChangeAspect="1" noMove="1" noResize="1" noEditPoints="1" noAdjustHandles="1" noChangeArrowheads="1" noChangeShapeType="1" noTextEdit="1"/>
              </p:cNvSpPr>
              <p:nvPr/>
            </p:nvSpPr>
            <p:spPr>
              <a:xfrm>
                <a:off x="5683020" y="8642012"/>
                <a:ext cx="1072742" cy="648335"/>
              </a:xfrm>
              <a:prstGeom prst="rect">
                <a:avLst/>
              </a:prstGeom>
              <a:blipFill rotWithShape="1">
                <a:blip r:embed="rId7"/>
                <a:stretch>
                  <a:fillRect l="-38" t="-46" r="59" b="46"/>
                </a:stretch>
              </a:blipFill>
            </p:spPr>
            <p:txBody>
              <a:bodyPr/>
              <a:lstStyle/>
              <a:p>
                <a:r>
                  <a:rPr lang="en-US" altLang="en-US">
                    <a:noFill/>
                  </a:rPr>
                  <a:t> </a:t>
                </a:r>
              </a:p>
            </p:txBody>
          </p:sp>
        </mc:Fallback>
      </mc:AlternateContent>
      <p:grpSp>
        <p:nvGrpSpPr>
          <p:cNvPr id="21" name="群組 20"/>
          <p:cNvGrpSpPr/>
          <p:nvPr/>
        </p:nvGrpSpPr>
        <p:grpSpPr>
          <a:xfrm>
            <a:off x="4302807" y="8559129"/>
            <a:ext cx="1072742" cy="908720"/>
            <a:chOff x="6596954" y="2212974"/>
            <a:chExt cx="715161" cy="605813"/>
          </a:xfrm>
        </p:grpSpPr>
        <p:sp>
          <p:nvSpPr>
            <p:cNvPr id="92" name="矩形 91"/>
            <p:cNvSpPr/>
            <p:nvPr/>
          </p:nvSpPr>
          <p:spPr>
            <a:xfrm>
              <a:off x="6714726" y="2212974"/>
              <a:ext cx="461666" cy="60581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89" name="文字方塊 88"/>
                <p:cNvSpPr txBox="1"/>
                <p:nvPr/>
              </p:nvSpPr>
              <p:spPr>
                <a:xfrm>
                  <a:off x="6596954" y="2265820"/>
                  <a:ext cx="715161" cy="432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𝒆</m:t>
                            </m:r>
                          </m:e>
                          <m:sup>
                            <m:r>
                              <a:rPr lang="en-US" altLang="zh-TW" sz="3600" b="1" i="1" smtClean="0">
                                <a:latin typeface="Cambria Math" panose="02040503050406030204" pitchFamily="18" charset="0"/>
                              </a:rPr>
                              <m:t>𝒊</m:t>
                            </m:r>
                          </m:sup>
                        </m:sSup>
                      </m:oMath>
                    </m:oMathPara>
                  </a14:m>
                  <a:endParaRPr lang="zh-TW" altLang="en-US" sz="3600" b="1" dirty="0"/>
                </a:p>
              </p:txBody>
            </p:sp>
          </mc:Choice>
          <mc:Fallback xmlns="">
            <p:sp>
              <p:nvSpPr>
                <p:cNvPr id="89" name="文字方塊 88"/>
                <p:cNvSpPr txBox="1">
                  <a:spLocks noRot="1" noChangeAspect="1" noMove="1" noResize="1" noEditPoints="1" noAdjustHandles="1" noChangeArrowheads="1" noChangeShapeType="1" noTextEdit="1"/>
                </p:cNvSpPr>
                <p:nvPr/>
              </p:nvSpPr>
              <p:spPr>
                <a:xfrm>
                  <a:off x="6596954" y="2265820"/>
                  <a:ext cx="715161" cy="432223"/>
                </a:xfrm>
                <a:prstGeom prst="rect">
                  <a:avLst/>
                </a:prstGeom>
                <a:blipFill rotWithShape="1">
                  <a:blip r:embed="rId8"/>
                </a:blipFill>
              </p:spPr>
              <p:txBody>
                <a:bodyPr/>
                <a:lstStyle/>
                <a:p>
                  <a:r>
                    <a:rPr lang="en-US" altLang="en-US">
                      <a:noFill/>
                    </a:rPr>
                    <a:t> </a:t>
                  </a:r>
                </a:p>
              </p:txBody>
            </p:sp>
          </mc:Fallback>
        </mc:AlternateContent>
      </p:grpSp>
      <p:sp>
        <p:nvSpPr>
          <p:cNvPr id="23" name="文字方塊 22"/>
          <p:cNvSpPr txBox="1"/>
          <p:nvPr/>
        </p:nvSpPr>
        <p:spPr>
          <a:xfrm>
            <a:off x="5204739" y="8579780"/>
            <a:ext cx="676895" cy="737235"/>
          </a:xfrm>
          <a:prstGeom prst="rect">
            <a:avLst/>
          </a:prstGeom>
          <a:noFill/>
        </p:spPr>
        <p:txBody>
          <a:bodyPr wrap="square" rtlCol="0">
            <a:spAutoFit/>
          </a:bodyPr>
          <a:lstStyle/>
          <a:p>
            <a:pPr algn="ctr"/>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5" name="文字方塊 4"/>
              <p:cNvSpPr txBox="1"/>
              <p:nvPr/>
            </p:nvSpPr>
            <p:spPr>
              <a:xfrm>
                <a:off x="10466705" y="1851025"/>
                <a:ext cx="7245985" cy="1246505"/>
              </a:xfrm>
              <a:prstGeom prst="rect">
                <a:avLst/>
              </a:prstGeom>
              <a:noFill/>
            </p:spPr>
            <p:txBody>
              <a:bodyPr wrap="square" rtlCol="0">
                <a:spAutoFit/>
              </a:bodyPr>
              <a:lstStyle/>
              <a:p>
                <a:r>
                  <a:rPr lang="en-US" altLang="zh-TW" sz="3600" dirty="0"/>
                  <a:t>Each column represents a positional vector </a:t>
                </a:r>
                <a14:m>
                  <m:oMath xmlns:m="http://schemas.openxmlformats.org/officeDocument/2006/math">
                    <m:sSup>
                      <m:sSupPr>
                        <m:ctrlPr>
                          <a:rPr lang="en-US" altLang="zh-TW" sz="3600" i="1">
                            <a:latin typeface="Cambria Math" panose="02040503050406030204" pitchFamily="18" charset="0"/>
                            <a:cs typeface="Cambria Math" panose="02040503050406030204" pitchFamily="18" charset="0"/>
                          </a:rPr>
                        </m:ctrlPr>
                      </m:sSupPr>
                      <m:e>
                        <m:r>
                          <a:rPr lang="en-US" altLang="zh-TW" sz="3600" i="1">
                            <a:latin typeface="Cambria Math" panose="02040503050406030204" pitchFamily="18" charset="0"/>
                            <a:cs typeface="Cambria Math" panose="02040503050406030204" pitchFamily="18" charset="0"/>
                          </a:rPr>
                          <m:t>𝑒</m:t>
                        </m:r>
                      </m:e>
                      <m:sup>
                        <m:r>
                          <a:rPr lang="en-US" altLang="zh-TW" sz="3600" i="1">
                            <a:latin typeface="Cambria Math" panose="02040503050406030204" pitchFamily="18" charset="0"/>
                            <a:cs typeface="Cambria Math" panose="02040503050406030204" pitchFamily="18" charset="0"/>
                          </a:rPr>
                          <m:t>𝑖</m:t>
                        </m:r>
                      </m:sup>
                    </m:sSup>
                  </m:oMath>
                </a14:m>
                <a:endParaRPr lang="zh-TW" altLang="en-US" sz="36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0466705" y="1851025"/>
                <a:ext cx="7245985" cy="1246505"/>
              </a:xfrm>
              <a:prstGeom prst="rect">
                <a:avLst/>
              </a:prstGeom>
              <a:blipFill rotWithShape="1">
                <a:blip r:embed="rId9"/>
                <a:stretch>
                  <a:fillRect/>
                </a:stretch>
              </a:blipFill>
            </p:spPr>
            <p:txBody>
              <a:bodyPr/>
              <a:lstStyle/>
              <a:p>
                <a:r>
                  <a:rPr lang="en-US" altLang="en-US">
                    <a:noFill/>
                  </a:rPr>
                  <a:t> </a:t>
                </a:r>
              </a:p>
            </p:txBody>
          </p:sp>
        </mc:Fallback>
      </mc:AlternateContent>
      <p:sp>
        <p:nvSpPr>
          <p:cNvPr id="9" name="文字方塊 8"/>
          <p:cNvSpPr txBox="1"/>
          <p:nvPr/>
        </p:nvSpPr>
        <p:spPr>
          <a:xfrm>
            <a:off x="9680575" y="9290050"/>
            <a:ext cx="4196080" cy="368300"/>
          </a:xfrm>
          <a:prstGeom prst="rect">
            <a:avLst/>
          </a:prstGeom>
          <a:noFill/>
        </p:spPr>
        <p:txBody>
          <a:bodyPr wrap="square">
            <a:spAutoFit/>
          </a:bodyPr>
          <a:lstStyle/>
          <a:p>
            <a:r>
              <a:rPr lang="en-US" altLang="zh-TW" dirty="0"/>
              <a:t>https://arxiv.org/abs/2003.09229</a:t>
            </a:r>
            <a:endParaRPr lang="zh-TW" altLang="en-US" dirty="0"/>
          </a:p>
        </p:txBody>
      </p:sp>
      <p:pic>
        <p:nvPicPr>
          <p:cNvPr id="10" name="Content Placeholder 9"/>
          <p:cNvPicPr>
            <a:picLocks noGrp="1" noChangeAspect="1"/>
          </p:cNvPicPr>
          <p:nvPr>
            <p:ph sz="half" idx="2"/>
          </p:nvPr>
        </p:nvPicPr>
        <p:blipFill>
          <a:blip r:embed="rId10"/>
          <a:stretch>
            <a:fillRect/>
          </a:stretch>
        </p:blipFill>
        <p:spPr>
          <a:xfrm>
            <a:off x="9679940" y="3165475"/>
            <a:ext cx="8395970" cy="49923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3"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Self-attention for Speech</a:t>
            </a:r>
            <a:endParaRPr lang="zh-TW" altLang="en-US" dirty="0"/>
          </a:p>
        </p:txBody>
      </p:sp>
      <p:sp>
        <p:nvSpPr>
          <p:cNvPr id="8" name="文字方塊 7"/>
          <p:cNvSpPr txBox="1"/>
          <p:nvPr/>
        </p:nvSpPr>
        <p:spPr>
          <a:xfrm>
            <a:off x="9261475" y="8946515"/>
            <a:ext cx="5113556" cy="584775"/>
          </a:xfrm>
          <a:prstGeom prst="rect">
            <a:avLst/>
          </a:prstGeom>
          <a:noFill/>
        </p:spPr>
        <p:txBody>
          <a:bodyPr wrap="square" rtlCol="0">
            <a:spAutoFit/>
          </a:bodyPr>
          <a:lstStyle/>
          <a:p>
            <a:pPr algn="ctr"/>
            <a:r>
              <a:rPr lang="en-US" altLang="zh-TW" sz="3200" b="1" dirty="0">
                <a:solidFill>
                  <a:schemeClr val="accent1"/>
                </a:solidFill>
                <a:latin typeface="+mj-lt"/>
                <a:cs typeface="+mj-cs"/>
              </a:rPr>
              <a:t>Truncated Self-attention</a:t>
            </a:r>
          </a:p>
        </p:txBody>
      </p:sp>
      <p:cxnSp>
        <p:nvCxnSpPr>
          <p:cNvPr id="9" name="直線單箭頭接點 8"/>
          <p:cNvCxnSpPr/>
          <p:nvPr/>
        </p:nvCxnSpPr>
        <p:spPr>
          <a:xfrm flipV="1">
            <a:off x="9993129" y="660967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V="1">
            <a:off x="11434512" y="660967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V="1">
            <a:off x="12890334" y="658134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14375031" y="658134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V="1">
            <a:off x="9944142" y="379853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flipV="1">
            <a:off x="11385525" y="379853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12841347" y="377020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14326044" y="377020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9673248" y="7531089"/>
            <a:ext cx="697730" cy="9982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8" name="矩形 17"/>
          <p:cNvSpPr/>
          <p:nvPr/>
        </p:nvSpPr>
        <p:spPr>
          <a:xfrm>
            <a:off x="14062001" y="7512915"/>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9" name="文字方塊 18"/>
          <p:cNvSpPr txBox="1"/>
          <p:nvPr/>
        </p:nvSpPr>
        <p:spPr>
          <a:xfrm>
            <a:off x="9550625" y="7661348"/>
            <a:ext cx="942975" cy="645160"/>
          </a:xfrm>
          <a:prstGeom prst="rect">
            <a:avLst/>
          </a:prstGeom>
          <a:noFill/>
        </p:spPr>
        <p:txBody>
          <a:bodyPr wrap="square" rtlCol="0">
            <a:spAutoFit/>
          </a:bodyPr>
          <a:lstStyle/>
          <a:p>
            <a:pPr algn="ctr"/>
            <a:endParaRPr lang="zh-TW" altLang="en-US" sz="3600" dirty="0"/>
          </a:p>
        </p:txBody>
      </p:sp>
      <p:sp>
        <p:nvSpPr>
          <p:cNvPr id="20" name="文字方塊 19"/>
          <p:cNvSpPr txBox="1"/>
          <p:nvPr/>
        </p:nvSpPr>
        <p:spPr>
          <a:xfrm>
            <a:off x="13919439" y="7661348"/>
            <a:ext cx="942975" cy="645160"/>
          </a:xfrm>
          <a:prstGeom prst="rect">
            <a:avLst/>
          </a:prstGeom>
          <a:noFill/>
        </p:spPr>
        <p:txBody>
          <a:bodyPr wrap="square" rtlCol="0">
            <a:spAutoFit/>
          </a:bodyPr>
          <a:lstStyle/>
          <a:p>
            <a:pPr algn="ctr"/>
            <a:endParaRPr lang="zh-TW" altLang="en-US" sz="3600" dirty="0"/>
          </a:p>
        </p:txBody>
      </p:sp>
      <p:sp>
        <p:nvSpPr>
          <p:cNvPr id="21" name="矩形 20"/>
          <p:cNvSpPr/>
          <p:nvPr/>
        </p:nvSpPr>
        <p:spPr>
          <a:xfrm>
            <a:off x="11109693" y="7512915"/>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22" name="文字方塊 21"/>
          <p:cNvSpPr txBox="1"/>
          <p:nvPr/>
        </p:nvSpPr>
        <p:spPr>
          <a:xfrm>
            <a:off x="10987070" y="7661348"/>
            <a:ext cx="942975" cy="645160"/>
          </a:xfrm>
          <a:prstGeom prst="rect">
            <a:avLst/>
          </a:prstGeom>
          <a:noFill/>
        </p:spPr>
        <p:txBody>
          <a:bodyPr wrap="square" rtlCol="0">
            <a:spAutoFit/>
          </a:bodyPr>
          <a:lstStyle/>
          <a:p>
            <a:pPr algn="ctr"/>
            <a:endParaRPr lang="zh-TW" altLang="en-US" sz="3600" dirty="0"/>
          </a:p>
        </p:txBody>
      </p:sp>
      <p:sp>
        <p:nvSpPr>
          <p:cNvPr id="23" name="矩形 22"/>
          <p:cNvSpPr/>
          <p:nvPr/>
        </p:nvSpPr>
        <p:spPr>
          <a:xfrm>
            <a:off x="12553064" y="7512915"/>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24" name="文字方塊 23"/>
          <p:cNvSpPr txBox="1"/>
          <p:nvPr/>
        </p:nvSpPr>
        <p:spPr>
          <a:xfrm>
            <a:off x="12420471" y="7661348"/>
            <a:ext cx="942975" cy="645160"/>
          </a:xfrm>
          <a:prstGeom prst="rect">
            <a:avLst/>
          </a:prstGeom>
          <a:noFill/>
        </p:spPr>
        <p:txBody>
          <a:bodyPr wrap="square" rtlCol="0">
            <a:spAutoFit/>
          </a:bodyPr>
          <a:lstStyle/>
          <a:p>
            <a:pPr algn="ctr"/>
            <a:endParaRPr lang="zh-TW" altLang="en-US" sz="3600" dirty="0"/>
          </a:p>
        </p:txBody>
      </p:sp>
      <p:sp>
        <p:nvSpPr>
          <p:cNvPr id="25" name="矩形: 圓角 24"/>
          <p:cNvSpPr/>
          <p:nvPr/>
        </p:nvSpPr>
        <p:spPr>
          <a:xfrm>
            <a:off x="9238326" y="4605173"/>
            <a:ext cx="5624081" cy="1936514"/>
          </a:xfrm>
          <a:prstGeom prst="roundRect">
            <a:avLst/>
          </a:prstGeom>
          <a:blipFill>
            <a:blip r:embed="rId2"/>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4200" dirty="0"/>
          </a:p>
        </p:txBody>
      </p:sp>
      <p:sp>
        <p:nvSpPr>
          <p:cNvPr id="26" name="矩形 25"/>
          <p:cNvSpPr/>
          <p:nvPr/>
        </p:nvSpPr>
        <p:spPr>
          <a:xfrm>
            <a:off x="9617822" y="2837307"/>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7" name="矩形 26"/>
          <p:cNvSpPr/>
          <p:nvPr/>
        </p:nvSpPr>
        <p:spPr>
          <a:xfrm>
            <a:off x="11056208" y="283730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8" name="矩形 27"/>
          <p:cNvSpPr/>
          <p:nvPr/>
        </p:nvSpPr>
        <p:spPr>
          <a:xfrm>
            <a:off x="12499824" y="283730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9" name="矩形 28"/>
          <p:cNvSpPr/>
          <p:nvPr/>
        </p:nvSpPr>
        <p:spPr>
          <a:xfrm>
            <a:off x="13977180" y="283730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30" name="文字方塊 29"/>
              <p:cNvSpPr txBox="1"/>
              <p:nvPr/>
            </p:nvSpPr>
            <p:spPr>
              <a:xfrm>
                <a:off x="13789673" y="296854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13789673" y="2968548"/>
                <a:ext cx="1072742" cy="645160"/>
              </a:xfrm>
              <a:prstGeom prst="rect">
                <a:avLst/>
              </a:prstGeom>
              <a:blipFill rotWithShape="1">
                <a:blip r:embed="rId3"/>
                <a:stretch>
                  <a:fillRect l="-1" t="-86" r="22" b="8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12325374" y="297966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12325374" y="2979666"/>
                <a:ext cx="1072742" cy="646430"/>
              </a:xfrm>
              <a:prstGeom prst="rect">
                <a:avLst/>
              </a:prstGeom>
              <a:blipFill rotWithShape="1">
                <a:blip r:embed="rId4"/>
                <a:stretch>
                  <a:fillRect l="-2" t="-38" r="23" b="3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10881758" y="300866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10881758" y="3008669"/>
                <a:ext cx="1072742" cy="646430"/>
              </a:xfrm>
              <a:prstGeom prst="rect">
                <a:avLst/>
              </a:prstGeom>
              <a:blipFill rotWithShape="1">
                <a:blip r:embed="rId5"/>
                <a:stretch>
                  <a:fillRect l="-37" t="-6" r="58" b="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3" name="文字方塊 32"/>
              <p:cNvSpPr txBox="1"/>
              <p:nvPr/>
            </p:nvSpPr>
            <p:spPr>
              <a:xfrm>
                <a:off x="9471558" y="294119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9471558" y="2941196"/>
                <a:ext cx="1072742" cy="646430"/>
              </a:xfrm>
              <a:prstGeom prst="rect">
                <a:avLst/>
              </a:prstGeom>
              <a:blipFill rotWithShape="1">
                <a:blip r:embed="rId6"/>
                <a:stretch>
                  <a:fillRect l="-50" t="-79" r="12" b="7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4" name="文字方塊 33"/>
              <p:cNvSpPr txBox="1"/>
              <p:nvPr/>
            </p:nvSpPr>
            <p:spPr>
              <a:xfrm>
                <a:off x="13919439" y="768967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4" name="文字方塊 33"/>
              <p:cNvSpPr txBox="1">
                <a:spLocks noRot="1" noChangeAspect="1" noMove="1" noResize="1" noEditPoints="1" noAdjustHandles="1" noChangeArrowheads="1" noChangeShapeType="1" noTextEdit="1"/>
              </p:cNvSpPr>
              <p:nvPr/>
            </p:nvSpPr>
            <p:spPr>
              <a:xfrm>
                <a:off x="13919439" y="7689678"/>
                <a:ext cx="1072742" cy="645160"/>
              </a:xfrm>
              <a:prstGeom prst="rect">
                <a:avLst/>
              </a:prstGeom>
              <a:blipFill rotWithShape="1">
                <a:blip r:embed="rId7"/>
                <a:stretch>
                  <a:fillRect l="-22" t="-72" r="43" b="7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5" name="文字方塊 34"/>
              <p:cNvSpPr txBox="1"/>
              <p:nvPr/>
            </p:nvSpPr>
            <p:spPr>
              <a:xfrm>
                <a:off x="12455141" y="7689678"/>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12455141" y="7689678"/>
                <a:ext cx="1072742" cy="646430"/>
              </a:xfrm>
              <a:prstGeom prst="rect">
                <a:avLst/>
              </a:prstGeom>
              <a:blipFill rotWithShape="1">
                <a:blip r:embed="rId8"/>
                <a:stretch>
                  <a:fillRect l="-23" t="-72" r="45" b="7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6" name="文字方塊 35"/>
              <p:cNvSpPr txBox="1"/>
              <p:nvPr/>
            </p:nvSpPr>
            <p:spPr>
              <a:xfrm>
                <a:off x="11011524" y="7689678"/>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6" name="文字方塊 35"/>
              <p:cNvSpPr txBox="1">
                <a:spLocks noRot="1" noChangeAspect="1" noMove="1" noResize="1" noEditPoints="1" noAdjustHandles="1" noChangeArrowheads="1" noChangeShapeType="1" noTextEdit="1"/>
              </p:cNvSpPr>
              <p:nvPr/>
            </p:nvSpPr>
            <p:spPr>
              <a:xfrm>
                <a:off x="11011524" y="7689678"/>
                <a:ext cx="1072742" cy="646430"/>
              </a:xfrm>
              <a:prstGeom prst="rect">
                <a:avLst/>
              </a:prstGeom>
              <a:blipFill rotWithShape="1">
                <a:blip r:embed="rId9"/>
                <a:stretch>
                  <a:fillRect l="-58" t="-72" r="20" b="7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7" name="文字方塊 36"/>
              <p:cNvSpPr txBox="1"/>
              <p:nvPr/>
            </p:nvSpPr>
            <p:spPr>
              <a:xfrm>
                <a:off x="9601325" y="7689678"/>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9601325" y="7689678"/>
                <a:ext cx="1072742" cy="646430"/>
              </a:xfrm>
              <a:prstGeom prst="rect">
                <a:avLst/>
              </a:prstGeom>
              <a:blipFill rotWithShape="1">
                <a:blip r:embed="rId10"/>
                <a:stretch>
                  <a:fillRect l="-12" t="-72" r="33" b="72"/>
                </a:stretch>
              </a:blipFill>
            </p:spPr>
            <p:txBody>
              <a:bodyPr/>
              <a:lstStyle/>
              <a:p>
                <a:r>
                  <a:rPr lang="en-US" altLang="en-US">
                    <a:noFill/>
                  </a:rPr>
                  <a:t> </a:t>
                </a:r>
              </a:p>
            </p:txBody>
          </p:sp>
        </mc:Fallback>
      </mc:AlternateContent>
      <p:sp>
        <p:nvSpPr>
          <p:cNvPr id="38" name="矩形 37"/>
          <p:cNvSpPr/>
          <p:nvPr/>
        </p:nvSpPr>
        <p:spPr>
          <a:xfrm>
            <a:off x="9388823" y="2552594"/>
            <a:ext cx="1179738" cy="6393822"/>
          </a:xfrm>
          <a:prstGeom prst="rect">
            <a:avLst/>
          </a:prstGeom>
          <a:solidFill>
            <a:srgbClr val="000000">
              <a:alpha val="25098"/>
            </a:srgbClr>
          </a:solidFill>
          <a:effectLst>
            <a:softEdge rad="6350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39" name="文字方塊 38"/>
          <p:cNvSpPr txBox="1"/>
          <p:nvPr/>
        </p:nvSpPr>
        <p:spPr>
          <a:xfrm>
            <a:off x="9992977" y="1728711"/>
            <a:ext cx="5624079" cy="645160"/>
          </a:xfrm>
          <a:prstGeom prst="rect">
            <a:avLst/>
          </a:prstGeom>
          <a:noFill/>
        </p:spPr>
        <p:txBody>
          <a:bodyPr wrap="square" rtlCol="0">
            <a:spAutoFit/>
          </a:bodyPr>
          <a:lstStyle/>
          <a:p>
            <a:pPr algn="ctr"/>
            <a:r>
              <a:rPr lang="en-US" altLang="zh-TW" sz="3600" dirty="0"/>
              <a:t>Attention in a range</a:t>
            </a:r>
            <a:endParaRPr lang="zh-TW" altLang="en-US" sz="3600" dirty="0"/>
          </a:p>
        </p:txBody>
      </p:sp>
      <p:sp>
        <p:nvSpPr>
          <p:cNvPr id="40" name="矩形 39"/>
          <p:cNvSpPr/>
          <p:nvPr/>
        </p:nvSpPr>
        <p:spPr>
          <a:xfrm>
            <a:off x="12420471" y="7269111"/>
            <a:ext cx="994257" cy="15426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41" name="手繪多邊形: 圖案 40"/>
          <p:cNvSpPr/>
          <p:nvPr/>
        </p:nvSpPr>
        <p:spPr>
          <a:xfrm>
            <a:off x="11365577" y="5843979"/>
            <a:ext cx="1543050" cy="428900"/>
          </a:xfrm>
          <a:custGeom>
            <a:avLst/>
            <a:gdLst>
              <a:gd name="connsiteX0" fmla="*/ 1028700 w 1028700"/>
              <a:gd name="connsiteY0" fmla="*/ 285933 h 285933"/>
              <a:gd name="connsiteX1" fmla="*/ 742950 w 1028700"/>
              <a:gd name="connsiteY1" fmla="*/ 183 h 285933"/>
              <a:gd name="connsiteX2" fmla="*/ 0 w 1028700"/>
              <a:gd name="connsiteY2" fmla="*/ 251643 h 285933"/>
            </a:gdLst>
            <a:ahLst/>
            <a:cxnLst>
              <a:cxn ang="0">
                <a:pos x="connsiteX0" y="connsiteY0"/>
              </a:cxn>
              <a:cxn ang="0">
                <a:pos x="connsiteX1" y="connsiteY1"/>
              </a:cxn>
              <a:cxn ang="0">
                <a:pos x="connsiteX2" y="connsiteY2"/>
              </a:cxn>
            </a:cxnLst>
            <a:rect l="l" t="t" r="r" b="b"/>
            <a:pathLst>
              <a:path w="1028700" h="285933">
                <a:moveTo>
                  <a:pt x="1028700" y="285933"/>
                </a:moveTo>
                <a:cubicBezTo>
                  <a:pt x="971550" y="145915"/>
                  <a:pt x="914400" y="5898"/>
                  <a:pt x="742950" y="183"/>
                </a:cubicBezTo>
                <a:cubicBezTo>
                  <a:pt x="571500" y="-5532"/>
                  <a:pt x="285750" y="123055"/>
                  <a:pt x="0" y="251643"/>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42" name="手繪多邊形: 圖案 41"/>
          <p:cNvSpPr/>
          <p:nvPr/>
        </p:nvSpPr>
        <p:spPr>
          <a:xfrm flipH="1">
            <a:off x="12924200" y="5832206"/>
            <a:ext cx="1543050" cy="428900"/>
          </a:xfrm>
          <a:custGeom>
            <a:avLst/>
            <a:gdLst>
              <a:gd name="connsiteX0" fmla="*/ 1028700 w 1028700"/>
              <a:gd name="connsiteY0" fmla="*/ 285933 h 285933"/>
              <a:gd name="connsiteX1" fmla="*/ 742950 w 1028700"/>
              <a:gd name="connsiteY1" fmla="*/ 183 h 285933"/>
              <a:gd name="connsiteX2" fmla="*/ 0 w 1028700"/>
              <a:gd name="connsiteY2" fmla="*/ 251643 h 285933"/>
            </a:gdLst>
            <a:ahLst/>
            <a:cxnLst>
              <a:cxn ang="0">
                <a:pos x="connsiteX0" y="connsiteY0"/>
              </a:cxn>
              <a:cxn ang="0">
                <a:pos x="connsiteX1" y="connsiteY1"/>
              </a:cxn>
              <a:cxn ang="0">
                <a:pos x="connsiteX2" y="connsiteY2"/>
              </a:cxn>
            </a:cxnLst>
            <a:rect l="l" t="t" r="r" b="b"/>
            <a:pathLst>
              <a:path w="1028700" h="285933">
                <a:moveTo>
                  <a:pt x="1028700" y="285933"/>
                </a:moveTo>
                <a:cubicBezTo>
                  <a:pt x="971550" y="145915"/>
                  <a:pt x="914400" y="5898"/>
                  <a:pt x="742950" y="183"/>
                </a:cubicBezTo>
                <a:cubicBezTo>
                  <a:pt x="571500" y="-5532"/>
                  <a:pt x="285750" y="123055"/>
                  <a:pt x="0" y="251643"/>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43" name="手繪多邊形: 圖案 42"/>
          <p:cNvSpPr/>
          <p:nvPr/>
        </p:nvSpPr>
        <p:spPr>
          <a:xfrm>
            <a:off x="9970577" y="4975959"/>
            <a:ext cx="2945837" cy="1241745"/>
          </a:xfrm>
          <a:custGeom>
            <a:avLst/>
            <a:gdLst>
              <a:gd name="connsiteX0" fmla="*/ 1028700 w 1028700"/>
              <a:gd name="connsiteY0" fmla="*/ 285933 h 285933"/>
              <a:gd name="connsiteX1" fmla="*/ 742950 w 1028700"/>
              <a:gd name="connsiteY1" fmla="*/ 183 h 285933"/>
              <a:gd name="connsiteX2" fmla="*/ 0 w 1028700"/>
              <a:gd name="connsiteY2" fmla="*/ 251643 h 285933"/>
            </a:gdLst>
            <a:ahLst/>
            <a:cxnLst>
              <a:cxn ang="0">
                <a:pos x="connsiteX0" y="connsiteY0"/>
              </a:cxn>
              <a:cxn ang="0">
                <a:pos x="connsiteX1" y="connsiteY1"/>
              </a:cxn>
              <a:cxn ang="0">
                <a:pos x="connsiteX2" y="connsiteY2"/>
              </a:cxn>
            </a:cxnLst>
            <a:rect l="l" t="t" r="r" b="b"/>
            <a:pathLst>
              <a:path w="1028700" h="285933">
                <a:moveTo>
                  <a:pt x="1028700" y="285933"/>
                </a:moveTo>
                <a:cubicBezTo>
                  <a:pt x="971550" y="145915"/>
                  <a:pt x="914400" y="5898"/>
                  <a:pt x="742950" y="183"/>
                </a:cubicBezTo>
                <a:cubicBezTo>
                  <a:pt x="571500" y="-5532"/>
                  <a:pt x="285750" y="123055"/>
                  <a:pt x="0" y="251643"/>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grpSp>
        <p:nvGrpSpPr>
          <p:cNvPr id="44" name="群組 43"/>
          <p:cNvGrpSpPr/>
          <p:nvPr/>
        </p:nvGrpSpPr>
        <p:grpSpPr>
          <a:xfrm>
            <a:off x="10710459" y="5217645"/>
            <a:ext cx="472322" cy="449798"/>
            <a:chOff x="4839733" y="3148800"/>
            <a:chExt cx="314881" cy="299865"/>
          </a:xfrm>
        </p:grpSpPr>
        <p:cxnSp>
          <p:nvCxnSpPr>
            <p:cNvPr id="45" name="直線接點 44"/>
            <p:cNvCxnSpPr/>
            <p:nvPr/>
          </p:nvCxnSpPr>
          <p:spPr>
            <a:xfrm>
              <a:off x="4839733" y="3181584"/>
              <a:ext cx="314881" cy="2474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flipH="1">
              <a:off x="4880472" y="3148800"/>
              <a:ext cx="216040" cy="29986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7" name="右大括弧 46"/>
          <p:cNvSpPr/>
          <p:nvPr/>
        </p:nvSpPr>
        <p:spPr>
          <a:xfrm rot="16200000">
            <a:off x="12650024" y="605775"/>
            <a:ext cx="463257" cy="3998894"/>
          </a:xfrm>
          <a:prstGeom prst="rightBrace">
            <a:avLst>
              <a:gd name="adj1" fmla="val 62879"/>
              <a:gd name="adj2" fmla="val 50000"/>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48" name="文字方塊 47"/>
          <p:cNvSpPr txBox="1"/>
          <p:nvPr/>
        </p:nvSpPr>
        <p:spPr>
          <a:xfrm>
            <a:off x="2218055" y="2499360"/>
            <a:ext cx="6090285" cy="1198880"/>
          </a:xfrm>
          <a:prstGeom prst="rect">
            <a:avLst/>
          </a:prstGeom>
          <a:noFill/>
        </p:spPr>
        <p:txBody>
          <a:bodyPr wrap="square" rtlCol="0">
            <a:spAutoFit/>
          </a:bodyPr>
          <a:lstStyle/>
          <a:p>
            <a:r>
              <a:rPr lang="en-US" altLang="zh-TW" sz="3600" dirty="0"/>
              <a:t>Speech is a very long vector sequence.</a:t>
            </a:r>
            <a:endParaRPr lang="zh-TW" altLang="en-US" sz="3600" dirty="0"/>
          </a:p>
        </p:txBody>
      </p:sp>
      <p:pic>
        <p:nvPicPr>
          <p:cNvPr id="49" name="圖片 48"/>
          <p:cNvPicPr>
            <a:picLocks noChangeAspect="1"/>
          </p:cNvPicPr>
          <p:nvPr/>
        </p:nvPicPr>
        <p:blipFill>
          <a:blip r:embed="rId11"/>
          <a:stretch>
            <a:fillRect/>
          </a:stretch>
        </p:blipFill>
        <p:spPr>
          <a:xfrm>
            <a:off x="5074425" y="3967800"/>
            <a:ext cx="3079311" cy="996621"/>
          </a:xfrm>
          <a:prstGeom prst="rect">
            <a:avLst/>
          </a:prstGeom>
        </p:spPr>
      </p:pic>
      <p:grpSp>
        <p:nvGrpSpPr>
          <p:cNvPr id="50" name="群組 49"/>
          <p:cNvGrpSpPr/>
          <p:nvPr/>
        </p:nvGrpSpPr>
        <p:grpSpPr>
          <a:xfrm>
            <a:off x="5505141" y="3924935"/>
            <a:ext cx="2469227" cy="1004415"/>
            <a:chOff x="1298905" y="4800778"/>
            <a:chExt cx="1646151" cy="669610"/>
          </a:xfrm>
        </p:grpSpPr>
        <p:sp>
          <p:nvSpPr>
            <p:cNvPr id="51" name="矩形: 圓角 50"/>
            <p:cNvSpPr/>
            <p:nvPr/>
          </p:nvSpPr>
          <p:spPr>
            <a:xfrm>
              <a:off x="1298905" y="4800778"/>
              <a:ext cx="251330" cy="66960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2" name="矩形: 圓角 51"/>
            <p:cNvSpPr/>
            <p:nvPr/>
          </p:nvSpPr>
          <p:spPr>
            <a:xfrm>
              <a:off x="1795782" y="4800778"/>
              <a:ext cx="251330" cy="6696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53" name="矩形: 圓角 52"/>
            <p:cNvSpPr/>
            <p:nvPr/>
          </p:nvSpPr>
          <p:spPr>
            <a:xfrm>
              <a:off x="2254913" y="4800778"/>
              <a:ext cx="251330" cy="66960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54" name="矩形: 圓角 53"/>
            <p:cNvSpPr/>
            <p:nvPr/>
          </p:nvSpPr>
          <p:spPr>
            <a:xfrm>
              <a:off x="2693726" y="4800779"/>
              <a:ext cx="251330" cy="66960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sp>
        <p:nvSpPr>
          <p:cNvPr id="55" name="文字方塊 54"/>
          <p:cNvSpPr txBox="1"/>
          <p:nvPr/>
        </p:nvSpPr>
        <p:spPr>
          <a:xfrm>
            <a:off x="7148431" y="3253869"/>
            <a:ext cx="1434012" cy="645160"/>
          </a:xfrm>
          <a:prstGeom prst="rect">
            <a:avLst/>
          </a:prstGeom>
          <a:noFill/>
        </p:spPr>
        <p:txBody>
          <a:bodyPr wrap="square" rtlCol="0">
            <a:spAutoFit/>
          </a:bodyPr>
          <a:lstStyle/>
          <a:p>
            <a:pPr algn="ctr"/>
            <a:r>
              <a:rPr lang="en-US" altLang="zh-TW" sz="3600" dirty="0"/>
              <a:t>10ms</a:t>
            </a:r>
            <a:endParaRPr lang="zh-TW" altLang="en-US" sz="3600" dirty="0"/>
          </a:p>
        </p:txBody>
      </p:sp>
      <mc:AlternateContent xmlns:mc="http://schemas.openxmlformats.org/markup-compatibility/2006" xmlns:a14="http://schemas.microsoft.com/office/drawing/2010/main">
        <mc:Choice Requires="a14">
          <p:sp>
            <p:nvSpPr>
              <p:cNvPr id="56" name="矩形 55"/>
              <p:cNvSpPr/>
              <p:nvPr/>
            </p:nvSpPr>
            <p:spPr>
              <a:xfrm>
                <a:off x="5954367" y="6643098"/>
                <a:ext cx="2354319" cy="22333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TW" sz="4200" b="0" i="0" smtClean="0">
                          <a:latin typeface="Cambria Math" panose="02040503050406030204" pitchFamily="18" charset="0"/>
                        </a:rPr>
                        <m:t>A</m:t>
                      </m:r>
                      <m:r>
                        <a:rPr lang="en-US" altLang="zh-TW" sz="4200" b="0" i="0" smtClean="0">
                          <a:latin typeface="Cambria Math" panose="02040503050406030204" pitchFamily="18" charset="0"/>
                        </a:rPr>
                        <m:t>′</m:t>
                      </m:r>
                    </m:oMath>
                  </m:oMathPara>
                </a14:m>
                <a:endParaRPr lang="zh-TW" altLang="en-US" sz="4200" dirty="0"/>
              </a:p>
            </p:txBody>
          </p:sp>
        </mc:Choice>
        <mc:Fallback xmlns="">
          <p:sp>
            <p:nvSpPr>
              <p:cNvPr id="56" name="矩形 55"/>
              <p:cNvSpPr>
                <a:spLocks noRot="1" noChangeAspect="1" noMove="1" noResize="1" noEditPoints="1" noAdjustHandles="1" noChangeArrowheads="1" noChangeShapeType="1" noTextEdit="1"/>
              </p:cNvSpPr>
              <p:nvPr/>
            </p:nvSpPr>
            <p:spPr>
              <a:xfrm>
                <a:off x="5954367" y="6643098"/>
                <a:ext cx="2354319" cy="2233358"/>
              </a:xfrm>
              <a:prstGeom prst="rect">
                <a:avLst/>
              </a:prstGeom>
              <a:blipFill rotWithShape="1">
                <a:blip r:embed="rId12"/>
                <a:stretch>
                  <a:fillRect l="-295" t="-301" r="-255" b="-265"/>
                </a:stretch>
              </a:blipFill>
            </p:spPr>
            <p:style>
              <a:lnRef idx="1">
                <a:schemeClr val="accent3"/>
              </a:lnRef>
              <a:fillRef idx="2">
                <a:schemeClr val="accent3"/>
              </a:fillRef>
              <a:effectRef idx="1">
                <a:schemeClr val="accent3"/>
              </a:effectRef>
              <a:fontRef idx="minor">
                <a:schemeClr val="dk1"/>
              </a:fontRef>
            </p:style>
            <p:txBody>
              <a:bodyPr/>
              <a:lstStyle/>
              <a:p>
                <a:r>
                  <a:rPr lang="en-US" altLang="en-US">
                    <a:noFill/>
                  </a:rPr>
                  <a:t> </a:t>
                </a:r>
              </a:p>
            </p:txBody>
          </p:sp>
        </mc:Fallback>
      </mc:AlternateContent>
      <p:sp>
        <p:nvSpPr>
          <p:cNvPr id="57" name="文字方塊 56"/>
          <p:cNvSpPr txBox="1"/>
          <p:nvPr/>
        </p:nvSpPr>
        <p:spPr>
          <a:xfrm>
            <a:off x="1970405" y="8465185"/>
            <a:ext cx="4144010" cy="645160"/>
          </a:xfrm>
          <a:prstGeom prst="rect">
            <a:avLst/>
          </a:prstGeom>
          <a:noFill/>
        </p:spPr>
        <p:txBody>
          <a:bodyPr wrap="square" rtlCol="0">
            <a:spAutoFit/>
          </a:bodyPr>
          <a:lstStyle/>
          <a:p>
            <a:pPr algn="ctr"/>
            <a:r>
              <a:rPr lang="en-US" altLang="zh-TW" sz="3600" i="1" dirty="0"/>
              <a:t>Attention Matrix</a:t>
            </a:r>
            <a:endParaRPr lang="zh-TW" altLang="en-US" sz="3600" i="1" dirty="0"/>
          </a:p>
        </p:txBody>
      </p:sp>
      <mc:AlternateContent xmlns:mc="http://schemas.openxmlformats.org/markup-compatibility/2006" xmlns:a14="http://schemas.microsoft.com/office/drawing/2010/main">
        <mc:Choice Requires="a14">
          <p:sp>
            <p:nvSpPr>
              <p:cNvPr id="58" name="文字方塊 57"/>
              <p:cNvSpPr txBox="1"/>
              <p:nvPr/>
            </p:nvSpPr>
            <p:spPr>
              <a:xfrm>
                <a:off x="2179955" y="5459095"/>
                <a:ext cx="6482715" cy="645160"/>
              </a:xfrm>
              <a:prstGeom prst="rect">
                <a:avLst/>
              </a:prstGeom>
              <a:noFill/>
            </p:spPr>
            <p:txBody>
              <a:bodyPr wrap="square" rtlCol="0">
                <a:spAutoFit/>
              </a:bodyPr>
              <a:lstStyle/>
              <a:p>
                <a:r>
                  <a:rPr lang="en-US" altLang="zh-TW" sz="3600" dirty="0"/>
                  <a:t>If input sequence is length </a:t>
                </a:r>
                <a14:m>
                  <m:oMath xmlns:m="http://schemas.openxmlformats.org/officeDocument/2006/math">
                    <m:r>
                      <m:rPr>
                        <m:sty m:val="p"/>
                      </m:rPr>
                      <a:rPr lang="en-US" altLang="zh-TW" sz="3600" i="0" dirty="0">
                        <a:latin typeface="Cambria Math" panose="02040503050406030204" pitchFamily="18" charset="0"/>
                      </a:rPr>
                      <m:t>L</m:t>
                    </m:r>
                  </m:oMath>
                </a14:m>
                <a:endParaRPr lang="zh-TW" altLang="en-US" sz="3600" dirty="0"/>
              </a:p>
            </p:txBody>
          </p:sp>
        </mc:Choice>
        <mc:Fallback xmlns="">
          <p:sp>
            <p:nvSpPr>
              <p:cNvPr id="58" name="文字方塊 57"/>
              <p:cNvSpPr txBox="1">
                <a:spLocks noRot="1" noChangeAspect="1" noMove="1" noResize="1" noEditPoints="1" noAdjustHandles="1" noChangeArrowheads="1" noChangeShapeType="1" noTextEdit="1"/>
              </p:cNvSpPr>
              <p:nvPr/>
            </p:nvSpPr>
            <p:spPr>
              <a:xfrm>
                <a:off x="2179955" y="5459095"/>
                <a:ext cx="6482715" cy="645160"/>
              </a:xfrm>
              <a:prstGeom prst="rect">
                <a:avLst/>
              </a:prstGeom>
              <a:blipFill rotWithShape="1">
                <a:blip r:embed="rId13"/>
                <a:stretch>
                  <a:fillRect/>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0" name="文字方塊 59"/>
              <p:cNvSpPr txBox="1"/>
              <p:nvPr/>
            </p:nvSpPr>
            <p:spPr>
              <a:xfrm>
                <a:off x="5016246" y="7413527"/>
                <a:ext cx="1201325"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3600" i="0" dirty="0">
                          <a:latin typeface="Cambria Math" panose="02040503050406030204" pitchFamily="18" charset="0"/>
                        </a:rPr>
                        <m:t>L</m:t>
                      </m:r>
                    </m:oMath>
                  </m:oMathPara>
                </a14:m>
                <a:endParaRPr lang="zh-TW" altLang="en-US" sz="3600" dirty="0"/>
              </a:p>
            </p:txBody>
          </p:sp>
        </mc:Choice>
        <mc:Fallback xmlns="">
          <p:sp>
            <p:nvSpPr>
              <p:cNvPr id="60" name="文字方塊 59"/>
              <p:cNvSpPr txBox="1">
                <a:spLocks noRot="1" noChangeAspect="1" noMove="1" noResize="1" noEditPoints="1" noAdjustHandles="1" noChangeArrowheads="1" noChangeShapeType="1" noTextEdit="1"/>
              </p:cNvSpPr>
              <p:nvPr/>
            </p:nvSpPr>
            <p:spPr>
              <a:xfrm>
                <a:off x="5016246" y="7413527"/>
                <a:ext cx="1201325" cy="645160"/>
              </a:xfrm>
              <a:prstGeom prst="rect">
                <a:avLst/>
              </a:prstGeom>
              <a:blipFill rotWithShape="1">
                <a:blip r:embed="rId14"/>
                <a:stretch>
                  <a:fillRect l="-32" t="-83" r="24" b="8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6515373" y="8876456"/>
                <a:ext cx="1201325"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3600" i="0" dirty="0">
                          <a:latin typeface="Cambria Math" panose="02040503050406030204" pitchFamily="18" charset="0"/>
                        </a:rPr>
                        <m:t>L</m:t>
                      </m:r>
                    </m:oMath>
                  </m:oMathPara>
                </a14:m>
                <a:endParaRPr lang="zh-TW" altLang="en-US" sz="36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6515373" y="8876456"/>
                <a:ext cx="1201325" cy="645160"/>
              </a:xfrm>
              <a:prstGeom prst="rect">
                <a:avLst/>
              </a:prstGeom>
              <a:blipFill rotWithShape="1">
                <a:blip r:embed="rId14"/>
                <a:stretch>
                  <a:fillRect l="-23" t="-66" r="15" b="66"/>
                </a:stretch>
              </a:blipFill>
            </p:spPr>
            <p:txBody>
              <a:bodyPr/>
              <a:lstStyle/>
              <a:p>
                <a:r>
                  <a:rPr lang="en-US" altLang="en-US">
                    <a:noFill/>
                  </a:rPr>
                  <a:t> </a:t>
                </a:r>
              </a:p>
            </p:txBody>
          </p:sp>
        </mc:Fallback>
      </mc:AlternateContent>
      <p:sp>
        <p:nvSpPr>
          <p:cNvPr id="63" name="文字方塊 62"/>
          <p:cNvSpPr txBox="1"/>
          <p:nvPr/>
        </p:nvSpPr>
        <p:spPr>
          <a:xfrm>
            <a:off x="10723563" y="244436"/>
            <a:ext cx="5278437" cy="106680"/>
          </a:xfrm>
          <a:prstGeom prst="rect">
            <a:avLst/>
          </a:prstGeom>
          <a:noFill/>
        </p:spPr>
        <p:txBody>
          <a:bodyPr wrap="square">
            <a:spAutoFit/>
          </a:bodyPr>
          <a:lstStyle/>
          <a:p>
            <a:r>
              <a:rPr lang="zh-TW" altLang="en-US" sz="100" dirty="0"/>
              <a:t>https://arxiv.org/abs/1910.12977</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8" grpId="0" bldLvl="0" animBg="1"/>
      <p:bldP spid="39" grpId="0"/>
      <p:bldP spid="40" grpId="0" bldLvl="0" animBg="1"/>
      <p:bldP spid="41" grpId="0" bldLvl="0" animBg="1"/>
      <p:bldP spid="42" grpId="0" bldLvl="0" animBg="1"/>
      <p:bldP spid="43" grpId="0" bldLvl="0" animBg="1"/>
      <p:bldP spid="47" grpId="0" bldLvl="0" animBg="1"/>
      <p:bldP spid="48" grpId="0"/>
      <p:bldP spid="55" grpId="0"/>
      <p:bldP spid="56" grpId="0" bldLvl="0" animBg="1"/>
      <p:bldP spid="57" grpId="0"/>
      <p:bldP spid="58" grpId="0"/>
      <p:bldP spid="60" grpId="0"/>
      <p:bldP spid="6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s 6"/>
          <p:cNvSpPr/>
          <p:nvPr/>
        </p:nvSpPr>
        <p:spPr>
          <a:xfrm>
            <a:off x="11587480" y="3493135"/>
            <a:ext cx="4132580" cy="3357245"/>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標題 1"/>
          <p:cNvSpPr>
            <a:spLocks noGrp="1"/>
          </p:cNvSpPr>
          <p:nvPr>
            <p:ph type="title"/>
          </p:nvPr>
        </p:nvSpPr>
        <p:spPr/>
        <p:txBody>
          <a:bodyPr/>
          <a:lstStyle/>
          <a:p>
            <a:r>
              <a:rPr lang="en-US" altLang="zh-TW" dirty="0"/>
              <a:t>Self-attention for Image</a:t>
            </a:r>
            <a:endParaRPr lang="zh-TW" altLang="en-US" dirty="0"/>
          </a:p>
        </p:txBody>
      </p:sp>
      <p:sp>
        <p:nvSpPr>
          <p:cNvPr id="9" name="Rectangles 8"/>
          <p:cNvSpPr/>
          <p:nvPr/>
        </p:nvSpPr>
        <p:spPr>
          <a:xfrm>
            <a:off x="10931525" y="4239260"/>
            <a:ext cx="4132580" cy="3357245"/>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s 9"/>
          <p:cNvSpPr/>
          <p:nvPr/>
        </p:nvSpPr>
        <p:spPr>
          <a:xfrm>
            <a:off x="10238740" y="4925060"/>
            <a:ext cx="4132580" cy="3357245"/>
          </a:xfrm>
          <a:prstGeom prst="rect">
            <a:avLst/>
          </a:prstGeom>
          <a:solidFill>
            <a:schemeClr val="accent4">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2" name="群組 31"/>
          <p:cNvGrpSpPr/>
          <p:nvPr/>
        </p:nvGrpSpPr>
        <p:grpSpPr>
          <a:xfrm>
            <a:off x="13891575" y="3485910"/>
            <a:ext cx="1828802" cy="1896111"/>
            <a:chOff x="7421243" y="2285840"/>
            <a:chExt cx="1219201" cy="1264074"/>
          </a:xfrm>
        </p:grpSpPr>
        <p:cxnSp>
          <p:nvCxnSpPr>
            <p:cNvPr id="27" name="直線接點 26"/>
            <p:cNvCxnSpPr/>
            <p:nvPr/>
          </p:nvCxnSpPr>
          <p:spPr>
            <a:xfrm flipH="1">
              <a:off x="7421880" y="2285840"/>
              <a:ext cx="899160" cy="9602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flipH="1">
              <a:off x="7741284" y="2300969"/>
              <a:ext cx="899160" cy="9602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flipH="1">
              <a:off x="7741284" y="2588101"/>
              <a:ext cx="899160" cy="9602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7421244" y="3268790"/>
              <a:ext cx="636" cy="27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a:off x="7740648" y="3246120"/>
              <a:ext cx="636" cy="27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rot="5400000">
              <a:off x="7580628" y="3105656"/>
              <a:ext cx="636" cy="27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rot="5400000">
              <a:off x="7560721" y="3409800"/>
              <a:ext cx="636" cy="27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a:off x="8638536" y="2313591"/>
              <a:ext cx="636" cy="27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文字方塊 36"/>
          <p:cNvSpPr txBox="1"/>
          <p:nvPr/>
        </p:nvSpPr>
        <p:spPr>
          <a:xfrm>
            <a:off x="11673535" y="2134052"/>
            <a:ext cx="3857625" cy="737235"/>
          </a:xfrm>
          <a:prstGeom prst="rect">
            <a:avLst/>
          </a:prstGeom>
          <a:noFill/>
        </p:spPr>
        <p:txBody>
          <a:bodyPr wrap="square" rtlCol="0">
            <a:spAutoFit/>
          </a:bodyPr>
          <a:lstStyle/>
          <a:p>
            <a:r>
              <a:rPr lang="en-US" altLang="zh-TW" sz="4200" dirty="0"/>
              <a:t>A vector.</a:t>
            </a:r>
            <a:endParaRPr lang="zh-TW" altLang="en-US" sz="4200" dirty="0"/>
          </a:p>
        </p:txBody>
      </p:sp>
      <p:cxnSp>
        <p:nvCxnSpPr>
          <p:cNvPr id="39" name="直線單箭頭接點 38"/>
          <p:cNvCxnSpPr/>
          <p:nvPr/>
        </p:nvCxnSpPr>
        <p:spPr>
          <a:xfrm flipH="1" flipV="1">
            <a:off x="13504817" y="2825289"/>
            <a:ext cx="1443659" cy="12872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3293057" y="2401018"/>
            <a:ext cx="5881607" cy="1198880"/>
          </a:xfrm>
          <a:prstGeom prst="rect">
            <a:avLst/>
          </a:prstGeom>
          <a:noFill/>
        </p:spPr>
        <p:txBody>
          <a:bodyPr wrap="square" rtlCol="0">
            <a:spAutoFit/>
          </a:bodyPr>
          <a:lstStyle/>
          <a:p>
            <a:r>
              <a:rPr lang="en-US" altLang="zh-TW" sz="3600" dirty="0"/>
              <a:t>An </a:t>
            </a:r>
            <a:r>
              <a:rPr lang="en-US" altLang="zh-TW" sz="3600" b="1" dirty="0"/>
              <a:t>image </a:t>
            </a:r>
            <a:r>
              <a:rPr lang="en-US" altLang="zh-TW" sz="3600" dirty="0"/>
              <a:t>can also be viewed as a set of </a:t>
            </a:r>
            <a:r>
              <a:rPr lang="en-US" altLang="zh-TW" sz="3600" b="1" dirty="0"/>
              <a:t>vectors</a:t>
            </a:r>
            <a:r>
              <a:rPr lang="en-US" altLang="zh-TW" sz="3600" dirty="0"/>
              <a:t>.</a:t>
            </a:r>
          </a:p>
        </p:txBody>
      </p:sp>
      <p:sp>
        <p:nvSpPr>
          <p:cNvPr id="4" name="投影片編號版面配置區 3"/>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28</a:t>
            </a:fld>
            <a:endParaRPr lang="zh-TW" altLang="en-US" sz="100"/>
          </a:p>
        </p:txBody>
      </p:sp>
      <p:pic>
        <p:nvPicPr>
          <p:cNvPr id="102" name="Content Placeholder 101"/>
          <p:cNvPicPr>
            <a:picLocks noGrp="1"/>
          </p:cNvPicPr>
          <p:nvPr>
            <p:ph sz="half" idx="2"/>
          </p:nvPr>
        </p:nvPicPr>
        <p:blipFill>
          <a:blip r:embed="rId2"/>
          <a:stretch>
            <a:fillRect/>
          </a:stretch>
        </p:blipFill>
        <p:spPr>
          <a:xfrm>
            <a:off x="3501390" y="3903345"/>
            <a:ext cx="4133215" cy="335724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字方塊 11"/>
          <p:cNvSpPr txBox="1"/>
          <p:nvPr/>
        </p:nvSpPr>
        <p:spPr>
          <a:xfrm>
            <a:off x="10148220" y="9502851"/>
            <a:ext cx="7072311" cy="106680"/>
          </a:xfrm>
          <a:prstGeom prst="rect">
            <a:avLst/>
          </a:prstGeom>
          <a:noFill/>
        </p:spPr>
        <p:txBody>
          <a:bodyPr wrap="square">
            <a:spAutoFit/>
          </a:bodyPr>
          <a:lstStyle/>
          <a:p>
            <a:r>
              <a:rPr lang="zh-TW" altLang="en-US" sz="100" dirty="0"/>
              <a:t>https://arxiv.org/abs/2005.12872</a:t>
            </a:r>
          </a:p>
        </p:txBody>
      </p:sp>
      <p:sp>
        <p:nvSpPr>
          <p:cNvPr id="2" name="投影片編號版面配置區 1"/>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29</a:t>
            </a:fld>
            <a:endParaRPr lang="zh-TW" altLang="en-US" sz="100"/>
          </a:p>
        </p:txBody>
      </p:sp>
      <p:sp>
        <p:nvSpPr>
          <p:cNvPr id="13" name="Text Box 12"/>
          <p:cNvSpPr txBox="1"/>
          <p:nvPr/>
        </p:nvSpPr>
        <p:spPr>
          <a:xfrm>
            <a:off x="1644650" y="6975475"/>
            <a:ext cx="4171315" cy="368300"/>
          </a:xfrm>
          <a:prstGeom prst="rect">
            <a:avLst/>
          </a:prstGeom>
          <a:noFill/>
        </p:spPr>
        <p:txBody>
          <a:bodyPr wrap="square" rtlCol="0" anchor="t">
            <a:spAutoFit/>
          </a:bodyPr>
          <a:lstStyle/>
          <a:p>
            <a:r>
              <a:rPr lang="en-US"/>
              <a:t>https://arxiv.org/abs/2005.12872</a:t>
            </a:r>
          </a:p>
        </p:txBody>
      </p:sp>
      <p:sp>
        <p:nvSpPr>
          <p:cNvPr id="14" name="標題 1"/>
          <p:cNvSpPr>
            <a:spLocks noGrp="1"/>
          </p:cNvSpPr>
          <p:nvPr/>
        </p:nvSpPr>
        <p:spPr>
          <a:xfrm>
            <a:off x="1098550" y="161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sym typeface="+mn-ea"/>
              </a:rPr>
              <a:t>DEtection Transformer (DETR)</a:t>
            </a:r>
            <a:endParaRPr lang="zh-TW" altLang="en-US" dirty="0"/>
          </a:p>
        </p:txBody>
      </p:sp>
      <p:pic>
        <p:nvPicPr>
          <p:cNvPr id="4" name="Content Placeholder 3"/>
          <p:cNvPicPr>
            <a:picLocks noGrp="1" noChangeAspect="1"/>
          </p:cNvPicPr>
          <p:nvPr>
            <p:ph sz="half" idx="2"/>
          </p:nvPr>
        </p:nvPicPr>
        <p:blipFill>
          <a:blip r:embed="rId3"/>
          <a:stretch>
            <a:fillRect/>
          </a:stretch>
        </p:blipFill>
        <p:spPr>
          <a:xfrm>
            <a:off x="1223645" y="2927985"/>
            <a:ext cx="15380970" cy="38963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4595" y="-102792"/>
            <a:ext cx="16084552" cy="1551434"/>
          </a:xfrm>
        </p:spPr>
        <p:txBody>
          <a:bodyPr/>
          <a:lstStyle/>
          <a:p>
            <a:r>
              <a:rPr lang="en-US" altLang="zh-TW" dirty="0"/>
              <a:t>Self-attention </a:t>
            </a:r>
            <a:r>
              <a:rPr lang="en-US" altLang="zh-TW" dirty="0" err="1"/>
              <a:t>v.s</a:t>
            </a:r>
            <a:r>
              <a:rPr lang="en-US" altLang="zh-TW" dirty="0"/>
              <a:t>. CNN</a:t>
            </a:r>
            <a:endParaRPr lang="zh-TW" altLang="en-US" dirty="0"/>
          </a:p>
        </p:txBody>
      </p:sp>
      <p:sp>
        <p:nvSpPr>
          <p:cNvPr id="4" name="投影片編號版面配置區 3"/>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30</a:t>
            </a:fld>
            <a:endParaRPr lang="zh-TW" altLang="en-US" sz="100"/>
          </a:p>
        </p:txBody>
      </p:sp>
      <p:graphicFrame>
        <p:nvGraphicFramePr>
          <p:cNvPr id="8" name="內容版面配置區 3"/>
          <p:cNvGraphicFramePr/>
          <p:nvPr/>
        </p:nvGraphicFramePr>
        <p:xfrm>
          <a:off x="1221105" y="2537460"/>
          <a:ext cx="4080510" cy="4498340"/>
        </p:xfrm>
        <a:graphic>
          <a:graphicData uri="http://schemas.openxmlformats.org/drawingml/2006/table">
            <a:tbl>
              <a:tblPr firstRow="1" bandRow="1">
                <a:tableStyleId>{5940675A-B579-460E-94D1-54222C63F5DA}</a:tableStyleId>
              </a:tblPr>
              <a:tblGrid>
                <a:gridCol w="680085">
                  <a:extLst>
                    <a:ext uri="{9D8B030D-6E8A-4147-A177-3AD203B41FA5}">
                      <a16:colId xmlns:a16="http://schemas.microsoft.com/office/drawing/2014/main" val="20000"/>
                    </a:ext>
                  </a:extLst>
                </a:gridCol>
                <a:gridCol w="680085">
                  <a:extLst>
                    <a:ext uri="{9D8B030D-6E8A-4147-A177-3AD203B41FA5}">
                      <a16:colId xmlns:a16="http://schemas.microsoft.com/office/drawing/2014/main" val="20001"/>
                    </a:ext>
                  </a:extLst>
                </a:gridCol>
                <a:gridCol w="680085">
                  <a:extLst>
                    <a:ext uri="{9D8B030D-6E8A-4147-A177-3AD203B41FA5}">
                      <a16:colId xmlns:a16="http://schemas.microsoft.com/office/drawing/2014/main" val="20002"/>
                    </a:ext>
                  </a:extLst>
                </a:gridCol>
                <a:gridCol w="680085">
                  <a:extLst>
                    <a:ext uri="{9D8B030D-6E8A-4147-A177-3AD203B41FA5}">
                      <a16:colId xmlns:a16="http://schemas.microsoft.com/office/drawing/2014/main" val="20003"/>
                    </a:ext>
                  </a:extLst>
                </a:gridCol>
                <a:gridCol w="680085">
                  <a:extLst>
                    <a:ext uri="{9D8B030D-6E8A-4147-A177-3AD203B41FA5}">
                      <a16:colId xmlns:a16="http://schemas.microsoft.com/office/drawing/2014/main" val="20004"/>
                    </a:ext>
                  </a:extLst>
                </a:gridCol>
                <a:gridCol w="680085">
                  <a:extLst>
                    <a:ext uri="{9D8B030D-6E8A-4147-A177-3AD203B41FA5}">
                      <a16:colId xmlns:a16="http://schemas.microsoft.com/office/drawing/2014/main" val="20005"/>
                    </a:ext>
                  </a:extLst>
                </a:gridCol>
              </a:tblGrid>
              <a:tr h="723265">
                <a:tc>
                  <a:txBody>
                    <a:bodyPr/>
                    <a:lstStyle/>
                    <a:p>
                      <a:pPr algn="ctr"/>
                      <a:r>
                        <a:rPr lang="en-US" altLang="zh-TW" sz="3600" dirty="0">
                          <a:solidFill>
                            <a:srgbClr val="0000FF"/>
                          </a:solidFill>
                        </a:rPr>
                        <a:t>1</a:t>
                      </a: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extLst>
                  <a:ext uri="{0D108BD9-81ED-4DB2-BD59-A6C34878D82A}">
                    <a16:rowId xmlns:a16="http://schemas.microsoft.com/office/drawing/2014/main" val="10000"/>
                  </a:ext>
                </a:extLst>
              </a:tr>
              <a:tr h="755015">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extLst>
                  <a:ext uri="{0D108BD9-81ED-4DB2-BD59-A6C34878D82A}">
                    <a16:rowId xmlns:a16="http://schemas.microsoft.com/office/drawing/2014/main" val="10001"/>
                  </a:ext>
                </a:extLst>
              </a:tr>
              <a:tr h="755015">
                <a:tc>
                  <a:txBody>
                    <a:bodyPr/>
                    <a:lstStyle/>
                    <a:p>
                      <a:pPr algn="ctr"/>
                      <a:r>
                        <a:rPr lang="en-US" altLang="zh-TW" sz="360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extLst>
                  <a:ext uri="{0D108BD9-81ED-4DB2-BD59-A6C34878D82A}">
                    <a16:rowId xmlns:a16="http://schemas.microsoft.com/office/drawing/2014/main" val="10002"/>
                  </a:ext>
                </a:extLst>
              </a:tr>
              <a:tr h="755015">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extLst>
                  <a:ext uri="{0D108BD9-81ED-4DB2-BD59-A6C34878D82A}">
                    <a16:rowId xmlns:a16="http://schemas.microsoft.com/office/drawing/2014/main" val="10003"/>
                  </a:ext>
                </a:extLst>
              </a:tr>
              <a:tr h="755015">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extLst>
                  <a:ext uri="{0D108BD9-81ED-4DB2-BD59-A6C34878D82A}">
                    <a16:rowId xmlns:a16="http://schemas.microsoft.com/office/drawing/2014/main" val="10004"/>
                  </a:ext>
                </a:extLst>
              </a:tr>
              <a:tr h="755015">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tc>
                  <a:txBody>
                    <a:bodyPr/>
                    <a:lstStyle/>
                    <a:p>
                      <a:pPr algn="ctr"/>
                      <a:r>
                        <a:rPr lang="en-US" altLang="zh-TW" sz="3600" dirty="0">
                          <a:solidFill>
                            <a:srgbClr val="0000FF"/>
                          </a:solidFill>
                        </a:rPr>
                        <a:t>1</a:t>
                      </a:r>
                      <a:endParaRPr lang="zh-TW" altLang="en-US" sz="3600" dirty="0">
                        <a:solidFill>
                          <a:srgbClr val="0000FF"/>
                        </a:solidFill>
                      </a:endParaRPr>
                    </a:p>
                  </a:txBody>
                  <a:tcPr marL="137160" marR="137160" marT="68580" marB="68580">
                    <a:solidFill>
                      <a:schemeClr val="accent5">
                        <a:lumMod val="20000"/>
                        <a:lumOff val="80000"/>
                      </a:schemeClr>
                    </a:solidFill>
                  </a:tcPr>
                </a:tc>
                <a:tc>
                  <a:txBody>
                    <a:bodyPr/>
                    <a:lstStyle/>
                    <a:p>
                      <a:pPr algn="ctr"/>
                      <a:r>
                        <a:rPr lang="en-US" altLang="zh-TW" sz="3600" dirty="0"/>
                        <a:t>0</a:t>
                      </a:r>
                      <a:endParaRPr lang="zh-TW" altLang="en-US" sz="3600" dirty="0"/>
                    </a:p>
                  </a:txBody>
                  <a:tcPr marL="137160" marR="137160" marT="68580" marB="68580">
                    <a:solidFill>
                      <a:schemeClr val="accent5">
                        <a:lumMod val="20000"/>
                        <a:lumOff val="80000"/>
                      </a:schemeClr>
                    </a:solidFill>
                  </a:tcPr>
                </a:tc>
                <a:extLst>
                  <a:ext uri="{0D108BD9-81ED-4DB2-BD59-A6C34878D82A}">
                    <a16:rowId xmlns:a16="http://schemas.microsoft.com/office/drawing/2014/main" val="10005"/>
                  </a:ext>
                </a:extLst>
              </a:tr>
            </a:tbl>
          </a:graphicData>
        </a:graphic>
      </p:graphicFrame>
      <p:sp>
        <p:nvSpPr>
          <p:cNvPr id="14" name="矩形 13"/>
          <p:cNvSpPr/>
          <p:nvPr/>
        </p:nvSpPr>
        <p:spPr>
          <a:xfrm>
            <a:off x="3251945" y="4801860"/>
            <a:ext cx="715617" cy="6835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19" name="矩形 18"/>
          <p:cNvSpPr/>
          <p:nvPr/>
        </p:nvSpPr>
        <p:spPr>
          <a:xfrm>
            <a:off x="4655212" y="6352227"/>
            <a:ext cx="715617" cy="6835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20" name="手繪多邊形: 圖案 19"/>
          <p:cNvSpPr/>
          <p:nvPr/>
        </p:nvSpPr>
        <p:spPr>
          <a:xfrm>
            <a:off x="3947685" y="5246896"/>
            <a:ext cx="1081515" cy="1105332"/>
          </a:xfrm>
          <a:custGeom>
            <a:avLst/>
            <a:gdLst>
              <a:gd name="connsiteX0" fmla="*/ 0 w 1099930"/>
              <a:gd name="connsiteY0" fmla="*/ 0 h 1060174"/>
              <a:gd name="connsiteX1" fmla="*/ 569844 w 1099930"/>
              <a:gd name="connsiteY1" fmla="*/ 291548 h 1060174"/>
              <a:gd name="connsiteX2" fmla="*/ 1099930 w 1099930"/>
              <a:gd name="connsiteY2" fmla="*/ 1060174 h 1060174"/>
            </a:gdLst>
            <a:ahLst/>
            <a:cxnLst>
              <a:cxn ang="0">
                <a:pos x="connsiteX0" y="connsiteY0"/>
              </a:cxn>
              <a:cxn ang="0">
                <a:pos x="connsiteX1" y="connsiteY1"/>
              </a:cxn>
              <a:cxn ang="0">
                <a:pos x="connsiteX2" y="connsiteY2"/>
              </a:cxn>
            </a:cxnLst>
            <a:rect l="l" t="t" r="r" b="b"/>
            <a:pathLst>
              <a:path w="1099930" h="1060174">
                <a:moveTo>
                  <a:pt x="0" y="0"/>
                </a:moveTo>
                <a:cubicBezTo>
                  <a:pt x="193261" y="57426"/>
                  <a:pt x="386522" y="114852"/>
                  <a:pt x="569844" y="291548"/>
                </a:cubicBezTo>
                <a:cubicBezTo>
                  <a:pt x="753166" y="468244"/>
                  <a:pt x="926548" y="764209"/>
                  <a:pt x="1099930" y="1060174"/>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21" name="矩形 20"/>
          <p:cNvSpPr/>
          <p:nvPr/>
        </p:nvSpPr>
        <p:spPr>
          <a:xfrm>
            <a:off x="2536329" y="4106380"/>
            <a:ext cx="2146851" cy="20747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3" name="內容版面配置區 2"/>
          <p:cNvSpPr>
            <a:spLocks noGrp="1"/>
          </p:cNvSpPr>
          <p:nvPr>
            <p:ph sz="half" idx="1"/>
          </p:nvPr>
        </p:nvSpPr>
        <p:spPr>
          <a:xfrm>
            <a:off x="7348855" y="2537460"/>
            <a:ext cx="9046210" cy="6515100"/>
          </a:xfrm>
        </p:spPr>
        <p:txBody>
          <a:bodyPr>
            <a:normAutofit/>
          </a:bodyPr>
          <a:lstStyle/>
          <a:p>
            <a:r>
              <a:rPr lang="en-US" altLang="zh-TW" sz="3200" dirty="0">
                <a:sym typeface="+mn-ea"/>
              </a:rPr>
              <a:t>CNN: self-attention that can only attends in a receptive field</a:t>
            </a:r>
            <a:endParaRPr lang="zh-TW" altLang="en-US" sz="3200" dirty="0"/>
          </a:p>
          <a:p>
            <a:r>
              <a:rPr lang="en-US" altLang="zh-TW" sz="3200" dirty="0">
                <a:sym typeface="+mn-ea"/>
              </a:rPr>
              <a:t>CNN is simplified self-attention. </a:t>
            </a:r>
            <a:endParaRPr lang="zh-TW" altLang="en-US" sz="3200" dirty="0"/>
          </a:p>
          <a:p>
            <a:r>
              <a:rPr lang="en-US" altLang="zh-TW" sz="3200" dirty="0">
                <a:sym typeface="+mn-ea"/>
              </a:rPr>
              <a:t>Self-attention: CNN with learnable receptive field</a:t>
            </a:r>
            <a:endParaRPr lang="zh-TW" altLang="en-US" sz="3200" dirty="0"/>
          </a:p>
          <a:p>
            <a:r>
              <a:rPr lang="en-US" altLang="zh-TW" sz="3200" dirty="0">
                <a:sym typeface="+mn-ea"/>
              </a:rPr>
              <a:t>Self-attention is the complex version of CNN.</a:t>
            </a:r>
          </a:p>
        </p:txBody>
      </p:sp>
      <p:sp>
        <p:nvSpPr>
          <p:cNvPr id="5" name="內容版面配置區 2">
            <a:extLst>
              <a:ext uri="{FF2B5EF4-FFF2-40B4-BE49-F238E27FC236}">
                <a16:creationId xmlns:a16="http://schemas.microsoft.com/office/drawing/2014/main" id="{025C5A53-6B72-3086-7122-0C6E2B14345F}"/>
              </a:ext>
            </a:extLst>
          </p:cNvPr>
          <p:cNvSpPr txBox="1">
            <a:spLocks/>
          </p:cNvSpPr>
          <p:nvPr/>
        </p:nvSpPr>
        <p:spPr bwMode="auto">
          <a:xfrm>
            <a:off x="1794510" y="8322201"/>
            <a:ext cx="14600555" cy="1423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698500" indent="-698500" algn="l" rtl="0" fontAlgn="base">
              <a:spcBef>
                <a:spcPts val="4000"/>
              </a:spcBef>
              <a:spcAft>
                <a:spcPct val="0"/>
              </a:spcAft>
              <a:buClr>
                <a:schemeClr val="accent2"/>
              </a:buClr>
              <a:buSzPct val="100000"/>
              <a:buFont typeface="Wingdings 2" pitchFamily="2" charset="2"/>
              <a:buChar char=""/>
              <a:defRPr sz="4000" kern="1200">
                <a:solidFill>
                  <a:schemeClr val="tx1"/>
                </a:solidFill>
                <a:latin typeface="+mn-lt"/>
                <a:ea typeface="MS PGothic"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MS PGothic"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MS PGothic"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MS PGothic"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MS PGothic"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7pPr>
            <a:lvl8pPr marL="4797425"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a:solidFill>
                  <a:schemeClr val="tx1">
                    <a:lumMod val="65000"/>
                    <a:lumOff val="35000"/>
                  </a:schemeClr>
                </a:solidFill>
                <a:latin typeface="+mn-lt"/>
                <a:ea typeface="+mn-ea"/>
                <a:cs typeface="+mn-cs"/>
              </a:defRPr>
            </a:lvl9pPr>
          </a:lstStyle>
          <a:p>
            <a:r>
              <a:rPr lang="en-US" altLang="zh-TW" sz="3200">
                <a:sym typeface="+mn-ea"/>
              </a:rPr>
              <a:t>On the Relationship between Self-Attention and Convolutional Layers</a:t>
            </a:r>
            <a:endParaRPr lang="en-US" altLang="zh-TW" sz="3200" dirty="0">
              <a:sym typeface="+mn-ea"/>
            </a:endParaRPr>
          </a:p>
        </p:txBody>
      </p:sp>
      <p:grpSp>
        <p:nvGrpSpPr>
          <p:cNvPr id="6" name="群組 13">
            <a:extLst>
              <a:ext uri="{FF2B5EF4-FFF2-40B4-BE49-F238E27FC236}">
                <a16:creationId xmlns:a16="http://schemas.microsoft.com/office/drawing/2014/main" id="{4D1AC3A4-4026-2DDD-4CDF-B4CADAA7F1C1}"/>
              </a:ext>
            </a:extLst>
          </p:cNvPr>
          <p:cNvGrpSpPr/>
          <p:nvPr/>
        </p:nvGrpSpPr>
        <p:grpSpPr>
          <a:xfrm>
            <a:off x="13181372" y="-39189"/>
            <a:ext cx="4811395" cy="2689860"/>
            <a:chOff x="7317252" y="321019"/>
            <a:chExt cx="3123027" cy="1701068"/>
          </a:xfrm>
        </p:grpSpPr>
        <p:sp>
          <p:nvSpPr>
            <p:cNvPr id="7" name="橢圓 9">
              <a:extLst>
                <a:ext uri="{FF2B5EF4-FFF2-40B4-BE49-F238E27FC236}">
                  <a16:creationId xmlns:a16="http://schemas.microsoft.com/office/drawing/2014/main" id="{6AF02A69-FCA3-956A-40B9-EE336C0F3724}"/>
                </a:ext>
              </a:extLst>
            </p:cNvPr>
            <p:cNvSpPr/>
            <p:nvPr/>
          </p:nvSpPr>
          <p:spPr>
            <a:xfrm>
              <a:off x="7317252" y="321019"/>
              <a:ext cx="3123027" cy="1701068"/>
            </a:xfrm>
            <a:prstGeom prst="ellipse">
              <a:avLst/>
            </a:prstGeom>
            <a:no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9" name="橢圓 10">
              <a:extLst>
                <a:ext uri="{FF2B5EF4-FFF2-40B4-BE49-F238E27FC236}">
                  <a16:creationId xmlns:a16="http://schemas.microsoft.com/office/drawing/2014/main" id="{FE6CD43C-7B0F-A598-726E-743584D36257}"/>
                </a:ext>
              </a:extLst>
            </p:cNvPr>
            <p:cNvSpPr/>
            <p:nvPr/>
          </p:nvSpPr>
          <p:spPr>
            <a:xfrm>
              <a:off x="8319726" y="971060"/>
              <a:ext cx="1589649" cy="953475"/>
            </a:xfrm>
            <a:prstGeom prst="ellipse">
              <a:avLst/>
            </a:prstGeom>
            <a:solidFill>
              <a:schemeClr val="accent3">
                <a:lumMod val="40000"/>
                <a:lumOff val="6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sp>
          <p:nvSpPr>
            <p:cNvPr id="10" name="文字方塊 11">
              <a:extLst>
                <a:ext uri="{FF2B5EF4-FFF2-40B4-BE49-F238E27FC236}">
                  <a16:creationId xmlns:a16="http://schemas.microsoft.com/office/drawing/2014/main" id="{14482BF3-1EBA-CF74-0246-194DE18A3708}"/>
                </a:ext>
              </a:extLst>
            </p:cNvPr>
            <p:cNvSpPr txBox="1"/>
            <p:nvPr/>
          </p:nvSpPr>
          <p:spPr>
            <a:xfrm>
              <a:off x="8622350" y="1203663"/>
              <a:ext cx="984738" cy="407999"/>
            </a:xfrm>
            <a:prstGeom prst="rect">
              <a:avLst/>
            </a:prstGeom>
            <a:noFill/>
          </p:spPr>
          <p:txBody>
            <a:bodyPr wrap="square" rtlCol="0">
              <a:spAutoFit/>
            </a:bodyPr>
            <a:lstStyle/>
            <a:p>
              <a:pPr algn="ctr"/>
              <a:r>
                <a:rPr lang="en-US" altLang="zh-TW" sz="3600" dirty="0">
                  <a:solidFill>
                    <a:schemeClr val="bg1"/>
                  </a:solidFill>
                </a:rPr>
                <a:t>CNN</a:t>
              </a:r>
              <a:endParaRPr lang="zh-TW" altLang="en-US" sz="3600" dirty="0">
                <a:solidFill>
                  <a:schemeClr val="bg1"/>
                </a:solidFill>
              </a:endParaRPr>
            </a:p>
          </p:txBody>
        </p:sp>
        <p:sp>
          <p:nvSpPr>
            <p:cNvPr id="11" name="文字方塊 12">
              <a:extLst>
                <a:ext uri="{FF2B5EF4-FFF2-40B4-BE49-F238E27FC236}">
                  <a16:creationId xmlns:a16="http://schemas.microsoft.com/office/drawing/2014/main" id="{1E653D98-478A-4670-AC72-6512DD0EA996}"/>
                </a:ext>
              </a:extLst>
            </p:cNvPr>
            <p:cNvSpPr txBox="1"/>
            <p:nvPr/>
          </p:nvSpPr>
          <p:spPr>
            <a:xfrm>
              <a:off x="7828672" y="509671"/>
              <a:ext cx="1979148" cy="407999"/>
            </a:xfrm>
            <a:prstGeom prst="rect">
              <a:avLst/>
            </a:prstGeom>
            <a:noFill/>
          </p:spPr>
          <p:txBody>
            <a:bodyPr wrap="square" rtlCol="0">
              <a:spAutoFit/>
            </a:bodyPr>
            <a:lstStyle/>
            <a:p>
              <a:pPr algn="ctr"/>
              <a:r>
                <a:rPr lang="en-US" altLang="zh-TW" sz="3600" dirty="0"/>
                <a:t>Self-attention</a:t>
              </a:r>
              <a:endParaRPr lang="zh-TW" altLang="en-US" sz="3600" dirty="0"/>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9" grpId="0" bldLvl="0" animBg="1"/>
      <p:bldP spid="20" grpId="0" bldLvl="0" animBg="1"/>
      <p:bldP spid="21" grpId="0" bldLvl="0" animBg="1"/>
      <p:bldP spid="3" grpId="0" uiExpand="1" build="p"/>
      <p:bldP spid="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Self-attention </a:t>
            </a:r>
            <a:r>
              <a:rPr lang="en-US" altLang="zh-TW" dirty="0" err="1"/>
              <a:t>v.s</a:t>
            </a:r>
            <a:r>
              <a:rPr lang="en-US" altLang="zh-TW" dirty="0"/>
              <a:t>. CNN</a:t>
            </a:r>
            <a:endParaRPr lang="zh-TW" altLang="en-US" dirty="0"/>
          </a:p>
        </p:txBody>
      </p:sp>
      <p:sp>
        <p:nvSpPr>
          <p:cNvPr id="7" name="文字方塊 6"/>
          <p:cNvSpPr txBox="1"/>
          <p:nvPr/>
        </p:nvSpPr>
        <p:spPr>
          <a:xfrm>
            <a:off x="9922119" y="9185313"/>
            <a:ext cx="6858000" cy="106680"/>
          </a:xfrm>
          <a:prstGeom prst="rect">
            <a:avLst/>
          </a:prstGeom>
          <a:noFill/>
        </p:spPr>
        <p:txBody>
          <a:bodyPr wrap="square">
            <a:spAutoFit/>
          </a:bodyPr>
          <a:lstStyle/>
          <a:p>
            <a:r>
              <a:rPr lang="zh-TW" altLang="en-US" sz="100" dirty="0"/>
              <a:t>https://arxiv.org/abs/1911.03584</a:t>
            </a:r>
          </a:p>
        </p:txBody>
      </p:sp>
      <p:pic>
        <p:nvPicPr>
          <p:cNvPr id="9" name="圖片 8"/>
          <p:cNvPicPr>
            <a:picLocks noChangeAspect="1"/>
          </p:cNvPicPr>
          <p:nvPr/>
        </p:nvPicPr>
        <p:blipFill>
          <a:blip r:embed="rId3"/>
          <a:stretch>
            <a:fillRect/>
          </a:stretch>
        </p:blipFill>
        <p:spPr>
          <a:xfrm>
            <a:off x="2986405" y="2936824"/>
            <a:ext cx="12160359" cy="5372850"/>
          </a:xfrm>
          <a:prstGeom prst="rect">
            <a:avLst/>
          </a:prstGeom>
        </p:spPr>
      </p:pic>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31</a:t>
            </a:fld>
            <a:endParaRPr lang="zh-TW" altLang="en-US" sz="100"/>
          </a:p>
        </p:txBody>
      </p:sp>
      <p:sp>
        <p:nvSpPr>
          <p:cNvPr id="4" name="內容版面配置區 2"/>
          <p:cNvSpPr>
            <a:spLocks noGrp="1"/>
          </p:cNvSpPr>
          <p:nvPr>
            <p:ph sz="half" idx="1"/>
          </p:nvPr>
        </p:nvSpPr>
        <p:spPr>
          <a:xfrm>
            <a:off x="2272665" y="8494395"/>
            <a:ext cx="14600555" cy="1423035"/>
          </a:xfrm>
        </p:spPr>
        <p:txBody>
          <a:bodyPr>
            <a:normAutofit/>
          </a:bodyPr>
          <a:lstStyle/>
          <a:p>
            <a:r>
              <a:rPr lang="en-US" altLang="zh-TW" sz="3200" dirty="0">
                <a:sym typeface="+mn-ea"/>
              </a:rPr>
              <a:t>On the Relationship between Self-Attention and Convolutional Layers</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圓角 36"/>
          <p:cNvSpPr/>
          <p:nvPr/>
        </p:nvSpPr>
        <p:spPr>
          <a:xfrm>
            <a:off x="10699190" y="3455603"/>
            <a:ext cx="376995" cy="10044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6" name="矩形: 圓角 5"/>
          <p:cNvSpPr/>
          <p:nvPr/>
        </p:nvSpPr>
        <p:spPr>
          <a:xfrm>
            <a:off x="5736320" y="3455603"/>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0" name="矩形: 圓角 9"/>
          <p:cNvSpPr/>
          <p:nvPr/>
        </p:nvSpPr>
        <p:spPr>
          <a:xfrm>
            <a:off x="5246721" y="2129721"/>
            <a:ext cx="1394294" cy="100441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3600" dirty="0"/>
              <a:t>RNN</a:t>
            </a:r>
            <a:endParaRPr lang="zh-TW" altLang="en-US" sz="3600" dirty="0"/>
          </a:p>
        </p:txBody>
      </p:sp>
      <p:sp>
        <p:nvSpPr>
          <p:cNvPr id="12" name="矩形: 圓角 11"/>
          <p:cNvSpPr/>
          <p:nvPr/>
        </p:nvSpPr>
        <p:spPr>
          <a:xfrm>
            <a:off x="6756468" y="1117787"/>
            <a:ext cx="882882" cy="66192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3" name="矩形: 圓角 12"/>
          <p:cNvSpPr/>
          <p:nvPr/>
        </p:nvSpPr>
        <p:spPr>
          <a:xfrm>
            <a:off x="6993303" y="2129721"/>
            <a:ext cx="376995" cy="1004414"/>
          </a:xfrm>
          <a:prstGeom prst="roundRect">
            <a:avLst/>
          </a:prstGeom>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4" name="矩形: 圓角 13"/>
          <p:cNvSpPr/>
          <p:nvPr/>
        </p:nvSpPr>
        <p:spPr>
          <a:xfrm>
            <a:off x="4475865" y="2129720"/>
            <a:ext cx="376995" cy="100441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cxnSp>
        <p:nvCxnSpPr>
          <p:cNvPr id="22" name="直線單箭頭接點 21"/>
          <p:cNvCxnSpPr/>
          <p:nvPr/>
        </p:nvCxnSpPr>
        <p:spPr>
          <a:xfrm flipV="1">
            <a:off x="5927261" y="3134133"/>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7184561" y="1808250"/>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rot="5400000" flipV="1">
            <a:off x="6802551" y="2479764"/>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rot="5400000" flipV="1">
            <a:off x="5090174" y="2471192"/>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圓角 26"/>
          <p:cNvSpPr/>
          <p:nvPr/>
        </p:nvSpPr>
        <p:spPr>
          <a:xfrm>
            <a:off x="8207196" y="3455603"/>
            <a:ext cx="376995" cy="10044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28" name="矩形: 圓角 27"/>
          <p:cNvSpPr/>
          <p:nvPr/>
        </p:nvSpPr>
        <p:spPr>
          <a:xfrm>
            <a:off x="7717598" y="2129721"/>
            <a:ext cx="1394294" cy="100441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3600" dirty="0"/>
              <a:t>RNN</a:t>
            </a:r>
            <a:endParaRPr lang="zh-TW" altLang="en-US" sz="3600" dirty="0"/>
          </a:p>
        </p:txBody>
      </p:sp>
      <p:sp>
        <p:nvSpPr>
          <p:cNvPr id="29" name="矩形: 圓角 28"/>
          <p:cNvSpPr/>
          <p:nvPr/>
        </p:nvSpPr>
        <p:spPr>
          <a:xfrm>
            <a:off x="9227345" y="1117787"/>
            <a:ext cx="882882" cy="66192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30" name="矩形: 圓角 29"/>
          <p:cNvSpPr/>
          <p:nvPr/>
        </p:nvSpPr>
        <p:spPr>
          <a:xfrm>
            <a:off x="9464180" y="2129721"/>
            <a:ext cx="376995" cy="1004414"/>
          </a:xfrm>
          <a:prstGeom prst="roundRect">
            <a:avLst/>
          </a:prstGeom>
          <a:ln w="28575">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31" name="直線單箭頭接點 30"/>
          <p:cNvCxnSpPr/>
          <p:nvPr/>
        </p:nvCxnSpPr>
        <p:spPr>
          <a:xfrm flipV="1">
            <a:off x="8398137" y="3134133"/>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V="1">
            <a:off x="9655437" y="1808250"/>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rot="5400000" flipV="1">
            <a:off x="9273428" y="2479764"/>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rot="5400000" flipV="1">
            <a:off x="7561050" y="2471192"/>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圓角 37"/>
          <p:cNvSpPr/>
          <p:nvPr/>
        </p:nvSpPr>
        <p:spPr>
          <a:xfrm>
            <a:off x="10209591" y="2129721"/>
            <a:ext cx="1394294" cy="100441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3600" dirty="0"/>
              <a:t>RNN</a:t>
            </a:r>
            <a:endParaRPr lang="zh-TW" altLang="en-US" sz="3600" dirty="0"/>
          </a:p>
        </p:txBody>
      </p:sp>
      <p:sp>
        <p:nvSpPr>
          <p:cNvPr id="39" name="矩形: 圓角 38"/>
          <p:cNvSpPr/>
          <p:nvPr/>
        </p:nvSpPr>
        <p:spPr>
          <a:xfrm>
            <a:off x="11719338" y="1117787"/>
            <a:ext cx="882882" cy="66192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40" name="矩形: 圓角 39"/>
          <p:cNvSpPr/>
          <p:nvPr/>
        </p:nvSpPr>
        <p:spPr>
          <a:xfrm>
            <a:off x="11956173" y="2129721"/>
            <a:ext cx="376995" cy="1004414"/>
          </a:xfrm>
          <a:prstGeom prst="roundRect">
            <a:avLst/>
          </a:prstGeom>
          <a:ln w="28575">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cxnSp>
        <p:nvCxnSpPr>
          <p:cNvPr id="41" name="直線單箭頭接點 40"/>
          <p:cNvCxnSpPr/>
          <p:nvPr/>
        </p:nvCxnSpPr>
        <p:spPr>
          <a:xfrm flipV="1">
            <a:off x="10890131" y="3134133"/>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V="1">
            <a:off x="12147431" y="1808250"/>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rot="5400000" flipV="1">
            <a:off x="11765421" y="2479764"/>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rot="5400000" flipV="1">
            <a:off x="10053044" y="2471192"/>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圓角 45"/>
          <p:cNvSpPr/>
          <p:nvPr/>
        </p:nvSpPr>
        <p:spPr>
          <a:xfrm>
            <a:off x="13170809" y="3455603"/>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47" name="矩形: 圓角 46"/>
          <p:cNvSpPr/>
          <p:nvPr/>
        </p:nvSpPr>
        <p:spPr>
          <a:xfrm>
            <a:off x="12681210" y="2129721"/>
            <a:ext cx="1394294" cy="100441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3600" dirty="0"/>
              <a:t>RNN</a:t>
            </a:r>
            <a:endParaRPr lang="zh-TW" altLang="en-US" sz="3600" dirty="0"/>
          </a:p>
        </p:txBody>
      </p:sp>
      <p:sp>
        <p:nvSpPr>
          <p:cNvPr id="48" name="矩形: 圓角 47"/>
          <p:cNvSpPr/>
          <p:nvPr/>
        </p:nvSpPr>
        <p:spPr>
          <a:xfrm>
            <a:off x="14190957" y="1117787"/>
            <a:ext cx="882882" cy="66192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49" name="矩形: 圓角 48"/>
          <p:cNvSpPr/>
          <p:nvPr/>
        </p:nvSpPr>
        <p:spPr>
          <a:xfrm>
            <a:off x="14427792" y="2129721"/>
            <a:ext cx="376995" cy="1004414"/>
          </a:xfrm>
          <a:prstGeom prst="roundRect">
            <a:avLst/>
          </a:prstGeom>
          <a:ln w="28575">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cxnSp>
        <p:nvCxnSpPr>
          <p:cNvPr id="50" name="直線單箭頭接點 49"/>
          <p:cNvCxnSpPr/>
          <p:nvPr/>
        </p:nvCxnSpPr>
        <p:spPr>
          <a:xfrm flipV="1">
            <a:off x="13361750" y="3134133"/>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flipV="1">
            <a:off x="14619050" y="1808250"/>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p:nvPr/>
        </p:nvCxnSpPr>
        <p:spPr>
          <a:xfrm rot="5400000" flipV="1">
            <a:off x="14237040" y="2479764"/>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p:nvPr/>
        </p:nvCxnSpPr>
        <p:spPr>
          <a:xfrm rot="5400000" flipV="1">
            <a:off x="12524663" y="2471192"/>
            <a:ext cx="0" cy="321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矩形: 圓角 66"/>
          <p:cNvSpPr/>
          <p:nvPr/>
        </p:nvSpPr>
        <p:spPr>
          <a:xfrm>
            <a:off x="14310387" y="2095875"/>
            <a:ext cx="594159" cy="109540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68" name="矩形: 圓角 67"/>
          <p:cNvSpPr/>
          <p:nvPr/>
        </p:nvSpPr>
        <p:spPr>
          <a:xfrm>
            <a:off x="13051763" y="4882188"/>
            <a:ext cx="594159" cy="126610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69" name="文字方塊 68"/>
          <p:cNvSpPr txBox="1"/>
          <p:nvPr/>
        </p:nvSpPr>
        <p:spPr>
          <a:xfrm>
            <a:off x="3420466" y="5126706"/>
            <a:ext cx="1816095" cy="645160"/>
          </a:xfrm>
          <a:prstGeom prst="rect">
            <a:avLst/>
          </a:prstGeom>
          <a:noFill/>
        </p:spPr>
        <p:txBody>
          <a:bodyPr wrap="square" rtlCol="0">
            <a:spAutoFit/>
          </a:bodyPr>
          <a:lstStyle/>
          <a:p>
            <a:pPr algn="r"/>
            <a:r>
              <a:rPr lang="en-US" altLang="zh-TW" sz="3600" dirty="0">
                <a:solidFill>
                  <a:srgbClr val="0070C0"/>
                </a:solidFill>
              </a:rPr>
              <a:t>parallel</a:t>
            </a:r>
            <a:endParaRPr lang="zh-TW" altLang="en-US" sz="3600" dirty="0">
              <a:solidFill>
                <a:srgbClr val="0070C0"/>
              </a:solidFill>
            </a:endParaRPr>
          </a:p>
        </p:txBody>
      </p:sp>
      <p:sp>
        <p:nvSpPr>
          <p:cNvPr id="70" name="文字方塊 69"/>
          <p:cNvSpPr txBox="1"/>
          <p:nvPr/>
        </p:nvSpPr>
        <p:spPr>
          <a:xfrm>
            <a:off x="13729842" y="3962436"/>
            <a:ext cx="2455272" cy="64516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TW" sz="3600" dirty="0">
                <a:solidFill>
                  <a:schemeClr val="tx1"/>
                </a:solidFill>
              </a:rPr>
              <a:t>nonparallel</a:t>
            </a:r>
          </a:p>
        </p:txBody>
      </p:sp>
      <p:sp>
        <p:nvSpPr>
          <p:cNvPr id="72" name="文字方塊 71"/>
          <p:cNvSpPr txBox="1"/>
          <p:nvPr/>
        </p:nvSpPr>
        <p:spPr>
          <a:xfrm>
            <a:off x="3077360" y="3320748"/>
            <a:ext cx="2544051" cy="1198880"/>
          </a:xfrm>
          <a:prstGeom prst="rect">
            <a:avLst/>
          </a:prstGeom>
          <a:noFill/>
        </p:spPr>
        <p:txBody>
          <a:bodyPr wrap="square" rtlCol="0">
            <a:spAutoFit/>
          </a:bodyPr>
          <a:lstStyle/>
          <a:p>
            <a:pPr algn="r"/>
            <a:r>
              <a:rPr lang="en-US" altLang="zh-TW" sz="3600" dirty="0"/>
              <a:t>hard to consider</a:t>
            </a:r>
            <a:endParaRPr lang="zh-TW" altLang="en-US" sz="3600" dirty="0"/>
          </a:p>
        </p:txBody>
      </p:sp>
      <p:sp>
        <p:nvSpPr>
          <p:cNvPr id="73" name="文字方塊 72"/>
          <p:cNvSpPr txBox="1"/>
          <p:nvPr/>
        </p:nvSpPr>
        <p:spPr>
          <a:xfrm>
            <a:off x="3430626" y="7660004"/>
            <a:ext cx="2090478" cy="1198880"/>
          </a:xfrm>
          <a:prstGeom prst="rect">
            <a:avLst/>
          </a:prstGeom>
          <a:noFill/>
        </p:spPr>
        <p:txBody>
          <a:bodyPr wrap="square" rtlCol="0">
            <a:spAutoFit/>
          </a:bodyPr>
          <a:lstStyle/>
          <a:p>
            <a:pPr algn="r"/>
            <a:r>
              <a:rPr lang="en-US" altLang="zh-TW" sz="3600" dirty="0"/>
              <a:t>easy to consider</a:t>
            </a:r>
            <a:endParaRPr lang="zh-TW" altLang="en-US" sz="3600" dirty="0"/>
          </a:p>
        </p:txBody>
      </p:sp>
      <p:sp>
        <p:nvSpPr>
          <p:cNvPr id="75" name="文字方塊 74"/>
          <p:cNvSpPr txBox="1"/>
          <p:nvPr/>
        </p:nvSpPr>
        <p:spPr>
          <a:xfrm>
            <a:off x="10618822" y="9527471"/>
            <a:ext cx="5173020" cy="106680"/>
          </a:xfrm>
          <a:prstGeom prst="rect">
            <a:avLst/>
          </a:prstGeom>
          <a:noFill/>
        </p:spPr>
        <p:txBody>
          <a:bodyPr wrap="square">
            <a:spAutoFit/>
          </a:bodyPr>
          <a:lstStyle/>
          <a:p>
            <a:r>
              <a:rPr lang="zh-TW" altLang="en-US" sz="100" dirty="0"/>
              <a:t>https://arxiv.org/abs/2006.16236</a:t>
            </a:r>
          </a:p>
        </p:txBody>
      </p:sp>
      <p:sp>
        <p:nvSpPr>
          <p:cNvPr id="78" name="矩形: 圓角 77"/>
          <p:cNvSpPr/>
          <p:nvPr/>
        </p:nvSpPr>
        <p:spPr>
          <a:xfrm>
            <a:off x="5619240" y="3386265"/>
            <a:ext cx="594159" cy="109540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9" name="矩形: 圓角 78"/>
          <p:cNvSpPr/>
          <p:nvPr/>
        </p:nvSpPr>
        <p:spPr>
          <a:xfrm>
            <a:off x="5643398" y="7753508"/>
            <a:ext cx="594159" cy="109540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grpSp>
        <p:nvGrpSpPr>
          <p:cNvPr id="3" name="群組 2"/>
          <p:cNvGrpSpPr/>
          <p:nvPr/>
        </p:nvGrpSpPr>
        <p:grpSpPr>
          <a:xfrm>
            <a:off x="5715203" y="4970750"/>
            <a:ext cx="7825898" cy="1621596"/>
            <a:chOff x="2286135" y="3313833"/>
            <a:chExt cx="5217265" cy="1081064"/>
          </a:xfrm>
        </p:grpSpPr>
        <p:cxnSp>
          <p:nvCxnSpPr>
            <p:cNvPr id="63" name="直線單箭頭接點 62"/>
            <p:cNvCxnSpPr/>
            <p:nvPr/>
          </p:nvCxnSpPr>
          <p:spPr>
            <a:xfrm flipV="1">
              <a:off x="7383833" y="4034897"/>
              <a:ext cx="0" cy="36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矩形: 圓角 65"/>
            <p:cNvSpPr/>
            <p:nvPr/>
          </p:nvSpPr>
          <p:spPr>
            <a:xfrm>
              <a:off x="7252070" y="3344313"/>
              <a:ext cx="251330" cy="669609"/>
            </a:xfrm>
            <a:prstGeom prst="roundRect">
              <a:avLst/>
            </a:prstGeom>
            <a:ln w="28575">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80" name="矩形: 圓角 79"/>
            <p:cNvSpPr/>
            <p:nvPr/>
          </p:nvSpPr>
          <p:spPr>
            <a:xfrm>
              <a:off x="5608793" y="3313835"/>
              <a:ext cx="251330" cy="669609"/>
            </a:xfrm>
            <a:prstGeom prst="roundRect">
              <a:avLst/>
            </a:prstGeom>
            <a:ln w="28575">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81" name="矩形: 圓角 80"/>
            <p:cNvSpPr/>
            <p:nvPr/>
          </p:nvSpPr>
          <p:spPr>
            <a:xfrm>
              <a:off x="3947464" y="3313834"/>
              <a:ext cx="251330" cy="669609"/>
            </a:xfrm>
            <a:prstGeom prst="roundRect">
              <a:avLst/>
            </a:prstGeom>
            <a:ln w="28575">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82" name="矩形: 圓角 81"/>
            <p:cNvSpPr/>
            <p:nvPr/>
          </p:nvSpPr>
          <p:spPr>
            <a:xfrm>
              <a:off x="2286135" y="3313833"/>
              <a:ext cx="251330" cy="669609"/>
            </a:xfrm>
            <a:prstGeom prst="roundRect">
              <a:avLst/>
            </a:prstGeom>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3" name="直線單箭頭接點 82"/>
            <p:cNvCxnSpPr/>
            <p:nvPr/>
          </p:nvCxnSpPr>
          <p:spPr>
            <a:xfrm flipV="1">
              <a:off x="5728570" y="4018967"/>
              <a:ext cx="0" cy="36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4074590" y="4018967"/>
              <a:ext cx="0" cy="36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flipV="1">
              <a:off x="2411800" y="4018967"/>
              <a:ext cx="0" cy="36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群組 1"/>
          <p:cNvGrpSpPr/>
          <p:nvPr/>
        </p:nvGrpSpPr>
        <p:grpSpPr>
          <a:xfrm>
            <a:off x="5250821" y="6457794"/>
            <a:ext cx="8661336" cy="2345622"/>
            <a:chOff x="1976547" y="4305196"/>
            <a:chExt cx="5774224" cy="1563748"/>
          </a:xfrm>
        </p:grpSpPr>
        <p:sp>
          <p:nvSpPr>
            <p:cNvPr id="54" name="矩形: 圓角 53"/>
            <p:cNvSpPr/>
            <p:nvPr/>
          </p:nvSpPr>
          <p:spPr>
            <a:xfrm>
              <a:off x="5610422" y="5199335"/>
              <a:ext cx="251330" cy="66960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55" name="矩形: 圓角 54"/>
            <p:cNvSpPr/>
            <p:nvPr/>
          </p:nvSpPr>
          <p:spPr>
            <a:xfrm>
              <a:off x="2301842" y="5199335"/>
              <a:ext cx="251330" cy="66960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6" name="矩形: 圓角 55"/>
            <p:cNvSpPr/>
            <p:nvPr/>
          </p:nvSpPr>
          <p:spPr>
            <a:xfrm>
              <a:off x="3949093" y="5199335"/>
              <a:ext cx="251330" cy="66960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57" name="矩形: 圓角 56"/>
            <p:cNvSpPr/>
            <p:nvPr/>
          </p:nvSpPr>
          <p:spPr>
            <a:xfrm>
              <a:off x="7258168" y="5199335"/>
              <a:ext cx="251330" cy="66960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cxnSp>
          <p:nvCxnSpPr>
            <p:cNvPr id="59" name="直線單箭頭接點 58"/>
            <p:cNvCxnSpPr/>
            <p:nvPr/>
          </p:nvCxnSpPr>
          <p:spPr>
            <a:xfrm flipV="1">
              <a:off x="7387928" y="4972322"/>
              <a:ext cx="0" cy="2143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flipV="1">
              <a:off x="5744277" y="4972322"/>
              <a:ext cx="0" cy="2143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V="1">
              <a:off x="4090297" y="4972322"/>
              <a:ext cx="0" cy="2143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flipV="1">
              <a:off x="2427507" y="4972322"/>
              <a:ext cx="0" cy="2143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矩形: 圓角 57"/>
            <p:cNvSpPr/>
            <p:nvPr/>
          </p:nvSpPr>
          <p:spPr>
            <a:xfrm>
              <a:off x="1976547" y="4305196"/>
              <a:ext cx="5774224" cy="66960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3600" dirty="0"/>
                <a:t>Self-attention</a:t>
              </a:r>
              <a:endParaRPr lang="zh-TW" altLang="en-US" sz="3600" dirty="0"/>
            </a:p>
          </p:txBody>
        </p:sp>
      </p:grpSp>
      <p:pic>
        <p:nvPicPr>
          <p:cNvPr id="87" name="Picture 2" descr="Win PNG Photos | PNG M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76185" y="6285311"/>
            <a:ext cx="1641963" cy="1414268"/>
          </a:xfrm>
          <a:prstGeom prst="rect">
            <a:avLst/>
          </a:prstGeom>
          <a:noFill/>
          <a:extLst>
            <a:ext uri="{909E8E84-426E-40DD-AFC4-6F175D3DCCD1}">
              <a14:hiddenFill xmlns:a14="http://schemas.microsoft.com/office/drawing/2010/main">
                <a:solidFill>
                  <a:srgbClr val="FFFFFF"/>
                </a:solidFill>
              </a14:hiddenFill>
            </a:ext>
          </a:extLst>
        </p:spPr>
      </p:pic>
      <p:sp>
        <p:nvSpPr>
          <p:cNvPr id="88" name="矩形: 圓角 87"/>
          <p:cNvSpPr/>
          <p:nvPr/>
        </p:nvSpPr>
        <p:spPr>
          <a:xfrm>
            <a:off x="5246721" y="4829039"/>
            <a:ext cx="8661336" cy="1387737"/>
          </a:xfrm>
          <a:prstGeom prst="roundRect">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89" name="直線單箭頭接點 88"/>
          <p:cNvCxnSpPr/>
          <p:nvPr/>
        </p:nvCxnSpPr>
        <p:spPr>
          <a:xfrm>
            <a:off x="14632398" y="3134133"/>
            <a:ext cx="0" cy="828344"/>
          </a:xfrm>
          <a:prstGeom prst="straightConnector1">
            <a:avLst/>
          </a:prstGeom>
          <a:ln w="3810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a:off x="12472670" y="3098165"/>
            <a:ext cx="1955165" cy="815975"/>
          </a:xfrm>
          <a:prstGeom prst="straightConnector1">
            <a:avLst/>
          </a:prstGeom>
          <a:ln w="3810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a:off x="9627333" y="3100622"/>
            <a:ext cx="4583295" cy="832587"/>
          </a:xfrm>
          <a:prstGeom prst="straightConnector1">
            <a:avLst/>
          </a:prstGeom>
          <a:ln w="3810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a:off x="7139132" y="3109194"/>
            <a:ext cx="6678153" cy="804965"/>
          </a:xfrm>
          <a:prstGeom prst="straightConnector1">
            <a:avLst/>
          </a:prstGeom>
          <a:ln w="38100">
            <a:solidFill>
              <a:srgbClr val="0070C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1" name="文字方塊 70"/>
          <p:cNvSpPr txBox="1"/>
          <p:nvPr/>
        </p:nvSpPr>
        <p:spPr>
          <a:xfrm>
            <a:off x="2612364" y="2308836"/>
            <a:ext cx="1887990" cy="645160"/>
          </a:xfrm>
          <a:prstGeom prst="rect">
            <a:avLst/>
          </a:prstGeom>
          <a:noFill/>
        </p:spPr>
        <p:txBody>
          <a:bodyPr wrap="square" rtlCol="0">
            <a:spAutoFit/>
          </a:bodyPr>
          <a:lstStyle/>
          <a:p>
            <a:pPr algn="r"/>
            <a:r>
              <a:rPr lang="en-US" altLang="zh-TW" sz="3600" dirty="0"/>
              <a:t>memory</a:t>
            </a:r>
            <a:endParaRPr lang="zh-TW" altLang="en-US" sz="3600" dirty="0"/>
          </a:p>
        </p:txBody>
      </p:sp>
      <p:sp>
        <p:nvSpPr>
          <p:cNvPr id="4" name="投影片編號版面配置區 3"/>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32</a:t>
            </a:fld>
            <a:endParaRPr lang="zh-TW" altLang="en-US" sz="100"/>
          </a:p>
        </p:txBody>
      </p:sp>
      <p:sp>
        <p:nvSpPr>
          <p:cNvPr id="7" name="標題 1"/>
          <p:cNvSpPr>
            <a:spLocks noGrp="1"/>
          </p:cNvSpPr>
          <p:nvPr>
            <p:ph type="title"/>
          </p:nvPr>
        </p:nvSpPr>
        <p:spPr>
          <a:xfrm>
            <a:off x="230505" y="-125655"/>
            <a:ext cx="16084552" cy="1551434"/>
          </a:xfrm>
        </p:spPr>
        <p:txBody>
          <a:bodyPr/>
          <a:lstStyle/>
          <a:p>
            <a:pPr algn="l"/>
            <a:r>
              <a:rPr lang="en-US" altLang="zh-TW" sz="4000" dirty="0"/>
              <a:t>Self-attention </a:t>
            </a:r>
            <a:r>
              <a:rPr lang="en-US" altLang="zh-TW" sz="4000" dirty="0" err="1"/>
              <a:t>v.s</a:t>
            </a:r>
            <a:r>
              <a:rPr lang="en-US" altLang="zh-TW" sz="4000" dirty="0"/>
              <a:t>. RNN</a:t>
            </a:r>
          </a:p>
        </p:txBody>
      </p:sp>
      <p:sp>
        <p:nvSpPr>
          <p:cNvPr id="8" name="內容版面配置區 2"/>
          <p:cNvSpPr>
            <a:spLocks noGrp="1"/>
          </p:cNvSpPr>
          <p:nvPr>
            <p:ph sz="half" idx="1"/>
          </p:nvPr>
        </p:nvSpPr>
        <p:spPr>
          <a:xfrm>
            <a:off x="1420495" y="8869680"/>
            <a:ext cx="13384530" cy="1423035"/>
          </a:xfrm>
        </p:spPr>
        <p:txBody>
          <a:bodyPr>
            <a:normAutofit/>
          </a:bodyPr>
          <a:lstStyle/>
          <a:p>
            <a:r>
              <a:rPr lang="zh-TW" altLang="en-US" sz="3200" dirty="0">
                <a:sym typeface="+mn-ea"/>
              </a:rPr>
              <a:t>Transformers are RNNs: Fast Autoregressive Transformers with Linear Attention</a:t>
            </a:r>
            <a:endParaRPr lang="en-US" altLang="zh-TW" sz="32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3"/>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9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9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70"/>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8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7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6" grpId="0" bldLvl="0" animBg="1"/>
      <p:bldP spid="10" grpId="0" bldLvl="0" animBg="1"/>
      <p:bldP spid="12" grpId="0" bldLvl="0" animBg="1"/>
      <p:bldP spid="13" grpId="0" bldLvl="0" animBg="1"/>
      <p:bldP spid="14" grpId="0" bldLvl="0" animBg="1"/>
      <p:bldP spid="27" grpId="0" bldLvl="0" animBg="1"/>
      <p:bldP spid="28" grpId="0" bldLvl="0" animBg="1"/>
      <p:bldP spid="29" grpId="0" bldLvl="0" animBg="1"/>
      <p:bldP spid="30" grpId="0" bldLvl="0" animBg="1"/>
      <p:bldP spid="38" grpId="0" bldLvl="0" animBg="1"/>
      <p:bldP spid="39" grpId="0" bldLvl="0" animBg="1"/>
      <p:bldP spid="40" grpId="0" bldLvl="0" animBg="1"/>
      <p:bldP spid="46" grpId="0" bldLvl="0" animBg="1"/>
      <p:bldP spid="47" grpId="0" bldLvl="0" animBg="1"/>
      <p:bldP spid="48" grpId="0" bldLvl="0" animBg="1"/>
      <p:bldP spid="49" grpId="0" bldLvl="0" animBg="1"/>
      <p:bldP spid="67" grpId="0" bldLvl="0" animBg="1"/>
      <p:bldP spid="68" grpId="0" bldLvl="0" animBg="1"/>
      <p:bldP spid="69" grpId="0"/>
      <p:bldP spid="70" grpId="0" bldLvl="0" animBg="1"/>
      <p:bldP spid="72" grpId="0"/>
      <p:bldP spid="73" grpId="0"/>
      <p:bldP spid="75" grpId="0"/>
      <p:bldP spid="78" grpId="0" bldLvl="0" animBg="1"/>
      <p:bldP spid="79" grpId="0" bldLvl="0" animBg="1"/>
      <p:bldP spid="88" grpId="0" bldLvl="0" animBg="1"/>
      <p:bldP spid="71" grpId="0"/>
      <p:bldP spid="8"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a:t>Transformer</a:t>
            </a:r>
          </a:p>
        </p:txBody>
      </p:sp>
      <p:sp>
        <p:nvSpPr>
          <p:cNvPr id="3" name="Subtitle 2"/>
          <p:cNvSpPr>
            <a:spLocks noGrp="1"/>
          </p:cNvSpPr>
          <p:nvPr>
            <p:ph type="subTitle" idx="1"/>
          </p:nvPr>
        </p:nvSpPr>
        <p:spPr>
          <a:xfrm>
            <a:off x="2644777" y="4949827"/>
            <a:ext cx="12998450" cy="1374774"/>
          </a:xfrm>
        </p:spPr>
        <p:txBody>
          <a:bodyPr/>
          <a:lstStyle/>
          <a:p>
            <a:pPr fontAlgn="auto">
              <a:spcAft>
                <a:spcPts val="0"/>
              </a:spcAft>
              <a:defRPr/>
            </a:pPr>
            <a:r>
              <a:rPr lang="en-US"/>
              <a:t>Seq2seq</a:t>
            </a:r>
          </a:p>
          <a:p>
            <a:pPr fontAlgn="auto">
              <a:spcAft>
                <a:spcPts val="0"/>
              </a:spcAft>
              <a:defRPr/>
            </a:pPr>
            <a:r>
              <a:rPr lang="en-US"/>
              <a:t>Encoder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3"/>
          <p:cNvSpPr>
            <a:spLocks noGrp="1"/>
          </p:cNvSpPr>
          <p:nvPr>
            <p:ph type="title"/>
          </p:nvPr>
        </p:nvSpPr>
        <p:spPr/>
        <p:txBody>
          <a:bodyPr/>
          <a:lstStyle/>
          <a:p>
            <a:r>
              <a:rPr lang="en-US" altLang="en-US"/>
              <a:t>Sequence-to-sequence (Seq2seq)</a:t>
            </a:r>
          </a:p>
        </p:txBody>
      </p:sp>
      <p:sp>
        <p:nvSpPr>
          <p:cNvPr id="2" name="Rounded Rectangle 1"/>
          <p:cNvSpPr/>
          <p:nvPr/>
        </p:nvSpPr>
        <p:spPr>
          <a:xfrm>
            <a:off x="7479030" y="2684145"/>
            <a:ext cx="2974975" cy="591947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3" name="Text Box 2"/>
          <p:cNvSpPr txBox="1"/>
          <p:nvPr/>
        </p:nvSpPr>
        <p:spPr>
          <a:xfrm>
            <a:off x="7479030" y="3110865"/>
            <a:ext cx="3076575" cy="1198880"/>
          </a:xfrm>
          <a:prstGeom prst="rect">
            <a:avLst/>
          </a:prstGeom>
          <a:noFill/>
        </p:spPr>
        <p:txBody>
          <a:bodyPr wrap="square" rtlCol="0">
            <a:spAutoFit/>
          </a:bodyPr>
          <a:lstStyle/>
          <a:p>
            <a:pPr algn="ctr"/>
            <a:r>
              <a:rPr lang="en-US" sz="3600" b="1">
                <a:solidFill>
                  <a:schemeClr val="bg2"/>
                </a:solidFill>
              </a:rPr>
              <a:t>Speech Recognition</a:t>
            </a:r>
          </a:p>
        </p:txBody>
      </p:sp>
      <p:sp>
        <p:nvSpPr>
          <p:cNvPr id="4" name="Text Box 3"/>
          <p:cNvSpPr txBox="1"/>
          <p:nvPr/>
        </p:nvSpPr>
        <p:spPr>
          <a:xfrm>
            <a:off x="7479030" y="5044440"/>
            <a:ext cx="3076575" cy="1198880"/>
          </a:xfrm>
          <a:prstGeom prst="rect">
            <a:avLst/>
          </a:prstGeom>
          <a:noFill/>
        </p:spPr>
        <p:txBody>
          <a:bodyPr wrap="square" rtlCol="0">
            <a:spAutoFit/>
          </a:bodyPr>
          <a:lstStyle/>
          <a:p>
            <a:pPr algn="ctr"/>
            <a:r>
              <a:rPr lang="en-US" sz="3600" b="1">
                <a:solidFill>
                  <a:schemeClr val="bg2"/>
                </a:solidFill>
              </a:rPr>
              <a:t>Machine </a:t>
            </a:r>
          </a:p>
          <a:p>
            <a:pPr algn="ctr"/>
            <a:r>
              <a:rPr lang="en-US" sz="3600" b="1">
                <a:solidFill>
                  <a:schemeClr val="bg2"/>
                </a:solidFill>
              </a:rPr>
              <a:t>Translation</a:t>
            </a:r>
          </a:p>
        </p:txBody>
      </p:sp>
      <p:sp>
        <p:nvSpPr>
          <p:cNvPr id="5" name="Text Box 4"/>
          <p:cNvSpPr txBox="1"/>
          <p:nvPr/>
        </p:nvSpPr>
        <p:spPr>
          <a:xfrm>
            <a:off x="7479030" y="6978015"/>
            <a:ext cx="3076575" cy="1198880"/>
          </a:xfrm>
          <a:prstGeom prst="rect">
            <a:avLst/>
          </a:prstGeom>
          <a:noFill/>
        </p:spPr>
        <p:txBody>
          <a:bodyPr wrap="square" rtlCol="0">
            <a:spAutoFit/>
          </a:bodyPr>
          <a:lstStyle/>
          <a:p>
            <a:pPr algn="ctr"/>
            <a:r>
              <a:rPr lang="en-US" sz="3600" b="1">
                <a:solidFill>
                  <a:schemeClr val="bg2"/>
                </a:solidFill>
              </a:rPr>
              <a:t>Speech</a:t>
            </a:r>
          </a:p>
          <a:p>
            <a:pPr algn="ctr"/>
            <a:r>
              <a:rPr lang="en-US" sz="3600" b="1">
                <a:solidFill>
                  <a:schemeClr val="bg2"/>
                </a:solidFill>
              </a:rPr>
              <a:t>Translation</a:t>
            </a:r>
          </a:p>
        </p:txBody>
      </p:sp>
      <p:sp>
        <p:nvSpPr>
          <p:cNvPr id="6" name="Text Box 5"/>
          <p:cNvSpPr txBox="1"/>
          <p:nvPr/>
        </p:nvSpPr>
        <p:spPr>
          <a:xfrm>
            <a:off x="853073" y="1730038"/>
            <a:ext cx="6904454" cy="954107"/>
          </a:xfrm>
          <a:prstGeom prst="rect">
            <a:avLst/>
          </a:prstGeom>
          <a:noFill/>
        </p:spPr>
        <p:txBody>
          <a:bodyPr wrap="none" rtlCol="0" anchor="t">
            <a:spAutoFit/>
          </a:bodyPr>
          <a:lstStyle/>
          <a:p>
            <a:r>
              <a:rPr lang="en-US" altLang="en-US" sz="2800" dirty="0">
                <a:solidFill>
                  <a:schemeClr val="accent1"/>
                </a:solidFill>
                <a:latin typeface="+mj-lt"/>
                <a:cs typeface="+mj-cs"/>
                <a:sym typeface="+mn-ea"/>
              </a:rPr>
              <a:t>Input a sequence, output a sequence. </a:t>
            </a:r>
          </a:p>
          <a:p>
            <a:r>
              <a:rPr lang="en-US" altLang="en-US" sz="2800" dirty="0">
                <a:solidFill>
                  <a:schemeClr val="accent1"/>
                </a:solidFill>
                <a:latin typeface="+mj-lt"/>
                <a:cs typeface="+mj-cs"/>
                <a:sym typeface="+mn-ea"/>
              </a:rPr>
              <a:t>The output length is determined by model.</a:t>
            </a:r>
          </a:p>
        </p:txBody>
      </p:sp>
      <p:sp>
        <p:nvSpPr>
          <p:cNvPr id="7" name="Right Arrow 6"/>
          <p:cNvSpPr/>
          <p:nvPr/>
        </p:nvSpPr>
        <p:spPr>
          <a:xfrm>
            <a:off x="4581525" y="5044440"/>
            <a:ext cx="2621280" cy="5257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10730230" y="5044440"/>
            <a:ext cx="2621280" cy="5257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Box 13"/>
          <p:cNvSpPr txBox="1"/>
          <p:nvPr/>
        </p:nvSpPr>
        <p:spPr>
          <a:xfrm>
            <a:off x="1228725" y="5044440"/>
            <a:ext cx="3076575" cy="6451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zh-CN" altLang="en-US" sz="3600" b="1">
                <a:solidFill>
                  <a:schemeClr val="bg2"/>
                </a:solidFill>
              </a:rPr>
              <a:t>深度学习</a:t>
            </a:r>
          </a:p>
        </p:txBody>
      </p:sp>
      <p:sp>
        <p:nvSpPr>
          <p:cNvPr id="17" name="Text Box 16"/>
          <p:cNvSpPr txBox="1"/>
          <p:nvPr/>
        </p:nvSpPr>
        <p:spPr>
          <a:xfrm>
            <a:off x="13627735" y="3058160"/>
            <a:ext cx="3076575" cy="119888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3600" b="1">
                <a:solidFill>
                  <a:schemeClr val="bg2"/>
                </a:solidFill>
              </a:rPr>
              <a:t>Deep </a:t>
            </a:r>
          </a:p>
          <a:p>
            <a:pPr algn="ctr"/>
            <a:r>
              <a:rPr lang="en-US" sz="3600" b="1">
                <a:solidFill>
                  <a:schemeClr val="bg2"/>
                </a:solidFill>
              </a:rPr>
              <a:t>Learning</a:t>
            </a:r>
          </a:p>
        </p:txBody>
      </p:sp>
      <p:sp>
        <p:nvSpPr>
          <p:cNvPr id="18" name="Text Box 17"/>
          <p:cNvSpPr txBox="1"/>
          <p:nvPr/>
        </p:nvSpPr>
        <p:spPr>
          <a:xfrm>
            <a:off x="13627735" y="4767580"/>
            <a:ext cx="3076575" cy="119888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3600" b="1">
                <a:solidFill>
                  <a:schemeClr val="bg2"/>
                </a:solidFill>
              </a:rPr>
              <a:t>Deep</a:t>
            </a:r>
          </a:p>
          <a:p>
            <a:pPr algn="ctr"/>
            <a:r>
              <a:rPr lang="en-US" sz="3600" b="1">
                <a:solidFill>
                  <a:schemeClr val="bg2"/>
                </a:solidFill>
              </a:rPr>
              <a:t>Learning</a:t>
            </a:r>
          </a:p>
        </p:txBody>
      </p:sp>
      <p:sp>
        <p:nvSpPr>
          <p:cNvPr id="19" name="Text Box 18"/>
          <p:cNvSpPr txBox="1"/>
          <p:nvPr/>
        </p:nvSpPr>
        <p:spPr>
          <a:xfrm>
            <a:off x="13627735" y="7416800"/>
            <a:ext cx="3076575" cy="6451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zh-CN" altLang="en-US" sz="3600" b="1">
                <a:solidFill>
                  <a:schemeClr val="bg2"/>
                </a:solidFill>
              </a:rPr>
              <a:t>深度学习</a:t>
            </a:r>
          </a:p>
        </p:txBody>
      </p:sp>
      <p:pic>
        <p:nvPicPr>
          <p:cNvPr id="102" name="Content Placeholder 101"/>
          <p:cNvPicPr>
            <a:picLocks noGrp="1" noChangeAspect="1"/>
          </p:cNvPicPr>
          <p:nvPr>
            <p:ph sz="half" idx="2"/>
          </p:nvPr>
        </p:nvPicPr>
        <p:blipFill>
          <a:blip r:embed="rId2"/>
          <a:stretch>
            <a:fillRect/>
          </a:stretch>
        </p:blipFill>
        <p:spPr>
          <a:xfrm>
            <a:off x="1228725" y="6925310"/>
            <a:ext cx="3076575" cy="1303655"/>
          </a:xfrm>
          <a:prstGeom prst="rect">
            <a:avLst/>
          </a:prstGeom>
          <a:noFill/>
          <a:ln w="9525">
            <a:noFill/>
          </a:ln>
        </p:spPr>
      </p:pic>
      <p:pic>
        <p:nvPicPr>
          <p:cNvPr id="23" name="Content Placeholder 101"/>
          <p:cNvPicPr>
            <a:picLocks noChangeAspect="1"/>
          </p:cNvPicPr>
          <p:nvPr/>
        </p:nvPicPr>
        <p:blipFill>
          <a:blip r:embed="rId2"/>
          <a:stretch>
            <a:fillRect/>
          </a:stretch>
        </p:blipFill>
        <p:spPr>
          <a:xfrm>
            <a:off x="1098550" y="3006090"/>
            <a:ext cx="3076575" cy="1303655"/>
          </a:xfrm>
          <a:prstGeom prst="rect">
            <a:avLst/>
          </a:prstGeom>
          <a:noFill/>
          <a:ln w="9525">
            <a:noFill/>
          </a:ln>
        </p:spPr>
      </p:pic>
      <p:sp>
        <p:nvSpPr>
          <p:cNvPr id="9" name="Text Box 8"/>
          <p:cNvSpPr txBox="1"/>
          <p:nvPr/>
        </p:nvSpPr>
        <p:spPr>
          <a:xfrm>
            <a:off x="14114145" y="8070850"/>
            <a:ext cx="2103755" cy="368300"/>
          </a:xfrm>
          <a:prstGeom prst="rect">
            <a:avLst/>
          </a:prstGeom>
          <a:noFill/>
        </p:spPr>
        <p:txBody>
          <a:bodyPr wrap="square" rtlCol="0">
            <a:spAutoFit/>
          </a:bodyPr>
          <a:lstStyle/>
          <a:p>
            <a:pPr algn="ctr"/>
            <a:r>
              <a:rPr lang="en-US"/>
              <a:t>(Chinese)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3"/>
          <p:cNvSpPr>
            <a:spLocks noGrp="1"/>
          </p:cNvSpPr>
          <p:nvPr>
            <p:ph type="title"/>
          </p:nvPr>
        </p:nvSpPr>
        <p:spPr>
          <a:xfrm>
            <a:off x="1098551" y="161926"/>
            <a:ext cx="16084550" cy="1549400"/>
          </a:xfrm>
        </p:spPr>
        <p:txBody>
          <a:bodyPr/>
          <a:lstStyle/>
          <a:p>
            <a:r>
              <a:rPr lang="en-US" altLang="zh-TW" dirty="0">
                <a:sym typeface="+mn-ea"/>
              </a:rPr>
              <a:t>Seq2seq for Chatbot</a:t>
            </a:r>
            <a:endParaRPr lang="en-US" altLang="en-US"/>
          </a:p>
        </p:txBody>
      </p:sp>
      <p:sp>
        <p:nvSpPr>
          <p:cNvPr id="2" name="Rounded Rectangle 1"/>
          <p:cNvSpPr/>
          <p:nvPr/>
        </p:nvSpPr>
        <p:spPr>
          <a:xfrm>
            <a:off x="7457440" y="3918585"/>
            <a:ext cx="3409315" cy="1600835"/>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buClrTx/>
              <a:buSzTx/>
              <a:buNone/>
            </a:pPr>
            <a:r>
              <a:rPr lang="en-US" sz="3600" b="1">
                <a:solidFill>
                  <a:schemeClr val="bg2"/>
                </a:solidFill>
                <a:latin typeface="Arial" panose="020B0604020202020204" pitchFamily="34" charset="0"/>
                <a:ea typeface="MS PGothic" panose="020B0600070205080204" pitchFamily="34" charset="-128"/>
              </a:rPr>
              <a:t>Seq2Seq</a:t>
            </a:r>
          </a:p>
        </p:txBody>
      </p:sp>
      <p:sp>
        <p:nvSpPr>
          <p:cNvPr id="14" name="Text Box 13"/>
          <p:cNvSpPr txBox="1"/>
          <p:nvPr/>
        </p:nvSpPr>
        <p:spPr>
          <a:xfrm>
            <a:off x="1141095" y="4119880"/>
            <a:ext cx="3170555" cy="119888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3600" b="1">
                <a:solidFill>
                  <a:schemeClr val="bg2"/>
                </a:solidFill>
              </a:rPr>
              <a:t>Input</a:t>
            </a:r>
          </a:p>
          <a:p>
            <a:pPr algn="ctr"/>
            <a:r>
              <a:rPr lang="en-US" altLang="zh-CN" sz="3600" b="1">
                <a:solidFill>
                  <a:schemeClr val="bg2"/>
                </a:solidFill>
              </a:rPr>
              <a:t>“Hey there!”</a:t>
            </a:r>
          </a:p>
        </p:txBody>
      </p:sp>
      <p:sp>
        <p:nvSpPr>
          <p:cNvPr id="4" name="Text Box 3"/>
          <p:cNvSpPr txBox="1"/>
          <p:nvPr/>
        </p:nvSpPr>
        <p:spPr>
          <a:xfrm>
            <a:off x="14012545" y="4396740"/>
            <a:ext cx="3170555" cy="64516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3600" b="1">
                <a:solidFill>
                  <a:schemeClr val="bg2"/>
                </a:solidFill>
              </a:rPr>
              <a:t>Reponse</a:t>
            </a:r>
          </a:p>
        </p:txBody>
      </p:sp>
      <p:sp>
        <p:nvSpPr>
          <p:cNvPr id="5" name="Text Box 4"/>
          <p:cNvSpPr txBox="1"/>
          <p:nvPr/>
        </p:nvSpPr>
        <p:spPr>
          <a:xfrm>
            <a:off x="11017250" y="2582545"/>
            <a:ext cx="6779895" cy="583565"/>
          </a:xfrm>
          <a:prstGeom prst="rect">
            <a:avLst/>
          </a:prstGeom>
          <a:noFill/>
        </p:spPr>
        <p:txBody>
          <a:bodyPr wrap="square" rtlCol="0">
            <a:spAutoFit/>
          </a:bodyPr>
          <a:lstStyle/>
          <a:p>
            <a:r>
              <a:rPr lang="en-US" sz="3200" b="1"/>
              <a:t>“</a:t>
            </a:r>
            <a:r>
              <a:rPr lang="en-US" sz="3200" b="1">
                <a:sym typeface="+mn-ea"/>
              </a:rPr>
              <a:t> Hi! How's your day going?</a:t>
            </a:r>
            <a:r>
              <a:rPr lang="en-US" sz="3200" b="1"/>
              <a:t>”</a:t>
            </a:r>
          </a:p>
        </p:txBody>
      </p:sp>
      <p:sp>
        <p:nvSpPr>
          <p:cNvPr id="6" name="Right Arrow 5"/>
          <p:cNvSpPr/>
          <p:nvPr/>
        </p:nvSpPr>
        <p:spPr>
          <a:xfrm>
            <a:off x="4733925" y="4396740"/>
            <a:ext cx="2300605" cy="64516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ight Arrow 6"/>
          <p:cNvSpPr/>
          <p:nvPr/>
        </p:nvSpPr>
        <p:spPr>
          <a:xfrm>
            <a:off x="11266170" y="4396740"/>
            <a:ext cx="2346325" cy="64516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p:cNvCxnSpPr>
            <a:stCxn id="5" idx="2"/>
          </p:cNvCxnSpPr>
          <p:nvPr/>
        </p:nvCxnSpPr>
        <p:spPr>
          <a:xfrm>
            <a:off x="14407515" y="3166110"/>
            <a:ext cx="885190" cy="953770"/>
          </a:xfrm>
          <a:prstGeom prst="straightConnector1">
            <a:avLst/>
          </a:prstGeom>
          <a:ln w="57150" cmpd="sng">
            <a:solidFill>
              <a:schemeClr val="accent1">
                <a:shade val="50000"/>
              </a:schemeClr>
            </a:solidFill>
            <a:prstDash val="solid"/>
            <a:headEnd type="arrow"/>
            <a:tailEnd type="arrow"/>
          </a:ln>
        </p:spPr>
        <p:style>
          <a:lnRef idx="2">
            <a:schemeClr val="accent1"/>
          </a:lnRef>
          <a:fillRef idx="0">
            <a:schemeClr val="accent1"/>
          </a:fillRef>
          <a:effectRef idx="1">
            <a:schemeClr val="accent1"/>
          </a:effectRef>
          <a:fontRef idx="minor">
            <a:schemeClr val="tx1"/>
          </a:fontRef>
        </p:style>
      </p:cxnSp>
      <p:sp>
        <p:nvSpPr>
          <p:cNvPr id="10" name="Text Box 9"/>
          <p:cNvSpPr txBox="1"/>
          <p:nvPr/>
        </p:nvSpPr>
        <p:spPr>
          <a:xfrm>
            <a:off x="495935" y="7727315"/>
            <a:ext cx="3078480" cy="645160"/>
          </a:xfrm>
          <a:prstGeom prst="rect">
            <a:avLst/>
          </a:prstGeom>
          <a:noFill/>
        </p:spPr>
        <p:txBody>
          <a:bodyPr wrap="none" rtlCol="0">
            <a:spAutoFit/>
          </a:bodyPr>
          <a:lstStyle/>
          <a:p>
            <a:r>
              <a:rPr lang="en-US" sz="3600" b="1"/>
              <a:t>Training Data</a:t>
            </a:r>
          </a:p>
        </p:txBody>
      </p:sp>
      <p:sp>
        <p:nvSpPr>
          <p:cNvPr id="11" name="Text Box 10"/>
          <p:cNvSpPr txBox="1"/>
          <p:nvPr/>
        </p:nvSpPr>
        <p:spPr>
          <a:xfrm>
            <a:off x="3724910" y="6327139"/>
            <a:ext cx="10937021" cy="3430271"/>
          </a:xfrm>
          <a:prstGeom prst="rect">
            <a:avLst/>
          </a:prstGeom>
          <a:noFill/>
          <a:ln w="28575">
            <a:solidFill>
              <a:schemeClr val="accent1"/>
            </a:solidFill>
          </a:ln>
        </p:spPr>
        <p:txBody>
          <a:bodyPr wrap="square" rtlCol="0" anchor="t">
            <a:spAutoFit/>
          </a:bodyPr>
          <a:lstStyle/>
          <a:p>
            <a:r>
              <a:rPr lang="en-US" sz="2400" dirty="0"/>
              <a:t>[PERSON A:] Hey there!</a:t>
            </a:r>
          </a:p>
          <a:p>
            <a:r>
              <a:rPr lang="en-US" sz="2400" dirty="0"/>
              <a:t>[PERSON B:] Hi! How's your day going?</a:t>
            </a:r>
          </a:p>
          <a:p>
            <a:r>
              <a:rPr lang="en-US" sz="2400" dirty="0"/>
              <a:t>[PERSON A:] Pretty well, thanks! Just finished some work. How about you?</a:t>
            </a:r>
          </a:p>
          <a:p>
            <a:r>
              <a:rPr lang="en-US" sz="2400" dirty="0"/>
              <a:t>[PERSON B:] All good! I was about to settle in with a book. What do you do for work?</a:t>
            </a:r>
          </a:p>
          <a:p>
            <a:r>
              <a:rPr lang="en-US" sz="2400" dirty="0"/>
              <a:t>[PERSON A:] I'm a web designer. How about you? Do you work or study?</a:t>
            </a:r>
          </a:p>
          <a:p>
            <a:r>
              <a:rPr lang="en-US" sz="2400" dirty="0"/>
              <a:t>[PERSON B:] I'm actually a teacher, and I also have three kids to keep me busy. They're aged between 8 and 16.</a:t>
            </a:r>
          </a:p>
          <a:p>
            <a:r>
              <a:rPr lang="en-US" sz="2400" dirty="0"/>
              <a:t>[PERSON A:] Wow, that's quite the range. I don't have kids yet.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3"/>
          <p:cNvSpPr>
            <a:spLocks noGrp="1"/>
          </p:cNvSpPr>
          <p:nvPr>
            <p:ph type="title"/>
          </p:nvPr>
        </p:nvSpPr>
        <p:spPr>
          <a:xfrm>
            <a:off x="1098551" y="161926"/>
            <a:ext cx="16084550" cy="1549400"/>
          </a:xfrm>
        </p:spPr>
        <p:txBody>
          <a:bodyPr/>
          <a:lstStyle/>
          <a:p>
            <a:r>
              <a:rPr lang="en-US" altLang="en-US"/>
              <a:t>Application of Seq2Seq</a:t>
            </a:r>
          </a:p>
        </p:txBody>
      </p:sp>
      <p:sp>
        <p:nvSpPr>
          <p:cNvPr id="6" name="Text Box 5"/>
          <p:cNvSpPr txBox="1"/>
          <p:nvPr/>
        </p:nvSpPr>
        <p:spPr>
          <a:xfrm>
            <a:off x="970915" y="1915795"/>
            <a:ext cx="13416280" cy="4523105"/>
          </a:xfrm>
          <a:prstGeom prst="rect">
            <a:avLst/>
          </a:prstGeom>
          <a:noFill/>
        </p:spPr>
        <p:txBody>
          <a:bodyPr wrap="none" rtlCol="0" anchor="t">
            <a:spAutoFit/>
          </a:bodyPr>
          <a:lstStyle/>
          <a:p>
            <a:pPr algn="l"/>
            <a:r>
              <a:rPr lang="en-US" altLang="en-US" sz="3600">
                <a:solidFill>
                  <a:schemeClr val="accent1"/>
                </a:solidFill>
                <a:latin typeface="+mj-lt"/>
                <a:cs typeface="+mj-cs"/>
                <a:sym typeface="+mn-ea"/>
              </a:rPr>
              <a:t>Most Natural Language Processing applications …  </a:t>
            </a:r>
          </a:p>
          <a:p>
            <a:pPr algn="l"/>
            <a:r>
              <a:rPr lang="en-US" altLang="en-US" sz="3600">
                <a:solidFill>
                  <a:schemeClr val="tx1"/>
                </a:solidFill>
                <a:latin typeface="+mj-lt"/>
                <a:cs typeface="+mj-cs"/>
                <a:sym typeface="+mn-ea"/>
              </a:rPr>
              <a:t>	As long as transforming the task to Question Answering(QA) </a:t>
            </a:r>
          </a:p>
          <a:p>
            <a:pPr algn="l"/>
            <a:r>
              <a:rPr lang="en-US" altLang="en-US" sz="3600">
                <a:solidFill>
                  <a:schemeClr val="tx1"/>
                </a:solidFill>
                <a:latin typeface="+mj-lt"/>
                <a:cs typeface="+mj-cs"/>
                <a:sym typeface="+mn-ea"/>
              </a:rPr>
              <a:t>QA can be done by seq2seq, tasks for example:   </a:t>
            </a:r>
          </a:p>
          <a:p>
            <a:pPr algn="l"/>
            <a:endParaRPr lang="en-US" altLang="en-US" sz="3600">
              <a:solidFill>
                <a:schemeClr val="tx1"/>
              </a:solidFill>
              <a:latin typeface="+mj-lt"/>
              <a:cs typeface="+mj-cs"/>
              <a:sym typeface="+mn-ea"/>
            </a:endParaRPr>
          </a:p>
          <a:p>
            <a:pPr marL="571500" indent="-571500" algn="l">
              <a:buFont typeface="Arial" panose="020B0604020202020204" pitchFamily="34" charset="0"/>
              <a:buChar char="•"/>
            </a:pPr>
            <a:r>
              <a:rPr lang="en-US" sz="3600">
                <a:sym typeface="+mn-ea"/>
              </a:rPr>
              <a:t>Syntactic Parsing</a:t>
            </a:r>
            <a:endParaRPr lang="en-US" sz="3600"/>
          </a:p>
          <a:p>
            <a:pPr marL="571500" indent="-571500" algn="l">
              <a:buFont typeface="Arial" panose="020B0604020202020204" pitchFamily="34" charset="0"/>
              <a:buChar char="•"/>
            </a:pPr>
            <a:r>
              <a:rPr lang="en-US" sz="3600">
                <a:sym typeface="+mn-ea"/>
              </a:rPr>
              <a:t>Multi-label Classification</a:t>
            </a:r>
            <a:endParaRPr lang="en-US" sz="3600"/>
          </a:p>
          <a:p>
            <a:pPr marL="571500" indent="-571500" algn="l">
              <a:buFont typeface="Arial" panose="020B0604020202020204" pitchFamily="34" charset="0"/>
              <a:buChar char="•"/>
            </a:pPr>
            <a:r>
              <a:rPr lang="en-US" sz="3600">
                <a:sym typeface="+mn-ea"/>
              </a:rPr>
              <a:t>Even: Obejct Detection</a:t>
            </a:r>
            <a:endParaRPr lang="en-US" sz="3600"/>
          </a:p>
          <a:p>
            <a:pPr algn="l"/>
            <a:endParaRPr lang="en-US" altLang="en-US" sz="3600">
              <a:solidFill>
                <a:schemeClr val="tx1"/>
              </a:solidFill>
              <a:latin typeface="+mj-lt"/>
              <a:cs typeface="+mj-cs"/>
              <a:sym typeface="+mn-ea"/>
            </a:endParaRPr>
          </a:p>
        </p:txBody>
      </p:sp>
      <p:sp>
        <p:nvSpPr>
          <p:cNvPr id="23" name="Rounded Rectangle 22"/>
          <p:cNvSpPr/>
          <p:nvPr/>
        </p:nvSpPr>
        <p:spPr>
          <a:xfrm>
            <a:off x="7439660" y="6643370"/>
            <a:ext cx="3409315" cy="1600835"/>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buClrTx/>
              <a:buSzTx/>
              <a:buNone/>
            </a:pPr>
            <a:r>
              <a:rPr lang="en-US" sz="3600" b="1">
                <a:solidFill>
                  <a:schemeClr val="bg2"/>
                </a:solidFill>
                <a:latin typeface="Arial" panose="020B0604020202020204" pitchFamily="34" charset="0"/>
                <a:ea typeface="MS PGothic" panose="020B0600070205080204" pitchFamily="34" charset="-128"/>
              </a:rPr>
              <a:t>Seq2Seq</a:t>
            </a:r>
          </a:p>
        </p:txBody>
      </p:sp>
      <p:sp>
        <p:nvSpPr>
          <p:cNvPr id="24" name="Text Box 23"/>
          <p:cNvSpPr txBox="1"/>
          <p:nvPr/>
        </p:nvSpPr>
        <p:spPr>
          <a:xfrm>
            <a:off x="1123315" y="6844665"/>
            <a:ext cx="3170555" cy="119888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3600" b="1">
                <a:solidFill>
                  <a:schemeClr val="bg2"/>
                </a:solidFill>
              </a:rPr>
              <a:t>question/</a:t>
            </a:r>
          </a:p>
          <a:p>
            <a:pPr algn="ctr"/>
            <a:r>
              <a:rPr lang="en-US" altLang="zh-CN" sz="3600" b="1">
                <a:solidFill>
                  <a:schemeClr val="bg2"/>
                </a:solidFill>
              </a:rPr>
              <a:t>context</a:t>
            </a:r>
          </a:p>
        </p:txBody>
      </p:sp>
      <p:sp>
        <p:nvSpPr>
          <p:cNvPr id="25" name="Text Box 24"/>
          <p:cNvSpPr txBox="1"/>
          <p:nvPr/>
        </p:nvSpPr>
        <p:spPr>
          <a:xfrm>
            <a:off x="13994765" y="7121525"/>
            <a:ext cx="3170555" cy="645160"/>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3600" b="1">
                <a:solidFill>
                  <a:schemeClr val="bg2"/>
                </a:solidFill>
              </a:rPr>
              <a:t>answer</a:t>
            </a:r>
          </a:p>
        </p:txBody>
      </p:sp>
      <p:sp>
        <p:nvSpPr>
          <p:cNvPr id="26" name="Right Arrow 25"/>
          <p:cNvSpPr/>
          <p:nvPr/>
        </p:nvSpPr>
        <p:spPr>
          <a:xfrm>
            <a:off x="4716145" y="7121525"/>
            <a:ext cx="2300605" cy="64516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ight Arrow 26"/>
          <p:cNvSpPr/>
          <p:nvPr/>
        </p:nvSpPr>
        <p:spPr>
          <a:xfrm>
            <a:off x="11248390" y="7121525"/>
            <a:ext cx="2346325" cy="64516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4498761" y="8830407"/>
            <a:ext cx="9635490" cy="737235"/>
          </a:xfrm>
          <a:prstGeom prst="rect">
            <a:avLst/>
          </a:prstGeom>
          <a:noFill/>
        </p:spPr>
        <p:txBody>
          <a:bodyPr wrap="none" rtlCol="0">
            <a:spAutoFit/>
          </a:bodyPr>
          <a:lstStyle/>
          <a:p>
            <a:r>
              <a:rPr lang="en-US" altLang="zh-TW" sz="4200" dirty="0"/>
              <a:t>deep      learning</a:t>
            </a:r>
            <a:r>
              <a:rPr lang="zh-TW" altLang="en-US" sz="4200" dirty="0"/>
              <a:t>  </a:t>
            </a:r>
            <a:r>
              <a:rPr lang="en-US" altLang="zh-TW" sz="4200" dirty="0"/>
              <a:t> is</a:t>
            </a:r>
            <a:r>
              <a:rPr lang="zh-TW" altLang="en-US" sz="4200" dirty="0"/>
              <a:t>     </a:t>
            </a:r>
            <a:r>
              <a:rPr lang="en-US" altLang="zh-TW" sz="4200" dirty="0"/>
              <a:t>very</a:t>
            </a:r>
            <a:r>
              <a:rPr lang="zh-TW" altLang="en-US" sz="4200" dirty="0"/>
              <a:t>     </a:t>
            </a:r>
            <a:r>
              <a:rPr lang="en-US" altLang="zh-TW" sz="4200" dirty="0"/>
              <a:t> powerful</a:t>
            </a:r>
            <a:endParaRPr lang="zh-TW" altLang="en-US" sz="4200" dirty="0"/>
          </a:p>
        </p:txBody>
      </p:sp>
      <p:sp>
        <p:nvSpPr>
          <p:cNvPr id="5" name="圓角矩形 4"/>
          <p:cNvSpPr/>
          <p:nvPr/>
        </p:nvSpPr>
        <p:spPr>
          <a:xfrm>
            <a:off x="4498761" y="8830407"/>
            <a:ext cx="1455993"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6" name="圓角矩形 5"/>
          <p:cNvSpPr/>
          <p:nvPr/>
        </p:nvSpPr>
        <p:spPr>
          <a:xfrm>
            <a:off x="6229589" y="8830407"/>
            <a:ext cx="2228879"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 name="圓角矩形 6"/>
          <p:cNvSpPr/>
          <p:nvPr/>
        </p:nvSpPr>
        <p:spPr>
          <a:xfrm>
            <a:off x="8733302" y="8830407"/>
            <a:ext cx="900824"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8" name="圓角矩形 7"/>
          <p:cNvSpPr/>
          <p:nvPr/>
        </p:nvSpPr>
        <p:spPr>
          <a:xfrm>
            <a:off x="9908960" y="8830407"/>
            <a:ext cx="1575738"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9" name="圓角矩形 8"/>
          <p:cNvSpPr/>
          <p:nvPr/>
        </p:nvSpPr>
        <p:spPr>
          <a:xfrm>
            <a:off x="11733657" y="8830407"/>
            <a:ext cx="2458889"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10" name="圓角矩形 9"/>
          <p:cNvSpPr/>
          <p:nvPr/>
        </p:nvSpPr>
        <p:spPr>
          <a:xfrm>
            <a:off x="8715633" y="5882330"/>
            <a:ext cx="5476913" cy="75587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3600" dirty="0"/>
              <a:t>VP</a:t>
            </a:r>
            <a:endParaRPr lang="zh-TW" altLang="en-US" sz="3600" dirty="0"/>
          </a:p>
        </p:txBody>
      </p:sp>
      <p:sp>
        <p:nvSpPr>
          <p:cNvPr id="11" name="圓角矩形 10"/>
          <p:cNvSpPr/>
          <p:nvPr/>
        </p:nvSpPr>
        <p:spPr>
          <a:xfrm>
            <a:off x="4554077" y="4467578"/>
            <a:ext cx="9638469" cy="75587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3600" dirty="0"/>
              <a:t>S</a:t>
            </a:r>
            <a:endParaRPr lang="zh-TW" altLang="en-US" sz="3600" dirty="0"/>
          </a:p>
        </p:txBody>
      </p:sp>
      <p:sp>
        <p:nvSpPr>
          <p:cNvPr id="12" name="圓角矩形 11"/>
          <p:cNvSpPr/>
          <p:nvPr/>
        </p:nvSpPr>
        <p:spPr>
          <a:xfrm>
            <a:off x="4554077" y="7400444"/>
            <a:ext cx="3967965" cy="75587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3600" dirty="0"/>
              <a:t>NP</a:t>
            </a:r>
            <a:endParaRPr lang="zh-TW" altLang="en-US" sz="3600" dirty="0"/>
          </a:p>
        </p:txBody>
      </p:sp>
      <p:sp>
        <p:nvSpPr>
          <p:cNvPr id="13" name="圓角矩形 12"/>
          <p:cNvSpPr/>
          <p:nvPr/>
        </p:nvSpPr>
        <p:spPr>
          <a:xfrm>
            <a:off x="9908960" y="7359251"/>
            <a:ext cx="4283586" cy="75587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3600" dirty="0"/>
              <a:t>ADJV</a:t>
            </a:r>
            <a:endParaRPr lang="zh-TW" altLang="en-US" sz="3600" dirty="0"/>
          </a:p>
        </p:txBody>
      </p:sp>
      <p:cxnSp>
        <p:nvCxnSpPr>
          <p:cNvPr id="14" name="直線單箭頭接點 13"/>
          <p:cNvCxnSpPr/>
          <p:nvPr/>
        </p:nvCxnSpPr>
        <p:spPr>
          <a:xfrm flipV="1">
            <a:off x="5236296"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7380782"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10744467"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12997811"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12050753" y="6685161"/>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9183713" y="6685161"/>
            <a:ext cx="0" cy="21040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V="1">
            <a:off x="11484698" y="5208240"/>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flipH="1" flipV="1">
            <a:off x="6577929" y="5223452"/>
            <a:ext cx="0" cy="219155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文字方塊 1"/>
          <p:cNvSpPr txBox="1"/>
          <p:nvPr/>
        </p:nvSpPr>
        <p:spPr>
          <a:xfrm>
            <a:off x="2553036" y="8599574"/>
            <a:ext cx="1664372" cy="1198880"/>
          </a:xfrm>
          <a:prstGeom prst="rect">
            <a:avLst/>
          </a:prstGeom>
          <a:noFill/>
        </p:spPr>
        <p:txBody>
          <a:bodyPr wrap="square" rtlCol="0">
            <a:spAutoFit/>
          </a:bodyPr>
          <a:lstStyle/>
          <a:p>
            <a:pPr algn="ctr"/>
            <a:r>
              <a:rPr lang="en-US" altLang="zh-TW" sz="3600" dirty="0">
                <a:solidFill>
                  <a:srgbClr val="FF0000"/>
                </a:solidFill>
              </a:rPr>
              <a:t>Model</a:t>
            </a:r>
          </a:p>
          <a:p>
            <a:pPr algn="ctr"/>
            <a:r>
              <a:rPr lang="en-US" altLang="zh-TW" sz="3600" dirty="0">
                <a:solidFill>
                  <a:srgbClr val="FF0000"/>
                </a:solidFill>
              </a:rPr>
              <a:t>Input</a:t>
            </a:r>
            <a:endParaRPr lang="zh-TW" altLang="en-US" sz="3600" dirty="0">
              <a:solidFill>
                <a:srgbClr val="FF0000"/>
              </a:solidFill>
            </a:endParaRPr>
          </a:p>
        </p:txBody>
      </p:sp>
      <p:sp>
        <p:nvSpPr>
          <p:cNvPr id="53" name="文字方塊 52"/>
          <p:cNvSpPr txBox="1"/>
          <p:nvPr/>
        </p:nvSpPr>
        <p:spPr>
          <a:xfrm>
            <a:off x="2553036" y="5695980"/>
            <a:ext cx="1664372" cy="1198880"/>
          </a:xfrm>
          <a:prstGeom prst="rect">
            <a:avLst/>
          </a:prstGeom>
          <a:noFill/>
        </p:spPr>
        <p:txBody>
          <a:bodyPr wrap="square" rtlCol="0">
            <a:spAutoFit/>
          </a:bodyPr>
          <a:lstStyle/>
          <a:p>
            <a:pPr algn="ctr"/>
            <a:r>
              <a:rPr lang="en-US" altLang="zh-TW" sz="3600" dirty="0">
                <a:solidFill>
                  <a:srgbClr val="FF0000"/>
                </a:solidFill>
              </a:rPr>
              <a:t>Model</a:t>
            </a:r>
          </a:p>
          <a:p>
            <a:pPr algn="ctr"/>
            <a:r>
              <a:rPr lang="en-US" altLang="zh-TW" sz="3600" dirty="0">
                <a:solidFill>
                  <a:srgbClr val="FF0000"/>
                </a:solidFill>
              </a:rPr>
              <a:t>Output</a:t>
            </a:r>
            <a:endParaRPr lang="zh-TW" altLang="en-US" sz="3600" dirty="0">
              <a:solidFill>
                <a:srgbClr val="FF0000"/>
              </a:solidFill>
            </a:endParaRPr>
          </a:p>
        </p:txBody>
      </p:sp>
      <p:sp>
        <p:nvSpPr>
          <p:cNvPr id="3" name="矩形: 圓角 2"/>
          <p:cNvSpPr/>
          <p:nvPr/>
        </p:nvSpPr>
        <p:spPr>
          <a:xfrm>
            <a:off x="4368135" y="8702130"/>
            <a:ext cx="10066314" cy="105685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55" name="矩形: 圓角 54"/>
          <p:cNvSpPr/>
          <p:nvPr/>
        </p:nvSpPr>
        <p:spPr>
          <a:xfrm>
            <a:off x="4368135" y="4359039"/>
            <a:ext cx="10066314" cy="41993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41" name="文字方塊 40"/>
          <p:cNvSpPr txBox="1"/>
          <p:nvPr/>
        </p:nvSpPr>
        <p:spPr>
          <a:xfrm>
            <a:off x="6371372" y="3418548"/>
            <a:ext cx="6074496" cy="829945"/>
          </a:xfrm>
          <a:prstGeom prst="rect">
            <a:avLst/>
          </a:prstGeom>
          <a:noFill/>
        </p:spPr>
        <p:txBody>
          <a:bodyPr wrap="square" rtlCol="0">
            <a:spAutoFit/>
          </a:bodyPr>
          <a:lstStyle/>
          <a:p>
            <a:pPr algn="ctr"/>
            <a:r>
              <a:rPr lang="en-US" altLang="zh-TW" sz="4800" b="1" dirty="0"/>
              <a:t>Is it a sequence?</a:t>
            </a:r>
            <a:endParaRPr lang="zh-TW" altLang="en-US" sz="4800" b="1" dirty="0"/>
          </a:p>
        </p:txBody>
      </p:sp>
      <p:sp>
        <p:nvSpPr>
          <p:cNvPr id="23" name="投影片編號版面配置區 2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37</a:t>
            </a:fld>
            <a:endParaRPr lang="zh-TW" altLang="en-US" sz="100"/>
          </a:p>
        </p:txBody>
      </p:sp>
      <p:sp>
        <p:nvSpPr>
          <p:cNvPr id="24" name="標題 1"/>
          <p:cNvSpPr>
            <a:spLocks noGrp="1"/>
          </p:cNvSpPr>
          <p:nvPr>
            <p:ph type="title"/>
          </p:nvPr>
        </p:nvSpPr>
        <p:spPr/>
        <p:txBody>
          <a:bodyPr/>
          <a:lstStyle/>
          <a:p>
            <a:r>
              <a:rPr lang="en-US" altLang="zh-TW" dirty="0">
                <a:sym typeface="+mn-ea"/>
              </a:rPr>
              <a:t>Seq2seq for Syntactic Parsing </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bldLvl="0" animBg="1"/>
      <p:bldP spid="13" grpId="0" bldLvl="0" animBg="1"/>
      <p:bldP spid="2" grpId="0"/>
      <p:bldP spid="53" grpId="0"/>
      <p:bldP spid="3" grpId="0" bldLvl="0" animBg="1"/>
      <p:bldP spid="55" grpId="0" bldLvl="0" animBg="1"/>
      <p:bldP spid="4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4498761" y="8830407"/>
            <a:ext cx="9635490" cy="737235"/>
          </a:xfrm>
          <a:prstGeom prst="rect">
            <a:avLst/>
          </a:prstGeom>
          <a:noFill/>
        </p:spPr>
        <p:txBody>
          <a:bodyPr wrap="none" rtlCol="0">
            <a:spAutoFit/>
          </a:bodyPr>
          <a:lstStyle/>
          <a:p>
            <a:r>
              <a:rPr lang="en-US" altLang="zh-TW" sz="4200" dirty="0"/>
              <a:t>deep      learning</a:t>
            </a:r>
            <a:r>
              <a:rPr lang="zh-TW" altLang="en-US" sz="4200" dirty="0"/>
              <a:t> </a:t>
            </a:r>
            <a:r>
              <a:rPr lang="en-US" altLang="zh-TW" sz="4200" dirty="0"/>
              <a:t>  is</a:t>
            </a:r>
            <a:r>
              <a:rPr lang="zh-TW" altLang="en-US" sz="4200" dirty="0"/>
              <a:t>    </a:t>
            </a:r>
            <a:r>
              <a:rPr lang="en-US" altLang="zh-TW" sz="4200" dirty="0"/>
              <a:t> very</a:t>
            </a:r>
            <a:r>
              <a:rPr lang="zh-TW" altLang="en-US" sz="4200" dirty="0"/>
              <a:t>     </a:t>
            </a:r>
            <a:r>
              <a:rPr lang="en-US" altLang="zh-TW" sz="4200" dirty="0"/>
              <a:t> powerful</a:t>
            </a:r>
            <a:endParaRPr lang="zh-TW" altLang="en-US" sz="4200" dirty="0"/>
          </a:p>
        </p:txBody>
      </p:sp>
      <p:sp>
        <p:nvSpPr>
          <p:cNvPr id="5" name="圓角矩形 4"/>
          <p:cNvSpPr/>
          <p:nvPr/>
        </p:nvSpPr>
        <p:spPr>
          <a:xfrm>
            <a:off x="4498761" y="8830407"/>
            <a:ext cx="1455993"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6" name="圓角矩形 5"/>
          <p:cNvSpPr/>
          <p:nvPr/>
        </p:nvSpPr>
        <p:spPr>
          <a:xfrm>
            <a:off x="6229589" y="8830407"/>
            <a:ext cx="2228879"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 name="圓角矩形 6"/>
          <p:cNvSpPr/>
          <p:nvPr/>
        </p:nvSpPr>
        <p:spPr>
          <a:xfrm>
            <a:off x="8733302" y="8830407"/>
            <a:ext cx="900824"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8" name="圓角矩形 7"/>
          <p:cNvSpPr/>
          <p:nvPr/>
        </p:nvSpPr>
        <p:spPr>
          <a:xfrm>
            <a:off x="9908960" y="8830407"/>
            <a:ext cx="1575738"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9" name="圓角矩形 8"/>
          <p:cNvSpPr/>
          <p:nvPr/>
        </p:nvSpPr>
        <p:spPr>
          <a:xfrm>
            <a:off x="11733657" y="8830407"/>
            <a:ext cx="2458889"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10" name="圓角矩形 9"/>
          <p:cNvSpPr/>
          <p:nvPr/>
        </p:nvSpPr>
        <p:spPr>
          <a:xfrm>
            <a:off x="8715633" y="5882330"/>
            <a:ext cx="5476913" cy="75587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3600" dirty="0"/>
              <a:t>VP</a:t>
            </a:r>
            <a:endParaRPr lang="zh-TW" altLang="en-US" sz="3600" dirty="0"/>
          </a:p>
        </p:txBody>
      </p:sp>
      <p:sp>
        <p:nvSpPr>
          <p:cNvPr id="11" name="圓角矩形 10"/>
          <p:cNvSpPr/>
          <p:nvPr/>
        </p:nvSpPr>
        <p:spPr>
          <a:xfrm>
            <a:off x="4554077" y="4467578"/>
            <a:ext cx="9638469" cy="75587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3600" dirty="0"/>
              <a:t>S</a:t>
            </a:r>
            <a:endParaRPr lang="zh-TW" altLang="en-US" sz="3600" dirty="0"/>
          </a:p>
        </p:txBody>
      </p:sp>
      <p:sp>
        <p:nvSpPr>
          <p:cNvPr id="12" name="圓角矩形 11"/>
          <p:cNvSpPr/>
          <p:nvPr/>
        </p:nvSpPr>
        <p:spPr>
          <a:xfrm>
            <a:off x="4554077" y="7400444"/>
            <a:ext cx="3967965" cy="75587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3600" dirty="0"/>
              <a:t>NP</a:t>
            </a:r>
            <a:endParaRPr lang="zh-TW" altLang="en-US" sz="3600" dirty="0"/>
          </a:p>
        </p:txBody>
      </p:sp>
      <p:sp>
        <p:nvSpPr>
          <p:cNvPr id="13" name="圓角矩形 12"/>
          <p:cNvSpPr/>
          <p:nvPr/>
        </p:nvSpPr>
        <p:spPr>
          <a:xfrm>
            <a:off x="9908960" y="7359251"/>
            <a:ext cx="4283586" cy="75587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3600" dirty="0"/>
              <a:t>ADJV</a:t>
            </a:r>
            <a:endParaRPr lang="zh-TW" altLang="en-US" sz="3600" dirty="0"/>
          </a:p>
        </p:txBody>
      </p:sp>
      <p:cxnSp>
        <p:nvCxnSpPr>
          <p:cNvPr id="14" name="直線單箭頭接點 13"/>
          <p:cNvCxnSpPr/>
          <p:nvPr/>
        </p:nvCxnSpPr>
        <p:spPr>
          <a:xfrm flipV="1">
            <a:off x="5236296"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7380782"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10744467"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12997811" y="8156318"/>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12050753" y="6685161"/>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9183713" y="6685161"/>
            <a:ext cx="0" cy="21040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V="1">
            <a:off x="11484698" y="5208240"/>
            <a:ext cx="0" cy="674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flipH="1" flipV="1">
            <a:off x="6577929" y="5223452"/>
            <a:ext cx="0" cy="219155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文字方塊 66"/>
          <p:cNvSpPr txBox="1"/>
          <p:nvPr/>
        </p:nvSpPr>
        <p:spPr>
          <a:xfrm>
            <a:off x="3631565" y="3302000"/>
            <a:ext cx="3442970" cy="737235"/>
          </a:xfrm>
          <a:prstGeom prst="rect">
            <a:avLst/>
          </a:prstGeom>
          <a:noFill/>
        </p:spPr>
        <p:txBody>
          <a:bodyPr wrap="square" rtlCol="0">
            <a:spAutoFit/>
          </a:bodyPr>
          <a:lstStyle/>
          <a:p>
            <a:r>
              <a:rPr lang="en-US" altLang="zh-TW" sz="4200" dirty="0">
                <a:solidFill>
                  <a:srgbClr val="FF0000"/>
                </a:solidFill>
              </a:rPr>
              <a:t>Seq2seq! </a:t>
            </a:r>
            <a:endParaRPr lang="zh-TW" altLang="en-US" sz="4200" dirty="0">
              <a:solidFill>
                <a:srgbClr val="FF0000"/>
              </a:solidFill>
            </a:endParaRPr>
          </a:p>
        </p:txBody>
      </p:sp>
      <p:cxnSp>
        <p:nvCxnSpPr>
          <p:cNvPr id="69" name="直線接點 68"/>
          <p:cNvCxnSpPr/>
          <p:nvPr/>
        </p:nvCxnSpPr>
        <p:spPr>
          <a:xfrm flipV="1">
            <a:off x="3357354" y="3588545"/>
            <a:ext cx="0" cy="56998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H="1" flipV="1">
            <a:off x="3368699" y="9244116"/>
            <a:ext cx="1054173" cy="2"/>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flipV="1">
            <a:off x="3368699" y="2722581"/>
            <a:ext cx="933222" cy="8989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圓角 52"/>
          <p:cNvSpPr/>
          <p:nvPr/>
        </p:nvSpPr>
        <p:spPr>
          <a:xfrm>
            <a:off x="4368135" y="4359039"/>
            <a:ext cx="10066314" cy="419934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grpSp>
        <p:nvGrpSpPr>
          <p:cNvPr id="42" name="群組 41"/>
          <p:cNvGrpSpPr/>
          <p:nvPr/>
        </p:nvGrpSpPr>
        <p:grpSpPr>
          <a:xfrm>
            <a:off x="4392878" y="1231409"/>
            <a:ext cx="10349994" cy="2070776"/>
            <a:chOff x="1404585" y="820939"/>
            <a:chExt cx="6899996" cy="1380517"/>
          </a:xfrm>
        </p:grpSpPr>
        <p:grpSp>
          <p:nvGrpSpPr>
            <p:cNvPr id="3" name="群組 2"/>
            <p:cNvGrpSpPr/>
            <p:nvPr/>
          </p:nvGrpSpPr>
          <p:grpSpPr>
            <a:xfrm>
              <a:off x="1558276" y="946197"/>
              <a:ext cx="6746305" cy="430107"/>
              <a:chOff x="1500220" y="946197"/>
              <a:chExt cx="6746305" cy="430107"/>
            </a:xfrm>
          </p:grpSpPr>
          <p:sp>
            <p:nvSpPr>
              <p:cNvPr id="23" name="文字方塊 22"/>
              <p:cNvSpPr txBox="1"/>
              <p:nvPr/>
            </p:nvSpPr>
            <p:spPr>
              <a:xfrm>
                <a:off x="1500220" y="946197"/>
                <a:ext cx="890836" cy="430107"/>
              </a:xfrm>
              <a:prstGeom prst="rect">
                <a:avLst/>
              </a:prstGeom>
              <a:noFill/>
            </p:spPr>
            <p:txBody>
              <a:bodyPr wrap="square" rtlCol="0">
                <a:spAutoFit/>
              </a:bodyPr>
              <a:lstStyle/>
              <a:p>
                <a:r>
                  <a:rPr lang="en-US" altLang="zh-TW" sz="3600" dirty="0"/>
                  <a:t>(S</a:t>
                </a:r>
                <a:endParaRPr lang="zh-TW" altLang="en-US" sz="3600" dirty="0"/>
              </a:p>
            </p:txBody>
          </p:sp>
          <p:sp>
            <p:nvSpPr>
              <p:cNvPr id="24" name="文字方塊 23"/>
              <p:cNvSpPr txBox="1"/>
              <p:nvPr/>
            </p:nvSpPr>
            <p:spPr>
              <a:xfrm>
                <a:off x="2243456" y="946197"/>
                <a:ext cx="890836" cy="430107"/>
              </a:xfrm>
              <a:prstGeom prst="rect">
                <a:avLst/>
              </a:prstGeom>
              <a:noFill/>
            </p:spPr>
            <p:txBody>
              <a:bodyPr wrap="square" rtlCol="0">
                <a:spAutoFit/>
              </a:bodyPr>
              <a:lstStyle/>
              <a:p>
                <a:r>
                  <a:rPr lang="en-US" altLang="zh-TW" sz="3600" dirty="0"/>
                  <a:t>(NP</a:t>
                </a:r>
                <a:endParaRPr lang="zh-TW" altLang="en-US" sz="3600" dirty="0"/>
              </a:p>
            </p:txBody>
          </p:sp>
          <p:sp>
            <p:nvSpPr>
              <p:cNvPr id="25" name="文字方塊 24"/>
              <p:cNvSpPr txBox="1"/>
              <p:nvPr/>
            </p:nvSpPr>
            <p:spPr>
              <a:xfrm>
                <a:off x="3134292" y="946197"/>
                <a:ext cx="890836" cy="430107"/>
              </a:xfrm>
              <a:prstGeom prst="rect">
                <a:avLst/>
              </a:prstGeom>
              <a:noFill/>
            </p:spPr>
            <p:txBody>
              <a:bodyPr wrap="square" rtlCol="0">
                <a:spAutoFit/>
              </a:bodyPr>
              <a:lstStyle/>
              <a:p>
                <a:r>
                  <a:rPr lang="en-US" altLang="zh-TW" sz="3600" dirty="0"/>
                  <a:t>deep</a:t>
                </a:r>
                <a:endParaRPr lang="zh-TW" altLang="en-US" sz="3600" dirty="0"/>
              </a:p>
            </p:txBody>
          </p:sp>
          <p:sp>
            <p:nvSpPr>
              <p:cNvPr id="26" name="文字方塊 25"/>
              <p:cNvSpPr txBox="1"/>
              <p:nvPr/>
            </p:nvSpPr>
            <p:spPr>
              <a:xfrm>
                <a:off x="4157361" y="946197"/>
                <a:ext cx="1341966" cy="430107"/>
              </a:xfrm>
              <a:prstGeom prst="rect">
                <a:avLst/>
              </a:prstGeom>
              <a:noFill/>
            </p:spPr>
            <p:txBody>
              <a:bodyPr wrap="square" rtlCol="0">
                <a:spAutoFit/>
              </a:bodyPr>
              <a:lstStyle/>
              <a:p>
                <a:r>
                  <a:rPr lang="en-US" altLang="zh-TW" sz="3600" dirty="0"/>
                  <a:t>learning</a:t>
                </a:r>
                <a:endParaRPr lang="zh-TW" altLang="en-US" sz="3600" dirty="0"/>
              </a:p>
            </p:txBody>
          </p:sp>
          <p:sp>
            <p:nvSpPr>
              <p:cNvPr id="27" name="文字方塊 26"/>
              <p:cNvSpPr txBox="1"/>
              <p:nvPr/>
            </p:nvSpPr>
            <p:spPr>
              <a:xfrm>
                <a:off x="5525060" y="946197"/>
                <a:ext cx="503724" cy="430107"/>
              </a:xfrm>
              <a:prstGeom prst="rect">
                <a:avLst/>
              </a:prstGeom>
              <a:noFill/>
            </p:spPr>
            <p:txBody>
              <a:bodyPr wrap="square" rtlCol="0">
                <a:spAutoFit/>
              </a:bodyPr>
              <a:lstStyle/>
              <a:p>
                <a:r>
                  <a:rPr lang="en-US" altLang="zh-TW" sz="3600" dirty="0"/>
                  <a:t>)</a:t>
                </a:r>
                <a:endParaRPr lang="zh-TW" altLang="en-US" sz="3600" dirty="0"/>
              </a:p>
            </p:txBody>
          </p:sp>
          <p:sp>
            <p:nvSpPr>
              <p:cNvPr id="57" name="文字方塊 56"/>
              <p:cNvSpPr txBox="1"/>
              <p:nvPr/>
            </p:nvSpPr>
            <p:spPr>
              <a:xfrm>
                <a:off x="6028784" y="946197"/>
                <a:ext cx="890836" cy="430107"/>
              </a:xfrm>
              <a:prstGeom prst="rect">
                <a:avLst/>
              </a:prstGeom>
              <a:noFill/>
            </p:spPr>
            <p:txBody>
              <a:bodyPr wrap="square" rtlCol="0">
                <a:spAutoFit/>
              </a:bodyPr>
              <a:lstStyle/>
              <a:p>
                <a:r>
                  <a:rPr lang="en-US" altLang="zh-TW" sz="3600" dirty="0"/>
                  <a:t>(VP</a:t>
                </a:r>
                <a:endParaRPr lang="zh-TW" altLang="en-US" sz="3600" dirty="0"/>
              </a:p>
            </p:txBody>
          </p:sp>
          <p:sp>
            <p:nvSpPr>
              <p:cNvPr id="58" name="文字方塊 57"/>
              <p:cNvSpPr txBox="1"/>
              <p:nvPr/>
            </p:nvSpPr>
            <p:spPr>
              <a:xfrm>
                <a:off x="6904559" y="946197"/>
                <a:ext cx="1341966" cy="430107"/>
              </a:xfrm>
              <a:prstGeom prst="rect">
                <a:avLst/>
              </a:prstGeom>
              <a:noFill/>
            </p:spPr>
            <p:txBody>
              <a:bodyPr wrap="square" rtlCol="0">
                <a:spAutoFit/>
              </a:bodyPr>
              <a:lstStyle/>
              <a:p>
                <a:r>
                  <a:rPr lang="en-US" altLang="zh-TW" sz="3600" dirty="0"/>
                  <a:t>is</a:t>
                </a:r>
                <a:endParaRPr lang="zh-TW" altLang="en-US" sz="3600" dirty="0"/>
              </a:p>
            </p:txBody>
          </p:sp>
        </p:grpSp>
        <p:grpSp>
          <p:nvGrpSpPr>
            <p:cNvPr id="41" name="群組 40"/>
            <p:cNvGrpSpPr/>
            <p:nvPr/>
          </p:nvGrpSpPr>
          <p:grpSpPr>
            <a:xfrm>
              <a:off x="2558943" y="1528283"/>
              <a:ext cx="5730219" cy="430107"/>
              <a:chOff x="2601621" y="1815054"/>
              <a:chExt cx="5730219" cy="430107"/>
            </a:xfrm>
          </p:grpSpPr>
          <p:sp>
            <p:nvSpPr>
              <p:cNvPr id="59" name="文字方塊 58"/>
              <p:cNvSpPr txBox="1"/>
              <p:nvPr/>
            </p:nvSpPr>
            <p:spPr>
              <a:xfrm>
                <a:off x="2601621" y="1815054"/>
                <a:ext cx="1140519" cy="430107"/>
              </a:xfrm>
              <a:prstGeom prst="rect">
                <a:avLst/>
              </a:prstGeom>
              <a:noFill/>
            </p:spPr>
            <p:txBody>
              <a:bodyPr wrap="square" rtlCol="0">
                <a:spAutoFit/>
              </a:bodyPr>
              <a:lstStyle/>
              <a:p>
                <a:r>
                  <a:rPr lang="en-US" altLang="zh-TW" sz="3600" dirty="0"/>
                  <a:t>(ADJV</a:t>
                </a:r>
                <a:endParaRPr lang="zh-TW" altLang="en-US" sz="3600" dirty="0"/>
              </a:p>
            </p:txBody>
          </p:sp>
          <p:sp>
            <p:nvSpPr>
              <p:cNvPr id="60" name="文字方塊 59"/>
              <p:cNvSpPr txBox="1"/>
              <p:nvPr/>
            </p:nvSpPr>
            <p:spPr>
              <a:xfrm>
                <a:off x="3936605" y="1815054"/>
                <a:ext cx="1341966" cy="430107"/>
              </a:xfrm>
              <a:prstGeom prst="rect">
                <a:avLst/>
              </a:prstGeom>
              <a:noFill/>
            </p:spPr>
            <p:txBody>
              <a:bodyPr wrap="square" rtlCol="0">
                <a:spAutoFit/>
              </a:bodyPr>
              <a:lstStyle/>
              <a:p>
                <a:r>
                  <a:rPr lang="en-US" altLang="zh-TW" sz="3600" dirty="0"/>
                  <a:t>very</a:t>
                </a:r>
                <a:endParaRPr lang="zh-TW" altLang="en-US" sz="3600" dirty="0"/>
              </a:p>
            </p:txBody>
          </p:sp>
          <p:sp>
            <p:nvSpPr>
              <p:cNvPr id="61" name="文字方塊 60"/>
              <p:cNvSpPr txBox="1"/>
              <p:nvPr/>
            </p:nvSpPr>
            <p:spPr>
              <a:xfrm>
                <a:off x="5108622" y="1815054"/>
                <a:ext cx="1341966" cy="430107"/>
              </a:xfrm>
              <a:prstGeom prst="rect">
                <a:avLst/>
              </a:prstGeom>
              <a:noFill/>
            </p:spPr>
            <p:txBody>
              <a:bodyPr wrap="square" rtlCol="0">
                <a:spAutoFit/>
              </a:bodyPr>
              <a:lstStyle/>
              <a:p>
                <a:r>
                  <a:rPr lang="en-US" altLang="zh-TW" sz="3600" dirty="0"/>
                  <a:t>powerful</a:t>
                </a:r>
                <a:endParaRPr lang="zh-TW" altLang="en-US" sz="3600" dirty="0"/>
              </a:p>
            </p:txBody>
          </p:sp>
          <p:sp>
            <p:nvSpPr>
              <p:cNvPr id="62" name="文字方塊 61"/>
              <p:cNvSpPr txBox="1"/>
              <p:nvPr/>
            </p:nvSpPr>
            <p:spPr>
              <a:xfrm>
                <a:off x="6713078" y="1815054"/>
                <a:ext cx="503724" cy="430107"/>
              </a:xfrm>
              <a:prstGeom prst="rect">
                <a:avLst/>
              </a:prstGeom>
              <a:noFill/>
            </p:spPr>
            <p:txBody>
              <a:bodyPr wrap="square" rtlCol="0">
                <a:spAutoFit/>
              </a:bodyPr>
              <a:lstStyle/>
              <a:p>
                <a:r>
                  <a:rPr lang="en-US" altLang="zh-TW" sz="3600" dirty="0"/>
                  <a:t>)</a:t>
                </a:r>
                <a:endParaRPr lang="zh-TW" altLang="en-US" sz="3600" dirty="0"/>
              </a:p>
            </p:txBody>
          </p:sp>
          <p:sp>
            <p:nvSpPr>
              <p:cNvPr id="63" name="文字方塊 62"/>
              <p:cNvSpPr txBox="1"/>
              <p:nvPr/>
            </p:nvSpPr>
            <p:spPr>
              <a:xfrm>
                <a:off x="7296329" y="1815054"/>
                <a:ext cx="503724" cy="430107"/>
              </a:xfrm>
              <a:prstGeom prst="rect">
                <a:avLst/>
              </a:prstGeom>
              <a:noFill/>
            </p:spPr>
            <p:txBody>
              <a:bodyPr wrap="square" rtlCol="0">
                <a:spAutoFit/>
              </a:bodyPr>
              <a:lstStyle/>
              <a:p>
                <a:r>
                  <a:rPr lang="en-US" altLang="zh-TW" sz="3600" dirty="0"/>
                  <a:t>)</a:t>
                </a:r>
                <a:endParaRPr lang="zh-TW" altLang="en-US" sz="3600" dirty="0"/>
              </a:p>
            </p:txBody>
          </p:sp>
          <p:sp>
            <p:nvSpPr>
              <p:cNvPr id="64" name="文字方塊 63"/>
              <p:cNvSpPr txBox="1"/>
              <p:nvPr/>
            </p:nvSpPr>
            <p:spPr>
              <a:xfrm>
                <a:off x="7828116" y="1815054"/>
                <a:ext cx="503724" cy="430107"/>
              </a:xfrm>
              <a:prstGeom prst="rect">
                <a:avLst/>
              </a:prstGeom>
              <a:noFill/>
            </p:spPr>
            <p:txBody>
              <a:bodyPr wrap="square" rtlCol="0">
                <a:spAutoFit/>
              </a:bodyPr>
              <a:lstStyle/>
              <a:p>
                <a:r>
                  <a:rPr lang="en-US" altLang="zh-TW" sz="3600" dirty="0"/>
                  <a:t>)</a:t>
                </a:r>
                <a:endParaRPr lang="zh-TW" altLang="en-US" sz="3600" dirty="0"/>
              </a:p>
            </p:txBody>
          </p:sp>
        </p:grpSp>
        <p:sp>
          <p:nvSpPr>
            <p:cNvPr id="55" name="矩形: 圓角 54"/>
            <p:cNvSpPr/>
            <p:nvPr/>
          </p:nvSpPr>
          <p:spPr>
            <a:xfrm>
              <a:off x="1404585" y="820939"/>
              <a:ext cx="6710876" cy="138051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grpSp>
      <p:sp>
        <p:nvSpPr>
          <p:cNvPr id="66" name="矩形: 圓角 65"/>
          <p:cNvSpPr/>
          <p:nvPr/>
        </p:nvSpPr>
        <p:spPr>
          <a:xfrm>
            <a:off x="4368135" y="8702130"/>
            <a:ext cx="10066314" cy="105685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38</a:t>
            </a:fld>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6"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4498761" y="8830407"/>
            <a:ext cx="9635490" cy="737235"/>
          </a:xfrm>
          <a:prstGeom prst="rect">
            <a:avLst/>
          </a:prstGeom>
          <a:noFill/>
        </p:spPr>
        <p:txBody>
          <a:bodyPr wrap="none" rtlCol="0">
            <a:spAutoFit/>
          </a:bodyPr>
          <a:lstStyle/>
          <a:p>
            <a:r>
              <a:rPr lang="en-US" altLang="zh-TW" sz="4200" dirty="0"/>
              <a:t>deep      learning</a:t>
            </a:r>
            <a:r>
              <a:rPr lang="zh-TW" altLang="en-US" sz="4200" dirty="0"/>
              <a:t>  </a:t>
            </a:r>
            <a:r>
              <a:rPr lang="en-US" altLang="zh-TW" sz="4200" dirty="0"/>
              <a:t> is</a:t>
            </a:r>
            <a:r>
              <a:rPr lang="zh-TW" altLang="en-US" sz="4200" dirty="0"/>
              <a:t>    </a:t>
            </a:r>
            <a:r>
              <a:rPr lang="en-US" altLang="zh-TW" sz="4200" dirty="0"/>
              <a:t> very</a:t>
            </a:r>
            <a:r>
              <a:rPr lang="zh-TW" altLang="en-US" sz="4200" dirty="0"/>
              <a:t>     </a:t>
            </a:r>
            <a:r>
              <a:rPr lang="en-US" altLang="zh-TW" sz="4200" dirty="0"/>
              <a:t> powerful</a:t>
            </a:r>
            <a:endParaRPr lang="zh-TW" altLang="en-US" sz="4200" dirty="0"/>
          </a:p>
        </p:txBody>
      </p:sp>
      <p:sp>
        <p:nvSpPr>
          <p:cNvPr id="5" name="圓角矩形 4"/>
          <p:cNvSpPr/>
          <p:nvPr/>
        </p:nvSpPr>
        <p:spPr>
          <a:xfrm>
            <a:off x="4498761" y="8830407"/>
            <a:ext cx="1455993"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6" name="圓角矩形 5"/>
          <p:cNvSpPr/>
          <p:nvPr/>
        </p:nvSpPr>
        <p:spPr>
          <a:xfrm>
            <a:off x="6229589" y="8830407"/>
            <a:ext cx="2228879"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7" name="圓角矩形 6"/>
          <p:cNvSpPr/>
          <p:nvPr/>
        </p:nvSpPr>
        <p:spPr>
          <a:xfrm>
            <a:off x="8733302" y="8830407"/>
            <a:ext cx="900824"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8" name="圓角矩形 7"/>
          <p:cNvSpPr/>
          <p:nvPr/>
        </p:nvSpPr>
        <p:spPr>
          <a:xfrm>
            <a:off x="9908960" y="8830407"/>
            <a:ext cx="1575738"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9" name="圓角矩形 8"/>
          <p:cNvSpPr/>
          <p:nvPr/>
        </p:nvSpPr>
        <p:spPr>
          <a:xfrm>
            <a:off x="11733657" y="8830407"/>
            <a:ext cx="2458889" cy="784830"/>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69" name="直線接點 68"/>
          <p:cNvCxnSpPr/>
          <p:nvPr/>
        </p:nvCxnSpPr>
        <p:spPr>
          <a:xfrm flipV="1">
            <a:off x="3357354" y="3588545"/>
            <a:ext cx="0" cy="56998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H="1" flipV="1">
            <a:off x="3368699" y="9244116"/>
            <a:ext cx="1054173" cy="2"/>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flipV="1">
            <a:off x="3368699" y="2722581"/>
            <a:ext cx="933222" cy="8989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2" name="群組 41"/>
          <p:cNvGrpSpPr/>
          <p:nvPr/>
        </p:nvGrpSpPr>
        <p:grpSpPr>
          <a:xfrm>
            <a:off x="4392878" y="1231409"/>
            <a:ext cx="10349994" cy="2070776"/>
            <a:chOff x="1404585" y="820939"/>
            <a:chExt cx="6899996" cy="1380517"/>
          </a:xfrm>
        </p:grpSpPr>
        <p:grpSp>
          <p:nvGrpSpPr>
            <p:cNvPr id="3" name="群組 2"/>
            <p:cNvGrpSpPr/>
            <p:nvPr/>
          </p:nvGrpSpPr>
          <p:grpSpPr>
            <a:xfrm>
              <a:off x="1558276" y="946197"/>
              <a:ext cx="6746305" cy="430107"/>
              <a:chOff x="1500220" y="946197"/>
              <a:chExt cx="6746305" cy="430107"/>
            </a:xfrm>
          </p:grpSpPr>
          <p:sp>
            <p:nvSpPr>
              <p:cNvPr id="23" name="文字方塊 22"/>
              <p:cNvSpPr txBox="1"/>
              <p:nvPr/>
            </p:nvSpPr>
            <p:spPr>
              <a:xfrm>
                <a:off x="1500220" y="946197"/>
                <a:ext cx="890836" cy="430107"/>
              </a:xfrm>
              <a:prstGeom prst="rect">
                <a:avLst/>
              </a:prstGeom>
              <a:noFill/>
            </p:spPr>
            <p:txBody>
              <a:bodyPr wrap="square" rtlCol="0">
                <a:spAutoFit/>
              </a:bodyPr>
              <a:lstStyle/>
              <a:p>
                <a:r>
                  <a:rPr lang="en-US" altLang="zh-TW" sz="3600" dirty="0"/>
                  <a:t>(S</a:t>
                </a:r>
                <a:endParaRPr lang="zh-TW" altLang="en-US" sz="3600" dirty="0"/>
              </a:p>
            </p:txBody>
          </p:sp>
          <p:sp>
            <p:nvSpPr>
              <p:cNvPr id="24" name="文字方塊 23"/>
              <p:cNvSpPr txBox="1"/>
              <p:nvPr/>
            </p:nvSpPr>
            <p:spPr>
              <a:xfrm>
                <a:off x="2243456" y="946197"/>
                <a:ext cx="890836" cy="430107"/>
              </a:xfrm>
              <a:prstGeom prst="rect">
                <a:avLst/>
              </a:prstGeom>
              <a:noFill/>
            </p:spPr>
            <p:txBody>
              <a:bodyPr wrap="square" rtlCol="0">
                <a:spAutoFit/>
              </a:bodyPr>
              <a:lstStyle/>
              <a:p>
                <a:r>
                  <a:rPr lang="en-US" altLang="zh-TW" sz="3600" dirty="0"/>
                  <a:t>(NP</a:t>
                </a:r>
                <a:endParaRPr lang="zh-TW" altLang="en-US" sz="3600" dirty="0"/>
              </a:p>
            </p:txBody>
          </p:sp>
          <p:sp>
            <p:nvSpPr>
              <p:cNvPr id="25" name="文字方塊 24"/>
              <p:cNvSpPr txBox="1"/>
              <p:nvPr/>
            </p:nvSpPr>
            <p:spPr>
              <a:xfrm>
                <a:off x="3134292" y="946197"/>
                <a:ext cx="890836" cy="430107"/>
              </a:xfrm>
              <a:prstGeom prst="rect">
                <a:avLst/>
              </a:prstGeom>
              <a:noFill/>
            </p:spPr>
            <p:txBody>
              <a:bodyPr wrap="square" rtlCol="0">
                <a:spAutoFit/>
              </a:bodyPr>
              <a:lstStyle/>
              <a:p>
                <a:r>
                  <a:rPr lang="en-US" altLang="zh-TW" sz="3600" dirty="0"/>
                  <a:t>deep</a:t>
                </a:r>
                <a:endParaRPr lang="zh-TW" altLang="en-US" sz="3600" dirty="0"/>
              </a:p>
            </p:txBody>
          </p:sp>
          <p:sp>
            <p:nvSpPr>
              <p:cNvPr id="26" name="文字方塊 25"/>
              <p:cNvSpPr txBox="1"/>
              <p:nvPr/>
            </p:nvSpPr>
            <p:spPr>
              <a:xfrm>
                <a:off x="4157361" y="946197"/>
                <a:ext cx="1341966" cy="430107"/>
              </a:xfrm>
              <a:prstGeom prst="rect">
                <a:avLst/>
              </a:prstGeom>
              <a:noFill/>
            </p:spPr>
            <p:txBody>
              <a:bodyPr wrap="square" rtlCol="0">
                <a:spAutoFit/>
              </a:bodyPr>
              <a:lstStyle/>
              <a:p>
                <a:r>
                  <a:rPr lang="en-US" altLang="zh-TW" sz="3600" dirty="0"/>
                  <a:t>learning</a:t>
                </a:r>
                <a:endParaRPr lang="zh-TW" altLang="en-US" sz="3600" dirty="0"/>
              </a:p>
            </p:txBody>
          </p:sp>
          <p:sp>
            <p:nvSpPr>
              <p:cNvPr id="27" name="文字方塊 26"/>
              <p:cNvSpPr txBox="1"/>
              <p:nvPr/>
            </p:nvSpPr>
            <p:spPr>
              <a:xfrm>
                <a:off x="5525060" y="946197"/>
                <a:ext cx="503724" cy="430107"/>
              </a:xfrm>
              <a:prstGeom prst="rect">
                <a:avLst/>
              </a:prstGeom>
              <a:noFill/>
            </p:spPr>
            <p:txBody>
              <a:bodyPr wrap="square" rtlCol="0">
                <a:spAutoFit/>
              </a:bodyPr>
              <a:lstStyle/>
              <a:p>
                <a:r>
                  <a:rPr lang="en-US" altLang="zh-TW" sz="3600" dirty="0"/>
                  <a:t>)</a:t>
                </a:r>
                <a:endParaRPr lang="zh-TW" altLang="en-US" sz="3600" dirty="0"/>
              </a:p>
            </p:txBody>
          </p:sp>
          <p:sp>
            <p:nvSpPr>
              <p:cNvPr id="57" name="文字方塊 56"/>
              <p:cNvSpPr txBox="1"/>
              <p:nvPr/>
            </p:nvSpPr>
            <p:spPr>
              <a:xfrm>
                <a:off x="6028784" y="946197"/>
                <a:ext cx="890836" cy="430107"/>
              </a:xfrm>
              <a:prstGeom prst="rect">
                <a:avLst/>
              </a:prstGeom>
              <a:noFill/>
            </p:spPr>
            <p:txBody>
              <a:bodyPr wrap="square" rtlCol="0">
                <a:spAutoFit/>
              </a:bodyPr>
              <a:lstStyle/>
              <a:p>
                <a:r>
                  <a:rPr lang="en-US" altLang="zh-TW" sz="3600" dirty="0"/>
                  <a:t>(VP</a:t>
                </a:r>
                <a:endParaRPr lang="zh-TW" altLang="en-US" sz="3600" dirty="0"/>
              </a:p>
            </p:txBody>
          </p:sp>
          <p:sp>
            <p:nvSpPr>
              <p:cNvPr id="58" name="文字方塊 57"/>
              <p:cNvSpPr txBox="1"/>
              <p:nvPr/>
            </p:nvSpPr>
            <p:spPr>
              <a:xfrm>
                <a:off x="6904559" y="946197"/>
                <a:ext cx="1341966" cy="430107"/>
              </a:xfrm>
              <a:prstGeom prst="rect">
                <a:avLst/>
              </a:prstGeom>
              <a:noFill/>
            </p:spPr>
            <p:txBody>
              <a:bodyPr wrap="square" rtlCol="0">
                <a:spAutoFit/>
              </a:bodyPr>
              <a:lstStyle/>
              <a:p>
                <a:r>
                  <a:rPr lang="en-US" altLang="zh-TW" sz="3600" dirty="0"/>
                  <a:t>is</a:t>
                </a:r>
                <a:endParaRPr lang="zh-TW" altLang="en-US" sz="3600" dirty="0"/>
              </a:p>
            </p:txBody>
          </p:sp>
        </p:grpSp>
        <p:grpSp>
          <p:nvGrpSpPr>
            <p:cNvPr id="41" name="群組 40"/>
            <p:cNvGrpSpPr/>
            <p:nvPr/>
          </p:nvGrpSpPr>
          <p:grpSpPr>
            <a:xfrm>
              <a:off x="2558943" y="1528283"/>
              <a:ext cx="5730219" cy="430107"/>
              <a:chOff x="2601621" y="1815054"/>
              <a:chExt cx="5730219" cy="430107"/>
            </a:xfrm>
          </p:grpSpPr>
          <p:sp>
            <p:nvSpPr>
              <p:cNvPr id="59" name="文字方塊 58"/>
              <p:cNvSpPr txBox="1"/>
              <p:nvPr/>
            </p:nvSpPr>
            <p:spPr>
              <a:xfrm>
                <a:off x="2601621" y="1815054"/>
                <a:ext cx="1140519" cy="430107"/>
              </a:xfrm>
              <a:prstGeom prst="rect">
                <a:avLst/>
              </a:prstGeom>
              <a:noFill/>
            </p:spPr>
            <p:txBody>
              <a:bodyPr wrap="square" rtlCol="0">
                <a:spAutoFit/>
              </a:bodyPr>
              <a:lstStyle/>
              <a:p>
                <a:r>
                  <a:rPr lang="en-US" altLang="zh-TW" sz="3600" dirty="0"/>
                  <a:t>(ADJV</a:t>
                </a:r>
                <a:endParaRPr lang="zh-TW" altLang="en-US" sz="3600" dirty="0"/>
              </a:p>
            </p:txBody>
          </p:sp>
          <p:sp>
            <p:nvSpPr>
              <p:cNvPr id="60" name="文字方塊 59"/>
              <p:cNvSpPr txBox="1"/>
              <p:nvPr/>
            </p:nvSpPr>
            <p:spPr>
              <a:xfrm>
                <a:off x="3936605" y="1815054"/>
                <a:ext cx="1341966" cy="430107"/>
              </a:xfrm>
              <a:prstGeom prst="rect">
                <a:avLst/>
              </a:prstGeom>
              <a:noFill/>
            </p:spPr>
            <p:txBody>
              <a:bodyPr wrap="square" rtlCol="0">
                <a:spAutoFit/>
              </a:bodyPr>
              <a:lstStyle/>
              <a:p>
                <a:r>
                  <a:rPr lang="en-US" altLang="zh-TW" sz="3600" dirty="0"/>
                  <a:t>very</a:t>
                </a:r>
                <a:endParaRPr lang="zh-TW" altLang="en-US" sz="3600" dirty="0"/>
              </a:p>
            </p:txBody>
          </p:sp>
          <p:sp>
            <p:nvSpPr>
              <p:cNvPr id="61" name="文字方塊 60"/>
              <p:cNvSpPr txBox="1"/>
              <p:nvPr/>
            </p:nvSpPr>
            <p:spPr>
              <a:xfrm>
                <a:off x="5108622" y="1815054"/>
                <a:ext cx="1341966" cy="430107"/>
              </a:xfrm>
              <a:prstGeom prst="rect">
                <a:avLst/>
              </a:prstGeom>
              <a:noFill/>
            </p:spPr>
            <p:txBody>
              <a:bodyPr wrap="square" rtlCol="0">
                <a:spAutoFit/>
              </a:bodyPr>
              <a:lstStyle/>
              <a:p>
                <a:r>
                  <a:rPr lang="en-US" altLang="zh-TW" sz="3600" dirty="0"/>
                  <a:t>powerful</a:t>
                </a:r>
                <a:endParaRPr lang="zh-TW" altLang="en-US" sz="3600" dirty="0"/>
              </a:p>
            </p:txBody>
          </p:sp>
          <p:sp>
            <p:nvSpPr>
              <p:cNvPr id="62" name="文字方塊 61"/>
              <p:cNvSpPr txBox="1"/>
              <p:nvPr/>
            </p:nvSpPr>
            <p:spPr>
              <a:xfrm>
                <a:off x="6713078" y="1815054"/>
                <a:ext cx="503724" cy="430107"/>
              </a:xfrm>
              <a:prstGeom prst="rect">
                <a:avLst/>
              </a:prstGeom>
              <a:noFill/>
            </p:spPr>
            <p:txBody>
              <a:bodyPr wrap="square" rtlCol="0">
                <a:spAutoFit/>
              </a:bodyPr>
              <a:lstStyle/>
              <a:p>
                <a:r>
                  <a:rPr lang="en-US" altLang="zh-TW" sz="3600" dirty="0"/>
                  <a:t>)</a:t>
                </a:r>
                <a:endParaRPr lang="zh-TW" altLang="en-US" sz="3600" dirty="0"/>
              </a:p>
            </p:txBody>
          </p:sp>
          <p:sp>
            <p:nvSpPr>
              <p:cNvPr id="63" name="文字方塊 62"/>
              <p:cNvSpPr txBox="1"/>
              <p:nvPr/>
            </p:nvSpPr>
            <p:spPr>
              <a:xfrm>
                <a:off x="7296329" y="1815054"/>
                <a:ext cx="503724" cy="430107"/>
              </a:xfrm>
              <a:prstGeom prst="rect">
                <a:avLst/>
              </a:prstGeom>
              <a:noFill/>
            </p:spPr>
            <p:txBody>
              <a:bodyPr wrap="square" rtlCol="0">
                <a:spAutoFit/>
              </a:bodyPr>
              <a:lstStyle/>
              <a:p>
                <a:r>
                  <a:rPr lang="en-US" altLang="zh-TW" sz="3600" dirty="0"/>
                  <a:t>)</a:t>
                </a:r>
                <a:endParaRPr lang="zh-TW" altLang="en-US" sz="3600" dirty="0"/>
              </a:p>
            </p:txBody>
          </p:sp>
          <p:sp>
            <p:nvSpPr>
              <p:cNvPr id="64" name="文字方塊 63"/>
              <p:cNvSpPr txBox="1"/>
              <p:nvPr/>
            </p:nvSpPr>
            <p:spPr>
              <a:xfrm>
                <a:off x="7828116" y="1815054"/>
                <a:ext cx="503724" cy="430107"/>
              </a:xfrm>
              <a:prstGeom prst="rect">
                <a:avLst/>
              </a:prstGeom>
              <a:noFill/>
            </p:spPr>
            <p:txBody>
              <a:bodyPr wrap="square" rtlCol="0">
                <a:spAutoFit/>
              </a:bodyPr>
              <a:lstStyle/>
              <a:p>
                <a:r>
                  <a:rPr lang="en-US" altLang="zh-TW" sz="3600" dirty="0"/>
                  <a:t>)</a:t>
                </a:r>
                <a:endParaRPr lang="zh-TW" altLang="en-US" sz="3600" dirty="0"/>
              </a:p>
            </p:txBody>
          </p:sp>
        </p:grpSp>
        <p:sp>
          <p:nvSpPr>
            <p:cNvPr id="55" name="矩形: 圓角 54"/>
            <p:cNvSpPr/>
            <p:nvPr/>
          </p:nvSpPr>
          <p:spPr>
            <a:xfrm>
              <a:off x="1404585" y="820939"/>
              <a:ext cx="6710876" cy="138051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grpSp>
      <p:sp>
        <p:nvSpPr>
          <p:cNvPr id="66" name="矩形: 圓角 65"/>
          <p:cNvSpPr/>
          <p:nvPr/>
        </p:nvSpPr>
        <p:spPr>
          <a:xfrm>
            <a:off x="4368135" y="8702130"/>
            <a:ext cx="10066314" cy="105685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pic>
        <p:nvPicPr>
          <p:cNvPr id="44" name="圖片 43"/>
          <p:cNvPicPr>
            <a:picLocks noChangeAspect="1"/>
          </p:cNvPicPr>
          <p:nvPr/>
        </p:nvPicPr>
        <p:blipFill>
          <a:blip r:embed="rId3"/>
          <a:stretch>
            <a:fillRect/>
          </a:stretch>
        </p:blipFill>
        <p:spPr>
          <a:xfrm>
            <a:off x="4459364" y="3621483"/>
            <a:ext cx="8587823" cy="463953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45" name="文字方塊 44"/>
          <p:cNvSpPr txBox="1"/>
          <p:nvPr/>
        </p:nvSpPr>
        <p:spPr>
          <a:xfrm>
            <a:off x="13198446" y="7312025"/>
            <a:ext cx="2655969" cy="1066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sz="100" dirty="0"/>
              <a:t>https://arxiv.org/abs/1412.7449</a:t>
            </a:r>
          </a:p>
        </p:txBody>
      </p:sp>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39</a:t>
            </a:fld>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ãdocumentãçåçæå°çµ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5316" y="3319326"/>
            <a:ext cx="1311167" cy="13971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ãdocumentãçåçæå°çµ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5110" y="3319326"/>
            <a:ext cx="1311167" cy="13971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ãdocumentãçåçæå°çµ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7331" y="3319326"/>
            <a:ext cx="1311167" cy="139715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ãdocumentãçåçæå°çµ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9552" y="3293661"/>
            <a:ext cx="1311167" cy="139715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圓角 8"/>
          <p:cNvSpPr/>
          <p:nvPr/>
        </p:nvSpPr>
        <p:spPr>
          <a:xfrm>
            <a:off x="6717411" y="6917427"/>
            <a:ext cx="3035480" cy="1397154"/>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sz="3600" dirty="0"/>
              <a:t>Seq2seq</a:t>
            </a:r>
            <a:endParaRPr lang="zh-TW" altLang="en-US" sz="3600" dirty="0"/>
          </a:p>
        </p:txBody>
      </p:sp>
      <p:cxnSp>
        <p:nvCxnSpPr>
          <p:cNvPr id="10" name="直線單箭頭接點 9"/>
          <p:cNvCxnSpPr/>
          <p:nvPr/>
        </p:nvCxnSpPr>
        <p:spPr>
          <a:xfrm>
            <a:off x="4884195" y="7676654"/>
            <a:ext cx="166161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9861995" y="7676654"/>
            <a:ext cx="97541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橢圓 12"/>
          <p:cNvSpPr/>
          <p:nvPr/>
        </p:nvSpPr>
        <p:spPr>
          <a:xfrm>
            <a:off x="11218203" y="7461890"/>
            <a:ext cx="405000" cy="405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4" name="橢圓 13"/>
          <p:cNvSpPr/>
          <p:nvPr/>
        </p:nvSpPr>
        <p:spPr>
          <a:xfrm>
            <a:off x="12526670" y="7474154"/>
            <a:ext cx="405000" cy="405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15" name="橢圓 14"/>
          <p:cNvSpPr/>
          <p:nvPr/>
        </p:nvSpPr>
        <p:spPr>
          <a:xfrm>
            <a:off x="13835136" y="7474154"/>
            <a:ext cx="405000" cy="4050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pic>
        <p:nvPicPr>
          <p:cNvPr id="20" name="Picture 2" descr="ãdocumentãçåçæå°çµ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3029" y="6917427"/>
            <a:ext cx="1311167" cy="1397153"/>
          </a:xfrm>
          <a:prstGeom prst="rect">
            <a:avLst/>
          </a:prstGeom>
          <a:noFill/>
          <a:extLst>
            <a:ext uri="{909E8E84-426E-40DD-AFC4-6F175D3DCCD1}">
              <a14:hiddenFill xmlns:a14="http://schemas.microsoft.com/office/drawing/2010/main">
                <a:solidFill>
                  <a:srgbClr val="FFFFFF"/>
                </a:solidFill>
              </a14:hiddenFill>
            </a:ext>
          </a:extLst>
        </p:spPr>
      </p:pic>
      <p:sp>
        <p:nvSpPr>
          <p:cNvPr id="23" name="文字方塊 22"/>
          <p:cNvSpPr txBox="1"/>
          <p:nvPr/>
        </p:nvSpPr>
        <p:spPr>
          <a:xfrm>
            <a:off x="10763567" y="7963743"/>
            <a:ext cx="1646099" cy="106680"/>
          </a:xfrm>
          <a:prstGeom prst="rect">
            <a:avLst/>
          </a:prstGeom>
          <a:noFill/>
        </p:spPr>
        <p:txBody>
          <a:bodyPr wrap="square" rtlCol="0">
            <a:spAutoFit/>
          </a:bodyPr>
          <a:lstStyle/>
          <a:p>
            <a:r>
              <a:rPr lang="en-US" altLang="zh-TW" sz="100" dirty="0"/>
              <a:t>Class 9</a:t>
            </a:r>
            <a:endParaRPr lang="zh-TW" altLang="en-US" sz="100" dirty="0"/>
          </a:p>
        </p:txBody>
      </p:sp>
      <p:sp>
        <p:nvSpPr>
          <p:cNvPr id="24" name="文字方塊 23"/>
          <p:cNvSpPr txBox="1"/>
          <p:nvPr/>
        </p:nvSpPr>
        <p:spPr>
          <a:xfrm>
            <a:off x="12108621" y="7976007"/>
            <a:ext cx="1646099" cy="106680"/>
          </a:xfrm>
          <a:prstGeom prst="rect">
            <a:avLst/>
          </a:prstGeom>
          <a:noFill/>
        </p:spPr>
        <p:txBody>
          <a:bodyPr wrap="square" rtlCol="0">
            <a:spAutoFit/>
          </a:bodyPr>
          <a:lstStyle/>
          <a:p>
            <a:r>
              <a:rPr lang="en-US" altLang="zh-TW" sz="100" dirty="0"/>
              <a:t>Class 7</a:t>
            </a:r>
            <a:endParaRPr lang="zh-TW" altLang="en-US" sz="100" dirty="0"/>
          </a:p>
        </p:txBody>
      </p:sp>
      <p:sp>
        <p:nvSpPr>
          <p:cNvPr id="25" name="文字方塊 24"/>
          <p:cNvSpPr txBox="1"/>
          <p:nvPr/>
        </p:nvSpPr>
        <p:spPr>
          <a:xfrm>
            <a:off x="13447053" y="7988271"/>
            <a:ext cx="1646099" cy="106680"/>
          </a:xfrm>
          <a:prstGeom prst="rect">
            <a:avLst/>
          </a:prstGeom>
          <a:noFill/>
        </p:spPr>
        <p:txBody>
          <a:bodyPr wrap="square" rtlCol="0">
            <a:spAutoFit/>
          </a:bodyPr>
          <a:lstStyle/>
          <a:p>
            <a:r>
              <a:rPr lang="en-US" altLang="zh-TW" sz="100" dirty="0"/>
              <a:t>Class 13</a:t>
            </a:r>
            <a:endParaRPr lang="zh-TW" altLang="en-US" sz="100" dirty="0"/>
          </a:p>
        </p:txBody>
      </p:sp>
      <p:sp>
        <p:nvSpPr>
          <p:cNvPr id="28" name="文字方塊 27"/>
          <p:cNvSpPr txBox="1"/>
          <p:nvPr/>
        </p:nvSpPr>
        <p:spPr>
          <a:xfrm>
            <a:off x="7892889" y="4758441"/>
            <a:ext cx="1646099" cy="106680"/>
          </a:xfrm>
          <a:prstGeom prst="rect">
            <a:avLst/>
          </a:prstGeom>
          <a:noFill/>
        </p:spPr>
        <p:txBody>
          <a:bodyPr wrap="square" rtlCol="0">
            <a:spAutoFit/>
          </a:bodyPr>
          <a:lstStyle/>
          <a:p>
            <a:r>
              <a:rPr lang="en-US" altLang="zh-TW" sz="100" dirty="0"/>
              <a:t>Class 1</a:t>
            </a:r>
            <a:endParaRPr lang="zh-TW" altLang="en-US" sz="100" dirty="0"/>
          </a:p>
        </p:txBody>
      </p:sp>
      <p:sp>
        <p:nvSpPr>
          <p:cNvPr id="29" name="文字方塊 28"/>
          <p:cNvSpPr txBox="1"/>
          <p:nvPr/>
        </p:nvSpPr>
        <p:spPr>
          <a:xfrm>
            <a:off x="7892889" y="5233614"/>
            <a:ext cx="1646099" cy="106680"/>
          </a:xfrm>
          <a:prstGeom prst="rect">
            <a:avLst/>
          </a:prstGeom>
          <a:noFill/>
        </p:spPr>
        <p:txBody>
          <a:bodyPr wrap="square" rtlCol="0">
            <a:spAutoFit/>
          </a:bodyPr>
          <a:lstStyle/>
          <a:p>
            <a:r>
              <a:rPr lang="en-US" altLang="zh-TW" sz="100" dirty="0"/>
              <a:t>Class 3</a:t>
            </a:r>
            <a:endParaRPr lang="zh-TW" altLang="en-US" sz="100" dirty="0"/>
          </a:p>
        </p:txBody>
      </p:sp>
      <p:sp>
        <p:nvSpPr>
          <p:cNvPr id="30" name="文字方塊 29"/>
          <p:cNvSpPr txBox="1"/>
          <p:nvPr/>
        </p:nvSpPr>
        <p:spPr>
          <a:xfrm>
            <a:off x="9655110" y="4706097"/>
            <a:ext cx="1646099" cy="106680"/>
          </a:xfrm>
          <a:prstGeom prst="rect">
            <a:avLst/>
          </a:prstGeom>
          <a:noFill/>
        </p:spPr>
        <p:txBody>
          <a:bodyPr wrap="square" rtlCol="0">
            <a:spAutoFit/>
          </a:bodyPr>
          <a:lstStyle/>
          <a:p>
            <a:r>
              <a:rPr lang="en-US" altLang="zh-TW" sz="100" dirty="0"/>
              <a:t>Class 1</a:t>
            </a:r>
            <a:endParaRPr lang="zh-TW" altLang="en-US" sz="100" dirty="0"/>
          </a:p>
        </p:txBody>
      </p:sp>
      <p:sp>
        <p:nvSpPr>
          <p:cNvPr id="32" name="文字方塊 31"/>
          <p:cNvSpPr txBox="1"/>
          <p:nvPr/>
        </p:nvSpPr>
        <p:spPr>
          <a:xfrm>
            <a:off x="11425460" y="4758441"/>
            <a:ext cx="1646099" cy="106680"/>
          </a:xfrm>
          <a:prstGeom prst="rect">
            <a:avLst/>
          </a:prstGeom>
          <a:noFill/>
        </p:spPr>
        <p:txBody>
          <a:bodyPr wrap="square" rtlCol="0">
            <a:spAutoFit/>
          </a:bodyPr>
          <a:lstStyle/>
          <a:p>
            <a:r>
              <a:rPr lang="en-US" altLang="zh-TW" sz="100" dirty="0"/>
              <a:t>Class 3</a:t>
            </a:r>
            <a:endParaRPr lang="zh-TW" altLang="en-US" sz="100" dirty="0"/>
          </a:p>
        </p:txBody>
      </p:sp>
      <p:sp>
        <p:nvSpPr>
          <p:cNvPr id="33" name="文字方塊 32"/>
          <p:cNvSpPr txBox="1"/>
          <p:nvPr/>
        </p:nvSpPr>
        <p:spPr>
          <a:xfrm>
            <a:off x="11425460" y="5233614"/>
            <a:ext cx="1646099" cy="106680"/>
          </a:xfrm>
          <a:prstGeom prst="rect">
            <a:avLst/>
          </a:prstGeom>
          <a:noFill/>
        </p:spPr>
        <p:txBody>
          <a:bodyPr wrap="square" rtlCol="0">
            <a:spAutoFit/>
          </a:bodyPr>
          <a:lstStyle/>
          <a:p>
            <a:r>
              <a:rPr lang="en-US" altLang="zh-TW" sz="100" dirty="0"/>
              <a:t>Class 9</a:t>
            </a:r>
            <a:endParaRPr lang="zh-TW" altLang="en-US" sz="100" dirty="0"/>
          </a:p>
        </p:txBody>
      </p:sp>
      <p:sp>
        <p:nvSpPr>
          <p:cNvPr id="34" name="文字方塊 33"/>
          <p:cNvSpPr txBox="1"/>
          <p:nvPr/>
        </p:nvSpPr>
        <p:spPr>
          <a:xfrm>
            <a:off x="13237023" y="4701990"/>
            <a:ext cx="1646099" cy="106680"/>
          </a:xfrm>
          <a:prstGeom prst="rect">
            <a:avLst/>
          </a:prstGeom>
          <a:noFill/>
        </p:spPr>
        <p:txBody>
          <a:bodyPr wrap="square" rtlCol="0">
            <a:spAutoFit/>
          </a:bodyPr>
          <a:lstStyle/>
          <a:p>
            <a:r>
              <a:rPr lang="en-US" altLang="zh-TW" sz="100" dirty="0"/>
              <a:t>Class 10</a:t>
            </a:r>
            <a:endParaRPr lang="zh-TW" altLang="en-US" sz="100" dirty="0"/>
          </a:p>
        </p:txBody>
      </p:sp>
      <p:sp>
        <p:nvSpPr>
          <p:cNvPr id="36" name="文字方塊 35"/>
          <p:cNvSpPr txBox="1"/>
          <p:nvPr/>
        </p:nvSpPr>
        <p:spPr>
          <a:xfrm>
            <a:off x="11459082" y="5730896"/>
            <a:ext cx="1646099" cy="106680"/>
          </a:xfrm>
          <a:prstGeom prst="rect">
            <a:avLst/>
          </a:prstGeom>
          <a:noFill/>
        </p:spPr>
        <p:txBody>
          <a:bodyPr wrap="square" rtlCol="0">
            <a:spAutoFit/>
          </a:bodyPr>
          <a:lstStyle/>
          <a:p>
            <a:r>
              <a:rPr lang="en-US" altLang="zh-TW" sz="100" dirty="0"/>
              <a:t>Class 17</a:t>
            </a:r>
            <a:endParaRPr lang="zh-TW" altLang="en-US" sz="100" dirty="0"/>
          </a:p>
        </p:txBody>
      </p:sp>
      <p:sp>
        <p:nvSpPr>
          <p:cNvPr id="3" name="文字方塊 2"/>
          <p:cNvSpPr txBox="1"/>
          <p:nvPr/>
        </p:nvSpPr>
        <p:spPr>
          <a:xfrm>
            <a:off x="3017576" y="3479970"/>
            <a:ext cx="4366727" cy="1076325"/>
          </a:xfrm>
          <a:prstGeom prst="rect">
            <a:avLst/>
          </a:prstGeom>
          <a:noFill/>
        </p:spPr>
        <p:txBody>
          <a:bodyPr wrap="square" rtlCol="0">
            <a:spAutoFit/>
          </a:bodyPr>
          <a:lstStyle/>
          <a:p>
            <a:r>
              <a:rPr lang="en-US" altLang="zh-TW" sz="3200" dirty="0">
                <a:solidFill>
                  <a:schemeClr val="accent1"/>
                </a:solidFill>
                <a:latin typeface="+mj-lt"/>
                <a:cs typeface="+mj-cs"/>
              </a:rPr>
              <a:t>An object can belong to multiple classes.</a:t>
            </a:r>
          </a:p>
        </p:txBody>
      </p:sp>
      <p:sp>
        <p:nvSpPr>
          <p:cNvPr id="12" name="投影片編號版面配置區 1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40</a:t>
            </a:fld>
            <a:endParaRPr lang="zh-TW" altLang="en-US" sz="100"/>
          </a:p>
        </p:txBody>
      </p:sp>
      <p:sp>
        <p:nvSpPr>
          <p:cNvPr id="17"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dirty="0">
                <a:sym typeface="+mn-ea"/>
              </a:rPr>
              <a:t>Seq2seq for </a:t>
            </a:r>
            <a:br>
              <a:rPr lang="en-US" altLang="zh-TW" dirty="0">
                <a:sym typeface="+mn-ea"/>
              </a:rPr>
            </a:br>
            <a:r>
              <a:rPr lang="en-US" altLang="zh-TW" dirty="0">
                <a:sym typeface="+mn-ea"/>
              </a:rPr>
              <a:t>Multi-label Classification</a:t>
            </a:r>
            <a:endParaRPr lang="zh-TW" altLang="en-US" dirty="0"/>
          </a:p>
        </p:txBody>
      </p:sp>
      <p:sp>
        <p:nvSpPr>
          <p:cNvPr id="18" name="文字方塊 27"/>
          <p:cNvSpPr txBox="1"/>
          <p:nvPr/>
        </p:nvSpPr>
        <p:spPr>
          <a:xfrm>
            <a:off x="7893366" y="4869014"/>
            <a:ext cx="1097399" cy="369332"/>
          </a:xfrm>
          <a:prstGeom prst="rect">
            <a:avLst/>
          </a:prstGeom>
          <a:noFill/>
        </p:spPr>
        <p:txBody>
          <a:bodyPr wrap="square" rtlCol="0">
            <a:spAutoFit/>
          </a:bodyPr>
          <a:lstStyle/>
          <a:p>
            <a:r>
              <a:rPr lang="en-US" altLang="zh-TW" dirty="0"/>
              <a:t>Class 1</a:t>
            </a:r>
            <a:endParaRPr lang="zh-TW" altLang="en-US" dirty="0"/>
          </a:p>
        </p:txBody>
      </p:sp>
      <p:sp>
        <p:nvSpPr>
          <p:cNvPr id="19" name="文字方塊 28"/>
          <p:cNvSpPr txBox="1"/>
          <p:nvPr/>
        </p:nvSpPr>
        <p:spPr>
          <a:xfrm>
            <a:off x="7893366" y="5185796"/>
            <a:ext cx="1097399" cy="369332"/>
          </a:xfrm>
          <a:prstGeom prst="rect">
            <a:avLst/>
          </a:prstGeom>
          <a:noFill/>
        </p:spPr>
        <p:txBody>
          <a:bodyPr wrap="square" rtlCol="0">
            <a:spAutoFit/>
          </a:bodyPr>
          <a:lstStyle/>
          <a:p>
            <a:r>
              <a:rPr lang="en-US" altLang="zh-TW" dirty="0"/>
              <a:t>Class 3</a:t>
            </a:r>
            <a:endParaRPr lang="zh-TW" altLang="en-US" dirty="0"/>
          </a:p>
        </p:txBody>
      </p:sp>
      <p:sp>
        <p:nvSpPr>
          <p:cNvPr id="21" name="文字方塊 29"/>
          <p:cNvSpPr txBox="1"/>
          <p:nvPr/>
        </p:nvSpPr>
        <p:spPr>
          <a:xfrm>
            <a:off x="9800970" y="4869043"/>
            <a:ext cx="1097399" cy="369332"/>
          </a:xfrm>
          <a:prstGeom prst="rect">
            <a:avLst/>
          </a:prstGeom>
          <a:noFill/>
        </p:spPr>
        <p:txBody>
          <a:bodyPr wrap="square" rtlCol="0">
            <a:spAutoFit/>
          </a:bodyPr>
          <a:lstStyle/>
          <a:p>
            <a:r>
              <a:rPr lang="en-US" altLang="zh-TW" dirty="0"/>
              <a:t>Class 1</a:t>
            </a:r>
            <a:endParaRPr lang="zh-TW" altLang="en-US" dirty="0"/>
          </a:p>
        </p:txBody>
      </p:sp>
      <p:sp>
        <p:nvSpPr>
          <p:cNvPr id="22" name="文字方塊 31"/>
          <p:cNvSpPr txBox="1"/>
          <p:nvPr/>
        </p:nvSpPr>
        <p:spPr>
          <a:xfrm>
            <a:off x="11708913" y="4907114"/>
            <a:ext cx="1097399" cy="369332"/>
          </a:xfrm>
          <a:prstGeom prst="rect">
            <a:avLst/>
          </a:prstGeom>
          <a:noFill/>
        </p:spPr>
        <p:txBody>
          <a:bodyPr wrap="square" rtlCol="0">
            <a:spAutoFit/>
          </a:bodyPr>
          <a:lstStyle/>
          <a:p>
            <a:r>
              <a:rPr lang="en-US" altLang="zh-TW" dirty="0"/>
              <a:t>Class 3</a:t>
            </a:r>
            <a:endParaRPr lang="zh-TW" altLang="en-US" dirty="0"/>
          </a:p>
        </p:txBody>
      </p:sp>
      <p:sp>
        <p:nvSpPr>
          <p:cNvPr id="26" name="文字方塊 32"/>
          <p:cNvSpPr txBox="1"/>
          <p:nvPr/>
        </p:nvSpPr>
        <p:spPr>
          <a:xfrm>
            <a:off x="11708913" y="5223896"/>
            <a:ext cx="1097399" cy="369332"/>
          </a:xfrm>
          <a:prstGeom prst="rect">
            <a:avLst/>
          </a:prstGeom>
          <a:noFill/>
        </p:spPr>
        <p:txBody>
          <a:bodyPr wrap="square" rtlCol="0">
            <a:spAutoFit/>
          </a:bodyPr>
          <a:lstStyle/>
          <a:p>
            <a:r>
              <a:rPr lang="en-US" altLang="zh-TW" dirty="0"/>
              <a:t>Class 9</a:t>
            </a:r>
            <a:endParaRPr lang="zh-TW" altLang="en-US" dirty="0"/>
          </a:p>
        </p:txBody>
      </p:sp>
      <p:sp>
        <p:nvSpPr>
          <p:cNvPr id="31" name="文字方塊 35"/>
          <p:cNvSpPr txBox="1"/>
          <p:nvPr/>
        </p:nvSpPr>
        <p:spPr>
          <a:xfrm>
            <a:off x="11731328" y="5555417"/>
            <a:ext cx="1097399" cy="369332"/>
          </a:xfrm>
          <a:prstGeom prst="rect">
            <a:avLst/>
          </a:prstGeom>
          <a:noFill/>
        </p:spPr>
        <p:txBody>
          <a:bodyPr wrap="square" rtlCol="0">
            <a:spAutoFit/>
          </a:bodyPr>
          <a:lstStyle/>
          <a:p>
            <a:r>
              <a:rPr lang="en-US" altLang="zh-TW" dirty="0"/>
              <a:t>Class 17</a:t>
            </a:r>
            <a:endParaRPr lang="zh-TW" altLang="en-US" dirty="0"/>
          </a:p>
        </p:txBody>
      </p:sp>
      <p:sp>
        <p:nvSpPr>
          <p:cNvPr id="35" name="文字方塊 33"/>
          <p:cNvSpPr txBox="1"/>
          <p:nvPr/>
        </p:nvSpPr>
        <p:spPr>
          <a:xfrm>
            <a:off x="13488757" y="4971080"/>
            <a:ext cx="1097399" cy="369332"/>
          </a:xfrm>
          <a:prstGeom prst="rect">
            <a:avLst/>
          </a:prstGeom>
          <a:noFill/>
        </p:spPr>
        <p:txBody>
          <a:bodyPr wrap="square" rtlCol="0">
            <a:spAutoFit/>
          </a:bodyPr>
          <a:lstStyle/>
          <a:p>
            <a:r>
              <a:rPr lang="en-US" altLang="zh-TW" dirty="0"/>
              <a:t>Class 10</a:t>
            </a:r>
            <a:endParaRPr lang="zh-TW" altLang="en-US" dirty="0"/>
          </a:p>
        </p:txBody>
      </p:sp>
      <p:sp>
        <p:nvSpPr>
          <p:cNvPr id="37" name="Text Box 36"/>
          <p:cNvSpPr txBox="1"/>
          <p:nvPr/>
        </p:nvSpPr>
        <p:spPr>
          <a:xfrm>
            <a:off x="3573145" y="9288780"/>
            <a:ext cx="4050030" cy="645160"/>
          </a:xfrm>
          <a:prstGeom prst="rect">
            <a:avLst/>
          </a:prstGeom>
          <a:noFill/>
        </p:spPr>
        <p:txBody>
          <a:bodyPr wrap="square" rtlCol="0" anchor="t">
            <a:spAutoFit/>
          </a:bodyPr>
          <a:lstStyle/>
          <a:p>
            <a:r>
              <a:rPr lang="zh-TW" altLang="en-US" dirty="0">
                <a:sym typeface="+mn-ea"/>
              </a:rPr>
              <a:t>https://arxiv.org/abs/1909.03434</a:t>
            </a:r>
            <a:endParaRPr lang="en-US" altLang="zh-TW" dirty="0"/>
          </a:p>
          <a:p>
            <a:r>
              <a:rPr lang="en-US" altLang="zh-TW" dirty="0">
                <a:sym typeface="+mn-ea"/>
              </a:rPr>
              <a:t>https://arxiv.org/abs/1707.05495</a:t>
            </a:r>
            <a:endParaRPr lang="en-US"/>
          </a:p>
        </p:txBody>
      </p:sp>
      <p:sp>
        <p:nvSpPr>
          <p:cNvPr id="38" name="文字方塊 22"/>
          <p:cNvSpPr txBox="1"/>
          <p:nvPr/>
        </p:nvSpPr>
        <p:spPr>
          <a:xfrm>
            <a:off x="10872046" y="7988227"/>
            <a:ext cx="1097399" cy="369332"/>
          </a:xfrm>
          <a:prstGeom prst="rect">
            <a:avLst/>
          </a:prstGeom>
          <a:noFill/>
        </p:spPr>
        <p:txBody>
          <a:bodyPr wrap="square" rtlCol="0">
            <a:spAutoFit/>
          </a:bodyPr>
          <a:lstStyle/>
          <a:p>
            <a:r>
              <a:rPr lang="en-US" altLang="zh-TW" dirty="0"/>
              <a:t>Class 9</a:t>
            </a:r>
            <a:endParaRPr lang="zh-TW" altLang="en-US" dirty="0"/>
          </a:p>
        </p:txBody>
      </p:sp>
      <p:sp>
        <p:nvSpPr>
          <p:cNvPr id="39" name="文字方塊 23"/>
          <p:cNvSpPr txBox="1"/>
          <p:nvPr/>
        </p:nvSpPr>
        <p:spPr>
          <a:xfrm>
            <a:off x="12182769" y="7976083"/>
            <a:ext cx="1097399" cy="369332"/>
          </a:xfrm>
          <a:prstGeom prst="rect">
            <a:avLst/>
          </a:prstGeom>
          <a:noFill/>
        </p:spPr>
        <p:txBody>
          <a:bodyPr wrap="square" rtlCol="0">
            <a:spAutoFit/>
          </a:bodyPr>
          <a:lstStyle/>
          <a:p>
            <a:r>
              <a:rPr lang="en-US" altLang="zh-TW" dirty="0"/>
              <a:t>Class 7</a:t>
            </a:r>
            <a:endParaRPr lang="zh-TW" altLang="en-US" dirty="0"/>
          </a:p>
        </p:txBody>
      </p:sp>
      <p:sp>
        <p:nvSpPr>
          <p:cNvPr id="40" name="文字方塊 24"/>
          <p:cNvSpPr txBox="1"/>
          <p:nvPr/>
        </p:nvSpPr>
        <p:spPr>
          <a:xfrm>
            <a:off x="13492887" y="7988069"/>
            <a:ext cx="1097399" cy="369332"/>
          </a:xfrm>
          <a:prstGeom prst="rect">
            <a:avLst/>
          </a:prstGeom>
          <a:noFill/>
        </p:spPr>
        <p:txBody>
          <a:bodyPr wrap="square" rtlCol="0">
            <a:spAutoFit/>
          </a:bodyPr>
          <a:lstStyle/>
          <a:p>
            <a:r>
              <a:rPr lang="en-US" altLang="zh-TW" dirty="0"/>
              <a:t>Class 13</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3" grpId="0" bldLvl="0" animBg="1"/>
      <p:bldP spid="14" grpId="0" bldLvl="0" animBg="1"/>
      <p:bldP spid="15" grpId="0" bldLvl="0" animBg="1"/>
      <p:bldP spid="23" grpId="0"/>
      <p:bldP spid="24" grpId="0"/>
      <p:bldP spid="25" grpId="0"/>
      <p:bldP spid="28" grpId="0"/>
      <p:bldP spid="29" grpId="0"/>
      <p:bldP spid="30" grpId="0"/>
      <p:bldP spid="32" grpId="0"/>
      <p:bldP spid="33" grpId="0"/>
      <p:bldP spid="34" grpId="0"/>
      <p:bldP spid="36" grpId="0"/>
      <p:bldP spid="3" grpId="0"/>
      <p:bldP spid="18" grpId="0"/>
      <p:bldP spid="19" grpId="0"/>
      <p:bldP spid="21" grpId="0"/>
      <p:bldP spid="22" grpId="0"/>
      <p:bldP spid="26" grpId="0"/>
      <p:bldP spid="31" grpId="0"/>
      <p:bldP spid="35" grpId="0"/>
      <p:bldP spid="38" grpId="0"/>
      <p:bldP spid="39" grpId="0"/>
      <p:bldP spid="4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7360" y="1468120"/>
            <a:ext cx="7305040" cy="7616825"/>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a:xfrm>
            <a:off x="2379980" y="830580"/>
            <a:ext cx="9827260" cy="1551305"/>
          </a:xfrm>
        </p:spPr>
        <p:txBody>
          <a:bodyPr/>
          <a:lstStyle/>
          <a:p>
            <a:pPr algn="l"/>
            <a:r>
              <a:rPr lang="en-US" altLang="zh-TW" dirty="0"/>
              <a:t>Seq2seq for </a:t>
            </a:r>
            <a:br>
              <a:rPr lang="en-US" altLang="zh-TW" dirty="0"/>
            </a:br>
            <a:r>
              <a:rPr lang="en-US" altLang="zh-TW" dirty="0"/>
              <a:t>Object Detection</a:t>
            </a:r>
            <a:endParaRPr lang="zh-TW" altLang="en-US" dirty="0"/>
          </a:p>
        </p:txBody>
      </p:sp>
      <p:sp>
        <p:nvSpPr>
          <p:cNvPr id="4" name="投影片編號版面配置區 3"/>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41</a:t>
            </a:fld>
            <a:endParaRPr lang="zh-TW" altLang="en-US" sz="100"/>
          </a:p>
        </p:txBody>
      </p:sp>
      <p:pic>
        <p:nvPicPr>
          <p:cNvPr id="6" name="Content Placeholder 5"/>
          <p:cNvPicPr>
            <a:picLocks noGrp="1" noChangeAspect="1"/>
          </p:cNvPicPr>
          <p:nvPr>
            <p:ph idx="1"/>
          </p:nvPr>
        </p:nvPicPr>
        <p:blipFill>
          <a:blip r:embed="rId3"/>
          <a:stretch>
            <a:fillRect/>
          </a:stretch>
        </p:blipFill>
        <p:spPr>
          <a:xfrm>
            <a:off x="2640330" y="4196080"/>
            <a:ext cx="3670300" cy="4681220"/>
          </a:xfrm>
          <a:prstGeom prst="rect">
            <a:avLst/>
          </a:prstGeom>
        </p:spPr>
      </p:pic>
      <p:sp>
        <p:nvSpPr>
          <p:cNvPr id="9" name="Text Box 8"/>
          <p:cNvSpPr txBox="1"/>
          <p:nvPr/>
        </p:nvSpPr>
        <p:spPr>
          <a:xfrm>
            <a:off x="2760980" y="9534525"/>
            <a:ext cx="3429635" cy="368300"/>
          </a:xfrm>
          <a:prstGeom prst="rect">
            <a:avLst/>
          </a:prstGeom>
          <a:noFill/>
        </p:spPr>
        <p:txBody>
          <a:bodyPr wrap="none" rtlCol="0" anchor="t">
            <a:spAutoFit/>
          </a:bodyPr>
          <a:lstStyle/>
          <a:p>
            <a:r>
              <a:rPr lang="zh-TW" altLang="en-US" dirty="0">
                <a:sym typeface="+mn-ea"/>
              </a:rPr>
              <a:t>https://arxiv.org/abs/2005.12872</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圓角 9"/>
          <p:cNvSpPr/>
          <p:nvPr/>
        </p:nvSpPr>
        <p:spPr>
          <a:xfrm>
            <a:off x="3090759" y="3447983"/>
            <a:ext cx="2486565" cy="1257233"/>
          </a:xfrm>
          <a:prstGeom prst="roundRect">
            <a:avLst/>
          </a:prstGeom>
          <a:blipFill>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sp>
        <p:nvSpPr>
          <p:cNvPr id="12" name="矩形: 圓角 11"/>
          <p:cNvSpPr/>
          <p:nvPr/>
        </p:nvSpPr>
        <p:spPr>
          <a:xfrm>
            <a:off x="6321882" y="3462320"/>
            <a:ext cx="2426379" cy="1260354"/>
          </a:xfrm>
          <a:prstGeom prst="roundRect">
            <a:avLst/>
          </a:prstGeom>
          <a:blipFill>
            <a:blip r:embed="rId3">
              <a:duotone>
                <a:schemeClr val="accent2">
                  <a:shade val="45000"/>
                  <a:satMod val="135000"/>
                </a:schemeClr>
                <a:prstClr val="white"/>
              </a:duotone>
            </a:blip>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sp>
        <p:nvSpPr>
          <p:cNvPr id="14" name="文字方塊 13"/>
          <p:cNvSpPr txBox="1"/>
          <p:nvPr/>
        </p:nvSpPr>
        <p:spPr>
          <a:xfrm>
            <a:off x="2261196" y="5205647"/>
            <a:ext cx="4205703" cy="645160"/>
          </a:xfrm>
          <a:prstGeom prst="rect">
            <a:avLst/>
          </a:prstGeom>
          <a:noFill/>
        </p:spPr>
        <p:txBody>
          <a:bodyPr wrap="square" rtlCol="0">
            <a:spAutoFit/>
          </a:bodyPr>
          <a:lstStyle/>
          <a:p>
            <a:pPr algn="ctr"/>
            <a:r>
              <a:rPr lang="en-US" altLang="zh-TW" sz="3600" dirty="0"/>
              <a:t>Input sequence </a:t>
            </a:r>
            <a:endParaRPr lang="zh-TW" altLang="en-US" sz="3600" dirty="0"/>
          </a:p>
        </p:txBody>
      </p:sp>
      <p:cxnSp>
        <p:nvCxnSpPr>
          <p:cNvPr id="15" name="直線單箭頭接點 14"/>
          <p:cNvCxnSpPr/>
          <p:nvPr/>
        </p:nvCxnSpPr>
        <p:spPr>
          <a:xfrm>
            <a:off x="5661638" y="4047302"/>
            <a:ext cx="5759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4364048" y="4761117"/>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5520174" y="2129786"/>
            <a:ext cx="4205703" cy="645160"/>
          </a:xfrm>
          <a:prstGeom prst="rect">
            <a:avLst/>
          </a:prstGeom>
          <a:noFill/>
        </p:spPr>
        <p:txBody>
          <a:bodyPr wrap="square" rtlCol="0">
            <a:spAutoFit/>
          </a:bodyPr>
          <a:lstStyle/>
          <a:p>
            <a:pPr algn="ctr"/>
            <a:r>
              <a:rPr lang="en-US" altLang="zh-TW" sz="3600" dirty="0"/>
              <a:t>output sequence </a:t>
            </a:r>
            <a:endParaRPr lang="zh-TW" altLang="en-US" sz="3600" dirty="0"/>
          </a:p>
        </p:txBody>
      </p:sp>
      <p:cxnSp>
        <p:nvCxnSpPr>
          <p:cNvPr id="21" name="直線單箭頭接點 20"/>
          <p:cNvCxnSpPr/>
          <p:nvPr/>
        </p:nvCxnSpPr>
        <p:spPr>
          <a:xfrm flipV="1">
            <a:off x="7562387" y="2806868"/>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2903970" y="8569272"/>
            <a:ext cx="6288014" cy="106680"/>
          </a:xfrm>
          <a:prstGeom prst="rect">
            <a:avLst/>
          </a:prstGeom>
          <a:noFill/>
        </p:spPr>
        <p:txBody>
          <a:bodyPr wrap="square">
            <a:spAutoFit/>
          </a:bodyPr>
          <a:lstStyle/>
          <a:p>
            <a:r>
              <a:rPr lang="en-US" altLang="zh-TW" sz="100" i="0" dirty="0">
                <a:solidFill>
                  <a:srgbClr val="000000"/>
                </a:solidFill>
                <a:effectLst/>
                <a:latin typeface="Lucida Grande"/>
              </a:rPr>
              <a:t>Sequence to Sequence Learning with Neural Networks</a:t>
            </a:r>
          </a:p>
        </p:txBody>
      </p:sp>
      <p:pic>
        <p:nvPicPr>
          <p:cNvPr id="19" name="圖片 18"/>
          <p:cNvPicPr>
            <a:picLocks noChangeAspect="1"/>
          </p:cNvPicPr>
          <p:nvPr/>
        </p:nvPicPr>
        <p:blipFill>
          <a:blip r:embed="rId4"/>
          <a:stretch>
            <a:fillRect/>
          </a:stretch>
        </p:blipFill>
        <p:spPr>
          <a:xfrm>
            <a:off x="908685" y="6681470"/>
            <a:ext cx="9921240" cy="211201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25" name="文字方塊 24"/>
          <p:cNvSpPr txBox="1"/>
          <p:nvPr/>
        </p:nvSpPr>
        <p:spPr>
          <a:xfrm>
            <a:off x="10830215" y="8911044"/>
            <a:ext cx="3936474" cy="645160"/>
          </a:xfrm>
          <a:prstGeom prst="rect">
            <a:avLst/>
          </a:prstGeom>
          <a:noFill/>
        </p:spPr>
        <p:txBody>
          <a:bodyPr wrap="square">
            <a:spAutoFit/>
          </a:bodyPr>
          <a:lstStyle/>
          <a:p>
            <a:pPr algn="ctr"/>
            <a:r>
              <a:rPr lang="en-US" altLang="zh-TW" sz="3600" i="0" dirty="0">
                <a:solidFill>
                  <a:srgbClr val="000000"/>
                </a:solidFill>
                <a:effectLst/>
                <a:latin typeface="Lucida Grande"/>
              </a:rPr>
              <a:t>Transformer </a:t>
            </a:r>
          </a:p>
        </p:txBody>
      </p:sp>
      <p:pic>
        <p:nvPicPr>
          <p:cNvPr id="9" name="圖片 8"/>
          <p:cNvPicPr>
            <a:picLocks noChangeAspect="1"/>
          </p:cNvPicPr>
          <p:nvPr/>
        </p:nvPicPr>
        <p:blipFill>
          <a:blip r:embed="rId5"/>
          <a:stretch>
            <a:fillRect/>
          </a:stretch>
        </p:blipFill>
        <p:spPr>
          <a:xfrm>
            <a:off x="11372441" y="188280"/>
            <a:ext cx="6150486" cy="872231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42</a:t>
            </a:fld>
            <a:endParaRPr lang="zh-TW" altLang="en-US" sz="100"/>
          </a:p>
        </p:txBody>
      </p:sp>
      <p:sp>
        <p:nvSpPr>
          <p:cNvPr id="17"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pPr algn="l"/>
            <a:r>
              <a:rPr lang="en-US" altLang="zh-TW" dirty="0">
                <a:sym typeface="+mn-ea"/>
              </a:rPr>
              <a:t>Seq2seq</a:t>
            </a:r>
            <a:endParaRPr lang="zh-TW" altLang="en-US" dirty="0"/>
          </a:p>
        </p:txBody>
      </p:sp>
      <p:sp>
        <p:nvSpPr>
          <p:cNvPr id="5" name="Text Box 4"/>
          <p:cNvSpPr txBox="1"/>
          <p:nvPr/>
        </p:nvSpPr>
        <p:spPr>
          <a:xfrm>
            <a:off x="908685" y="6103620"/>
            <a:ext cx="7587615" cy="460375"/>
          </a:xfrm>
          <a:prstGeom prst="rect">
            <a:avLst/>
          </a:prstGeom>
          <a:noFill/>
        </p:spPr>
        <p:txBody>
          <a:bodyPr wrap="none" rtlCol="0" anchor="t">
            <a:spAutoFit/>
          </a:bodyPr>
          <a:lstStyle/>
          <a:p>
            <a:r>
              <a:rPr lang="en-US" altLang="zh-TW" sz="2400" dirty="0">
                <a:solidFill>
                  <a:schemeClr val="accent1"/>
                </a:solidFill>
                <a:latin typeface="+mj-lt"/>
                <a:cs typeface="+mj-cs"/>
                <a:sym typeface="+mn-ea"/>
              </a:rPr>
              <a:t>Sequence to Sequence Learning with Neural Networks</a:t>
            </a:r>
          </a:p>
        </p:txBody>
      </p:sp>
      <p:sp>
        <p:nvSpPr>
          <p:cNvPr id="7" name="Text Box 6"/>
          <p:cNvSpPr txBox="1"/>
          <p:nvPr/>
        </p:nvSpPr>
        <p:spPr>
          <a:xfrm>
            <a:off x="908685" y="8910955"/>
            <a:ext cx="3302635" cy="368300"/>
          </a:xfrm>
          <a:prstGeom prst="rect">
            <a:avLst/>
          </a:prstGeom>
          <a:noFill/>
        </p:spPr>
        <p:txBody>
          <a:bodyPr wrap="none" rtlCol="0" anchor="t">
            <a:spAutoFit/>
          </a:bodyPr>
          <a:lstStyle/>
          <a:p>
            <a:pPr algn="ctr"/>
            <a:r>
              <a:rPr lang="zh-TW" altLang="en-US" dirty="0">
                <a:sym typeface="+mn-ea"/>
              </a:rPr>
              <a:t>https://arxiv.org/abs/1409.3215</a:t>
            </a:r>
            <a:endParaRPr lang="en-US"/>
          </a:p>
        </p:txBody>
      </p:sp>
      <p:sp>
        <p:nvSpPr>
          <p:cNvPr id="8" name="Text Box 7"/>
          <p:cNvSpPr txBox="1"/>
          <p:nvPr/>
        </p:nvSpPr>
        <p:spPr>
          <a:xfrm>
            <a:off x="11458575" y="9714230"/>
            <a:ext cx="3429635" cy="368300"/>
          </a:xfrm>
          <a:prstGeom prst="rect">
            <a:avLst/>
          </a:prstGeom>
          <a:noFill/>
        </p:spPr>
        <p:txBody>
          <a:bodyPr wrap="none" rtlCol="0" anchor="t">
            <a:spAutoFit/>
          </a:bodyPr>
          <a:lstStyle/>
          <a:p>
            <a:r>
              <a:rPr lang="zh-TW" altLang="en-US" dirty="0">
                <a:sym typeface="+mn-ea"/>
              </a:rPr>
              <a:t>https://arxiv.org/abs/1706.03762</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字方塊 14"/>
          <p:cNvSpPr txBox="1"/>
          <p:nvPr/>
        </p:nvSpPr>
        <p:spPr>
          <a:xfrm>
            <a:off x="2446319" y="8962182"/>
            <a:ext cx="38020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43</a:t>
            </a:fld>
            <a:endParaRPr lang="zh-TW" altLang="en-US" sz="100"/>
          </a:p>
        </p:txBody>
      </p:sp>
      <p:sp>
        <p:nvSpPr>
          <p:cNvPr id="5"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dirty="0">
                <a:sym typeface="+mn-ea"/>
              </a:rPr>
              <a:t>Encoder</a:t>
            </a:r>
          </a:p>
        </p:txBody>
      </p:sp>
      <p:sp>
        <p:nvSpPr>
          <p:cNvPr id="8" name="矩形: 圓角 16"/>
          <p:cNvSpPr/>
          <p:nvPr/>
        </p:nvSpPr>
        <p:spPr>
          <a:xfrm>
            <a:off x="5076567" y="4445382"/>
            <a:ext cx="3768966"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Encoder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10454119" y="4445381"/>
            <a:ext cx="3768966"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4858198" y="6965861"/>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Input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5" name="直線單箭頭接點 24"/>
          <p:cNvCxnSpPr/>
          <p:nvPr/>
        </p:nvCxnSpPr>
        <p:spPr>
          <a:xfrm>
            <a:off x="9061764" y="5428866"/>
            <a:ext cx="12759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10235751" y="3119388"/>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output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8" name="直線單箭頭接點 27"/>
          <p:cNvCxnSpPr/>
          <p:nvPr/>
        </p:nvCxnSpPr>
        <p:spPr>
          <a:xfrm flipV="1">
            <a:off x="12338602" y="3861416"/>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3"/>
          <p:cNvSpPr/>
          <p:nvPr/>
        </p:nvSpPr>
        <p:spPr>
          <a:xfrm>
            <a:off x="4722996" y="4185160"/>
            <a:ext cx="4338423" cy="364287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nvGrpSpPr>
          <p:cNvPr id="12" name="Group 11"/>
          <p:cNvGrpSpPr>
            <a:grpSpLocks noGrp="1" noUngrp="1" noRot="1" noChangeAspect="1" noMove="1" noResize="1"/>
          </p:cNvGrpSpPr>
          <p:nvPr/>
        </p:nvGrpSpPr>
        <p:grpSpPr>
          <a:xfrm>
            <a:off x="10192936" y="0"/>
            <a:ext cx="5808429" cy="4729527"/>
            <a:chOff x="6867015" y="-1"/>
            <a:chExt cx="5324985" cy="3251912"/>
          </a:xfrm>
          <a:solidFill>
            <a:schemeClr val="accent5">
              <a:alpha val="10000"/>
            </a:schemeClr>
          </a:solidFill>
        </p:grpSpPr>
        <p:sp>
          <p:nvSpPr>
            <p:cNvPr id="13" name="Freeform: Shape 12"/>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 name="Group 18"/>
          <p:cNvGrpSpPr>
            <a:grpSpLocks noGrp="1" noUngrp="1" noRot="1" noChangeAspect="1" noMove="1" noResize="1"/>
          </p:cNvGrpSpPr>
          <p:nvPr/>
        </p:nvGrpSpPr>
        <p:grpSpPr>
          <a:xfrm rot="10800000" flipH="1">
            <a:off x="2321218" y="6219465"/>
            <a:ext cx="3535199" cy="4075208"/>
            <a:chOff x="-305" y="-4155"/>
            <a:chExt cx="2514948" cy="2174333"/>
          </a:xfrm>
        </p:grpSpPr>
        <p:sp>
          <p:nvSpPr>
            <p:cNvPr id="20" name="Freeform: Shape 18"/>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19"/>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Shape 20"/>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1"/>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Encoder </a:t>
            </a:r>
            <a:endParaRPr lang="zh-TW" altLang="en-US" dirty="0"/>
          </a:p>
        </p:txBody>
      </p:sp>
      <p:pic>
        <p:nvPicPr>
          <p:cNvPr id="4" name="圖片 3"/>
          <p:cNvPicPr>
            <a:picLocks noChangeAspect="1"/>
          </p:cNvPicPr>
          <p:nvPr/>
        </p:nvPicPr>
        <p:blipFill>
          <a:blip r:embed="rId3"/>
          <a:stretch>
            <a:fillRect/>
          </a:stretch>
        </p:blipFill>
        <p:spPr>
          <a:xfrm>
            <a:off x="10431757" y="2996037"/>
            <a:ext cx="3756491" cy="6906162"/>
          </a:xfrm>
          <a:prstGeom prst="rect">
            <a:avLst/>
          </a:prstGeom>
        </p:spPr>
      </p:pic>
      <p:cxnSp>
        <p:nvCxnSpPr>
          <p:cNvPr id="5" name="直線單箭頭接點 4"/>
          <p:cNvCxnSpPr/>
          <p:nvPr/>
        </p:nvCxnSpPr>
        <p:spPr>
          <a:xfrm flipV="1">
            <a:off x="3983778" y="764563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5425161" y="764563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flipV="1">
            <a:off x="6880983" y="761730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flipV="1">
            <a:off x="8365680" y="761730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flipV="1">
            <a:off x="3934791" y="483449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V="1">
            <a:off x="5376174" y="483449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V="1">
            <a:off x="6831996" y="480616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8316693" y="480616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663897" y="8567048"/>
            <a:ext cx="697730" cy="9982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4" name="矩形 13"/>
          <p:cNvSpPr/>
          <p:nvPr/>
        </p:nvSpPr>
        <p:spPr>
          <a:xfrm>
            <a:off x="8052650" y="8548874"/>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5" name="文字方塊 14"/>
          <p:cNvSpPr txBox="1"/>
          <p:nvPr/>
        </p:nvSpPr>
        <p:spPr>
          <a:xfrm>
            <a:off x="3541274" y="8697306"/>
            <a:ext cx="942975" cy="645160"/>
          </a:xfrm>
          <a:prstGeom prst="rect">
            <a:avLst/>
          </a:prstGeom>
          <a:noFill/>
        </p:spPr>
        <p:txBody>
          <a:bodyPr wrap="square" rtlCol="0">
            <a:spAutoFit/>
          </a:bodyPr>
          <a:lstStyle/>
          <a:p>
            <a:pPr algn="ctr"/>
            <a:endParaRPr lang="zh-TW" altLang="en-US" sz="3600" dirty="0"/>
          </a:p>
        </p:txBody>
      </p:sp>
      <p:sp>
        <p:nvSpPr>
          <p:cNvPr id="16" name="文字方塊 15"/>
          <p:cNvSpPr txBox="1"/>
          <p:nvPr/>
        </p:nvSpPr>
        <p:spPr>
          <a:xfrm>
            <a:off x="7910088" y="8697306"/>
            <a:ext cx="942975" cy="645160"/>
          </a:xfrm>
          <a:prstGeom prst="rect">
            <a:avLst/>
          </a:prstGeom>
          <a:noFill/>
        </p:spPr>
        <p:txBody>
          <a:bodyPr wrap="square" rtlCol="0">
            <a:spAutoFit/>
          </a:bodyPr>
          <a:lstStyle/>
          <a:p>
            <a:pPr algn="ctr"/>
            <a:endParaRPr lang="zh-TW" altLang="en-US" sz="3600" dirty="0"/>
          </a:p>
        </p:txBody>
      </p:sp>
      <p:sp>
        <p:nvSpPr>
          <p:cNvPr id="17" name="矩形 16"/>
          <p:cNvSpPr/>
          <p:nvPr/>
        </p:nvSpPr>
        <p:spPr>
          <a:xfrm>
            <a:off x="5100342" y="8548874"/>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8" name="文字方塊 17"/>
          <p:cNvSpPr txBox="1"/>
          <p:nvPr/>
        </p:nvSpPr>
        <p:spPr>
          <a:xfrm>
            <a:off x="4977719" y="8697306"/>
            <a:ext cx="942975" cy="645160"/>
          </a:xfrm>
          <a:prstGeom prst="rect">
            <a:avLst/>
          </a:prstGeom>
          <a:noFill/>
        </p:spPr>
        <p:txBody>
          <a:bodyPr wrap="square" rtlCol="0">
            <a:spAutoFit/>
          </a:bodyPr>
          <a:lstStyle/>
          <a:p>
            <a:pPr algn="ctr"/>
            <a:endParaRPr lang="zh-TW" altLang="en-US" sz="3600" dirty="0"/>
          </a:p>
        </p:txBody>
      </p:sp>
      <p:sp>
        <p:nvSpPr>
          <p:cNvPr id="19" name="矩形 18"/>
          <p:cNvSpPr/>
          <p:nvPr/>
        </p:nvSpPr>
        <p:spPr>
          <a:xfrm>
            <a:off x="6543713" y="8548874"/>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20" name="文字方塊 19"/>
          <p:cNvSpPr txBox="1"/>
          <p:nvPr/>
        </p:nvSpPr>
        <p:spPr>
          <a:xfrm>
            <a:off x="6411120" y="8697306"/>
            <a:ext cx="942975" cy="645160"/>
          </a:xfrm>
          <a:prstGeom prst="rect">
            <a:avLst/>
          </a:prstGeom>
          <a:noFill/>
        </p:spPr>
        <p:txBody>
          <a:bodyPr wrap="square" rtlCol="0">
            <a:spAutoFit/>
          </a:bodyPr>
          <a:lstStyle/>
          <a:p>
            <a:pPr algn="ctr"/>
            <a:endParaRPr lang="zh-TW" altLang="en-US" sz="3600" dirty="0"/>
          </a:p>
        </p:txBody>
      </p:sp>
      <p:sp>
        <p:nvSpPr>
          <p:cNvPr id="21" name="矩形: 圓角 20"/>
          <p:cNvSpPr/>
          <p:nvPr/>
        </p:nvSpPr>
        <p:spPr>
          <a:xfrm>
            <a:off x="3228975" y="5641131"/>
            <a:ext cx="5624081"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sp>
        <p:nvSpPr>
          <p:cNvPr id="22" name="矩形 21"/>
          <p:cNvSpPr/>
          <p:nvPr/>
        </p:nvSpPr>
        <p:spPr>
          <a:xfrm>
            <a:off x="3608471" y="3873266"/>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3" name="矩形 22"/>
          <p:cNvSpPr/>
          <p:nvPr/>
        </p:nvSpPr>
        <p:spPr>
          <a:xfrm>
            <a:off x="5046857" y="387326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4" name="矩形 23"/>
          <p:cNvSpPr/>
          <p:nvPr/>
        </p:nvSpPr>
        <p:spPr>
          <a:xfrm>
            <a:off x="6490473" y="387326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25" name="矩形 24"/>
          <p:cNvSpPr/>
          <p:nvPr/>
        </p:nvSpPr>
        <p:spPr>
          <a:xfrm>
            <a:off x="7967829" y="387326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26" name="文字方塊 25"/>
              <p:cNvSpPr txBox="1"/>
              <p:nvPr/>
            </p:nvSpPr>
            <p:spPr>
              <a:xfrm>
                <a:off x="7780322" y="4004506"/>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7780322" y="4004506"/>
                <a:ext cx="1072742" cy="645160"/>
              </a:xfrm>
              <a:prstGeom prst="rect">
                <a:avLst/>
              </a:prstGeom>
              <a:blipFill rotWithShape="1">
                <a:blip r:embed="rId5"/>
                <a:stretch>
                  <a:fillRect l="-28" t="-30" r="49" b="3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6316023" y="40156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6316023" y="4015625"/>
                <a:ext cx="1072742" cy="646430"/>
              </a:xfrm>
              <a:prstGeom prst="rect">
                <a:avLst/>
              </a:prstGeom>
              <a:blipFill rotWithShape="1">
                <a:blip r:embed="rId6"/>
                <a:stretch>
                  <a:fillRect l="-29" t="-80" r="50" b="8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4872407" y="404462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4872407" y="4044627"/>
                <a:ext cx="1072742" cy="646430"/>
              </a:xfrm>
              <a:prstGeom prst="rect">
                <a:avLst/>
              </a:prstGeom>
              <a:blipFill rotWithShape="1">
                <a:blip r:embed="rId7"/>
                <a:stretch>
                  <a:fillRect l="-5" t="-48" r="26"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3462207" y="397715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3462207" y="3977154"/>
                <a:ext cx="1072742" cy="646430"/>
              </a:xfrm>
              <a:prstGeom prst="rect">
                <a:avLst/>
              </a:prstGeom>
              <a:blipFill rotWithShape="1">
                <a:blip r:embed="rId8"/>
                <a:stretch>
                  <a:fillRect l="-17" t="-23" r="39" b="2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7910088" y="8725637"/>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7910088" y="8725637"/>
                <a:ext cx="1072742" cy="645160"/>
              </a:xfrm>
              <a:prstGeom prst="rect">
                <a:avLst/>
              </a:prstGeom>
              <a:blipFill rotWithShape="1">
                <a:blip r:embed="rId9"/>
                <a:stretch>
                  <a:fillRect l="-49" t="-16" r="11"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6445790" y="872563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6445790" y="8725637"/>
                <a:ext cx="1072742" cy="646430"/>
              </a:xfrm>
              <a:prstGeom prst="rect">
                <a:avLst/>
              </a:prstGeom>
              <a:blipFill rotWithShape="1">
                <a:blip r:embed="rId10"/>
                <a:stretch>
                  <a:fillRect l="-50" t="-16" r="12"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4982295" y="872563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4982295" y="8725637"/>
                <a:ext cx="1072742" cy="646430"/>
              </a:xfrm>
              <a:prstGeom prst="rect">
                <a:avLst/>
              </a:prstGeom>
              <a:blipFill rotWithShape="1">
                <a:blip r:embed="rId11"/>
                <a:stretch>
                  <a:fillRect l="-8" t="-16" r="29"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3" name="文字方塊 32"/>
              <p:cNvSpPr txBox="1"/>
              <p:nvPr/>
            </p:nvSpPr>
            <p:spPr>
              <a:xfrm>
                <a:off x="3552218" y="872563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3552218" y="8725637"/>
                <a:ext cx="1072742" cy="646430"/>
              </a:xfrm>
              <a:prstGeom prst="rect">
                <a:avLst/>
              </a:prstGeom>
              <a:blipFill rotWithShape="1">
                <a:blip r:embed="rId12"/>
                <a:stretch>
                  <a:fillRect l="-3" t="-16" r="24" b="16"/>
                </a:stretch>
              </a:blipFill>
            </p:spPr>
            <p:txBody>
              <a:bodyPr/>
              <a:lstStyle/>
              <a:p>
                <a:r>
                  <a:rPr lang="en-US" altLang="en-US">
                    <a:noFill/>
                  </a:rPr>
                  <a:t> </a:t>
                </a:r>
              </a:p>
            </p:txBody>
          </p:sp>
        </mc:Fallback>
      </mc:AlternateContent>
      <p:sp>
        <p:nvSpPr>
          <p:cNvPr id="34" name="左大括弧 33"/>
          <p:cNvSpPr/>
          <p:nvPr/>
        </p:nvSpPr>
        <p:spPr>
          <a:xfrm>
            <a:off x="9230525" y="3022709"/>
            <a:ext cx="1383171" cy="6906162"/>
          </a:xfrm>
          <a:prstGeom prst="leftBrace">
            <a:avLst>
              <a:gd name="adj1" fmla="val 8333"/>
              <a:gd name="adj2" fmla="val 5386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36" name="文字方塊 35"/>
          <p:cNvSpPr txBox="1"/>
          <p:nvPr/>
        </p:nvSpPr>
        <p:spPr>
          <a:xfrm>
            <a:off x="10205085" y="2075815"/>
            <a:ext cx="4739005" cy="583565"/>
          </a:xfrm>
          <a:prstGeom prst="rect">
            <a:avLst/>
          </a:prstGeom>
          <a:noFill/>
        </p:spPr>
        <p:txBody>
          <a:bodyPr wrap="square">
            <a:spAutoFit/>
          </a:bodyPr>
          <a:lstStyle/>
          <a:p>
            <a:r>
              <a:rPr lang="en-US" altLang="en-US" sz="3200">
                <a:solidFill>
                  <a:schemeClr val="accent1"/>
                </a:solidFill>
                <a:latin typeface="+mj-lt"/>
                <a:cs typeface="+mj-cs"/>
              </a:rPr>
              <a:t>Transformer’s Encoder </a:t>
            </a:r>
          </a:p>
        </p:txBody>
      </p:sp>
      <p:sp>
        <p:nvSpPr>
          <p:cNvPr id="3" name="文字方塊 2"/>
          <p:cNvSpPr txBox="1"/>
          <p:nvPr/>
        </p:nvSpPr>
        <p:spPr>
          <a:xfrm>
            <a:off x="3608705" y="2922905"/>
            <a:ext cx="5311775" cy="583565"/>
          </a:xfrm>
          <a:prstGeom prst="rect">
            <a:avLst/>
          </a:prstGeom>
          <a:noFill/>
        </p:spPr>
        <p:txBody>
          <a:bodyPr wrap="square" rtlCol="0">
            <a:spAutoFit/>
          </a:bodyPr>
          <a:lstStyle/>
          <a:p>
            <a:r>
              <a:rPr lang="en-US" altLang="en-US" sz="3200">
                <a:solidFill>
                  <a:schemeClr val="accent1"/>
                </a:solidFill>
                <a:latin typeface="+mj-lt"/>
                <a:cs typeface="+mj-cs"/>
              </a:rPr>
              <a:t>You can use </a:t>
            </a:r>
            <a:r>
              <a:rPr lang="en-US" altLang="en-US" sz="3200" b="1">
                <a:solidFill>
                  <a:schemeClr val="accent1"/>
                </a:solidFill>
                <a:latin typeface="+mj-lt"/>
                <a:cs typeface="+mj-cs"/>
              </a:rPr>
              <a:t>RNN </a:t>
            </a:r>
            <a:r>
              <a:rPr lang="en-US" altLang="en-US" sz="3200">
                <a:solidFill>
                  <a:schemeClr val="accent1"/>
                </a:solidFill>
                <a:latin typeface="+mj-lt"/>
                <a:cs typeface="+mj-cs"/>
              </a:rPr>
              <a:t>or </a:t>
            </a:r>
            <a:r>
              <a:rPr lang="en-US" altLang="en-US" sz="3200" b="1">
                <a:solidFill>
                  <a:schemeClr val="accent1"/>
                </a:solidFill>
                <a:latin typeface="+mj-lt"/>
                <a:cs typeface="+mj-cs"/>
              </a:rPr>
              <a:t>CNN</a:t>
            </a:r>
            <a:r>
              <a:rPr lang="en-US" altLang="en-US" sz="3200">
                <a:solidFill>
                  <a:schemeClr val="accent1"/>
                </a:solidFill>
                <a:latin typeface="+mj-lt"/>
                <a:cs typeface="+mj-cs"/>
              </a:rPr>
              <a:t>.</a:t>
            </a:r>
          </a:p>
        </p:txBody>
      </p:sp>
      <p:sp>
        <p:nvSpPr>
          <p:cNvPr id="35" name="投影片編號版面配置區 34"/>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44</a:t>
            </a:fld>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6"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 name="直線單箭頭接點 55"/>
          <p:cNvCxnSpPr/>
          <p:nvPr/>
        </p:nvCxnSpPr>
        <p:spPr>
          <a:xfrm flipV="1">
            <a:off x="2441537" y="481983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V="1">
            <a:off x="3882920" y="481983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flipV="1">
            <a:off x="5338742" y="479150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flipV="1">
            <a:off x="6823439" y="479150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線單箭頭接點 3"/>
          <p:cNvCxnSpPr/>
          <p:nvPr/>
        </p:nvCxnSpPr>
        <p:spPr>
          <a:xfrm flipV="1">
            <a:off x="2492294" y="793327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flipV="1">
            <a:off x="3933677" y="793327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flipV="1">
            <a:off x="5389499" y="7904944"/>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flipV="1">
            <a:off x="6874196" y="7904944"/>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flipV="1">
            <a:off x="2352769" y="1532704"/>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V="1">
            <a:off x="3794153" y="1532704"/>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V="1">
            <a:off x="5249975" y="1504374"/>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6734672" y="1504374"/>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171965" y="8464326"/>
            <a:ext cx="697730" cy="9982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4" name="矩形 13"/>
          <p:cNvSpPr/>
          <p:nvPr/>
        </p:nvSpPr>
        <p:spPr>
          <a:xfrm>
            <a:off x="6560718" y="8446152"/>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5" name="文字方塊 14"/>
          <p:cNvSpPr txBox="1"/>
          <p:nvPr/>
        </p:nvSpPr>
        <p:spPr>
          <a:xfrm>
            <a:off x="2049342" y="8594584"/>
            <a:ext cx="942975" cy="645160"/>
          </a:xfrm>
          <a:prstGeom prst="rect">
            <a:avLst/>
          </a:prstGeom>
          <a:noFill/>
        </p:spPr>
        <p:txBody>
          <a:bodyPr wrap="square" rtlCol="0">
            <a:spAutoFit/>
          </a:bodyPr>
          <a:lstStyle/>
          <a:p>
            <a:pPr algn="ctr"/>
            <a:endParaRPr lang="zh-TW" altLang="en-US" sz="3600" b="1" dirty="0"/>
          </a:p>
        </p:txBody>
      </p:sp>
      <p:sp>
        <p:nvSpPr>
          <p:cNvPr id="16" name="文字方塊 15"/>
          <p:cNvSpPr txBox="1"/>
          <p:nvPr/>
        </p:nvSpPr>
        <p:spPr>
          <a:xfrm>
            <a:off x="6418157" y="8594584"/>
            <a:ext cx="942975" cy="645160"/>
          </a:xfrm>
          <a:prstGeom prst="rect">
            <a:avLst/>
          </a:prstGeom>
          <a:noFill/>
        </p:spPr>
        <p:txBody>
          <a:bodyPr wrap="square" rtlCol="0">
            <a:spAutoFit/>
          </a:bodyPr>
          <a:lstStyle/>
          <a:p>
            <a:pPr algn="ctr"/>
            <a:endParaRPr lang="zh-TW" altLang="en-US" sz="3600" b="1" dirty="0"/>
          </a:p>
        </p:txBody>
      </p:sp>
      <p:sp>
        <p:nvSpPr>
          <p:cNvPr id="17" name="矩形 16"/>
          <p:cNvSpPr/>
          <p:nvPr/>
        </p:nvSpPr>
        <p:spPr>
          <a:xfrm>
            <a:off x="3608411" y="8446152"/>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8" name="文字方塊 17"/>
          <p:cNvSpPr txBox="1"/>
          <p:nvPr/>
        </p:nvSpPr>
        <p:spPr>
          <a:xfrm>
            <a:off x="3485787" y="8594584"/>
            <a:ext cx="942975" cy="645160"/>
          </a:xfrm>
          <a:prstGeom prst="rect">
            <a:avLst/>
          </a:prstGeom>
          <a:noFill/>
        </p:spPr>
        <p:txBody>
          <a:bodyPr wrap="square" rtlCol="0">
            <a:spAutoFit/>
          </a:bodyPr>
          <a:lstStyle/>
          <a:p>
            <a:pPr algn="ctr"/>
            <a:endParaRPr lang="zh-TW" altLang="en-US" sz="3600" b="1" dirty="0"/>
          </a:p>
        </p:txBody>
      </p:sp>
      <p:sp>
        <p:nvSpPr>
          <p:cNvPr id="19" name="矩形 18"/>
          <p:cNvSpPr/>
          <p:nvPr/>
        </p:nvSpPr>
        <p:spPr>
          <a:xfrm>
            <a:off x="5051781" y="8446152"/>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20" name="文字方塊 19"/>
          <p:cNvSpPr txBox="1"/>
          <p:nvPr/>
        </p:nvSpPr>
        <p:spPr>
          <a:xfrm>
            <a:off x="4919189" y="8594584"/>
            <a:ext cx="942975" cy="645160"/>
          </a:xfrm>
          <a:prstGeom prst="rect">
            <a:avLst/>
          </a:prstGeom>
          <a:noFill/>
        </p:spPr>
        <p:txBody>
          <a:bodyPr wrap="square" rtlCol="0">
            <a:spAutoFit/>
          </a:bodyPr>
          <a:lstStyle/>
          <a:p>
            <a:pPr algn="ctr"/>
            <a:endParaRPr lang="zh-TW" altLang="en-US" sz="3600" b="1" dirty="0"/>
          </a:p>
        </p:txBody>
      </p:sp>
      <p:sp>
        <p:nvSpPr>
          <p:cNvPr id="22" name="矩形 21"/>
          <p:cNvSpPr/>
          <p:nvPr/>
        </p:nvSpPr>
        <p:spPr>
          <a:xfrm>
            <a:off x="2026449" y="571474"/>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23" name="矩形 22"/>
          <p:cNvSpPr/>
          <p:nvPr/>
        </p:nvSpPr>
        <p:spPr>
          <a:xfrm>
            <a:off x="3464835" y="571473"/>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24" name="矩形 23"/>
          <p:cNvSpPr/>
          <p:nvPr/>
        </p:nvSpPr>
        <p:spPr>
          <a:xfrm>
            <a:off x="4908452" y="571473"/>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25" name="矩形 24"/>
          <p:cNvSpPr/>
          <p:nvPr/>
        </p:nvSpPr>
        <p:spPr>
          <a:xfrm>
            <a:off x="6385808" y="571473"/>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6" name="文字方塊 25"/>
              <p:cNvSpPr txBox="1"/>
              <p:nvPr/>
            </p:nvSpPr>
            <p:spPr>
              <a:xfrm>
                <a:off x="6198300" y="70271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6198300" y="702715"/>
                <a:ext cx="1072742" cy="645160"/>
              </a:xfrm>
              <a:prstGeom prst="rect">
                <a:avLst/>
              </a:prstGeom>
              <a:blipFill rotWithShape="1">
                <a:blip r:embed="rId3"/>
                <a:stretch>
                  <a:fillRect l="-6" t="-63" r="27" b="6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4734002" y="713833"/>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4734002" y="713833"/>
                <a:ext cx="1072742" cy="646430"/>
              </a:xfrm>
              <a:prstGeom prst="rect">
                <a:avLst/>
              </a:prstGeom>
              <a:blipFill rotWithShape="1">
                <a:blip r:embed="rId4"/>
                <a:stretch>
                  <a:fillRect l="-7" t="-14" r="28" b="1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3290385" y="74283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3290385" y="742836"/>
                <a:ext cx="1072742" cy="646430"/>
              </a:xfrm>
              <a:prstGeom prst="rect">
                <a:avLst/>
              </a:prstGeom>
              <a:blipFill rotWithShape="1">
                <a:blip r:embed="rId5"/>
                <a:stretch>
                  <a:fillRect l="-42" t="-81" r="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1880186" y="675363"/>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880186" y="675363"/>
                <a:ext cx="1072742" cy="646430"/>
              </a:xfrm>
              <a:prstGeom prst="rect">
                <a:avLst/>
              </a:prstGeom>
              <a:blipFill rotWithShape="1">
                <a:blip r:embed="rId6"/>
                <a:stretch>
                  <a:fillRect l="-55" t="-55" r="16" b="5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6418157" y="862291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6418157" y="8622915"/>
                <a:ext cx="1072742" cy="645160"/>
              </a:xfrm>
              <a:prstGeom prst="rect">
                <a:avLst/>
              </a:prstGeom>
              <a:blipFill rotWithShape="1">
                <a:blip r:embed="rId7"/>
                <a:stretch>
                  <a:fillRect l="-20" t="-39" r="41" b="3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4953858" y="862291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4953858" y="8622915"/>
                <a:ext cx="1072742" cy="646430"/>
              </a:xfrm>
              <a:prstGeom prst="rect">
                <a:avLst/>
              </a:prstGeom>
              <a:blipFill rotWithShape="1">
                <a:blip r:embed="rId8"/>
                <a:stretch>
                  <a:fillRect l="-21" t="-39" r="42" b="3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3510242" y="862291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3510242" y="8622915"/>
                <a:ext cx="1072742" cy="646430"/>
              </a:xfrm>
              <a:prstGeom prst="rect">
                <a:avLst/>
              </a:prstGeom>
              <a:blipFill rotWithShape="1">
                <a:blip r:embed="rId9"/>
                <a:stretch>
                  <a:fillRect l="-56" t="-39" r="18" b="3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33" name="文字方塊 32"/>
              <p:cNvSpPr txBox="1"/>
              <p:nvPr/>
            </p:nvSpPr>
            <p:spPr>
              <a:xfrm>
                <a:off x="2100042" y="862291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2100042" y="8622915"/>
                <a:ext cx="1072742" cy="646430"/>
              </a:xfrm>
              <a:prstGeom prst="rect">
                <a:avLst/>
              </a:prstGeom>
              <a:blipFill rotWithShape="1">
                <a:blip r:embed="rId10"/>
                <a:stretch>
                  <a:fillRect l="-9" t="-39" r="30" b="39"/>
                </a:stretch>
              </a:blipFill>
            </p:spPr>
            <p:txBody>
              <a:bodyPr/>
              <a:lstStyle/>
              <a:p>
                <a:r>
                  <a:rPr lang="en-US" altLang="en-US">
                    <a:noFill/>
                  </a:rPr>
                  <a:t> </a:t>
                </a:r>
              </a:p>
            </p:txBody>
          </p:sp>
        </mc:Fallback>
      </mc:AlternateContent>
      <p:sp>
        <p:nvSpPr>
          <p:cNvPr id="35" name="矩形: 圓角 34"/>
          <p:cNvSpPr/>
          <p:nvPr/>
        </p:nvSpPr>
        <p:spPr>
          <a:xfrm>
            <a:off x="1686605" y="3708072"/>
            <a:ext cx="5624081" cy="1016385"/>
          </a:xfrm>
          <a:prstGeom prst="roundRect">
            <a:avLst/>
          </a:prstGeom>
          <a:blipFill>
            <a:blip r:embed="rId11"/>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Block</a:t>
            </a:r>
            <a:endParaRPr lang="zh-TW" altLang="en-US" sz="4200" dirty="0"/>
          </a:p>
        </p:txBody>
      </p:sp>
      <p:cxnSp>
        <p:nvCxnSpPr>
          <p:cNvPr id="36" name="直線單箭頭接點 35"/>
          <p:cNvCxnSpPr/>
          <p:nvPr/>
        </p:nvCxnSpPr>
        <p:spPr>
          <a:xfrm flipV="1">
            <a:off x="2441537" y="630889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V="1">
            <a:off x="3882920" y="630889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V="1">
            <a:off x="5338742" y="628056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flipV="1">
            <a:off x="6823439" y="6280567"/>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2100489" y="5359837"/>
            <a:ext cx="692499" cy="90872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p:sp>
        <p:nvSpPr>
          <p:cNvPr id="43" name="矩形 42"/>
          <p:cNvSpPr/>
          <p:nvPr/>
        </p:nvSpPr>
        <p:spPr>
          <a:xfrm>
            <a:off x="3538875" y="5359836"/>
            <a:ext cx="697730" cy="90872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p:sp>
        <p:nvSpPr>
          <p:cNvPr id="45" name="矩形 44"/>
          <p:cNvSpPr/>
          <p:nvPr/>
        </p:nvSpPr>
        <p:spPr>
          <a:xfrm>
            <a:off x="4982492" y="5359836"/>
            <a:ext cx="697730" cy="90872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p:sp>
        <p:nvSpPr>
          <p:cNvPr id="47" name="矩形 46"/>
          <p:cNvSpPr/>
          <p:nvPr/>
        </p:nvSpPr>
        <p:spPr>
          <a:xfrm>
            <a:off x="6459848" y="5359836"/>
            <a:ext cx="697730" cy="90872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dirty="0"/>
          </a:p>
        </p:txBody>
      </p:sp>
      <p:sp>
        <p:nvSpPr>
          <p:cNvPr id="21" name="矩形: 圓角 20"/>
          <p:cNvSpPr/>
          <p:nvPr/>
        </p:nvSpPr>
        <p:spPr>
          <a:xfrm>
            <a:off x="1737490" y="6848898"/>
            <a:ext cx="5624081" cy="1016385"/>
          </a:xfrm>
          <a:prstGeom prst="roundRect">
            <a:avLst/>
          </a:prstGeom>
          <a:blipFill>
            <a:blip r:embed="rId11"/>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Block</a:t>
            </a:r>
            <a:endParaRPr lang="zh-TW" altLang="en-US" sz="4200" dirty="0"/>
          </a:p>
        </p:txBody>
      </p:sp>
      <p:sp>
        <p:nvSpPr>
          <p:cNvPr id="73" name="矩形: 圓角 72"/>
          <p:cNvSpPr/>
          <p:nvPr/>
        </p:nvSpPr>
        <p:spPr>
          <a:xfrm>
            <a:off x="1689085" y="2079658"/>
            <a:ext cx="5624081" cy="1016385"/>
          </a:xfrm>
          <a:prstGeom prst="roundRect">
            <a:avLst/>
          </a:prstGeom>
          <a:blipFill>
            <a:blip r:embed="rId11"/>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Block</a:t>
            </a:r>
            <a:endParaRPr lang="zh-TW" altLang="en-US" sz="4200" dirty="0"/>
          </a:p>
        </p:txBody>
      </p:sp>
      <p:sp>
        <p:nvSpPr>
          <p:cNvPr id="74" name="文字方塊 73"/>
          <p:cNvSpPr txBox="1"/>
          <p:nvPr/>
        </p:nvSpPr>
        <p:spPr>
          <a:xfrm rot="5400000">
            <a:off x="1796013" y="3448720"/>
            <a:ext cx="1522142" cy="737235"/>
          </a:xfrm>
          <a:prstGeom prst="rect">
            <a:avLst/>
          </a:prstGeom>
          <a:noFill/>
        </p:spPr>
        <p:txBody>
          <a:bodyPr wrap="square" rtlCol="0">
            <a:spAutoFit/>
          </a:bodyPr>
          <a:lstStyle/>
          <a:p>
            <a:r>
              <a:rPr lang="en-US" altLang="zh-TW" sz="4200" b="1" dirty="0"/>
              <a:t>…</a:t>
            </a:r>
            <a:endParaRPr lang="zh-TW" altLang="en-US" sz="4200" b="1" dirty="0"/>
          </a:p>
        </p:txBody>
      </p:sp>
      <p:sp>
        <p:nvSpPr>
          <p:cNvPr id="76" name="文字方塊 75"/>
          <p:cNvSpPr txBox="1"/>
          <p:nvPr/>
        </p:nvSpPr>
        <p:spPr>
          <a:xfrm rot="5400000">
            <a:off x="3209640" y="3425110"/>
            <a:ext cx="1522142" cy="737235"/>
          </a:xfrm>
          <a:prstGeom prst="rect">
            <a:avLst/>
          </a:prstGeom>
          <a:noFill/>
        </p:spPr>
        <p:txBody>
          <a:bodyPr wrap="square" rtlCol="0">
            <a:spAutoFit/>
          </a:bodyPr>
          <a:lstStyle/>
          <a:p>
            <a:r>
              <a:rPr lang="en-US" altLang="zh-TW" sz="4200" b="1" dirty="0"/>
              <a:t>…</a:t>
            </a:r>
            <a:endParaRPr lang="zh-TW" altLang="en-US" sz="4200" b="1" dirty="0"/>
          </a:p>
        </p:txBody>
      </p:sp>
      <p:sp>
        <p:nvSpPr>
          <p:cNvPr id="78" name="文字方塊 77"/>
          <p:cNvSpPr txBox="1"/>
          <p:nvPr/>
        </p:nvSpPr>
        <p:spPr>
          <a:xfrm rot="5400000">
            <a:off x="4708677" y="3436077"/>
            <a:ext cx="1522142" cy="737235"/>
          </a:xfrm>
          <a:prstGeom prst="rect">
            <a:avLst/>
          </a:prstGeom>
          <a:noFill/>
        </p:spPr>
        <p:txBody>
          <a:bodyPr wrap="square" rtlCol="0">
            <a:spAutoFit/>
          </a:bodyPr>
          <a:lstStyle/>
          <a:p>
            <a:r>
              <a:rPr lang="en-US" altLang="zh-TW" sz="4200" b="1" dirty="0"/>
              <a:t>…</a:t>
            </a:r>
            <a:endParaRPr lang="zh-TW" altLang="en-US" sz="4200" b="1" dirty="0"/>
          </a:p>
        </p:txBody>
      </p:sp>
      <p:sp>
        <p:nvSpPr>
          <p:cNvPr id="80" name="文字方塊 79"/>
          <p:cNvSpPr txBox="1"/>
          <p:nvPr/>
        </p:nvSpPr>
        <p:spPr>
          <a:xfrm rot="5400000">
            <a:off x="6104961" y="3414862"/>
            <a:ext cx="1522142" cy="737235"/>
          </a:xfrm>
          <a:prstGeom prst="rect">
            <a:avLst/>
          </a:prstGeom>
          <a:noFill/>
        </p:spPr>
        <p:txBody>
          <a:bodyPr wrap="square" rtlCol="0">
            <a:spAutoFit/>
          </a:bodyPr>
          <a:lstStyle/>
          <a:p>
            <a:r>
              <a:rPr lang="en-US" altLang="zh-TW" sz="4200" b="1" dirty="0"/>
              <a:t>…</a:t>
            </a:r>
            <a:endParaRPr lang="zh-TW" altLang="en-US" sz="4200" b="1" dirty="0"/>
          </a:p>
        </p:txBody>
      </p:sp>
      <p:sp>
        <p:nvSpPr>
          <p:cNvPr id="101" name="矩形: 圓角 100"/>
          <p:cNvSpPr/>
          <p:nvPr/>
        </p:nvSpPr>
        <p:spPr>
          <a:xfrm>
            <a:off x="8138043" y="3510700"/>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02" name="矩形: 圓角 101"/>
          <p:cNvSpPr/>
          <p:nvPr/>
        </p:nvSpPr>
        <p:spPr>
          <a:xfrm>
            <a:off x="9736311" y="3510700"/>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03" name="矩形: 圓角 102"/>
          <p:cNvSpPr/>
          <p:nvPr/>
        </p:nvSpPr>
        <p:spPr>
          <a:xfrm>
            <a:off x="11354177" y="3479652"/>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sp>
        <p:nvSpPr>
          <p:cNvPr id="105" name="矩形: 圓角 104"/>
          <p:cNvSpPr/>
          <p:nvPr/>
        </p:nvSpPr>
        <p:spPr>
          <a:xfrm>
            <a:off x="12967565" y="3470773"/>
            <a:ext cx="1394292" cy="113564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cxnSp>
        <p:nvCxnSpPr>
          <p:cNvPr id="111" name="直線單箭頭接點 110"/>
          <p:cNvCxnSpPr/>
          <p:nvPr/>
        </p:nvCxnSpPr>
        <p:spPr>
          <a:xfrm flipH="1" flipV="1">
            <a:off x="8825696" y="7994838"/>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12"/>
          <p:cNvCxnSpPr/>
          <p:nvPr/>
        </p:nvCxnSpPr>
        <p:spPr>
          <a:xfrm flipH="1" flipV="1">
            <a:off x="10444690" y="7988590"/>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p:nvPr/>
        </p:nvCxnSpPr>
        <p:spPr>
          <a:xfrm flipH="1" flipV="1">
            <a:off x="12071201" y="794826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flipH="1" flipV="1">
            <a:off x="13695822" y="7970435"/>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矩形: 圓角 119"/>
          <p:cNvSpPr/>
          <p:nvPr/>
        </p:nvSpPr>
        <p:spPr>
          <a:xfrm>
            <a:off x="8647508" y="5244607"/>
            <a:ext cx="376995" cy="1004414"/>
          </a:xfrm>
          <a:prstGeom prst="roundRect">
            <a:avLst/>
          </a:prstGeom>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21" name="矩形: 圓角 120"/>
          <p:cNvSpPr/>
          <p:nvPr/>
        </p:nvSpPr>
        <p:spPr>
          <a:xfrm>
            <a:off x="10265579" y="5244607"/>
            <a:ext cx="376995" cy="1004414"/>
          </a:xfrm>
          <a:prstGeom prst="roundRect">
            <a:avLst/>
          </a:prstGeom>
          <a:ln w="28575">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122" name="矩形: 圓角 121"/>
          <p:cNvSpPr/>
          <p:nvPr/>
        </p:nvSpPr>
        <p:spPr>
          <a:xfrm>
            <a:off x="11883444" y="5213560"/>
            <a:ext cx="376995" cy="1004414"/>
          </a:xfrm>
          <a:prstGeom prst="roundRect">
            <a:avLst/>
          </a:prstGeom>
          <a:ln w="28575">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123" name="矩形: 圓角 122"/>
          <p:cNvSpPr/>
          <p:nvPr/>
        </p:nvSpPr>
        <p:spPr>
          <a:xfrm>
            <a:off x="13498175" y="5204682"/>
            <a:ext cx="376995" cy="1004414"/>
          </a:xfrm>
          <a:prstGeom prst="roundRect">
            <a:avLst/>
          </a:prstGeom>
          <a:ln w="28575">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33" name="矩形: 圓角 132"/>
          <p:cNvSpPr/>
          <p:nvPr/>
        </p:nvSpPr>
        <p:spPr>
          <a:xfrm>
            <a:off x="8659082" y="8612707"/>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34" name="矩形: 圓角 133"/>
          <p:cNvSpPr/>
          <p:nvPr/>
        </p:nvSpPr>
        <p:spPr>
          <a:xfrm>
            <a:off x="10278075" y="8612707"/>
            <a:ext cx="376995" cy="10044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135" name="矩形: 圓角 134"/>
          <p:cNvSpPr/>
          <p:nvPr/>
        </p:nvSpPr>
        <p:spPr>
          <a:xfrm>
            <a:off x="11895941" y="8581660"/>
            <a:ext cx="376995" cy="10044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136" name="矩形: 圓角 135"/>
          <p:cNvSpPr/>
          <p:nvPr/>
        </p:nvSpPr>
        <p:spPr>
          <a:xfrm>
            <a:off x="13510671" y="8572782"/>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cxnSp>
        <p:nvCxnSpPr>
          <p:cNvPr id="137" name="直線單箭頭接點 136"/>
          <p:cNvCxnSpPr/>
          <p:nvPr/>
        </p:nvCxnSpPr>
        <p:spPr>
          <a:xfrm flipH="1" flipV="1">
            <a:off x="8825696" y="626454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p:nvPr/>
        </p:nvCxnSpPr>
        <p:spPr>
          <a:xfrm flipH="1" flipV="1">
            <a:off x="10444690" y="625829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線單箭頭接點 138"/>
          <p:cNvCxnSpPr/>
          <p:nvPr/>
        </p:nvCxnSpPr>
        <p:spPr>
          <a:xfrm flipH="1" flipV="1">
            <a:off x="12051323" y="6217973"/>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flipH="1" flipV="1">
            <a:off x="13675944" y="6240142"/>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p:cNvCxnSpPr/>
          <p:nvPr/>
        </p:nvCxnSpPr>
        <p:spPr>
          <a:xfrm flipH="1" flipV="1">
            <a:off x="8826525" y="4675752"/>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單箭頭接點 145"/>
          <p:cNvCxnSpPr/>
          <p:nvPr/>
        </p:nvCxnSpPr>
        <p:spPr>
          <a:xfrm flipH="1" flipV="1">
            <a:off x="10445520" y="466950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線單箭頭接點 146"/>
          <p:cNvCxnSpPr/>
          <p:nvPr/>
        </p:nvCxnSpPr>
        <p:spPr>
          <a:xfrm flipH="1" flipV="1">
            <a:off x="12052152" y="4629181"/>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線單箭頭接點 147"/>
          <p:cNvCxnSpPr/>
          <p:nvPr/>
        </p:nvCxnSpPr>
        <p:spPr>
          <a:xfrm flipH="1" flipV="1">
            <a:off x="13676773" y="4651349"/>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0" name="矩形: 圓角 149"/>
          <p:cNvSpPr/>
          <p:nvPr/>
        </p:nvSpPr>
        <p:spPr>
          <a:xfrm>
            <a:off x="8147213" y="6860946"/>
            <a:ext cx="6214640" cy="1016385"/>
          </a:xfrm>
          <a:prstGeom prst="roundRect">
            <a:avLst/>
          </a:prstGeom>
          <a:blipFill>
            <a:blip r:embed="rId11"/>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Self-attention</a:t>
            </a:r>
            <a:endParaRPr lang="zh-TW" altLang="en-US" sz="4200" dirty="0"/>
          </a:p>
        </p:txBody>
      </p:sp>
      <p:cxnSp>
        <p:nvCxnSpPr>
          <p:cNvPr id="151" name="直線單箭頭接點 150"/>
          <p:cNvCxnSpPr/>
          <p:nvPr/>
        </p:nvCxnSpPr>
        <p:spPr>
          <a:xfrm flipH="1" flipV="1">
            <a:off x="8845574" y="294259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線單箭頭接點 151"/>
          <p:cNvCxnSpPr/>
          <p:nvPr/>
        </p:nvCxnSpPr>
        <p:spPr>
          <a:xfrm flipH="1" flipV="1">
            <a:off x="10464569" y="2936349"/>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線單箭頭接點 152"/>
          <p:cNvCxnSpPr/>
          <p:nvPr/>
        </p:nvCxnSpPr>
        <p:spPr>
          <a:xfrm flipH="1" flipV="1">
            <a:off x="12071201" y="2896026"/>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線單箭頭接點 153"/>
          <p:cNvCxnSpPr/>
          <p:nvPr/>
        </p:nvCxnSpPr>
        <p:spPr>
          <a:xfrm flipH="1" flipV="1">
            <a:off x="13695822" y="291819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矩形: 圓角 154"/>
          <p:cNvSpPr/>
          <p:nvPr/>
        </p:nvSpPr>
        <p:spPr>
          <a:xfrm>
            <a:off x="8672252" y="1882122"/>
            <a:ext cx="376995" cy="1004414"/>
          </a:xfrm>
          <a:prstGeom prst="roundRect">
            <a:avLst/>
          </a:prstGeom>
          <a:ln w="28575">
            <a:solidFill>
              <a:srgbClr val="FF0000"/>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56" name="矩形: 圓角 155"/>
          <p:cNvSpPr/>
          <p:nvPr/>
        </p:nvSpPr>
        <p:spPr>
          <a:xfrm>
            <a:off x="10291245" y="1882122"/>
            <a:ext cx="376995" cy="1004414"/>
          </a:xfrm>
          <a:prstGeom prst="roundRect">
            <a:avLst/>
          </a:prstGeom>
          <a:ln w="28575">
            <a:solidFill>
              <a:srgbClr val="FF000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157" name="矩形: 圓角 156"/>
          <p:cNvSpPr/>
          <p:nvPr/>
        </p:nvSpPr>
        <p:spPr>
          <a:xfrm>
            <a:off x="11909111" y="1851074"/>
            <a:ext cx="376995" cy="1004414"/>
          </a:xfrm>
          <a:prstGeom prst="roundRect">
            <a:avLst/>
          </a:prstGeom>
          <a:ln w="28575">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158" name="矩形: 圓角 157"/>
          <p:cNvSpPr/>
          <p:nvPr/>
        </p:nvSpPr>
        <p:spPr>
          <a:xfrm>
            <a:off x="13523841" y="1842196"/>
            <a:ext cx="376995" cy="1004414"/>
          </a:xfrm>
          <a:prstGeom prst="roundRect">
            <a:avLst/>
          </a:prstGeom>
          <a:ln w="28575">
            <a:solidFill>
              <a:srgbClr val="FF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59" name="左大括弧 158"/>
          <p:cNvSpPr/>
          <p:nvPr/>
        </p:nvSpPr>
        <p:spPr>
          <a:xfrm>
            <a:off x="7385598" y="1842194"/>
            <a:ext cx="915803" cy="7887992"/>
          </a:xfrm>
          <a:prstGeom prst="leftBrace">
            <a:avLst>
              <a:gd name="adj1" fmla="val 21327"/>
              <a:gd name="adj2" fmla="val 70636"/>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2" name="投影片編號版面配置區 1"/>
          <p:cNvSpPr>
            <a:spLocks noGrp="1"/>
          </p:cNvSpPr>
          <p:nvPr>
            <p:ph type="sldNum" sz="quarter" idx="12"/>
          </p:nvPr>
        </p:nvSpPr>
        <p:spPr>
          <a:xfrm>
            <a:off x="10635615" y="9524367"/>
            <a:ext cx="3086100" cy="547688"/>
          </a:xfrm>
        </p:spPr>
        <p:txBody>
          <a:bodyPr/>
          <a:lstStyle/>
          <a:p>
            <a:fld id="{14FE7D4A-7B99-4F9B-9C7F-3AECE8C25A38}" type="slidenum">
              <a:rPr lang="zh-TW" altLang="en-US" sz="100" smtClean="0"/>
              <a:t>45</a:t>
            </a:fld>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5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5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5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ldLvl="0" animBg="1"/>
      <p:bldP spid="102" grpId="0" bldLvl="0" animBg="1"/>
      <p:bldP spid="103" grpId="0" bldLvl="0" animBg="1"/>
      <p:bldP spid="105" grpId="0" bldLvl="0" animBg="1"/>
      <p:bldP spid="120" grpId="0" bldLvl="0" animBg="1"/>
      <p:bldP spid="121" grpId="0" bldLvl="0" animBg="1"/>
      <p:bldP spid="122" grpId="0" bldLvl="0" animBg="1"/>
      <p:bldP spid="123" grpId="0" bldLvl="0" animBg="1"/>
      <p:bldP spid="133" grpId="0" bldLvl="0" animBg="1"/>
      <p:bldP spid="134" grpId="0" bldLvl="0" animBg="1"/>
      <p:bldP spid="135" grpId="0" bldLvl="0" animBg="1"/>
      <p:bldP spid="136" grpId="0" bldLvl="0" animBg="1"/>
      <p:bldP spid="150" grpId="0" bldLvl="0" animBg="1"/>
      <p:bldP spid="155" grpId="0" bldLvl="0" animBg="1"/>
      <p:bldP spid="156" grpId="0" bldLvl="0" animBg="1"/>
      <p:bldP spid="157" grpId="0" bldLvl="0" animBg="1"/>
      <p:bldP spid="158" grpId="0" bldLvl="0" animBg="1"/>
      <p:bldP spid="159"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1" name="直線單箭頭接點 160"/>
          <p:cNvCxnSpPr/>
          <p:nvPr/>
        </p:nvCxnSpPr>
        <p:spPr>
          <a:xfrm flipV="1">
            <a:off x="13545440" y="2170386"/>
            <a:ext cx="0" cy="4718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flipH="1" flipV="1">
            <a:off x="4513041" y="381248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p:nvPr/>
        </p:nvCxnSpPr>
        <p:spPr>
          <a:xfrm flipH="1" flipV="1">
            <a:off x="5074170" y="8422443"/>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12"/>
          <p:cNvCxnSpPr/>
          <p:nvPr/>
        </p:nvCxnSpPr>
        <p:spPr>
          <a:xfrm flipH="1" flipV="1">
            <a:off x="8139947" y="8376270"/>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p:nvPr/>
        </p:nvCxnSpPr>
        <p:spPr>
          <a:xfrm flipH="1" flipV="1">
            <a:off x="11575977" y="8370302"/>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flipH="1" flipV="1">
            <a:off x="15033132" y="8398041"/>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矩形: 圓角 119"/>
          <p:cNvSpPr/>
          <p:nvPr/>
        </p:nvSpPr>
        <p:spPr>
          <a:xfrm>
            <a:off x="4886489" y="5624387"/>
            <a:ext cx="376995" cy="1004414"/>
          </a:xfrm>
          <a:prstGeom prst="roundRect">
            <a:avLst/>
          </a:prstGeom>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33" name="矩形: 圓角 132"/>
          <p:cNvSpPr/>
          <p:nvPr/>
        </p:nvSpPr>
        <p:spPr>
          <a:xfrm>
            <a:off x="4887678" y="9040313"/>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34" name="矩形: 圓角 133"/>
          <p:cNvSpPr/>
          <p:nvPr/>
        </p:nvSpPr>
        <p:spPr>
          <a:xfrm>
            <a:off x="7953453" y="9000387"/>
            <a:ext cx="376995" cy="10044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135" name="矩形: 圓角 134"/>
          <p:cNvSpPr/>
          <p:nvPr/>
        </p:nvSpPr>
        <p:spPr>
          <a:xfrm>
            <a:off x="11400717" y="9003695"/>
            <a:ext cx="376995" cy="10044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136" name="矩形: 圓角 135"/>
          <p:cNvSpPr/>
          <p:nvPr/>
        </p:nvSpPr>
        <p:spPr>
          <a:xfrm>
            <a:off x="14847981" y="9000387"/>
            <a:ext cx="376995" cy="100441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cxnSp>
        <p:nvCxnSpPr>
          <p:cNvPr id="137" name="直線單箭頭接點 136"/>
          <p:cNvCxnSpPr/>
          <p:nvPr/>
        </p:nvCxnSpPr>
        <p:spPr>
          <a:xfrm flipH="1" flipV="1">
            <a:off x="5064677" y="664432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p:cNvCxnSpPr/>
          <p:nvPr/>
        </p:nvCxnSpPr>
        <p:spPr>
          <a:xfrm flipH="1" flipV="1">
            <a:off x="4517673" y="5273769"/>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0" name="矩形: 圓角 149"/>
          <p:cNvSpPr/>
          <p:nvPr/>
        </p:nvSpPr>
        <p:spPr>
          <a:xfrm>
            <a:off x="3419072" y="7288551"/>
            <a:ext cx="12125721" cy="1016385"/>
          </a:xfrm>
          <a:prstGeom prst="roundRect">
            <a:avLst/>
          </a:prstGeom>
          <a:blipFill>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Self-attention</a:t>
            </a:r>
            <a:endParaRPr lang="zh-TW" altLang="en-US" sz="4200" dirty="0"/>
          </a:p>
        </p:txBody>
      </p:sp>
      <p:sp>
        <p:nvSpPr>
          <p:cNvPr id="84" name="矩形: 圓角 83"/>
          <p:cNvSpPr/>
          <p:nvPr/>
        </p:nvSpPr>
        <p:spPr>
          <a:xfrm>
            <a:off x="4309298" y="4253721"/>
            <a:ext cx="376995" cy="1004414"/>
          </a:xfrm>
          <a:prstGeom prst="roundRect">
            <a:avLst/>
          </a:prstGeom>
          <a:ln w="38100">
            <a:solidFill>
              <a:srgbClr val="00B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85" name="矩形: 圓角 84"/>
          <p:cNvSpPr/>
          <p:nvPr/>
        </p:nvSpPr>
        <p:spPr>
          <a:xfrm>
            <a:off x="3786483" y="5625597"/>
            <a:ext cx="376995" cy="10044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3" name="文字方塊 2"/>
          <p:cNvSpPr txBox="1"/>
          <p:nvPr/>
        </p:nvSpPr>
        <p:spPr>
          <a:xfrm>
            <a:off x="4097610" y="5762763"/>
            <a:ext cx="854748" cy="737235"/>
          </a:xfrm>
          <a:prstGeom prst="rect">
            <a:avLst/>
          </a:prstGeom>
          <a:noFill/>
        </p:spPr>
        <p:txBody>
          <a:bodyPr wrap="square" rtlCol="0">
            <a:spAutoFit/>
          </a:bodyPr>
          <a:lstStyle/>
          <a:p>
            <a:pPr algn="ctr"/>
            <a:r>
              <a:rPr lang="en-US" altLang="zh-TW" sz="4200" b="1" dirty="0"/>
              <a:t>+</a:t>
            </a:r>
            <a:endParaRPr lang="zh-TW" altLang="en-US" sz="4200" b="1" dirty="0"/>
          </a:p>
        </p:txBody>
      </p:sp>
      <p:cxnSp>
        <p:nvCxnSpPr>
          <p:cNvPr id="88" name="直線單箭頭接點 87"/>
          <p:cNvCxnSpPr/>
          <p:nvPr/>
        </p:nvCxnSpPr>
        <p:spPr>
          <a:xfrm flipH="1">
            <a:off x="3974981" y="9521087"/>
            <a:ext cx="840920"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flipV="1">
            <a:off x="3974981" y="6659367"/>
            <a:ext cx="0" cy="28188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H="1" flipV="1">
            <a:off x="4497795" y="2660108"/>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矩形: 圓角 94"/>
          <p:cNvSpPr/>
          <p:nvPr/>
        </p:nvSpPr>
        <p:spPr>
          <a:xfrm>
            <a:off x="3818420" y="3129726"/>
            <a:ext cx="1394292" cy="683168"/>
          </a:xfrm>
          <a:prstGeom prst="roundRect">
            <a:avLst/>
          </a:prstGeom>
          <a:blipFill>
            <a:blip r:embed="rId4"/>
            <a:tile tx="0" ty="0" sx="100000" sy="100000" flip="none" algn="tl"/>
          </a:blipFill>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norm</a:t>
            </a:r>
            <a:endParaRPr lang="zh-TW" altLang="en-US" sz="3600" dirty="0"/>
          </a:p>
        </p:txBody>
      </p:sp>
      <p:sp>
        <p:nvSpPr>
          <p:cNvPr id="94" name="矩形: 圓角 93"/>
          <p:cNvSpPr/>
          <p:nvPr/>
        </p:nvSpPr>
        <p:spPr>
          <a:xfrm>
            <a:off x="4307468" y="1634100"/>
            <a:ext cx="376995" cy="100441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sp>
        <p:nvSpPr>
          <p:cNvPr id="100" name="矩形: 圓角 99"/>
          <p:cNvSpPr/>
          <p:nvPr/>
        </p:nvSpPr>
        <p:spPr>
          <a:xfrm>
            <a:off x="13344312" y="248255"/>
            <a:ext cx="376995" cy="1004414"/>
          </a:xfrm>
          <a:prstGeom prst="roundRect">
            <a:avLst/>
          </a:prstGeom>
          <a:ln w="28575">
            <a:solidFill>
              <a:srgbClr val="FF0000"/>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04" name="矩形: 圓角 103"/>
          <p:cNvSpPr/>
          <p:nvPr/>
        </p:nvSpPr>
        <p:spPr>
          <a:xfrm>
            <a:off x="12695742" y="3641472"/>
            <a:ext cx="376995" cy="100441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sp>
        <p:nvSpPr>
          <p:cNvPr id="106" name="矩形: 圓角 105"/>
          <p:cNvSpPr/>
          <p:nvPr/>
        </p:nvSpPr>
        <p:spPr>
          <a:xfrm>
            <a:off x="13980534" y="3680928"/>
            <a:ext cx="376995" cy="1004414"/>
          </a:xfrm>
          <a:prstGeom prst="roundRect">
            <a:avLst/>
          </a:prstGeom>
          <a:ln w="38100">
            <a:solidFill>
              <a:schemeClr val="tx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cxnSp>
        <p:nvCxnSpPr>
          <p:cNvPr id="108" name="直線單箭頭接點 107"/>
          <p:cNvCxnSpPr/>
          <p:nvPr/>
        </p:nvCxnSpPr>
        <p:spPr>
          <a:xfrm flipV="1">
            <a:off x="13528158" y="3493647"/>
            <a:ext cx="0" cy="4944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線單箭頭接點 109"/>
          <p:cNvCxnSpPr/>
          <p:nvPr/>
        </p:nvCxnSpPr>
        <p:spPr>
          <a:xfrm flipH="1" flipV="1">
            <a:off x="13523664" y="1278395"/>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矩形: 圓角 111"/>
          <p:cNvSpPr/>
          <p:nvPr/>
        </p:nvSpPr>
        <p:spPr>
          <a:xfrm>
            <a:off x="12844308" y="1655960"/>
            <a:ext cx="1394292" cy="494771"/>
          </a:xfrm>
          <a:prstGeom prst="roundRect">
            <a:avLst/>
          </a:prstGeom>
          <a:blipFill>
            <a:blip r:embed="rId4"/>
            <a:tile tx="0" ty="0" sx="100000" sy="100000" flip="none" algn="tl"/>
          </a:blipFill>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norm</a:t>
            </a:r>
            <a:endParaRPr lang="zh-TW" altLang="en-US" sz="3600" dirty="0"/>
          </a:p>
        </p:txBody>
      </p:sp>
      <p:cxnSp>
        <p:nvCxnSpPr>
          <p:cNvPr id="116" name="直線單箭頭接點 115"/>
          <p:cNvCxnSpPr/>
          <p:nvPr/>
        </p:nvCxnSpPr>
        <p:spPr>
          <a:xfrm flipH="1" flipV="1">
            <a:off x="4495965" y="1059749"/>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p:cNvSpPr txBox="1"/>
          <p:nvPr/>
        </p:nvSpPr>
        <p:spPr>
          <a:xfrm rot="5400000">
            <a:off x="3935361" y="430023"/>
            <a:ext cx="1394289" cy="737235"/>
          </a:xfrm>
          <a:prstGeom prst="rect">
            <a:avLst/>
          </a:prstGeom>
          <a:noFill/>
        </p:spPr>
        <p:txBody>
          <a:bodyPr wrap="square" rtlCol="0">
            <a:spAutoFit/>
          </a:bodyPr>
          <a:lstStyle/>
          <a:p>
            <a:pPr algn="ctr"/>
            <a:r>
              <a:rPr lang="en-US" altLang="zh-TW" sz="4200" b="1" dirty="0"/>
              <a:t>…</a:t>
            </a:r>
            <a:endParaRPr lang="zh-TW" altLang="en-US" sz="4200" b="1" dirty="0"/>
          </a:p>
        </p:txBody>
      </p:sp>
      <p:sp>
        <p:nvSpPr>
          <p:cNvPr id="117" name="矩形: 圓角 116"/>
          <p:cNvSpPr/>
          <p:nvPr/>
        </p:nvSpPr>
        <p:spPr>
          <a:xfrm>
            <a:off x="7061817" y="3368379"/>
            <a:ext cx="1394292" cy="683168"/>
          </a:xfrm>
          <a:prstGeom prst="roundRect">
            <a:avLst/>
          </a:prstGeom>
          <a:blipFill>
            <a:blip r:embed="rId4"/>
            <a:tile tx="0" ty="0" sx="100000" sy="100000" flip="none" algn="tl"/>
          </a:blipFill>
          <a:ln w="28575">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norm</a:t>
            </a:r>
            <a:endParaRPr lang="zh-TW" altLang="en-US" sz="3600" dirty="0"/>
          </a:p>
        </p:txBody>
      </p:sp>
      <mc:AlternateContent xmlns:mc="http://schemas.openxmlformats.org/markup-compatibility/2006" xmlns:a14="http://schemas.microsoft.com/office/drawing/2010/main">
        <mc:Choice Requires="a14">
          <p:sp>
            <p:nvSpPr>
              <p:cNvPr id="46" name="文字方塊 45"/>
              <p:cNvSpPr txBox="1"/>
              <p:nvPr/>
            </p:nvSpPr>
            <p:spPr>
              <a:xfrm>
                <a:off x="7302455" y="4631903"/>
                <a:ext cx="944245" cy="20326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3600" i="1" smtClean="0">
                              <a:latin typeface="Cambria Math" panose="02040503050406030204" pitchFamily="18" charset="0"/>
                            </a:rPr>
                          </m:ctrlPr>
                        </m:dPr>
                        <m:e>
                          <m:eqArr>
                            <m:eqArrPr>
                              <m:ctrlPr>
                                <a:rPr lang="en-US" altLang="zh-TW" sz="3600" i="1" smtClean="0">
                                  <a:latin typeface="Cambria Math" panose="02040503050406030204" pitchFamily="18" charset="0"/>
                                </a:rPr>
                              </m:ctrlPr>
                            </m:eqArrPr>
                            <m:e>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𝑥</m:t>
                                  </m:r>
                                </m:e>
                                <m:sub>
                                  <m:r>
                                    <a:rPr lang="en-US" altLang="zh-TW" sz="3600" b="0" i="1" smtClean="0">
                                      <a:latin typeface="Cambria Math" panose="02040503050406030204" pitchFamily="18" charset="0"/>
                                    </a:rPr>
                                    <m:t>1</m:t>
                                  </m:r>
                                </m:sub>
                              </m:sSub>
                            </m:e>
                            <m:e>
                              <m:sSub>
                                <m:sSubPr>
                                  <m:ctrlPr>
                                    <a:rPr lang="en-US" altLang="zh-TW" sz="3600" i="1">
                                      <a:latin typeface="Cambria Math" panose="02040503050406030204" pitchFamily="18" charset="0"/>
                                    </a:rPr>
                                  </m:ctrlPr>
                                </m:sSubPr>
                                <m:e>
                                  <m:r>
                                    <a:rPr lang="en-US" altLang="zh-TW" sz="3600" i="1">
                                      <a:latin typeface="Cambria Math" panose="02040503050406030204" pitchFamily="18" charset="0"/>
                                    </a:rPr>
                                    <m:t>𝑥</m:t>
                                  </m:r>
                                </m:e>
                                <m:sub>
                                  <m:r>
                                    <a:rPr lang="en-US" altLang="zh-TW" sz="3600" b="0" i="1" smtClean="0">
                                      <a:latin typeface="Cambria Math" panose="02040503050406030204" pitchFamily="18" charset="0"/>
                                    </a:rPr>
                                    <m:t>2</m:t>
                                  </m:r>
                                </m:sub>
                              </m:sSub>
                            </m:e>
                            <m:e>
                              <m:r>
                                <a:rPr lang="zh-TW" altLang="en-US" sz="3600" i="1" smtClean="0">
                                  <a:latin typeface="Cambria Math" panose="02040503050406030204" pitchFamily="18" charset="0"/>
                                </a:rPr>
                                <m:t>⋮</m:t>
                              </m:r>
                            </m:e>
                            <m:e>
                              <m:sSub>
                                <m:sSubPr>
                                  <m:ctrlPr>
                                    <a:rPr lang="en-US" altLang="zh-TW" sz="3600" i="1">
                                      <a:latin typeface="Cambria Math" panose="02040503050406030204" pitchFamily="18" charset="0"/>
                                    </a:rPr>
                                  </m:ctrlPr>
                                </m:sSubPr>
                                <m:e>
                                  <m:r>
                                    <a:rPr lang="en-US" altLang="zh-TW" sz="3600" i="1">
                                      <a:latin typeface="Cambria Math" panose="02040503050406030204" pitchFamily="18" charset="0"/>
                                    </a:rPr>
                                    <m:t>𝑥</m:t>
                                  </m:r>
                                </m:e>
                                <m:sub>
                                  <m:r>
                                    <a:rPr lang="en-US" altLang="zh-TW" sz="3600" b="0" i="1" smtClean="0">
                                      <a:latin typeface="Cambria Math" panose="02040503050406030204" pitchFamily="18" charset="0"/>
                                    </a:rPr>
                                    <m:t>𝐾</m:t>
                                  </m:r>
                                </m:sub>
                              </m:sSub>
                            </m:e>
                          </m:eqArr>
                        </m:e>
                      </m:d>
                    </m:oMath>
                  </m:oMathPara>
                </a14:m>
                <a:endParaRPr lang="zh-TW" altLang="en-US" sz="36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7302455" y="4631903"/>
                <a:ext cx="944245" cy="2032635"/>
              </a:xfrm>
              <a:prstGeom prst="rect">
                <a:avLst/>
              </a:prstGeom>
              <a:blipFill rotWithShape="1">
                <a:blip r:embed="rId5"/>
                <a:stretch>
                  <a:fillRect l="-62" t="-10" r="-7470" b="1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8" name="文字方塊 117"/>
              <p:cNvSpPr txBox="1"/>
              <p:nvPr/>
            </p:nvSpPr>
            <p:spPr>
              <a:xfrm>
                <a:off x="7302455" y="599892"/>
                <a:ext cx="911225" cy="21945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3600" i="1" smtClean="0">
                              <a:latin typeface="Cambria Math" panose="02040503050406030204" pitchFamily="18" charset="0"/>
                            </a:rPr>
                          </m:ctrlPr>
                        </m:dPr>
                        <m:e>
                          <m:eqArr>
                            <m:eqArrPr>
                              <m:ctrlPr>
                                <a:rPr lang="en-US" altLang="zh-TW" sz="3600" i="1" smtClean="0">
                                  <a:latin typeface="Cambria Math" panose="02040503050406030204" pitchFamily="18" charset="0"/>
                                </a:rPr>
                              </m:ctrlPr>
                            </m:eqArrPr>
                            <m:e>
                              <m:sSubSup>
                                <m:sSubSupPr>
                                  <m:ctrlPr>
                                    <a:rPr lang="en-US" altLang="zh-TW" sz="3600" i="1" smtClean="0">
                                      <a:latin typeface="Cambria Math" panose="02040503050406030204" pitchFamily="18" charset="0"/>
                                    </a:rPr>
                                  </m:ctrlPr>
                                </m:sSubSupPr>
                                <m:e>
                                  <m:r>
                                    <a:rPr lang="en-US" altLang="zh-TW" sz="3600" b="0" i="1" smtClean="0">
                                      <a:latin typeface="Cambria Math" panose="02040503050406030204" pitchFamily="18" charset="0"/>
                                    </a:rPr>
                                    <m:t>𝑥</m:t>
                                  </m:r>
                                </m:e>
                                <m:sub>
                                  <m:r>
                                    <a:rPr lang="en-US" altLang="zh-TW" sz="3600" b="0" i="1" smtClean="0">
                                      <a:latin typeface="Cambria Math" panose="02040503050406030204" pitchFamily="18" charset="0"/>
                                    </a:rPr>
                                    <m:t>1</m:t>
                                  </m:r>
                                </m:sub>
                                <m:sup>
                                  <m:r>
                                    <a:rPr lang="en-US" altLang="zh-TW" sz="3600" b="0" i="1" smtClean="0">
                                      <a:latin typeface="Cambria Math" panose="02040503050406030204" pitchFamily="18" charset="0"/>
                                    </a:rPr>
                                    <m:t>′</m:t>
                                  </m:r>
                                </m:sup>
                              </m:sSubSup>
                            </m:e>
                            <m:e>
                              <m:sSubSup>
                                <m:sSubSupPr>
                                  <m:ctrlPr>
                                    <a:rPr lang="en-US" altLang="zh-TW" sz="3600" i="1">
                                      <a:latin typeface="Cambria Math" panose="02040503050406030204" pitchFamily="18" charset="0"/>
                                    </a:rPr>
                                  </m:ctrlPr>
                                </m:sSubSupPr>
                                <m:e>
                                  <m:r>
                                    <a:rPr lang="en-US" altLang="zh-TW" sz="3600" i="1">
                                      <a:latin typeface="Cambria Math" panose="02040503050406030204" pitchFamily="18" charset="0"/>
                                    </a:rPr>
                                    <m:t>𝑥</m:t>
                                  </m:r>
                                </m:e>
                                <m:sub>
                                  <m:r>
                                    <a:rPr lang="en-US" altLang="zh-TW" sz="3600" b="0" i="1" smtClean="0">
                                      <a:latin typeface="Cambria Math" panose="02040503050406030204" pitchFamily="18" charset="0"/>
                                    </a:rPr>
                                    <m:t>2</m:t>
                                  </m:r>
                                </m:sub>
                                <m:sup>
                                  <m:r>
                                    <a:rPr lang="en-US" altLang="zh-TW" sz="3600" i="1">
                                      <a:latin typeface="Cambria Math" panose="02040503050406030204" pitchFamily="18" charset="0"/>
                                    </a:rPr>
                                    <m:t>′</m:t>
                                  </m:r>
                                </m:sup>
                              </m:sSubSup>
                            </m:e>
                            <m:e>
                              <m:r>
                                <a:rPr lang="zh-TW" altLang="en-US" sz="3600" i="1" smtClean="0">
                                  <a:latin typeface="Cambria Math" panose="02040503050406030204" pitchFamily="18" charset="0"/>
                                </a:rPr>
                                <m:t>⋮</m:t>
                              </m:r>
                            </m:e>
                            <m:e>
                              <m:sSubSup>
                                <m:sSubSupPr>
                                  <m:ctrlPr>
                                    <a:rPr lang="en-US" altLang="zh-TW" sz="3600" i="1">
                                      <a:latin typeface="Cambria Math" panose="02040503050406030204" pitchFamily="18" charset="0"/>
                                    </a:rPr>
                                  </m:ctrlPr>
                                </m:sSubSupPr>
                                <m:e>
                                  <m:r>
                                    <a:rPr lang="en-US" altLang="zh-TW" sz="3600" i="1">
                                      <a:latin typeface="Cambria Math" panose="02040503050406030204" pitchFamily="18" charset="0"/>
                                    </a:rPr>
                                    <m:t>𝑥</m:t>
                                  </m:r>
                                </m:e>
                                <m:sub>
                                  <m:r>
                                    <a:rPr lang="en-US" altLang="zh-TW" sz="3600" b="0" i="1" smtClean="0">
                                      <a:latin typeface="Cambria Math" panose="02040503050406030204" pitchFamily="18" charset="0"/>
                                    </a:rPr>
                                    <m:t>𝐾</m:t>
                                  </m:r>
                                </m:sub>
                                <m:sup>
                                  <m:r>
                                    <a:rPr lang="en-US" altLang="zh-TW" sz="3600" i="1">
                                      <a:latin typeface="Cambria Math" panose="02040503050406030204" pitchFamily="18" charset="0"/>
                                    </a:rPr>
                                    <m:t>′</m:t>
                                  </m:r>
                                </m:sup>
                              </m:sSubSup>
                            </m:e>
                          </m:eqArr>
                        </m:e>
                      </m:d>
                    </m:oMath>
                  </m:oMathPara>
                </a14:m>
                <a:endParaRPr lang="zh-TW" altLang="en-US" sz="3600" dirty="0"/>
              </a:p>
            </p:txBody>
          </p:sp>
        </mc:Choice>
        <mc:Fallback xmlns="">
          <p:sp>
            <p:nvSpPr>
              <p:cNvPr id="118" name="文字方塊 117"/>
              <p:cNvSpPr txBox="1">
                <a:spLocks noRot="1" noChangeAspect="1" noMove="1" noResize="1" noEditPoints="1" noAdjustHandles="1" noChangeArrowheads="1" noChangeShapeType="1" noTextEdit="1"/>
              </p:cNvSpPr>
              <p:nvPr/>
            </p:nvSpPr>
            <p:spPr>
              <a:xfrm>
                <a:off x="7302455" y="599892"/>
                <a:ext cx="911225" cy="2194560"/>
              </a:xfrm>
              <a:prstGeom prst="rect">
                <a:avLst/>
              </a:prstGeom>
              <a:blipFill rotWithShape="1">
                <a:blip r:embed="rId6"/>
                <a:stretch>
                  <a:fillRect l="-65" t="-21" r="-9552" b="2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9012750" y="4861089"/>
                <a:ext cx="1653540" cy="553720"/>
              </a:xfrm>
              <a:prstGeom prst="rect">
                <a:avLst/>
              </a:prstGeom>
              <a:noFill/>
            </p:spPr>
            <p:txBody>
              <a:bodyPr wrap="none" lIns="0" tIns="0" rIns="0" bIns="0" rtlCol="0">
                <a:spAutoFit/>
              </a:bodyPr>
              <a:lstStyle/>
              <a:p>
                <a:r>
                  <a:rPr lang="en-US" altLang="zh-TW" sz="3600" b="0" dirty="0"/>
                  <a:t>mean </a:t>
                </a:r>
                <a14:m>
                  <m:oMath xmlns:m="http://schemas.openxmlformats.org/officeDocument/2006/math">
                    <m:r>
                      <a:rPr lang="en-US" altLang="zh-TW" sz="3600" b="0" i="1" smtClean="0">
                        <a:latin typeface="Cambria Math" panose="02040503050406030204" pitchFamily="18" charset="0"/>
                      </a:rPr>
                      <m:t>𝑚</m:t>
                    </m:r>
                  </m:oMath>
                </a14:m>
                <a:endParaRPr lang="zh-TW" altLang="en-US" sz="36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9012750" y="4861089"/>
                <a:ext cx="1653540" cy="553720"/>
              </a:xfrm>
              <a:prstGeom prst="rect">
                <a:avLst/>
              </a:prstGeom>
              <a:blipFill rotWithShape="1">
                <a:blip r:embed="rId7"/>
                <a:stretch>
                  <a:fillRect l="-12" t="-30" r="-6133" b="30"/>
                </a:stretch>
              </a:blipFill>
            </p:spPr>
            <p:txBody>
              <a:bodyPr/>
              <a:lstStyle/>
              <a:p>
                <a:r>
                  <a:rPr lang="en-US" altLang="en-US">
                    <a:noFill/>
                  </a:rPr>
                  <a:t> </a:t>
                </a:r>
              </a:p>
            </p:txBody>
          </p:sp>
        </mc:Fallback>
      </mc:AlternateContent>
      <p:sp>
        <p:nvSpPr>
          <p:cNvPr id="119" name="矩形 118"/>
          <p:cNvSpPr/>
          <p:nvPr/>
        </p:nvSpPr>
        <p:spPr>
          <a:xfrm>
            <a:off x="8730843" y="3421448"/>
            <a:ext cx="2672444" cy="106680"/>
          </a:xfrm>
          <a:prstGeom prst="rect">
            <a:avLst/>
          </a:prstGeom>
        </p:spPr>
        <p:txBody>
          <a:bodyPr wrap="square">
            <a:spAutoFit/>
          </a:bodyPr>
          <a:lstStyle/>
          <a:p>
            <a:r>
              <a:rPr lang="en-US" altLang="zh-TW" sz="100" dirty="0"/>
              <a:t>https://arxiv.org/abs/1607.06450</a:t>
            </a:r>
            <a:endParaRPr lang="zh-TW" altLang="en-US" sz="100" dirty="0"/>
          </a:p>
        </p:txBody>
      </p:sp>
      <p:sp>
        <p:nvSpPr>
          <p:cNvPr id="124" name="文字方塊 123"/>
          <p:cNvSpPr txBox="1"/>
          <p:nvPr/>
        </p:nvSpPr>
        <p:spPr>
          <a:xfrm>
            <a:off x="8592843" y="3368530"/>
            <a:ext cx="3533276" cy="645160"/>
          </a:xfrm>
          <a:prstGeom prst="rect">
            <a:avLst/>
          </a:prstGeom>
          <a:noFill/>
        </p:spPr>
        <p:txBody>
          <a:bodyPr wrap="square" rtlCol="0">
            <a:spAutoFit/>
          </a:bodyPr>
          <a:lstStyle/>
          <a:p>
            <a:r>
              <a:rPr lang="en-US" altLang="zh-TW" sz="3600" dirty="0"/>
              <a:t>Layer Norm</a:t>
            </a:r>
            <a:endParaRPr lang="zh-TW" altLang="en-US" sz="3600" dirty="0"/>
          </a:p>
        </p:txBody>
      </p:sp>
      <mc:AlternateContent xmlns:mc="http://schemas.openxmlformats.org/markup-compatibility/2006" xmlns:a14="http://schemas.microsoft.com/office/drawing/2010/main">
        <mc:Choice Requires="a14">
          <p:sp>
            <p:nvSpPr>
              <p:cNvPr id="125" name="文字方塊 124"/>
              <p:cNvSpPr txBox="1"/>
              <p:nvPr/>
            </p:nvSpPr>
            <p:spPr>
              <a:xfrm>
                <a:off x="8686781" y="1159131"/>
                <a:ext cx="2364105" cy="9398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en-US" altLang="zh-TW" sz="3600" i="1">
                              <a:latin typeface="Cambria Math" panose="02040503050406030204" pitchFamily="18" charset="0"/>
                            </a:rPr>
                            <m:t>𝑥</m:t>
                          </m:r>
                        </m:e>
                        <m:sub>
                          <m:r>
                            <a:rPr lang="en-US" altLang="zh-TW" sz="3600" b="0" i="1" smtClean="0">
                              <a:latin typeface="Cambria Math" panose="02040503050406030204" pitchFamily="18" charset="0"/>
                            </a:rPr>
                            <m:t>𝑖</m:t>
                          </m:r>
                        </m:sub>
                        <m:sup>
                          <m:r>
                            <a:rPr lang="en-US" altLang="zh-TW" sz="3600" i="1">
                              <a:latin typeface="Cambria Math" panose="02040503050406030204" pitchFamily="18" charset="0"/>
                            </a:rPr>
                            <m:t>′</m:t>
                          </m:r>
                        </m:sup>
                      </m:sSubSup>
                      <m:r>
                        <a:rPr lang="en-US" altLang="zh-TW" sz="3600" b="0" i="1" smtClean="0">
                          <a:latin typeface="Cambria Math" panose="02040503050406030204" pitchFamily="18" charset="0"/>
                        </a:rPr>
                        <m:t>=</m:t>
                      </m:r>
                      <m:f>
                        <m:fPr>
                          <m:ctrlPr>
                            <a:rPr lang="en-US" altLang="zh-TW" sz="3600" b="0" i="1" smtClean="0">
                              <a:latin typeface="Cambria Math" panose="02040503050406030204" pitchFamily="18" charset="0"/>
                            </a:rPr>
                          </m:ctrlPr>
                        </m:fPr>
                        <m:num>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𝑥</m:t>
                              </m:r>
                            </m:e>
                            <m:sub>
                              <m:r>
                                <a:rPr lang="en-US" altLang="zh-TW" sz="3600" b="0" i="1" smtClean="0">
                                  <a:latin typeface="Cambria Math" panose="02040503050406030204" pitchFamily="18" charset="0"/>
                                </a:rPr>
                                <m:t>𝑖</m:t>
                              </m:r>
                            </m:sub>
                          </m:sSub>
                          <m:r>
                            <a:rPr lang="en-US" altLang="zh-TW" sz="3600" b="0" i="1" smtClean="0">
                              <a:latin typeface="Cambria Math" panose="02040503050406030204" pitchFamily="18" charset="0"/>
                            </a:rPr>
                            <m:t>−</m:t>
                          </m:r>
                          <m:r>
                            <a:rPr lang="en-US" altLang="zh-TW" sz="3600" b="0" i="1" smtClean="0">
                              <a:latin typeface="Cambria Math" panose="02040503050406030204" pitchFamily="18" charset="0"/>
                            </a:rPr>
                            <m:t>𝑚</m:t>
                          </m:r>
                        </m:num>
                        <m:den>
                          <m:r>
                            <a:rPr lang="zh-TW" altLang="en-US" sz="3600" i="1">
                              <a:latin typeface="Cambria Math" panose="02040503050406030204" pitchFamily="18" charset="0"/>
                            </a:rPr>
                            <m:t>𝜎</m:t>
                          </m:r>
                        </m:den>
                      </m:f>
                    </m:oMath>
                  </m:oMathPara>
                </a14:m>
                <a:endParaRPr lang="zh-TW" altLang="en-US" sz="3600" dirty="0"/>
              </a:p>
            </p:txBody>
          </p:sp>
        </mc:Choice>
        <mc:Fallback xmlns="">
          <p:sp>
            <p:nvSpPr>
              <p:cNvPr id="125" name="文字方塊 124"/>
              <p:cNvSpPr txBox="1">
                <a:spLocks noRot="1" noChangeAspect="1" noMove="1" noResize="1" noEditPoints="1" noAdjustHandles="1" noChangeArrowheads="1" noChangeShapeType="1" noTextEdit="1"/>
              </p:cNvSpPr>
              <p:nvPr/>
            </p:nvSpPr>
            <p:spPr>
              <a:xfrm>
                <a:off x="8686781" y="1159131"/>
                <a:ext cx="2364105" cy="939800"/>
              </a:xfrm>
              <a:prstGeom prst="rect">
                <a:avLst/>
              </a:prstGeom>
              <a:blipFill rotWithShape="1">
                <a:blip r:embed="rId8"/>
                <a:stretch>
                  <a:fillRect l="-26" t="-27" r="-2526" b="2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6" name="文字方塊 125"/>
              <p:cNvSpPr txBox="1"/>
              <p:nvPr/>
            </p:nvSpPr>
            <p:spPr>
              <a:xfrm>
                <a:off x="9001836" y="5484963"/>
                <a:ext cx="2310584" cy="1107440"/>
              </a:xfrm>
              <a:prstGeom prst="rect">
                <a:avLst/>
              </a:prstGeom>
              <a:noFill/>
            </p:spPr>
            <p:txBody>
              <a:bodyPr wrap="square" lIns="0" tIns="0" rIns="0" bIns="0" rtlCol="0">
                <a:spAutoFit/>
              </a:bodyPr>
              <a:lstStyle/>
              <a:p>
                <a:r>
                  <a:rPr lang="en-US" altLang="zh-TW" sz="3600" b="0" dirty="0"/>
                  <a:t>standard deviation </a:t>
                </a:r>
                <a14:m>
                  <m:oMath xmlns:m="http://schemas.openxmlformats.org/officeDocument/2006/math">
                    <m:r>
                      <a:rPr lang="zh-TW" altLang="en-US" sz="3600" i="1">
                        <a:latin typeface="Cambria Math" panose="02040503050406030204" pitchFamily="18" charset="0"/>
                      </a:rPr>
                      <m:t>𝜎</m:t>
                    </m:r>
                  </m:oMath>
                </a14:m>
                <a:endParaRPr lang="zh-TW" altLang="en-US" sz="3600" dirty="0"/>
              </a:p>
            </p:txBody>
          </p:sp>
        </mc:Choice>
        <mc:Fallback xmlns="">
          <p:sp>
            <p:nvSpPr>
              <p:cNvPr id="126" name="文字方塊 125"/>
              <p:cNvSpPr txBox="1">
                <a:spLocks noRot="1" noChangeAspect="1" noMove="1" noResize="1" noEditPoints="1" noAdjustHandles="1" noChangeArrowheads="1" noChangeShapeType="1" noTextEdit="1"/>
              </p:cNvSpPr>
              <p:nvPr/>
            </p:nvSpPr>
            <p:spPr>
              <a:xfrm>
                <a:off x="9001836" y="5484963"/>
                <a:ext cx="2310584" cy="1107440"/>
              </a:xfrm>
              <a:prstGeom prst="rect">
                <a:avLst/>
              </a:prstGeom>
              <a:blipFill rotWithShape="1">
                <a:blip r:embed="rId9"/>
                <a:stretch>
                  <a:fillRect l="-3" t="-42" r="23" b="42"/>
                </a:stretch>
              </a:blipFill>
            </p:spPr>
            <p:txBody>
              <a:bodyPr/>
              <a:lstStyle/>
              <a:p>
                <a:r>
                  <a:rPr lang="en-US" altLang="en-US">
                    <a:noFill/>
                  </a:rPr>
                  <a:t> </a:t>
                </a:r>
              </a:p>
            </p:txBody>
          </p:sp>
        </mc:Fallback>
      </mc:AlternateContent>
      <p:sp>
        <p:nvSpPr>
          <p:cNvPr id="49" name="右大括弧 48"/>
          <p:cNvSpPr/>
          <p:nvPr/>
        </p:nvSpPr>
        <p:spPr>
          <a:xfrm>
            <a:off x="8307923" y="4631903"/>
            <a:ext cx="376995" cy="2133998"/>
          </a:xfrm>
          <a:prstGeom prst="rightBrace">
            <a:avLst>
              <a:gd name="adj1" fmla="val 4774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cxnSp>
        <p:nvCxnSpPr>
          <p:cNvPr id="128" name="直線單箭頭接點 127"/>
          <p:cNvCxnSpPr/>
          <p:nvPr/>
        </p:nvCxnSpPr>
        <p:spPr>
          <a:xfrm flipH="1" flipV="1">
            <a:off x="7772198" y="4027625"/>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p:nvPr/>
        </p:nvCxnSpPr>
        <p:spPr>
          <a:xfrm flipH="1" flipV="1">
            <a:off x="7747821" y="2823728"/>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圓角 49"/>
          <p:cNvSpPr/>
          <p:nvPr/>
        </p:nvSpPr>
        <p:spPr>
          <a:xfrm>
            <a:off x="6718692" y="376829"/>
            <a:ext cx="4950338" cy="656234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130" name="矩形: 圓角 129"/>
          <p:cNvSpPr/>
          <p:nvPr/>
        </p:nvSpPr>
        <p:spPr>
          <a:xfrm>
            <a:off x="13337064" y="2480558"/>
            <a:ext cx="376995" cy="1004414"/>
          </a:xfrm>
          <a:prstGeom prst="roundRect">
            <a:avLst/>
          </a:prstGeom>
          <a:ln w="38100">
            <a:solidFill>
              <a:srgbClr val="00B050"/>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sp>
        <p:nvSpPr>
          <p:cNvPr id="132" name="文字方塊 131"/>
          <p:cNvSpPr txBox="1"/>
          <p:nvPr/>
        </p:nvSpPr>
        <p:spPr>
          <a:xfrm>
            <a:off x="13124238" y="3787775"/>
            <a:ext cx="854748" cy="737235"/>
          </a:xfrm>
          <a:prstGeom prst="rect">
            <a:avLst/>
          </a:prstGeom>
          <a:noFill/>
        </p:spPr>
        <p:txBody>
          <a:bodyPr wrap="square" rtlCol="0">
            <a:spAutoFit/>
          </a:bodyPr>
          <a:lstStyle/>
          <a:p>
            <a:pPr algn="ctr"/>
            <a:r>
              <a:rPr lang="en-US" altLang="zh-TW" sz="4200" b="1" dirty="0"/>
              <a:t>+</a:t>
            </a:r>
            <a:endParaRPr lang="zh-TW" altLang="en-US" sz="4200" b="1" dirty="0"/>
          </a:p>
        </p:txBody>
      </p:sp>
      <mc:AlternateContent xmlns:mc="http://schemas.openxmlformats.org/markup-compatibility/2006" xmlns:a14="http://schemas.microsoft.com/office/drawing/2010/main">
        <mc:Choice Requires="a14">
          <p:sp>
            <p:nvSpPr>
              <p:cNvPr id="52" name="文字方塊 51"/>
              <p:cNvSpPr txBox="1"/>
              <p:nvPr/>
            </p:nvSpPr>
            <p:spPr>
              <a:xfrm>
                <a:off x="5218052" y="5737707"/>
                <a:ext cx="608960" cy="64516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n-US" altLang="zh-TW" sz="3600" b="1" i="1" smtClean="0">
                          <a:latin typeface="Cambria Math" panose="02040503050406030204" pitchFamily="18" charset="0"/>
                        </a:rPr>
                        <m:t>𝒂</m:t>
                      </m:r>
                    </m:oMath>
                  </m:oMathPara>
                </a14:m>
                <a:endParaRPr lang="zh-TW" altLang="en-US" sz="3600" b="1"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5218052" y="5737707"/>
                <a:ext cx="608960" cy="645160"/>
              </a:xfrm>
              <a:prstGeom prst="rect">
                <a:avLst/>
              </a:prstGeom>
              <a:blipFill rotWithShape="1">
                <a:blip r:embed="rId10"/>
                <a:stretch>
                  <a:fillRect l="-42" t="-75" r="41" b="7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1" name="文字方塊 140"/>
              <p:cNvSpPr txBox="1"/>
              <p:nvPr/>
            </p:nvSpPr>
            <p:spPr>
              <a:xfrm>
                <a:off x="3174703" y="5795782"/>
                <a:ext cx="608960" cy="64516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n-US" altLang="zh-TW" sz="3600" b="1" i="1" smtClean="0">
                          <a:latin typeface="Cambria Math" panose="02040503050406030204" pitchFamily="18" charset="0"/>
                        </a:rPr>
                        <m:t>𝒃</m:t>
                      </m:r>
                    </m:oMath>
                  </m:oMathPara>
                </a14:m>
                <a:endParaRPr lang="zh-TW" altLang="en-US" sz="3600" b="1" dirty="0"/>
              </a:p>
            </p:txBody>
          </p:sp>
        </mc:Choice>
        <mc:Fallback xmlns="">
          <p:sp>
            <p:nvSpPr>
              <p:cNvPr id="141" name="文字方塊 140"/>
              <p:cNvSpPr txBox="1">
                <a:spLocks noRot="1" noChangeAspect="1" noMove="1" noResize="1" noEditPoints="1" noAdjustHandles="1" noChangeArrowheads="1" noChangeShapeType="1" noTextEdit="1"/>
              </p:cNvSpPr>
              <p:nvPr/>
            </p:nvSpPr>
            <p:spPr>
              <a:xfrm>
                <a:off x="3174703" y="5795782"/>
                <a:ext cx="608960" cy="645160"/>
              </a:xfrm>
              <a:prstGeom prst="rect">
                <a:avLst/>
              </a:prstGeom>
              <a:blipFill rotWithShape="1">
                <a:blip r:embed="rId11"/>
                <a:stretch>
                  <a:fillRect l="-56" t="-21" r="55" b="2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2" name="文字方塊 141"/>
              <p:cNvSpPr txBox="1"/>
              <p:nvPr/>
            </p:nvSpPr>
            <p:spPr>
              <a:xfrm>
                <a:off x="4742016" y="4412288"/>
                <a:ext cx="1401558" cy="64516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n-US" altLang="zh-TW" sz="3600" b="1" i="1" smtClean="0">
                          <a:latin typeface="Cambria Math" panose="02040503050406030204" pitchFamily="18" charset="0"/>
                        </a:rPr>
                        <m:t>𝒂</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𝒃</m:t>
                      </m:r>
                    </m:oMath>
                  </m:oMathPara>
                </a14:m>
                <a:endParaRPr lang="zh-TW" altLang="en-US" sz="3600" b="1" dirty="0"/>
              </a:p>
            </p:txBody>
          </p:sp>
        </mc:Choice>
        <mc:Fallback xmlns="">
          <p:sp>
            <p:nvSpPr>
              <p:cNvPr id="142" name="文字方塊 141"/>
              <p:cNvSpPr txBox="1">
                <a:spLocks noRot="1" noChangeAspect="1" noMove="1" noResize="1" noEditPoints="1" noAdjustHandles="1" noChangeArrowheads="1" noChangeShapeType="1" noTextEdit="1"/>
              </p:cNvSpPr>
              <p:nvPr/>
            </p:nvSpPr>
            <p:spPr>
              <a:xfrm>
                <a:off x="4742016" y="4412288"/>
                <a:ext cx="1401558" cy="645160"/>
              </a:xfrm>
              <a:prstGeom prst="rect">
                <a:avLst/>
              </a:prstGeom>
              <a:blipFill rotWithShape="1">
                <a:blip r:embed="rId12"/>
                <a:stretch>
                  <a:fillRect l="-34" t="-48" r="42" b="48"/>
                </a:stretch>
              </a:blipFill>
            </p:spPr>
            <p:txBody>
              <a:bodyPr/>
              <a:lstStyle/>
              <a:p>
                <a:r>
                  <a:rPr lang="en-US" altLang="en-US">
                    <a:noFill/>
                  </a:rPr>
                  <a:t> </a:t>
                </a:r>
              </a:p>
            </p:txBody>
          </p:sp>
        </mc:Fallback>
      </mc:AlternateContent>
      <p:cxnSp>
        <p:nvCxnSpPr>
          <p:cNvPr id="143" name="直線單箭頭接點 142"/>
          <p:cNvCxnSpPr/>
          <p:nvPr/>
        </p:nvCxnSpPr>
        <p:spPr>
          <a:xfrm flipV="1">
            <a:off x="14186910" y="5700618"/>
            <a:ext cx="0" cy="4718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線單箭頭接點 143"/>
          <p:cNvCxnSpPr/>
          <p:nvPr/>
        </p:nvCxnSpPr>
        <p:spPr>
          <a:xfrm flipV="1">
            <a:off x="14183319" y="4713390"/>
            <a:ext cx="0" cy="4718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矩形: 圓角 97"/>
          <p:cNvSpPr/>
          <p:nvPr/>
        </p:nvSpPr>
        <p:spPr>
          <a:xfrm>
            <a:off x="13480041" y="5058303"/>
            <a:ext cx="1394292" cy="65801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cxnSp>
        <p:nvCxnSpPr>
          <p:cNvPr id="149" name="直線單箭頭接點 148"/>
          <p:cNvCxnSpPr/>
          <p:nvPr/>
        </p:nvCxnSpPr>
        <p:spPr>
          <a:xfrm flipH="1">
            <a:off x="12839546" y="6517149"/>
            <a:ext cx="1369589"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直線單箭頭接點 159"/>
          <p:cNvCxnSpPr/>
          <p:nvPr/>
        </p:nvCxnSpPr>
        <p:spPr>
          <a:xfrm flipV="1">
            <a:off x="12865190" y="4678464"/>
            <a:ext cx="0" cy="18414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矩形: 圓角 130"/>
          <p:cNvSpPr/>
          <p:nvPr/>
        </p:nvSpPr>
        <p:spPr>
          <a:xfrm>
            <a:off x="13998413" y="6072093"/>
            <a:ext cx="376995" cy="100441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sp>
        <p:nvSpPr>
          <p:cNvPr id="58" name="文字方塊 57"/>
          <p:cNvSpPr txBox="1"/>
          <p:nvPr/>
        </p:nvSpPr>
        <p:spPr>
          <a:xfrm>
            <a:off x="659369" y="4384148"/>
            <a:ext cx="3658409" cy="645160"/>
          </a:xfrm>
          <a:prstGeom prst="rect">
            <a:avLst/>
          </a:prstGeom>
          <a:noFill/>
        </p:spPr>
        <p:txBody>
          <a:bodyPr wrap="square">
            <a:spAutoFit/>
          </a:bodyPr>
          <a:lstStyle/>
          <a:p>
            <a:pPr algn="r"/>
            <a:r>
              <a:rPr lang="en-US" altLang="zh-TW" sz="3600" b="0" i="0" dirty="0">
                <a:effectLst/>
                <a:latin typeface="Arial" panose="020B0604020202020204" pitchFamily="34" charset="0"/>
              </a:rPr>
              <a:t>residual</a:t>
            </a:r>
          </a:p>
        </p:txBody>
      </p:sp>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46</a:t>
            </a:fld>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1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4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4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3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3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6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0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3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6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0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p:bldP spid="85" grpId="0" bldLvl="0" animBg="1"/>
      <p:bldP spid="3" grpId="0"/>
      <p:bldP spid="95" grpId="0" bldLvl="0" animBg="1"/>
      <p:bldP spid="94" grpId="0" bldLvl="0" animBg="1"/>
      <p:bldP spid="100" grpId="0" bldLvl="0" animBg="1"/>
      <p:bldP spid="104" grpId="0" bldLvl="0" animBg="1"/>
      <p:bldP spid="106" grpId="0" bldLvl="0" animBg="1"/>
      <p:bldP spid="112" grpId="0" bldLvl="0" animBg="1"/>
      <p:bldP spid="44" grpId="0"/>
      <p:bldP spid="117" grpId="0" bldLvl="0" animBg="1"/>
      <p:bldP spid="46" grpId="0"/>
      <p:bldP spid="118" grpId="0"/>
      <p:bldP spid="48" grpId="0"/>
      <p:bldP spid="119" grpId="0"/>
      <p:bldP spid="124" grpId="0"/>
      <p:bldP spid="125" grpId="0"/>
      <p:bldP spid="126" grpId="0"/>
      <p:bldP spid="49" grpId="0" bldLvl="0" animBg="1"/>
      <p:bldP spid="50" grpId="0" bldLvl="0" animBg="1"/>
      <p:bldP spid="130" grpId="0" bldLvl="0" animBg="1"/>
      <p:bldP spid="132" grpId="0"/>
      <p:bldP spid="52" grpId="0"/>
      <p:bldP spid="141" grpId="0"/>
      <p:bldP spid="142" grpId="0"/>
      <p:bldP spid="98" grpId="0" bldLvl="0" animBg="1"/>
      <p:bldP spid="131" grpId="0" bldLvl="0" animBg="1"/>
      <p:bldP spid="5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圖片 43"/>
          <p:cNvPicPr>
            <a:picLocks noChangeAspect="1"/>
          </p:cNvPicPr>
          <p:nvPr/>
        </p:nvPicPr>
        <p:blipFill>
          <a:blip r:embed="rId3"/>
          <a:stretch>
            <a:fillRect/>
          </a:stretch>
        </p:blipFill>
        <p:spPr>
          <a:xfrm>
            <a:off x="9625221" y="1690338"/>
            <a:ext cx="3756491" cy="6906162"/>
          </a:xfrm>
          <a:prstGeom prst="rect">
            <a:avLst/>
          </a:prstGeom>
        </p:spPr>
      </p:pic>
      <p:cxnSp>
        <p:nvCxnSpPr>
          <p:cNvPr id="89" name="直線單箭頭接點 88"/>
          <p:cNvCxnSpPr/>
          <p:nvPr/>
        </p:nvCxnSpPr>
        <p:spPr>
          <a:xfrm flipV="1">
            <a:off x="3962823" y="6392782"/>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p:nvPr/>
        </p:nvCxnSpPr>
        <p:spPr>
          <a:xfrm flipV="1">
            <a:off x="5404206" y="6392782"/>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flipV="1">
            <a:off x="6860028" y="636445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p:nvPr/>
        </p:nvCxnSpPr>
        <p:spPr>
          <a:xfrm flipV="1">
            <a:off x="8344725" y="636445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3913836" y="358164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p:nvPr/>
        </p:nvCxnSpPr>
        <p:spPr>
          <a:xfrm flipV="1">
            <a:off x="5355219" y="358164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p:nvPr/>
        </p:nvCxnSpPr>
        <p:spPr>
          <a:xfrm flipV="1">
            <a:off x="6811041" y="355331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p:nvPr/>
        </p:nvCxnSpPr>
        <p:spPr>
          <a:xfrm flipV="1">
            <a:off x="8295738" y="355331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矩形 106"/>
          <p:cNvSpPr/>
          <p:nvPr/>
        </p:nvSpPr>
        <p:spPr>
          <a:xfrm>
            <a:off x="3642942" y="7314192"/>
            <a:ext cx="697730" cy="99821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08" name="矩形 107"/>
          <p:cNvSpPr/>
          <p:nvPr/>
        </p:nvSpPr>
        <p:spPr>
          <a:xfrm>
            <a:off x="8031695" y="7296019"/>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10" name="文字方塊 109"/>
          <p:cNvSpPr txBox="1"/>
          <p:nvPr/>
        </p:nvSpPr>
        <p:spPr>
          <a:xfrm>
            <a:off x="3520319" y="7444451"/>
            <a:ext cx="942975" cy="645160"/>
          </a:xfrm>
          <a:prstGeom prst="rect">
            <a:avLst/>
          </a:prstGeom>
          <a:noFill/>
        </p:spPr>
        <p:txBody>
          <a:bodyPr wrap="square" rtlCol="0">
            <a:spAutoFit/>
          </a:bodyPr>
          <a:lstStyle/>
          <a:p>
            <a:pPr algn="ctr"/>
            <a:endParaRPr lang="zh-TW" altLang="en-US" sz="3600" dirty="0"/>
          </a:p>
        </p:txBody>
      </p:sp>
      <p:sp>
        <p:nvSpPr>
          <p:cNvPr id="112" name="文字方塊 111"/>
          <p:cNvSpPr txBox="1"/>
          <p:nvPr/>
        </p:nvSpPr>
        <p:spPr>
          <a:xfrm>
            <a:off x="7889133" y="7444451"/>
            <a:ext cx="942975" cy="645160"/>
          </a:xfrm>
          <a:prstGeom prst="rect">
            <a:avLst/>
          </a:prstGeom>
          <a:noFill/>
        </p:spPr>
        <p:txBody>
          <a:bodyPr wrap="square" rtlCol="0">
            <a:spAutoFit/>
          </a:bodyPr>
          <a:lstStyle/>
          <a:p>
            <a:pPr algn="ctr"/>
            <a:endParaRPr lang="zh-TW" altLang="en-US" sz="3600" dirty="0"/>
          </a:p>
        </p:txBody>
      </p:sp>
      <p:sp>
        <p:nvSpPr>
          <p:cNvPr id="116" name="矩形 115"/>
          <p:cNvSpPr/>
          <p:nvPr/>
        </p:nvSpPr>
        <p:spPr>
          <a:xfrm>
            <a:off x="5079387" y="7296019"/>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17" name="文字方塊 116"/>
          <p:cNvSpPr txBox="1"/>
          <p:nvPr/>
        </p:nvSpPr>
        <p:spPr>
          <a:xfrm>
            <a:off x="4956764" y="7444451"/>
            <a:ext cx="942975" cy="645160"/>
          </a:xfrm>
          <a:prstGeom prst="rect">
            <a:avLst/>
          </a:prstGeom>
          <a:noFill/>
        </p:spPr>
        <p:txBody>
          <a:bodyPr wrap="square" rtlCol="0">
            <a:spAutoFit/>
          </a:bodyPr>
          <a:lstStyle/>
          <a:p>
            <a:pPr algn="ctr"/>
            <a:endParaRPr lang="zh-TW" altLang="en-US" sz="3600" dirty="0"/>
          </a:p>
        </p:txBody>
      </p:sp>
      <p:sp>
        <p:nvSpPr>
          <p:cNvPr id="118" name="矩形 117"/>
          <p:cNvSpPr/>
          <p:nvPr/>
        </p:nvSpPr>
        <p:spPr>
          <a:xfrm>
            <a:off x="6522757" y="7296019"/>
            <a:ext cx="697730" cy="10163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dirty="0"/>
          </a:p>
        </p:txBody>
      </p:sp>
      <p:sp>
        <p:nvSpPr>
          <p:cNvPr id="119" name="文字方塊 118"/>
          <p:cNvSpPr txBox="1"/>
          <p:nvPr/>
        </p:nvSpPr>
        <p:spPr>
          <a:xfrm>
            <a:off x="6390165" y="7444451"/>
            <a:ext cx="942975" cy="645160"/>
          </a:xfrm>
          <a:prstGeom prst="rect">
            <a:avLst/>
          </a:prstGeom>
          <a:noFill/>
        </p:spPr>
        <p:txBody>
          <a:bodyPr wrap="square" rtlCol="0">
            <a:spAutoFit/>
          </a:bodyPr>
          <a:lstStyle/>
          <a:p>
            <a:pPr algn="ctr"/>
            <a:endParaRPr lang="zh-TW" altLang="en-US" sz="3600" dirty="0"/>
          </a:p>
        </p:txBody>
      </p:sp>
      <p:sp>
        <p:nvSpPr>
          <p:cNvPr id="124" name="矩形: 圓角 123"/>
          <p:cNvSpPr/>
          <p:nvPr/>
        </p:nvSpPr>
        <p:spPr>
          <a:xfrm>
            <a:off x="3208020" y="4388276"/>
            <a:ext cx="5624081"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sp>
        <p:nvSpPr>
          <p:cNvPr id="125" name="矩形 124"/>
          <p:cNvSpPr/>
          <p:nvPr/>
        </p:nvSpPr>
        <p:spPr>
          <a:xfrm>
            <a:off x="3587516" y="262041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126" name="矩形 125"/>
          <p:cNvSpPr/>
          <p:nvPr/>
        </p:nvSpPr>
        <p:spPr>
          <a:xfrm>
            <a:off x="5025902" y="262040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127" name="矩形 126"/>
          <p:cNvSpPr/>
          <p:nvPr/>
        </p:nvSpPr>
        <p:spPr>
          <a:xfrm>
            <a:off x="6469518" y="262040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p:sp>
        <p:nvSpPr>
          <p:cNvPr id="128" name="矩形 127"/>
          <p:cNvSpPr/>
          <p:nvPr/>
        </p:nvSpPr>
        <p:spPr>
          <a:xfrm>
            <a:off x="7946874" y="262040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29" name="文字方塊 128"/>
              <p:cNvSpPr txBox="1"/>
              <p:nvPr/>
            </p:nvSpPr>
            <p:spPr>
              <a:xfrm>
                <a:off x="7759367" y="2751651"/>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29" name="文字方塊 128"/>
              <p:cNvSpPr txBox="1">
                <a:spLocks noRot="1" noChangeAspect="1" noMove="1" noResize="1" noEditPoints="1" noAdjustHandles="1" noChangeArrowheads="1" noChangeShapeType="1" noTextEdit="1"/>
              </p:cNvSpPr>
              <p:nvPr/>
            </p:nvSpPr>
            <p:spPr>
              <a:xfrm>
                <a:off x="7759367" y="2751651"/>
                <a:ext cx="1072742" cy="645160"/>
              </a:xfrm>
              <a:prstGeom prst="rect">
                <a:avLst/>
              </a:prstGeom>
              <a:blipFill rotWithShape="1">
                <a:blip r:embed="rId5"/>
                <a:stretch>
                  <a:fillRect l="-28" t="-30" r="49" b="3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0" name="文字方塊 129"/>
              <p:cNvSpPr txBox="1"/>
              <p:nvPr/>
            </p:nvSpPr>
            <p:spPr>
              <a:xfrm>
                <a:off x="6295068" y="2762770"/>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30" name="文字方塊 129"/>
              <p:cNvSpPr txBox="1">
                <a:spLocks noRot="1" noChangeAspect="1" noMove="1" noResize="1" noEditPoints="1" noAdjustHandles="1" noChangeArrowheads="1" noChangeShapeType="1" noTextEdit="1"/>
              </p:cNvSpPr>
              <p:nvPr/>
            </p:nvSpPr>
            <p:spPr>
              <a:xfrm>
                <a:off x="6295068" y="2762770"/>
                <a:ext cx="1072742" cy="646430"/>
              </a:xfrm>
              <a:prstGeom prst="rect">
                <a:avLst/>
              </a:prstGeom>
              <a:blipFill rotWithShape="1">
                <a:blip r:embed="rId6"/>
                <a:stretch>
                  <a:fillRect l="-29" t="-80" r="50" b="8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1" name="文字方塊 130"/>
              <p:cNvSpPr txBox="1"/>
              <p:nvPr/>
            </p:nvSpPr>
            <p:spPr>
              <a:xfrm>
                <a:off x="4851452" y="2791772"/>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1" name="文字方塊 130"/>
              <p:cNvSpPr txBox="1">
                <a:spLocks noRot="1" noChangeAspect="1" noMove="1" noResize="1" noEditPoints="1" noAdjustHandles="1" noChangeArrowheads="1" noChangeShapeType="1" noTextEdit="1"/>
              </p:cNvSpPr>
              <p:nvPr/>
            </p:nvSpPr>
            <p:spPr>
              <a:xfrm>
                <a:off x="4851452" y="2791772"/>
                <a:ext cx="1072742" cy="646430"/>
              </a:xfrm>
              <a:prstGeom prst="rect">
                <a:avLst/>
              </a:prstGeom>
              <a:blipFill rotWithShape="1">
                <a:blip r:embed="rId7"/>
                <a:stretch>
                  <a:fillRect l="-5" t="-48" r="26"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2" name="文字方塊 131"/>
              <p:cNvSpPr txBox="1"/>
              <p:nvPr/>
            </p:nvSpPr>
            <p:spPr>
              <a:xfrm>
                <a:off x="3441252" y="2724299"/>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𝒉</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32" name="文字方塊 131"/>
              <p:cNvSpPr txBox="1">
                <a:spLocks noRot="1" noChangeAspect="1" noMove="1" noResize="1" noEditPoints="1" noAdjustHandles="1" noChangeArrowheads="1" noChangeShapeType="1" noTextEdit="1"/>
              </p:cNvSpPr>
              <p:nvPr/>
            </p:nvSpPr>
            <p:spPr>
              <a:xfrm>
                <a:off x="3441252" y="2724299"/>
                <a:ext cx="1072742" cy="646430"/>
              </a:xfrm>
              <a:prstGeom prst="rect">
                <a:avLst/>
              </a:prstGeom>
              <a:blipFill rotWithShape="1">
                <a:blip r:embed="rId8"/>
                <a:stretch>
                  <a:fillRect l="-17" t="-23" r="39" b="2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1" name="文字方塊 140"/>
              <p:cNvSpPr txBox="1"/>
              <p:nvPr/>
            </p:nvSpPr>
            <p:spPr>
              <a:xfrm>
                <a:off x="7889133" y="7472782"/>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41" name="文字方塊 140"/>
              <p:cNvSpPr txBox="1">
                <a:spLocks noRot="1" noChangeAspect="1" noMove="1" noResize="1" noEditPoints="1" noAdjustHandles="1" noChangeArrowheads="1" noChangeShapeType="1" noTextEdit="1"/>
              </p:cNvSpPr>
              <p:nvPr/>
            </p:nvSpPr>
            <p:spPr>
              <a:xfrm>
                <a:off x="7889133" y="7472782"/>
                <a:ext cx="1072742" cy="645160"/>
              </a:xfrm>
              <a:prstGeom prst="rect">
                <a:avLst/>
              </a:prstGeom>
              <a:blipFill rotWithShape="1">
                <a:blip r:embed="rId9"/>
                <a:stretch>
                  <a:fillRect l="-49" t="-16" r="11"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2" name="文字方塊 141"/>
              <p:cNvSpPr txBox="1"/>
              <p:nvPr/>
            </p:nvSpPr>
            <p:spPr>
              <a:xfrm>
                <a:off x="6424835" y="7472782"/>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42" name="文字方塊 141"/>
              <p:cNvSpPr txBox="1">
                <a:spLocks noRot="1" noChangeAspect="1" noMove="1" noResize="1" noEditPoints="1" noAdjustHandles="1" noChangeArrowheads="1" noChangeShapeType="1" noTextEdit="1"/>
              </p:cNvSpPr>
              <p:nvPr/>
            </p:nvSpPr>
            <p:spPr>
              <a:xfrm>
                <a:off x="6424835" y="7472782"/>
                <a:ext cx="1072742" cy="646430"/>
              </a:xfrm>
              <a:prstGeom prst="rect">
                <a:avLst/>
              </a:prstGeom>
              <a:blipFill rotWithShape="1">
                <a:blip r:embed="rId10"/>
                <a:stretch>
                  <a:fillRect l="-50" t="-16" r="12"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3" name="文字方塊 142"/>
              <p:cNvSpPr txBox="1"/>
              <p:nvPr/>
            </p:nvSpPr>
            <p:spPr>
              <a:xfrm>
                <a:off x="4961340" y="7472782"/>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43" name="文字方塊 142"/>
              <p:cNvSpPr txBox="1">
                <a:spLocks noRot="1" noChangeAspect="1" noMove="1" noResize="1" noEditPoints="1" noAdjustHandles="1" noChangeArrowheads="1" noChangeShapeType="1" noTextEdit="1"/>
              </p:cNvSpPr>
              <p:nvPr/>
            </p:nvSpPr>
            <p:spPr>
              <a:xfrm>
                <a:off x="4961340" y="7472782"/>
                <a:ext cx="1072742" cy="646430"/>
              </a:xfrm>
              <a:prstGeom prst="rect">
                <a:avLst/>
              </a:prstGeom>
              <a:blipFill rotWithShape="1">
                <a:blip r:embed="rId11"/>
                <a:stretch>
                  <a:fillRect l="-8" t="-16" r="29" b="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4" name="文字方塊 143"/>
              <p:cNvSpPr txBox="1"/>
              <p:nvPr/>
            </p:nvSpPr>
            <p:spPr>
              <a:xfrm>
                <a:off x="3531263" y="7472782"/>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𝒙</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44" name="文字方塊 143"/>
              <p:cNvSpPr txBox="1">
                <a:spLocks noRot="1" noChangeAspect="1" noMove="1" noResize="1" noEditPoints="1" noAdjustHandles="1" noChangeArrowheads="1" noChangeShapeType="1" noTextEdit="1"/>
              </p:cNvSpPr>
              <p:nvPr/>
            </p:nvSpPr>
            <p:spPr>
              <a:xfrm>
                <a:off x="3531263" y="7472782"/>
                <a:ext cx="1072742" cy="646430"/>
              </a:xfrm>
              <a:prstGeom prst="rect">
                <a:avLst/>
              </a:prstGeom>
              <a:blipFill rotWithShape="1">
                <a:blip r:embed="rId12"/>
                <a:stretch>
                  <a:fillRect l="-3" t="-16" r="24" b="16"/>
                </a:stretch>
              </a:blipFill>
            </p:spPr>
            <p:txBody>
              <a:bodyPr/>
              <a:lstStyle/>
              <a:p>
                <a:r>
                  <a:rPr lang="en-US" altLang="en-US">
                    <a:noFill/>
                  </a:rPr>
                  <a:t> </a:t>
                </a:r>
              </a:p>
            </p:txBody>
          </p:sp>
        </mc:Fallback>
      </mc:AlternateContent>
      <p:sp>
        <p:nvSpPr>
          <p:cNvPr id="48" name="左大括弧 47"/>
          <p:cNvSpPr/>
          <p:nvPr/>
        </p:nvSpPr>
        <p:spPr>
          <a:xfrm>
            <a:off x="8729424" y="1690340"/>
            <a:ext cx="1383171" cy="6906162"/>
          </a:xfrm>
          <a:prstGeom prst="leftBrace">
            <a:avLst>
              <a:gd name="adj1" fmla="val 8333"/>
              <a:gd name="adj2" fmla="val 5386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2" name="文字方塊 1"/>
          <p:cNvSpPr txBox="1"/>
          <p:nvPr/>
        </p:nvSpPr>
        <p:spPr>
          <a:xfrm>
            <a:off x="13759815" y="5143500"/>
            <a:ext cx="3223895" cy="1198880"/>
          </a:xfrm>
          <a:prstGeom prst="rect">
            <a:avLst/>
          </a:prstGeom>
          <a:noFill/>
        </p:spPr>
        <p:txBody>
          <a:bodyPr wrap="square" rtlCol="0">
            <a:spAutoFit/>
          </a:bodyPr>
          <a:lstStyle/>
          <a:p>
            <a:r>
              <a:rPr lang="en-US" altLang="zh-TW" sz="3600" dirty="0"/>
              <a:t>Residual</a:t>
            </a:r>
          </a:p>
          <a:p>
            <a:r>
              <a:rPr lang="en-US" altLang="zh-TW" sz="3600" dirty="0"/>
              <a:t>+ Layer norm </a:t>
            </a:r>
            <a:endParaRPr lang="zh-TW" altLang="en-US" sz="3600" dirty="0"/>
          </a:p>
        </p:txBody>
      </p:sp>
      <p:cxnSp>
        <p:nvCxnSpPr>
          <p:cNvPr id="4" name="直線單箭頭接點 3"/>
          <p:cNvCxnSpPr/>
          <p:nvPr/>
        </p:nvCxnSpPr>
        <p:spPr>
          <a:xfrm flipH="1" flipV="1">
            <a:off x="13123068" y="4006632"/>
            <a:ext cx="1274043" cy="104283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flipH="1" flipV="1">
            <a:off x="13123067" y="2076908"/>
            <a:ext cx="1438938" cy="297256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 name="投影片編號版面配置區 8"/>
          <p:cNvSpPr>
            <a:spLocks noGrp="1"/>
          </p:cNvSpPr>
          <p:nvPr>
            <p:ph type="sldNum" sz="quarter" idx="12"/>
          </p:nvPr>
        </p:nvSpPr>
        <p:spPr>
          <a:xfrm>
            <a:off x="11951970" y="8281672"/>
            <a:ext cx="3086100" cy="547688"/>
          </a:xfrm>
        </p:spPr>
        <p:txBody>
          <a:bodyPr/>
          <a:lstStyle/>
          <a:p>
            <a:fld id="{14FE7D4A-7B99-4F9B-9C7F-3AECE8C25A38}" type="slidenum">
              <a:rPr lang="zh-TW" altLang="en-US" sz="100" smtClean="0"/>
              <a:t>47</a:t>
            </a:fld>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a:t>Transformer</a:t>
            </a:r>
          </a:p>
        </p:txBody>
      </p:sp>
      <p:sp>
        <p:nvSpPr>
          <p:cNvPr id="3" name="Subtitle 2"/>
          <p:cNvSpPr>
            <a:spLocks noGrp="1"/>
          </p:cNvSpPr>
          <p:nvPr>
            <p:ph type="subTitle" idx="1"/>
          </p:nvPr>
        </p:nvSpPr>
        <p:spPr>
          <a:xfrm>
            <a:off x="2644777" y="4949827"/>
            <a:ext cx="12998450" cy="1374774"/>
          </a:xfrm>
        </p:spPr>
        <p:txBody>
          <a:bodyPr/>
          <a:lstStyle/>
          <a:p>
            <a:pPr fontAlgn="auto">
              <a:spcAft>
                <a:spcPts val="0"/>
              </a:spcAft>
              <a:defRPr/>
            </a:pPr>
            <a:r>
              <a:rPr lang="en-US"/>
              <a:t>Decoder</a:t>
            </a:r>
          </a:p>
          <a:p>
            <a:pPr fontAlgn="auto">
              <a:spcAft>
                <a:spcPts val="0"/>
              </a:spcAft>
              <a:defRPr/>
            </a:pPr>
            <a:r>
              <a:rPr lang="en-US"/>
              <a:t>Cross attention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字方塊 14"/>
          <p:cNvSpPr txBox="1"/>
          <p:nvPr/>
        </p:nvSpPr>
        <p:spPr>
          <a:xfrm>
            <a:off x="2446319" y="8962182"/>
            <a:ext cx="38020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49</a:t>
            </a:fld>
            <a:endParaRPr lang="zh-TW" altLang="en-US" sz="100"/>
          </a:p>
        </p:txBody>
      </p:sp>
      <p:sp>
        <p:nvSpPr>
          <p:cNvPr id="5"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dirty="0">
                <a:sym typeface="+mn-ea"/>
              </a:rPr>
              <a:t>Decoder</a:t>
            </a:r>
          </a:p>
        </p:txBody>
      </p:sp>
      <p:sp>
        <p:nvSpPr>
          <p:cNvPr id="8" name="矩形: 圓角 16"/>
          <p:cNvSpPr/>
          <p:nvPr/>
        </p:nvSpPr>
        <p:spPr>
          <a:xfrm>
            <a:off x="5076567" y="4445382"/>
            <a:ext cx="3768966"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Encoder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10454119" y="4445381"/>
            <a:ext cx="3768966"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4858198" y="6965861"/>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Input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5" name="直線單箭頭接點 24"/>
          <p:cNvCxnSpPr/>
          <p:nvPr/>
        </p:nvCxnSpPr>
        <p:spPr>
          <a:xfrm>
            <a:off x="9061764" y="5428866"/>
            <a:ext cx="12759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10235751" y="3119388"/>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output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8" name="直線單箭頭接點 27"/>
          <p:cNvCxnSpPr/>
          <p:nvPr/>
        </p:nvCxnSpPr>
        <p:spPr>
          <a:xfrm flipV="1">
            <a:off x="12338602" y="3861416"/>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3"/>
          <p:cNvSpPr/>
          <p:nvPr/>
        </p:nvSpPr>
        <p:spPr>
          <a:xfrm>
            <a:off x="10169391" y="3100580"/>
            <a:ext cx="4338423" cy="364287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nvGrpSpPr>
          <p:cNvPr id="12" name="Group 11"/>
          <p:cNvGrpSpPr>
            <a:grpSpLocks noGrp="1" noUngrp="1" noRot="1" noChangeAspect="1" noMove="1" noResize="1"/>
          </p:cNvGrpSpPr>
          <p:nvPr/>
        </p:nvGrpSpPr>
        <p:grpSpPr>
          <a:xfrm>
            <a:off x="10192936" y="0"/>
            <a:ext cx="5808429" cy="4729527"/>
            <a:chOff x="6867015" y="-1"/>
            <a:chExt cx="5324985" cy="3251912"/>
          </a:xfrm>
          <a:solidFill>
            <a:schemeClr val="accent5">
              <a:alpha val="10000"/>
            </a:schemeClr>
          </a:solidFill>
        </p:grpSpPr>
        <p:sp>
          <p:nvSpPr>
            <p:cNvPr id="13" name="Freeform: Shape 12"/>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 name="Group 18"/>
          <p:cNvGrpSpPr>
            <a:grpSpLocks noGrp="1" noUngrp="1" noRot="1" noChangeAspect="1" noMove="1" noResize="1"/>
          </p:cNvGrpSpPr>
          <p:nvPr/>
        </p:nvGrpSpPr>
        <p:grpSpPr>
          <a:xfrm rot="10800000" flipH="1">
            <a:off x="2321218" y="6219465"/>
            <a:ext cx="3535199" cy="4075208"/>
            <a:chOff x="-305" y="-4155"/>
            <a:chExt cx="2514948" cy="2174333"/>
          </a:xfrm>
        </p:grpSpPr>
        <p:sp>
          <p:nvSpPr>
            <p:cNvPr id="20" name="Freeform: Shape 18"/>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19"/>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Shape 20"/>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1"/>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30" name="直線單箭頭接點 25"/>
          <p:cNvCxnSpPr/>
          <p:nvPr/>
        </p:nvCxnSpPr>
        <p:spPr>
          <a:xfrm flipV="1">
            <a:off x="6794500" y="6485255"/>
            <a:ext cx="0" cy="5842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字方塊 14"/>
          <p:cNvSpPr txBox="1"/>
          <p:nvPr/>
        </p:nvSpPr>
        <p:spPr>
          <a:xfrm>
            <a:off x="2446319" y="8962182"/>
            <a:ext cx="38020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50</a:t>
            </a:fld>
            <a:endParaRPr lang="zh-TW" altLang="en-US" sz="100"/>
          </a:p>
        </p:txBody>
      </p:sp>
      <p:sp>
        <p:nvSpPr>
          <p:cNvPr id="8" name="矩形: 圓角 16"/>
          <p:cNvSpPr/>
          <p:nvPr/>
        </p:nvSpPr>
        <p:spPr>
          <a:xfrm>
            <a:off x="5076567" y="4445382"/>
            <a:ext cx="3768966"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Encoder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10454119" y="4445381"/>
            <a:ext cx="3768966"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4858198" y="6965861"/>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Input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5" name="直線單箭頭接點 24"/>
          <p:cNvCxnSpPr/>
          <p:nvPr/>
        </p:nvCxnSpPr>
        <p:spPr>
          <a:xfrm>
            <a:off x="9061764" y="5428866"/>
            <a:ext cx="12759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10235751" y="3119388"/>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output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8" name="直線單箭頭接點 27"/>
          <p:cNvCxnSpPr/>
          <p:nvPr/>
        </p:nvCxnSpPr>
        <p:spPr>
          <a:xfrm flipV="1">
            <a:off x="12338602" y="3861416"/>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3"/>
          <p:cNvSpPr/>
          <p:nvPr/>
        </p:nvSpPr>
        <p:spPr>
          <a:xfrm>
            <a:off x="10169391" y="3100580"/>
            <a:ext cx="4338423" cy="364287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2"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dirty="0">
                <a:sym typeface="+mn-ea"/>
              </a:rPr>
              <a:t>Decoder </a:t>
            </a:r>
            <a:br>
              <a:rPr lang="en-US" altLang="zh-TW" dirty="0">
                <a:sym typeface="+mn-ea"/>
              </a:rPr>
            </a:br>
            <a:r>
              <a:rPr lang="en-US" altLang="zh-TW" dirty="0">
                <a:sym typeface="+mn-ea"/>
              </a:rPr>
              <a:t>– Autoregressive (AT)  </a:t>
            </a:r>
          </a:p>
        </p:txBody>
      </p:sp>
      <p:grpSp>
        <p:nvGrpSpPr>
          <p:cNvPr id="12" name="Group 11"/>
          <p:cNvGrpSpPr>
            <a:grpSpLocks noGrp="1" noUngrp="1" noRot="1" noChangeAspect="1" noMove="1" noResize="1"/>
          </p:cNvGrpSpPr>
          <p:nvPr/>
        </p:nvGrpSpPr>
        <p:grpSpPr>
          <a:xfrm>
            <a:off x="10192936" y="0"/>
            <a:ext cx="5808429" cy="4729527"/>
            <a:chOff x="6867015" y="-1"/>
            <a:chExt cx="5324985" cy="3251912"/>
          </a:xfrm>
          <a:solidFill>
            <a:schemeClr val="accent5">
              <a:alpha val="10000"/>
            </a:schemeClr>
          </a:solidFill>
        </p:grpSpPr>
        <p:sp>
          <p:nvSpPr>
            <p:cNvPr id="13" name="Freeform: Shape 12"/>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reeform: Shape 1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 name="Group 17"/>
          <p:cNvGrpSpPr>
            <a:grpSpLocks noGrp="1" noUngrp="1" noRot="1" noChangeAspect="1" noMove="1" noResize="1"/>
          </p:cNvGrpSpPr>
          <p:nvPr/>
        </p:nvGrpSpPr>
        <p:grpSpPr>
          <a:xfrm rot="10800000" flipH="1">
            <a:off x="2321218" y="6219465"/>
            <a:ext cx="3535199" cy="4075208"/>
            <a:chOff x="-305" y="-4155"/>
            <a:chExt cx="2514948" cy="2174333"/>
          </a:xfrm>
        </p:grpSpPr>
        <p:sp>
          <p:nvSpPr>
            <p:cNvPr id="19" name="Freeform: Shape 18"/>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30" name="直線單箭頭接點 25"/>
          <p:cNvCxnSpPr/>
          <p:nvPr/>
        </p:nvCxnSpPr>
        <p:spPr>
          <a:xfrm flipV="1">
            <a:off x="6794500" y="6485255"/>
            <a:ext cx="0" cy="5842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線單箭頭接點 48"/>
          <p:cNvCxnSpPr/>
          <p:nvPr/>
        </p:nvCxnSpPr>
        <p:spPr>
          <a:xfrm flipV="1">
            <a:off x="7568786" y="3066984"/>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flipV="1">
            <a:off x="7547015" y="496739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pPr algn="l"/>
            <a:r>
              <a:rPr lang="en-US" altLang="zh-TW" dirty="0"/>
              <a:t>Autoregressive </a:t>
            </a:r>
            <a:endParaRPr lang="zh-TW" altLang="en-US" dirty="0"/>
          </a:p>
        </p:txBody>
      </p:sp>
      <p:sp>
        <p:nvSpPr>
          <p:cNvPr id="45" name="矩形: 圓角 44"/>
          <p:cNvSpPr/>
          <p:nvPr/>
        </p:nvSpPr>
        <p:spPr>
          <a:xfrm>
            <a:off x="6777542" y="5736761"/>
            <a:ext cx="8281484"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sp>
        <p:nvSpPr>
          <p:cNvPr id="61" name="矩形 60"/>
          <p:cNvSpPr/>
          <p:nvPr/>
        </p:nvSpPr>
        <p:spPr>
          <a:xfrm>
            <a:off x="3290423" y="4325630"/>
            <a:ext cx="2100798" cy="1181760"/>
          </a:xfrm>
          <a:prstGeom prst="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62" name="直線單箭頭接點 61"/>
          <p:cNvCxnSpPr/>
          <p:nvPr/>
        </p:nvCxnSpPr>
        <p:spPr>
          <a:xfrm>
            <a:off x="5536670" y="4887761"/>
            <a:ext cx="6177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6161321" y="6719603"/>
            <a:ext cx="550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6161321" y="4866470"/>
            <a:ext cx="0" cy="182310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1" name="群組 40"/>
          <p:cNvGrpSpPr/>
          <p:nvPr/>
        </p:nvGrpSpPr>
        <p:grpSpPr>
          <a:xfrm>
            <a:off x="3162300" y="4479369"/>
            <a:ext cx="2383352" cy="4482813"/>
            <a:chOff x="553420" y="2633912"/>
            <a:chExt cx="1588901" cy="2988542"/>
          </a:xfrm>
        </p:grpSpPr>
        <p:sp>
          <p:nvSpPr>
            <p:cNvPr id="21" name="矩形: 圓角 20"/>
            <p:cNvSpPr/>
            <p:nvPr/>
          </p:nvSpPr>
          <p:spPr>
            <a:xfrm>
              <a:off x="553420" y="3459473"/>
              <a:ext cx="1582913" cy="1291009"/>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grpSp>
          <p:nvGrpSpPr>
            <p:cNvPr id="53" name="群組 106"/>
            <p:cNvGrpSpPr/>
            <p:nvPr/>
          </p:nvGrpSpPr>
          <p:grpSpPr bwMode="auto">
            <a:xfrm flipH="1">
              <a:off x="628650" y="5096765"/>
              <a:ext cx="1513671" cy="525689"/>
              <a:chOff x="467932" y="3914400"/>
              <a:chExt cx="2909888" cy="576263"/>
            </a:xfrm>
          </p:grpSpPr>
          <p:pic>
            <p:nvPicPr>
              <p:cNvPr id="5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矩形 56"/>
            <p:cNvSpPr/>
            <p:nvPr/>
          </p:nvSpPr>
          <p:spPr>
            <a:xfrm>
              <a:off x="764648" y="5075754"/>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9" name="矩形 58"/>
            <p:cNvSpPr/>
            <p:nvPr/>
          </p:nvSpPr>
          <p:spPr>
            <a:xfrm>
              <a:off x="1114984" y="5075754"/>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63" name="矩形 62"/>
            <p:cNvSpPr/>
            <p:nvPr/>
          </p:nvSpPr>
          <p:spPr>
            <a:xfrm>
              <a:off x="1444296" y="5075754"/>
              <a:ext cx="154466" cy="52568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65" name="矩形 64"/>
            <p:cNvSpPr/>
            <p:nvPr/>
          </p:nvSpPr>
          <p:spPr>
            <a:xfrm>
              <a:off x="1796860" y="5075754"/>
              <a:ext cx="154466" cy="5256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grpSp>
          <p:nvGrpSpPr>
            <p:cNvPr id="36" name="群組 35"/>
            <p:cNvGrpSpPr/>
            <p:nvPr/>
          </p:nvGrpSpPr>
          <p:grpSpPr>
            <a:xfrm>
              <a:off x="764648" y="2633912"/>
              <a:ext cx="154466" cy="825561"/>
              <a:chOff x="821798" y="2633912"/>
              <a:chExt cx="154466" cy="825561"/>
            </a:xfrm>
          </p:grpSpPr>
          <p:sp>
            <p:nvSpPr>
              <p:cNvPr id="67" name="矩形 66"/>
              <p:cNvSpPr/>
              <p:nvPr/>
            </p:nvSpPr>
            <p:spPr>
              <a:xfrm>
                <a:off x="821798" y="2633912"/>
                <a:ext cx="154466" cy="52568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79" name="直線單箭頭接點 78"/>
              <p:cNvCxnSpPr/>
              <p:nvPr/>
            </p:nvCxnSpPr>
            <p:spPr>
              <a:xfrm flipV="1">
                <a:off x="900021"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群組 36"/>
            <p:cNvGrpSpPr/>
            <p:nvPr/>
          </p:nvGrpSpPr>
          <p:grpSpPr>
            <a:xfrm>
              <a:off x="1104472" y="2633912"/>
              <a:ext cx="154466" cy="825561"/>
              <a:chOff x="1069744" y="2633912"/>
              <a:chExt cx="154466" cy="825561"/>
            </a:xfrm>
          </p:grpSpPr>
          <p:sp>
            <p:nvSpPr>
              <p:cNvPr id="74" name="矩形 73"/>
              <p:cNvSpPr/>
              <p:nvPr/>
            </p:nvSpPr>
            <p:spPr>
              <a:xfrm>
                <a:off x="1069744"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0" name="直線單箭頭接點 79"/>
              <p:cNvCxnSpPr/>
              <p:nvPr/>
            </p:nvCxnSpPr>
            <p:spPr>
              <a:xfrm flipV="1">
                <a:off x="1146977"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p:cNvGrpSpPr/>
            <p:nvPr/>
          </p:nvGrpSpPr>
          <p:grpSpPr>
            <a:xfrm>
              <a:off x="1444296" y="2633912"/>
              <a:ext cx="154466" cy="825561"/>
              <a:chOff x="1326625" y="2633912"/>
              <a:chExt cx="154466" cy="825561"/>
            </a:xfrm>
          </p:grpSpPr>
          <p:sp>
            <p:nvSpPr>
              <p:cNvPr id="75" name="矩形 74"/>
              <p:cNvSpPr/>
              <p:nvPr/>
            </p:nvSpPr>
            <p:spPr>
              <a:xfrm>
                <a:off x="1326625"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1" name="直線單箭頭接點 80"/>
              <p:cNvCxnSpPr/>
              <p:nvPr/>
            </p:nvCxnSpPr>
            <p:spPr>
              <a:xfrm flipV="1">
                <a:off x="1401485"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群組 38"/>
            <p:cNvGrpSpPr/>
            <p:nvPr/>
          </p:nvGrpSpPr>
          <p:grpSpPr>
            <a:xfrm>
              <a:off x="1784120" y="2633912"/>
              <a:ext cx="154466" cy="825561"/>
              <a:chOff x="1574570" y="2633912"/>
              <a:chExt cx="154466" cy="825561"/>
            </a:xfrm>
          </p:grpSpPr>
          <p:sp>
            <p:nvSpPr>
              <p:cNvPr id="76" name="矩形 75"/>
              <p:cNvSpPr/>
              <p:nvPr/>
            </p:nvSpPr>
            <p:spPr>
              <a:xfrm>
                <a:off x="1574570" y="2633912"/>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cxnSp>
            <p:nvCxnSpPr>
              <p:cNvPr id="82" name="直線單箭頭接點 81"/>
              <p:cNvCxnSpPr/>
              <p:nvPr/>
            </p:nvCxnSpPr>
            <p:spPr>
              <a:xfrm flipV="1">
                <a:off x="1651803"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直線單箭頭接點 82"/>
            <p:cNvCxnSpPr/>
            <p:nvPr/>
          </p:nvCxnSpPr>
          <p:spPr>
            <a:xfrm flipV="1">
              <a:off x="86149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1200197" y="475487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flipV="1">
              <a:off x="153890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p:nvPr/>
          </p:nvCxnSpPr>
          <p:spPr>
            <a:xfrm flipV="1">
              <a:off x="1877608"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直線單箭頭接點 86"/>
          <p:cNvCxnSpPr/>
          <p:nvPr/>
        </p:nvCxnSpPr>
        <p:spPr>
          <a:xfrm flipV="1">
            <a:off x="7547015" y="767327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6787320" y="9235349"/>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90" name="矩形 89"/>
          <p:cNvSpPr/>
          <p:nvPr/>
        </p:nvSpPr>
        <p:spPr>
          <a:xfrm>
            <a:off x="7367628" y="3798444"/>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aphicFrame>
        <p:nvGraphicFramePr>
          <p:cNvPr id="56" name="表格 52"/>
          <p:cNvGraphicFramePr>
            <a:graphicFrameLocks noGrp="1"/>
          </p:cNvGraphicFramePr>
          <p:nvPr/>
        </p:nvGraphicFramePr>
        <p:xfrm>
          <a:off x="9621759" y="1731753"/>
          <a:ext cx="3169920" cy="2654300"/>
        </p:xfrm>
        <a:graphic>
          <a:graphicData uri="http://schemas.openxmlformats.org/drawingml/2006/table">
            <a:tbl>
              <a:tblPr firstRow="1" bandRow="1">
                <a:tableStyleId>{C4B1156A-380E-4F78-BDF5-A606A8083BF9}</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tblGrid>
              <a:tr h="5029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b="0"/>
                        <a:t>love</a:t>
                      </a:r>
                      <a:endParaRPr lang="en-US" altLang="zh-TW" sz="2400" b="0" dirty="0"/>
                    </a:p>
                  </a:txBody>
                  <a:tcPr marL="137160" marR="137160" marT="68580" marB="68580"/>
                </a:tc>
                <a:tc>
                  <a:txBody>
                    <a:bodyPr/>
                    <a:lstStyle/>
                    <a:p>
                      <a:pPr algn="ctr"/>
                      <a:r>
                        <a:rPr lang="en-US" altLang="zh-TW" sz="2400" b="0" dirty="0"/>
                        <a:t>0.0</a:t>
                      </a:r>
                    </a:p>
                  </a:txBody>
                  <a:tcPr marL="137160" marR="137160" marT="68580" marB="68580"/>
                </a:tc>
                <a:extLst>
                  <a:ext uri="{0D108BD9-81ED-4DB2-BD59-A6C34878D82A}">
                    <a16:rowId xmlns:a16="http://schemas.microsoft.com/office/drawing/2014/main" val="10000"/>
                  </a:ext>
                </a:extLst>
              </a:tr>
              <a:tr h="5232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b="0" dirty="0"/>
                        <a:t>I</a:t>
                      </a:r>
                    </a:p>
                  </a:txBody>
                  <a:tcPr marL="137160" marR="137160" marT="68580" marB="68580"/>
                </a:tc>
                <a:tc>
                  <a:txBody>
                    <a:bodyPr/>
                    <a:lstStyle/>
                    <a:p>
                      <a:pPr algn="ctr"/>
                      <a:r>
                        <a:rPr lang="en-US" altLang="zh-TW" sz="2400" b="0" dirty="0"/>
                        <a:t>0.8</a:t>
                      </a:r>
                    </a:p>
                  </a:txBody>
                  <a:tcPr marL="137160" marR="137160" marT="68580" marB="68580"/>
                </a:tc>
                <a:extLst>
                  <a:ext uri="{0D108BD9-81ED-4DB2-BD59-A6C34878D82A}">
                    <a16:rowId xmlns:a16="http://schemas.microsoft.com/office/drawing/2014/main" val="10001"/>
                  </a:ext>
                </a:extLst>
              </a:tr>
              <a:tr h="519430">
                <a:tc>
                  <a:txBody>
                    <a:bodyPr/>
                    <a:lstStyle/>
                    <a:p>
                      <a:pPr algn="ctr"/>
                      <a:r>
                        <a:rPr lang="en-US" altLang="zh-TW" sz="2400" b="0" dirty="0"/>
                        <a:t>deep</a:t>
                      </a:r>
                    </a:p>
                  </a:txBody>
                  <a:tcPr marL="137160" marR="137160" marT="68580" marB="68580"/>
                </a:tc>
                <a:tc>
                  <a:txBody>
                    <a:bodyPr/>
                    <a:lstStyle/>
                    <a:p>
                      <a:pPr algn="ctr"/>
                      <a:r>
                        <a:rPr lang="en-US" altLang="zh-TW" sz="2400" b="0" dirty="0"/>
                        <a:t>0.0</a:t>
                      </a:r>
                    </a:p>
                  </a:txBody>
                  <a:tcPr marL="137160" marR="137160" marT="68580" marB="68580"/>
                </a:tc>
                <a:extLst>
                  <a:ext uri="{0D108BD9-81ED-4DB2-BD59-A6C34878D82A}">
                    <a16:rowId xmlns:a16="http://schemas.microsoft.com/office/drawing/2014/main" val="10002"/>
                  </a:ext>
                </a:extLst>
              </a:tr>
              <a:tr h="58293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b="0" dirty="0"/>
                        <a:t>learning</a:t>
                      </a:r>
                    </a:p>
                  </a:txBody>
                  <a:tcPr marL="137160" marR="137160" marT="68580" marB="68580"/>
                </a:tc>
                <a:tc>
                  <a:txBody>
                    <a:bodyPr/>
                    <a:lstStyle/>
                    <a:p>
                      <a:pPr algn="ctr"/>
                      <a:r>
                        <a:rPr lang="en-US" altLang="zh-TW" sz="2400" b="0" dirty="0"/>
                        <a:t>0.1</a:t>
                      </a:r>
                    </a:p>
                  </a:txBody>
                  <a:tcPr marL="137160" marR="137160" marT="68580" marB="68580"/>
                </a:tc>
                <a:extLst>
                  <a:ext uri="{0D108BD9-81ED-4DB2-BD59-A6C34878D82A}">
                    <a16:rowId xmlns:a16="http://schemas.microsoft.com/office/drawing/2014/main" val="10003"/>
                  </a:ext>
                </a:extLst>
              </a:tr>
              <a:tr h="525780">
                <a:tc>
                  <a:txBody>
                    <a:bodyPr/>
                    <a:lstStyle/>
                    <a:p>
                      <a:pPr algn="ctr"/>
                      <a:r>
                        <a:rPr lang="en-US" altLang="zh-TW" sz="2400" b="0" dirty="0"/>
                        <a:t>……</a:t>
                      </a:r>
                    </a:p>
                  </a:txBody>
                  <a:tcPr marL="137160" marR="137160" marT="68580" marB="68580"/>
                </a:tc>
                <a:tc>
                  <a:txBody>
                    <a:bodyPr/>
                    <a:lstStyle/>
                    <a:p>
                      <a:pPr algn="ctr"/>
                      <a:r>
                        <a:rPr lang="en-US" altLang="zh-TW" sz="2400" b="0" dirty="0"/>
                        <a:t>……</a:t>
                      </a:r>
                    </a:p>
                  </a:txBody>
                  <a:tcPr marL="137160" marR="137160" marT="68580" marB="68580"/>
                </a:tc>
                <a:extLst>
                  <a:ext uri="{0D108BD9-81ED-4DB2-BD59-A6C34878D82A}">
                    <a16:rowId xmlns:a16="http://schemas.microsoft.com/office/drawing/2014/main" val="10004"/>
                  </a:ext>
                </a:extLst>
              </a:tr>
            </a:tbl>
          </a:graphicData>
        </a:graphic>
      </p:graphicFrame>
      <p:cxnSp>
        <p:nvCxnSpPr>
          <p:cNvPr id="68" name="直線單箭頭接點 67"/>
          <p:cNvCxnSpPr/>
          <p:nvPr/>
        </p:nvCxnSpPr>
        <p:spPr>
          <a:xfrm>
            <a:off x="7803492" y="4146984"/>
            <a:ext cx="1681554"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9" name="左大括弧 68"/>
          <p:cNvSpPr/>
          <p:nvPr/>
        </p:nvSpPr>
        <p:spPr>
          <a:xfrm flipH="1">
            <a:off x="12932924" y="1673183"/>
            <a:ext cx="359369" cy="2781300"/>
          </a:xfrm>
          <a:prstGeom prst="leftBrace">
            <a:avLst>
              <a:gd name="adj1" fmla="val 44298"/>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71" name="文字方塊 70"/>
          <p:cNvSpPr txBox="1"/>
          <p:nvPr/>
        </p:nvSpPr>
        <p:spPr>
          <a:xfrm>
            <a:off x="13504545" y="2704465"/>
            <a:ext cx="3082925" cy="521970"/>
          </a:xfrm>
          <a:prstGeom prst="rect">
            <a:avLst/>
          </a:prstGeom>
          <a:noFill/>
        </p:spPr>
        <p:txBody>
          <a:bodyPr wrap="square" rtlCol="0">
            <a:spAutoFit/>
          </a:bodyPr>
          <a:lstStyle/>
          <a:p>
            <a:r>
              <a:rPr lang="en-US" altLang="zh-TW" sz="2800" dirty="0"/>
              <a:t>Size V</a:t>
            </a:r>
          </a:p>
        </p:txBody>
      </p:sp>
      <p:sp>
        <p:nvSpPr>
          <p:cNvPr id="72" name="文字方塊 71"/>
          <p:cNvSpPr txBox="1"/>
          <p:nvPr/>
        </p:nvSpPr>
        <p:spPr>
          <a:xfrm>
            <a:off x="13479780" y="3263900"/>
            <a:ext cx="4156710" cy="521970"/>
          </a:xfrm>
          <a:prstGeom prst="rect">
            <a:avLst/>
          </a:prstGeom>
          <a:noFill/>
        </p:spPr>
        <p:txBody>
          <a:bodyPr wrap="square" rtlCol="0">
            <a:spAutoFit/>
          </a:bodyPr>
          <a:lstStyle/>
          <a:p>
            <a:r>
              <a:rPr lang="en-US" altLang="zh-TW" sz="2800" dirty="0"/>
              <a:t>(common characters)</a:t>
            </a:r>
          </a:p>
        </p:txBody>
      </p:sp>
      <p:sp>
        <p:nvSpPr>
          <p:cNvPr id="6" name="文字方塊 5"/>
          <p:cNvSpPr txBox="1"/>
          <p:nvPr/>
        </p:nvSpPr>
        <p:spPr>
          <a:xfrm>
            <a:off x="7634279" y="4955318"/>
            <a:ext cx="1850768" cy="521970"/>
          </a:xfrm>
          <a:prstGeom prst="rect">
            <a:avLst/>
          </a:prstGeom>
          <a:noFill/>
        </p:spPr>
        <p:txBody>
          <a:bodyPr wrap="square" rtlCol="0">
            <a:spAutoFit/>
          </a:bodyPr>
          <a:lstStyle/>
          <a:p>
            <a:r>
              <a:rPr lang="en-US" altLang="zh-TW" sz="2800" dirty="0" err="1"/>
              <a:t>softmax</a:t>
            </a:r>
          </a:p>
        </p:txBody>
      </p:sp>
      <p:sp>
        <p:nvSpPr>
          <p:cNvPr id="73" name="文字方塊 72"/>
          <p:cNvSpPr txBox="1"/>
          <p:nvPr/>
        </p:nvSpPr>
        <p:spPr>
          <a:xfrm>
            <a:off x="9974648" y="916653"/>
            <a:ext cx="2463929" cy="645160"/>
          </a:xfrm>
          <a:prstGeom prst="rect">
            <a:avLst/>
          </a:prstGeom>
          <a:noFill/>
        </p:spPr>
        <p:txBody>
          <a:bodyPr wrap="square" rtlCol="0">
            <a:spAutoFit/>
          </a:bodyPr>
          <a:lstStyle/>
          <a:p>
            <a:r>
              <a:rPr lang="en-US" altLang="zh-TW" sz="3600" dirty="0"/>
              <a:t>distribution</a:t>
            </a:r>
            <a:endParaRPr lang="zh-TW" altLang="en-US" sz="3600" dirty="0"/>
          </a:p>
        </p:txBody>
      </p:sp>
      <p:sp>
        <p:nvSpPr>
          <p:cNvPr id="15" name="文字方塊 14"/>
          <p:cNvSpPr txBox="1"/>
          <p:nvPr/>
        </p:nvSpPr>
        <p:spPr>
          <a:xfrm>
            <a:off x="2386576" y="8980529"/>
            <a:ext cx="4029062"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grpSp>
        <p:nvGrpSpPr>
          <p:cNvPr id="17" name="群組 16"/>
          <p:cNvGrpSpPr/>
          <p:nvPr/>
        </p:nvGrpSpPr>
        <p:grpSpPr>
          <a:xfrm>
            <a:off x="7380521" y="8174742"/>
            <a:ext cx="359370" cy="1080000"/>
            <a:chOff x="3445729" y="5741259"/>
            <a:chExt cx="239580" cy="720000"/>
          </a:xfrm>
        </p:grpSpPr>
        <p:sp>
          <p:nvSpPr>
            <p:cNvPr id="77" name="矩形 76"/>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16" name="橢圓 15"/>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sp>
        <p:nvSpPr>
          <p:cNvPr id="48" name="矩形: 圓角 47"/>
          <p:cNvSpPr/>
          <p:nvPr/>
        </p:nvSpPr>
        <p:spPr>
          <a:xfrm>
            <a:off x="9657635" y="2225190"/>
            <a:ext cx="3169005" cy="5094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52" name="文字方塊 51"/>
          <p:cNvSpPr txBox="1"/>
          <p:nvPr/>
        </p:nvSpPr>
        <p:spPr>
          <a:xfrm>
            <a:off x="5669441" y="3050647"/>
            <a:ext cx="1850768" cy="521970"/>
          </a:xfrm>
          <a:prstGeom prst="rect">
            <a:avLst/>
          </a:prstGeom>
          <a:noFill/>
        </p:spPr>
        <p:txBody>
          <a:bodyPr wrap="square" rtlCol="0">
            <a:spAutoFit/>
          </a:bodyPr>
          <a:lstStyle/>
          <a:p>
            <a:pPr algn="r"/>
            <a:r>
              <a:rPr lang="en-US" altLang="zh-TW" sz="2800" dirty="0"/>
              <a:t>max</a:t>
            </a:r>
          </a:p>
        </p:txBody>
      </p:sp>
      <p:sp>
        <p:nvSpPr>
          <p:cNvPr id="58" name="文字方塊 57"/>
          <p:cNvSpPr txBox="1"/>
          <p:nvPr/>
        </p:nvSpPr>
        <p:spPr>
          <a:xfrm>
            <a:off x="7047624" y="2519990"/>
            <a:ext cx="99172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I</a:t>
            </a:r>
            <a:endParaRPr lang="zh-TW" altLang="en-US" sz="100" b="0" dirty="0"/>
          </a:p>
        </p:txBody>
      </p:sp>
      <p:sp>
        <p:nvSpPr>
          <p:cNvPr id="4" name="文字方塊 3"/>
          <p:cNvSpPr txBox="1"/>
          <p:nvPr/>
        </p:nvSpPr>
        <p:spPr>
          <a:xfrm>
            <a:off x="6415638" y="9163364"/>
            <a:ext cx="4637138" cy="523220"/>
          </a:xfrm>
          <a:prstGeom prst="rect">
            <a:avLst/>
          </a:prstGeom>
          <a:noFill/>
        </p:spPr>
        <p:txBody>
          <a:bodyPr wrap="square" rtlCol="0">
            <a:spAutoFit/>
          </a:bodyPr>
          <a:lstStyle/>
          <a:p>
            <a:r>
              <a:rPr lang="en-US" altLang="zh-TW" sz="2800" dirty="0"/>
              <a:t>BEGIN (special token)</a:t>
            </a:r>
          </a:p>
        </p:txBody>
      </p:sp>
      <p:sp>
        <p:nvSpPr>
          <p:cNvPr id="5" name="投影片編號版面配置區 4"/>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51</a:t>
            </a:fld>
            <a:endParaRPr lang="zh-TW" altLang="en-US" sz="100"/>
          </a:p>
        </p:txBody>
      </p:sp>
      <p:sp>
        <p:nvSpPr>
          <p:cNvPr id="7" name="Text Box 6"/>
          <p:cNvSpPr txBox="1"/>
          <p:nvPr/>
        </p:nvSpPr>
        <p:spPr>
          <a:xfrm>
            <a:off x="1098550" y="1731645"/>
            <a:ext cx="5278755" cy="521970"/>
          </a:xfrm>
          <a:prstGeom prst="rect">
            <a:avLst/>
          </a:prstGeom>
          <a:noFill/>
        </p:spPr>
        <p:txBody>
          <a:bodyPr wrap="none" rtlCol="0" anchor="t">
            <a:spAutoFit/>
          </a:bodyPr>
          <a:lstStyle/>
          <a:p>
            <a:pPr algn="l"/>
            <a:r>
              <a:rPr lang="en-US" altLang="en-US" sz="2800">
                <a:solidFill>
                  <a:schemeClr val="accent1"/>
                </a:solidFill>
                <a:latin typeface="+mj-lt"/>
                <a:cs typeface="+mj-cs"/>
                <a:sym typeface="+mn-ea"/>
              </a:rPr>
              <a:t>Speech Recognition as example</a:t>
            </a:r>
          </a:p>
        </p:txBody>
      </p:sp>
      <p:sp>
        <p:nvSpPr>
          <p:cNvPr id="10" name="文字方塊 132"/>
          <p:cNvSpPr txBox="1"/>
          <p:nvPr/>
        </p:nvSpPr>
        <p:spPr>
          <a:xfrm>
            <a:off x="2661920" y="9102090"/>
            <a:ext cx="358648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 love deep learning)</a:t>
            </a:r>
          </a:p>
        </p:txBody>
      </p:sp>
      <p:sp>
        <p:nvSpPr>
          <p:cNvPr id="3" name="文字方塊 51">
            <a:extLst>
              <a:ext uri="{FF2B5EF4-FFF2-40B4-BE49-F238E27FC236}">
                <a16:creationId xmlns:a16="http://schemas.microsoft.com/office/drawing/2014/main" id="{C25871FD-B04C-0F44-42A1-F4C17B6BA033}"/>
              </a:ext>
            </a:extLst>
          </p:cNvPr>
          <p:cNvSpPr txBox="1"/>
          <p:nvPr/>
        </p:nvSpPr>
        <p:spPr>
          <a:xfrm>
            <a:off x="5822950" y="2353810"/>
            <a:ext cx="1850768" cy="521970"/>
          </a:xfrm>
          <a:prstGeom prst="rect">
            <a:avLst/>
          </a:prstGeom>
          <a:noFill/>
        </p:spPr>
        <p:txBody>
          <a:bodyPr wrap="square" rtlCol="0">
            <a:spAutoFit/>
          </a:bodyPr>
          <a:lstStyle/>
          <a:p>
            <a:pPr algn="r"/>
            <a:r>
              <a:rPr lang="en-US" altLang="zh-TW" sz="2800" dirty="0"/>
              <a:t>I</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61" grpId="0" bldLvl="0" animBg="1"/>
      <p:bldP spid="88" grpId="0"/>
      <p:bldP spid="90" grpId="0" bldLvl="0" animBg="1"/>
      <p:bldP spid="69" grpId="0" bldLvl="0" animBg="1"/>
      <p:bldP spid="71" grpId="0"/>
      <p:bldP spid="72" grpId="0"/>
      <p:bldP spid="6" grpId="0"/>
      <p:bldP spid="73" grpId="0"/>
      <p:bldP spid="48" grpId="0" bldLvl="0" animBg="1"/>
      <p:bldP spid="52" grpId="0"/>
      <p:bldP spid="58" grpId="0"/>
      <p:bldP spid="4" grpId="0"/>
      <p:bldP spid="10" grpId="0"/>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直線單箭頭接點 127"/>
          <p:cNvCxnSpPr/>
          <p:nvPr/>
        </p:nvCxnSpPr>
        <p:spPr>
          <a:xfrm flipV="1">
            <a:off x="9231588" y="3064460"/>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p:cNvSpPr txBox="1"/>
          <p:nvPr/>
        </p:nvSpPr>
        <p:spPr>
          <a:xfrm>
            <a:off x="8710427" y="2517465"/>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31" name="直線單箭頭接點 130"/>
          <p:cNvCxnSpPr/>
          <p:nvPr/>
        </p:nvCxnSpPr>
        <p:spPr>
          <a:xfrm flipV="1">
            <a:off x="10871114" y="3058266"/>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2" name="文字方塊 131"/>
          <p:cNvSpPr txBox="1"/>
          <p:nvPr/>
        </p:nvSpPr>
        <p:spPr>
          <a:xfrm>
            <a:off x="8971769" y="3041930"/>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133" name="文字方塊 132"/>
          <p:cNvSpPr txBox="1"/>
          <p:nvPr/>
        </p:nvSpPr>
        <p:spPr>
          <a:xfrm>
            <a:off x="10073424" y="252840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p>
        </p:txBody>
      </p:sp>
      <p:cxnSp>
        <p:nvCxnSpPr>
          <p:cNvPr id="134" name="直線單箭頭接點 133"/>
          <p:cNvCxnSpPr/>
          <p:nvPr/>
        </p:nvCxnSpPr>
        <p:spPr>
          <a:xfrm flipV="1">
            <a:off x="12579680" y="3051378"/>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5" name="文字方塊 134"/>
          <p:cNvSpPr txBox="1"/>
          <p:nvPr/>
        </p:nvSpPr>
        <p:spPr>
          <a:xfrm>
            <a:off x="10680335" y="3035042"/>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136" name="文字方塊 135"/>
          <p:cNvSpPr txBox="1"/>
          <p:nvPr/>
        </p:nvSpPr>
        <p:spPr>
          <a:xfrm>
            <a:off x="11913925" y="2522549"/>
            <a:ext cx="1546802"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learning</a:t>
            </a:r>
            <a:endParaRPr lang="zh-TW" altLang="en-US" sz="100" b="0" dirty="0"/>
          </a:p>
        </p:txBody>
      </p:sp>
      <p:cxnSp>
        <p:nvCxnSpPr>
          <p:cNvPr id="49" name="直線單箭頭接點 48"/>
          <p:cNvCxnSpPr/>
          <p:nvPr/>
        </p:nvCxnSpPr>
        <p:spPr>
          <a:xfrm flipV="1">
            <a:off x="7568786" y="3066984"/>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flipV="1">
            <a:off x="7547015" y="496739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Autoregressive </a:t>
            </a:r>
            <a:endParaRPr lang="zh-TW" altLang="en-US" dirty="0"/>
          </a:p>
        </p:txBody>
      </p:sp>
      <p:sp>
        <p:nvSpPr>
          <p:cNvPr id="61" name="矩形 60"/>
          <p:cNvSpPr/>
          <p:nvPr/>
        </p:nvSpPr>
        <p:spPr>
          <a:xfrm>
            <a:off x="3290423" y="4325630"/>
            <a:ext cx="2100798" cy="1181760"/>
          </a:xfrm>
          <a:prstGeom prst="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62" name="直線單箭頭接點 61"/>
          <p:cNvCxnSpPr/>
          <p:nvPr/>
        </p:nvCxnSpPr>
        <p:spPr>
          <a:xfrm>
            <a:off x="5536670" y="4887761"/>
            <a:ext cx="6177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6161321" y="6719603"/>
            <a:ext cx="550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6161321" y="4866470"/>
            <a:ext cx="0" cy="182310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1" name="群組 40"/>
          <p:cNvGrpSpPr/>
          <p:nvPr/>
        </p:nvGrpSpPr>
        <p:grpSpPr>
          <a:xfrm>
            <a:off x="3162300" y="4479369"/>
            <a:ext cx="2383352" cy="4482813"/>
            <a:chOff x="553420" y="2633912"/>
            <a:chExt cx="1588901" cy="2988542"/>
          </a:xfrm>
        </p:grpSpPr>
        <p:sp>
          <p:nvSpPr>
            <p:cNvPr id="21" name="矩形: 圓角 20"/>
            <p:cNvSpPr/>
            <p:nvPr/>
          </p:nvSpPr>
          <p:spPr>
            <a:xfrm>
              <a:off x="553420" y="3459473"/>
              <a:ext cx="1582913" cy="1291009"/>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grpSp>
          <p:nvGrpSpPr>
            <p:cNvPr id="53" name="群組 106"/>
            <p:cNvGrpSpPr/>
            <p:nvPr/>
          </p:nvGrpSpPr>
          <p:grpSpPr bwMode="auto">
            <a:xfrm flipH="1">
              <a:off x="628650" y="5096765"/>
              <a:ext cx="1513671" cy="525689"/>
              <a:chOff x="467932" y="3914400"/>
              <a:chExt cx="2909888" cy="576263"/>
            </a:xfrm>
          </p:grpSpPr>
          <p:pic>
            <p:nvPicPr>
              <p:cNvPr id="5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矩形 56"/>
            <p:cNvSpPr/>
            <p:nvPr/>
          </p:nvSpPr>
          <p:spPr>
            <a:xfrm>
              <a:off x="764648" y="5075754"/>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9" name="矩形 58"/>
            <p:cNvSpPr/>
            <p:nvPr/>
          </p:nvSpPr>
          <p:spPr>
            <a:xfrm>
              <a:off x="1114984" y="5075754"/>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63" name="矩形 62"/>
            <p:cNvSpPr/>
            <p:nvPr/>
          </p:nvSpPr>
          <p:spPr>
            <a:xfrm>
              <a:off x="1444296" y="5075754"/>
              <a:ext cx="154466" cy="52568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65" name="矩形 64"/>
            <p:cNvSpPr/>
            <p:nvPr/>
          </p:nvSpPr>
          <p:spPr>
            <a:xfrm>
              <a:off x="1796860" y="5075754"/>
              <a:ext cx="154466" cy="5256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grpSp>
          <p:nvGrpSpPr>
            <p:cNvPr id="36" name="群組 35"/>
            <p:cNvGrpSpPr/>
            <p:nvPr/>
          </p:nvGrpSpPr>
          <p:grpSpPr>
            <a:xfrm>
              <a:off x="764648" y="2633912"/>
              <a:ext cx="154466" cy="825561"/>
              <a:chOff x="821798" y="2633912"/>
              <a:chExt cx="154466" cy="825561"/>
            </a:xfrm>
          </p:grpSpPr>
          <p:sp>
            <p:nvSpPr>
              <p:cNvPr id="67" name="矩形 66"/>
              <p:cNvSpPr/>
              <p:nvPr/>
            </p:nvSpPr>
            <p:spPr>
              <a:xfrm>
                <a:off x="821798" y="2633912"/>
                <a:ext cx="154466" cy="52568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79" name="直線單箭頭接點 78"/>
              <p:cNvCxnSpPr/>
              <p:nvPr/>
            </p:nvCxnSpPr>
            <p:spPr>
              <a:xfrm flipV="1">
                <a:off x="900021"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群組 36"/>
            <p:cNvGrpSpPr/>
            <p:nvPr/>
          </p:nvGrpSpPr>
          <p:grpSpPr>
            <a:xfrm>
              <a:off x="1104472" y="2633912"/>
              <a:ext cx="154466" cy="825561"/>
              <a:chOff x="1069744" y="2633912"/>
              <a:chExt cx="154466" cy="825561"/>
            </a:xfrm>
          </p:grpSpPr>
          <p:sp>
            <p:nvSpPr>
              <p:cNvPr id="74" name="矩形 73"/>
              <p:cNvSpPr/>
              <p:nvPr/>
            </p:nvSpPr>
            <p:spPr>
              <a:xfrm>
                <a:off x="1069744"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0" name="直線單箭頭接點 79"/>
              <p:cNvCxnSpPr/>
              <p:nvPr/>
            </p:nvCxnSpPr>
            <p:spPr>
              <a:xfrm flipV="1">
                <a:off x="1146977"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p:cNvGrpSpPr/>
            <p:nvPr/>
          </p:nvGrpSpPr>
          <p:grpSpPr>
            <a:xfrm>
              <a:off x="1444296" y="2633912"/>
              <a:ext cx="154466" cy="825561"/>
              <a:chOff x="1326625" y="2633912"/>
              <a:chExt cx="154466" cy="825561"/>
            </a:xfrm>
          </p:grpSpPr>
          <p:sp>
            <p:nvSpPr>
              <p:cNvPr id="75" name="矩形 74"/>
              <p:cNvSpPr/>
              <p:nvPr/>
            </p:nvSpPr>
            <p:spPr>
              <a:xfrm>
                <a:off x="1326625"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1" name="直線單箭頭接點 80"/>
              <p:cNvCxnSpPr/>
              <p:nvPr/>
            </p:nvCxnSpPr>
            <p:spPr>
              <a:xfrm flipV="1">
                <a:off x="1401485"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群組 38"/>
            <p:cNvGrpSpPr/>
            <p:nvPr/>
          </p:nvGrpSpPr>
          <p:grpSpPr>
            <a:xfrm>
              <a:off x="1784120" y="2633912"/>
              <a:ext cx="154466" cy="825561"/>
              <a:chOff x="1574570" y="2633912"/>
              <a:chExt cx="154466" cy="825561"/>
            </a:xfrm>
          </p:grpSpPr>
          <p:sp>
            <p:nvSpPr>
              <p:cNvPr id="76" name="矩形 75"/>
              <p:cNvSpPr/>
              <p:nvPr/>
            </p:nvSpPr>
            <p:spPr>
              <a:xfrm>
                <a:off x="1574570" y="2633912"/>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cxnSp>
            <p:nvCxnSpPr>
              <p:cNvPr id="82" name="直線單箭頭接點 81"/>
              <p:cNvCxnSpPr/>
              <p:nvPr/>
            </p:nvCxnSpPr>
            <p:spPr>
              <a:xfrm flipV="1">
                <a:off x="1651803"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直線單箭頭接點 82"/>
            <p:cNvCxnSpPr/>
            <p:nvPr/>
          </p:nvCxnSpPr>
          <p:spPr>
            <a:xfrm flipV="1">
              <a:off x="86149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1200197" y="475487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flipV="1">
              <a:off x="153890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p:nvPr/>
          </p:nvCxnSpPr>
          <p:spPr>
            <a:xfrm flipV="1">
              <a:off x="1877608"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直線單箭頭接點 86"/>
          <p:cNvCxnSpPr/>
          <p:nvPr/>
        </p:nvCxnSpPr>
        <p:spPr>
          <a:xfrm flipV="1">
            <a:off x="7547015" y="767327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6787320" y="9235349"/>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90" name="矩形 89"/>
          <p:cNvSpPr/>
          <p:nvPr/>
        </p:nvSpPr>
        <p:spPr>
          <a:xfrm>
            <a:off x="7367628" y="3798444"/>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5" name="文字方塊 14"/>
          <p:cNvSpPr txBox="1"/>
          <p:nvPr/>
        </p:nvSpPr>
        <p:spPr>
          <a:xfrm>
            <a:off x="2446319" y="8962182"/>
            <a:ext cx="38020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grpSp>
        <p:nvGrpSpPr>
          <p:cNvPr id="17" name="群組 16"/>
          <p:cNvGrpSpPr/>
          <p:nvPr/>
        </p:nvGrpSpPr>
        <p:grpSpPr>
          <a:xfrm>
            <a:off x="7380521" y="8174742"/>
            <a:ext cx="359370" cy="1080000"/>
            <a:chOff x="3445729" y="5741259"/>
            <a:chExt cx="239580" cy="720000"/>
          </a:xfrm>
        </p:grpSpPr>
        <p:sp>
          <p:nvSpPr>
            <p:cNvPr id="77" name="矩形 76"/>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16" name="橢圓 15"/>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sp>
        <p:nvSpPr>
          <p:cNvPr id="52" name="文字方塊 51"/>
          <p:cNvSpPr txBox="1"/>
          <p:nvPr/>
        </p:nvSpPr>
        <p:spPr>
          <a:xfrm>
            <a:off x="5669441" y="3050647"/>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58" name="文字方塊 57"/>
          <p:cNvSpPr txBox="1"/>
          <p:nvPr/>
        </p:nvSpPr>
        <p:spPr>
          <a:xfrm>
            <a:off x="7047624" y="2519990"/>
            <a:ext cx="99172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I</a:t>
            </a:r>
            <a:endParaRPr lang="zh-TW" altLang="en-US" sz="100" b="0" dirty="0"/>
          </a:p>
        </p:txBody>
      </p:sp>
      <p:cxnSp>
        <p:nvCxnSpPr>
          <p:cNvPr id="70" name="直線單箭頭接點 69"/>
          <p:cNvCxnSpPr/>
          <p:nvPr/>
        </p:nvCxnSpPr>
        <p:spPr>
          <a:xfrm flipV="1">
            <a:off x="9227390" y="498395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9048003" y="3815010"/>
            <a:ext cx="359370"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89" name="文字方塊 88"/>
          <p:cNvSpPr txBox="1"/>
          <p:nvPr/>
        </p:nvSpPr>
        <p:spPr>
          <a:xfrm>
            <a:off x="8454504" y="926302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91" name="群組 90"/>
          <p:cNvGrpSpPr/>
          <p:nvPr/>
        </p:nvGrpSpPr>
        <p:grpSpPr>
          <a:xfrm>
            <a:off x="9048003" y="8170614"/>
            <a:ext cx="359370" cy="1080000"/>
            <a:chOff x="3445729" y="5741259"/>
            <a:chExt cx="239580" cy="720000"/>
          </a:xfrm>
        </p:grpSpPr>
        <p:sp>
          <p:nvSpPr>
            <p:cNvPr id="93" name="矩形 92"/>
            <p:cNvSpPr/>
            <p:nvPr/>
          </p:nvSpPr>
          <p:spPr>
            <a:xfrm>
              <a:off x="3445729" y="5741259"/>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94" name="橢圓 93"/>
            <p:cNvSpPr/>
            <p:nvPr/>
          </p:nvSpPr>
          <p:spPr>
            <a:xfrm>
              <a:off x="3483679" y="5963721"/>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92" name="直線單箭頭接點 91"/>
          <p:cNvCxnSpPr/>
          <p:nvPr/>
        </p:nvCxnSpPr>
        <p:spPr>
          <a:xfrm flipV="1">
            <a:off x="9239928"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10894275" y="498395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矩形 95"/>
          <p:cNvSpPr/>
          <p:nvPr/>
        </p:nvSpPr>
        <p:spPr>
          <a:xfrm>
            <a:off x="10714889" y="3815010"/>
            <a:ext cx="359370" cy="108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97" name="文字方塊 96"/>
          <p:cNvSpPr txBox="1"/>
          <p:nvPr/>
        </p:nvSpPr>
        <p:spPr>
          <a:xfrm>
            <a:off x="10121688" y="923534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98" name="群組 97"/>
          <p:cNvGrpSpPr/>
          <p:nvPr/>
        </p:nvGrpSpPr>
        <p:grpSpPr>
          <a:xfrm>
            <a:off x="10714889" y="8170614"/>
            <a:ext cx="359370" cy="1080000"/>
            <a:chOff x="3445729" y="5741259"/>
            <a:chExt cx="239580" cy="720000"/>
          </a:xfrm>
        </p:grpSpPr>
        <p:sp>
          <p:nvSpPr>
            <p:cNvPr id="99" name="矩形 98"/>
            <p:cNvSpPr/>
            <p:nvPr/>
          </p:nvSpPr>
          <p:spPr>
            <a:xfrm>
              <a:off x="3445729" y="5741259"/>
              <a:ext cx="239580" cy="72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100" name="橢圓 99"/>
            <p:cNvSpPr/>
            <p:nvPr/>
          </p:nvSpPr>
          <p:spPr>
            <a:xfrm>
              <a:off x="3483679" y="5818579"/>
              <a:ext cx="180000" cy="1800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101" name="直線單箭頭接點 100"/>
          <p:cNvCxnSpPr/>
          <p:nvPr/>
        </p:nvCxnSpPr>
        <p:spPr>
          <a:xfrm flipV="1">
            <a:off x="10906814"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101"/>
          <p:cNvCxnSpPr/>
          <p:nvPr/>
        </p:nvCxnSpPr>
        <p:spPr>
          <a:xfrm flipV="1">
            <a:off x="12561461" y="4983173"/>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12382074" y="3814227"/>
            <a:ext cx="359370" cy="108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grpSp>
        <p:nvGrpSpPr>
          <p:cNvPr id="105" name="群組 104"/>
          <p:cNvGrpSpPr/>
          <p:nvPr/>
        </p:nvGrpSpPr>
        <p:grpSpPr>
          <a:xfrm>
            <a:off x="12382074" y="8169831"/>
            <a:ext cx="359370" cy="1080000"/>
            <a:chOff x="3445729" y="5741259"/>
            <a:chExt cx="239580" cy="720000"/>
          </a:xfrm>
        </p:grpSpPr>
        <p:sp>
          <p:nvSpPr>
            <p:cNvPr id="106" name="矩形 105"/>
            <p:cNvSpPr/>
            <p:nvPr/>
          </p:nvSpPr>
          <p:spPr>
            <a:xfrm>
              <a:off x="3445729" y="5741259"/>
              <a:ext cx="239580" cy="72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107" name="橢圓 106"/>
            <p:cNvSpPr/>
            <p:nvPr/>
          </p:nvSpPr>
          <p:spPr>
            <a:xfrm>
              <a:off x="3483679" y="6137892"/>
              <a:ext cx="180000" cy="180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108" name="直線單箭頭接點 107"/>
          <p:cNvCxnSpPr/>
          <p:nvPr/>
        </p:nvCxnSpPr>
        <p:spPr>
          <a:xfrm flipV="1">
            <a:off x="12573999" y="7691541"/>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圓角 44"/>
          <p:cNvSpPr/>
          <p:nvPr/>
        </p:nvSpPr>
        <p:spPr>
          <a:xfrm>
            <a:off x="6777542" y="5736761"/>
            <a:ext cx="8281484" cy="1936514"/>
          </a:xfrm>
          <a:prstGeom prst="roundRect">
            <a:avLst/>
          </a:prstGeom>
          <a:blipFill rotWithShape="1">
            <a:blip r:embed="rId5"/>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sp>
        <p:nvSpPr>
          <p:cNvPr id="129" name="文字方塊 128"/>
          <p:cNvSpPr txBox="1"/>
          <p:nvPr/>
        </p:nvSpPr>
        <p:spPr>
          <a:xfrm>
            <a:off x="7332243" y="3048123"/>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52</a:t>
            </a:fld>
            <a:endParaRPr lang="zh-TW" altLang="en-US" sz="100"/>
          </a:p>
        </p:txBody>
      </p:sp>
      <p:sp>
        <p:nvSpPr>
          <p:cNvPr id="4" name="文字方塊 88"/>
          <p:cNvSpPr txBox="1"/>
          <p:nvPr/>
        </p:nvSpPr>
        <p:spPr>
          <a:xfrm>
            <a:off x="6800329" y="254472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7" name="文字方塊 132"/>
          <p:cNvSpPr txBox="1"/>
          <p:nvPr/>
        </p:nvSpPr>
        <p:spPr>
          <a:xfrm>
            <a:off x="11787924" y="923527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p>
        </p:txBody>
      </p:sp>
      <p:sp>
        <p:nvSpPr>
          <p:cNvPr id="8" name="文字方塊 132"/>
          <p:cNvSpPr txBox="1"/>
          <p:nvPr/>
        </p:nvSpPr>
        <p:spPr>
          <a:xfrm>
            <a:off x="11806339" y="256015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p>
        </p:txBody>
      </p:sp>
      <p:sp>
        <p:nvSpPr>
          <p:cNvPr id="9" name="文字方塊 132"/>
          <p:cNvSpPr txBox="1"/>
          <p:nvPr/>
        </p:nvSpPr>
        <p:spPr>
          <a:xfrm>
            <a:off x="6777139" y="923527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p>
        </p:txBody>
      </p:sp>
      <p:sp>
        <p:nvSpPr>
          <p:cNvPr id="10" name="文字方塊 132"/>
          <p:cNvSpPr txBox="1"/>
          <p:nvPr/>
        </p:nvSpPr>
        <p:spPr>
          <a:xfrm>
            <a:off x="2661920" y="9102090"/>
            <a:ext cx="358648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 love deep learning)</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0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2" grpId="0"/>
      <p:bldP spid="133" grpId="0"/>
      <p:bldP spid="135" grpId="0"/>
      <p:bldP spid="136" grpId="0"/>
      <p:bldP spid="78" grpId="0" bldLvl="0" animBg="1"/>
      <p:bldP spid="89" grpId="0"/>
      <p:bldP spid="96" grpId="0" bldLvl="0" animBg="1"/>
      <p:bldP spid="97" grpId="0"/>
      <p:bldP spid="103" grpId="0" bldLvl="0" animBg="1"/>
      <p:bldP spid="129" grpId="0"/>
      <p:bldP spid="4" grpId="0"/>
      <p:bldP spid="7" grpId="0"/>
      <p:bldP spid="8" grpId="0"/>
      <p:bldP spid="9" grpId="0"/>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直線單箭頭接點 127"/>
          <p:cNvCxnSpPr/>
          <p:nvPr/>
        </p:nvCxnSpPr>
        <p:spPr>
          <a:xfrm flipV="1">
            <a:off x="9231588" y="3064460"/>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0" name="文字方塊 129"/>
          <p:cNvSpPr txBox="1"/>
          <p:nvPr/>
        </p:nvSpPr>
        <p:spPr>
          <a:xfrm>
            <a:off x="8710427" y="2517465"/>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31" name="直線單箭頭接點 130"/>
          <p:cNvCxnSpPr/>
          <p:nvPr/>
        </p:nvCxnSpPr>
        <p:spPr>
          <a:xfrm flipV="1">
            <a:off x="10871114" y="3058266"/>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3" name="文字方塊 132"/>
          <p:cNvSpPr txBox="1"/>
          <p:nvPr/>
        </p:nvSpPr>
        <p:spPr>
          <a:xfrm>
            <a:off x="10171358" y="2529771"/>
            <a:ext cx="1508039"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34" name="直線單箭頭接點 133"/>
          <p:cNvCxnSpPr/>
          <p:nvPr/>
        </p:nvCxnSpPr>
        <p:spPr>
          <a:xfrm flipV="1">
            <a:off x="12579680" y="3051378"/>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6" name="文字方塊 135"/>
          <p:cNvSpPr txBox="1"/>
          <p:nvPr/>
        </p:nvSpPr>
        <p:spPr>
          <a:xfrm>
            <a:off x="12058518" y="2504384"/>
            <a:ext cx="1433514"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learning</a:t>
            </a:r>
            <a:endParaRPr lang="zh-TW" altLang="en-US" sz="100" b="0" dirty="0"/>
          </a:p>
        </p:txBody>
      </p:sp>
      <p:cxnSp>
        <p:nvCxnSpPr>
          <p:cNvPr id="49" name="直線單箭頭接點 48"/>
          <p:cNvCxnSpPr/>
          <p:nvPr/>
        </p:nvCxnSpPr>
        <p:spPr>
          <a:xfrm flipV="1">
            <a:off x="7568786" y="3066984"/>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flipV="1">
            <a:off x="7547015" y="496739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Autoregressive </a:t>
            </a:r>
            <a:endParaRPr lang="zh-TW" altLang="en-US" dirty="0"/>
          </a:p>
        </p:txBody>
      </p:sp>
      <p:sp>
        <p:nvSpPr>
          <p:cNvPr id="61" name="矩形 60"/>
          <p:cNvSpPr/>
          <p:nvPr/>
        </p:nvSpPr>
        <p:spPr>
          <a:xfrm>
            <a:off x="3290423" y="4325630"/>
            <a:ext cx="2100798" cy="1181760"/>
          </a:xfrm>
          <a:prstGeom prst="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62" name="直線單箭頭接點 61"/>
          <p:cNvCxnSpPr/>
          <p:nvPr/>
        </p:nvCxnSpPr>
        <p:spPr>
          <a:xfrm>
            <a:off x="5536670" y="4887761"/>
            <a:ext cx="6177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6161321" y="6719603"/>
            <a:ext cx="550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6161321" y="4866470"/>
            <a:ext cx="0" cy="182310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1" name="群組 40"/>
          <p:cNvGrpSpPr/>
          <p:nvPr/>
        </p:nvGrpSpPr>
        <p:grpSpPr>
          <a:xfrm>
            <a:off x="3162300" y="4479369"/>
            <a:ext cx="2383352" cy="4482813"/>
            <a:chOff x="553420" y="2633912"/>
            <a:chExt cx="1588901" cy="2988542"/>
          </a:xfrm>
        </p:grpSpPr>
        <p:sp>
          <p:nvSpPr>
            <p:cNvPr id="21" name="矩形: 圓角 20"/>
            <p:cNvSpPr/>
            <p:nvPr/>
          </p:nvSpPr>
          <p:spPr>
            <a:xfrm>
              <a:off x="553420" y="3459473"/>
              <a:ext cx="1582913" cy="1291009"/>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grpSp>
          <p:nvGrpSpPr>
            <p:cNvPr id="53" name="群組 106"/>
            <p:cNvGrpSpPr/>
            <p:nvPr/>
          </p:nvGrpSpPr>
          <p:grpSpPr bwMode="auto">
            <a:xfrm flipH="1">
              <a:off x="628650" y="5096765"/>
              <a:ext cx="1513671" cy="525689"/>
              <a:chOff x="467932" y="3914400"/>
              <a:chExt cx="2909888" cy="576263"/>
            </a:xfrm>
          </p:grpSpPr>
          <p:pic>
            <p:nvPicPr>
              <p:cNvPr id="5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矩形 56"/>
            <p:cNvSpPr/>
            <p:nvPr/>
          </p:nvSpPr>
          <p:spPr>
            <a:xfrm>
              <a:off x="764648" y="5075754"/>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9" name="矩形 58"/>
            <p:cNvSpPr/>
            <p:nvPr/>
          </p:nvSpPr>
          <p:spPr>
            <a:xfrm>
              <a:off x="1114984" y="5075754"/>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63" name="矩形 62"/>
            <p:cNvSpPr/>
            <p:nvPr/>
          </p:nvSpPr>
          <p:spPr>
            <a:xfrm>
              <a:off x="1444296" y="5075754"/>
              <a:ext cx="154466" cy="52568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65" name="矩形 64"/>
            <p:cNvSpPr/>
            <p:nvPr/>
          </p:nvSpPr>
          <p:spPr>
            <a:xfrm>
              <a:off x="1796860" y="5075754"/>
              <a:ext cx="154466" cy="5256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grpSp>
          <p:nvGrpSpPr>
            <p:cNvPr id="36" name="群組 35"/>
            <p:cNvGrpSpPr/>
            <p:nvPr/>
          </p:nvGrpSpPr>
          <p:grpSpPr>
            <a:xfrm>
              <a:off x="764648" y="2633912"/>
              <a:ext cx="154466" cy="825561"/>
              <a:chOff x="821798" y="2633912"/>
              <a:chExt cx="154466" cy="825561"/>
            </a:xfrm>
          </p:grpSpPr>
          <p:sp>
            <p:nvSpPr>
              <p:cNvPr id="67" name="矩形 66"/>
              <p:cNvSpPr/>
              <p:nvPr/>
            </p:nvSpPr>
            <p:spPr>
              <a:xfrm>
                <a:off x="821798" y="2633912"/>
                <a:ext cx="154466" cy="52568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79" name="直線單箭頭接點 78"/>
              <p:cNvCxnSpPr/>
              <p:nvPr/>
            </p:nvCxnSpPr>
            <p:spPr>
              <a:xfrm flipV="1">
                <a:off x="900021"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群組 36"/>
            <p:cNvGrpSpPr/>
            <p:nvPr/>
          </p:nvGrpSpPr>
          <p:grpSpPr>
            <a:xfrm>
              <a:off x="1104472" y="2633912"/>
              <a:ext cx="154466" cy="825561"/>
              <a:chOff x="1069744" y="2633912"/>
              <a:chExt cx="154466" cy="825561"/>
            </a:xfrm>
          </p:grpSpPr>
          <p:sp>
            <p:nvSpPr>
              <p:cNvPr id="74" name="矩形 73"/>
              <p:cNvSpPr/>
              <p:nvPr/>
            </p:nvSpPr>
            <p:spPr>
              <a:xfrm>
                <a:off x="1069744"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0" name="直線單箭頭接點 79"/>
              <p:cNvCxnSpPr/>
              <p:nvPr/>
            </p:nvCxnSpPr>
            <p:spPr>
              <a:xfrm flipV="1">
                <a:off x="1146977"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p:cNvGrpSpPr/>
            <p:nvPr/>
          </p:nvGrpSpPr>
          <p:grpSpPr>
            <a:xfrm>
              <a:off x="1444296" y="2633912"/>
              <a:ext cx="154466" cy="825561"/>
              <a:chOff x="1326625" y="2633912"/>
              <a:chExt cx="154466" cy="825561"/>
            </a:xfrm>
          </p:grpSpPr>
          <p:sp>
            <p:nvSpPr>
              <p:cNvPr id="75" name="矩形 74"/>
              <p:cNvSpPr/>
              <p:nvPr/>
            </p:nvSpPr>
            <p:spPr>
              <a:xfrm>
                <a:off x="1326625"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1" name="直線單箭頭接點 80"/>
              <p:cNvCxnSpPr/>
              <p:nvPr/>
            </p:nvCxnSpPr>
            <p:spPr>
              <a:xfrm flipV="1">
                <a:off x="1401485"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群組 38"/>
            <p:cNvGrpSpPr/>
            <p:nvPr/>
          </p:nvGrpSpPr>
          <p:grpSpPr>
            <a:xfrm>
              <a:off x="1784120" y="2633912"/>
              <a:ext cx="154466" cy="825561"/>
              <a:chOff x="1574570" y="2633912"/>
              <a:chExt cx="154466" cy="825561"/>
            </a:xfrm>
          </p:grpSpPr>
          <p:sp>
            <p:nvSpPr>
              <p:cNvPr id="76" name="矩形 75"/>
              <p:cNvSpPr/>
              <p:nvPr/>
            </p:nvSpPr>
            <p:spPr>
              <a:xfrm>
                <a:off x="1574570" y="2633912"/>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cxnSp>
            <p:nvCxnSpPr>
              <p:cNvPr id="82" name="直線單箭頭接點 81"/>
              <p:cNvCxnSpPr/>
              <p:nvPr/>
            </p:nvCxnSpPr>
            <p:spPr>
              <a:xfrm flipV="1">
                <a:off x="1651803"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直線單箭頭接點 82"/>
            <p:cNvCxnSpPr/>
            <p:nvPr/>
          </p:nvCxnSpPr>
          <p:spPr>
            <a:xfrm flipV="1">
              <a:off x="86149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1200197" y="475487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flipV="1">
              <a:off x="153890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p:nvPr/>
          </p:nvCxnSpPr>
          <p:spPr>
            <a:xfrm flipV="1">
              <a:off x="1877608"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直線單箭頭接點 86"/>
          <p:cNvCxnSpPr/>
          <p:nvPr/>
        </p:nvCxnSpPr>
        <p:spPr>
          <a:xfrm flipV="1">
            <a:off x="7547015" y="767327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6787320" y="9235349"/>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90" name="矩形 89"/>
          <p:cNvSpPr/>
          <p:nvPr/>
        </p:nvSpPr>
        <p:spPr>
          <a:xfrm>
            <a:off x="7367628" y="3798444"/>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5" name="文字方塊 14"/>
          <p:cNvSpPr txBox="1"/>
          <p:nvPr/>
        </p:nvSpPr>
        <p:spPr>
          <a:xfrm>
            <a:off x="2408902" y="8980529"/>
            <a:ext cx="3786408"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grpSp>
        <p:nvGrpSpPr>
          <p:cNvPr id="17" name="群組 16"/>
          <p:cNvGrpSpPr/>
          <p:nvPr/>
        </p:nvGrpSpPr>
        <p:grpSpPr>
          <a:xfrm>
            <a:off x="7380521" y="8174742"/>
            <a:ext cx="359370" cy="1080000"/>
            <a:chOff x="3445729" y="5741259"/>
            <a:chExt cx="239580" cy="720000"/>
          </a:xfrm>
        </p:grpSpPr>
        <p:sp>
          <p:nvSpPr>
            <p:cNvPr id="77" name="矩形 76"/>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16" name="橢圓 15"/>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sp>
        <p:nvSpPr>
          <p:cNvPr id="52" name="文字方塊 51"/>
          <p:cNvSpPr txBox="1"/>
          <p:nvPr/>
        </p:nvSpPr>
        <p:spPr>
          <a:xfrm>
            <a:off x="5669441" y="3050647"/>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58" name="文字方塊 57"/>
          <p:cNvSpPr txBox="1"/>
          <p:nvPr/>
        </p:nvSpPr>
        <p:spPr>
          <a:xfrm>
            <a:off x="7047624" y="2519990"/>
            <a:ext cx="99172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I</a:t>
            </a:r>
            <a:endParaRPr lang="zh-TW" altLang="en-US" sz="100" b="0" dirty="0"/>
          </a:p>
        </p:txBody>
      </p:sp>
      <p:cxnSp>
        <p:nvCxnSpPr>
          <p:cNvPr id="70" name="直線單箭頭接點 69"/>
          <p:cNvCxnSpPr/>
          <p:nvPr/>
        </p:nvCxnSpPr>
        <p:spPr>
          <a:xfrm flipV="1">
            <a:off x="9227390" y="498395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9048003" y="3815010"/>
            <a:ext cx="359370"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89" name="文字方塊 88"/>
          <p:cNvSpPr txBox="1"/>
          <p:nvPr/>
        </p:nvSpPr>
        <p:spPr>
          <a:xfrm>
            <a:off x="8454504" y="926302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91" name="群組 90"/>
          <p:cNvGrpSpPr/>
          <p:nvPr/>
        </p:nvGrpSpPr>
        <p:grpSpPr>
          <a:xfrm>
            <a:off x="9048003" y="8170614"/>
            <a:ext cx="359370" cy="1080000"/>
            <a:chOff x="3445729" y="5741259"/>
            <a:chExt cx="239580" cy="720000"/>
          </a:xfrm>
        </p:grpSpPr>
        <p:sp>
          <p:nvSpPr>
            <p:cNvPr id="93" name="矩形 92"/>
            <p:cNvSpPr/>
            <p:nvPr/>
          </p:nvSpPr>
          <p:spPr>
            <a:xfrm>
              <a:off x="3445729" y="5741259"/>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94" name="橢圓 93"/>
            <p:cNvSpPr/>
            <p:nvPr/>
          </p:nvSpPr>
          <p:spPr>
            <a:xfrm>
              <a:off x="3483679" y="5963721"/>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92" name="直線單箭頭接點 91"/>
          <p:cNvCxnSpPr/>
          <p:nvPr/>
        </p:nvCxnSpPr>
        <p:spPr>
          <a:xfrm flipV="1">
            <a:off x="9239928"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V="1">
            <a:off x="10894275" y="498395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矩形 95"/>
          <p:cNvSpPr/>
          <p:nvPr/>
        </p:nvSpPr>
        <p:spPr>
          <a:xfrm>
            <a:off x="10714889" y="3815010"/>
            <a:ext cx="359370" cy="108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97" name="文字方塊 96"/>
          <p:cNvSpPr txBox="1"/>
          <p:nvPr/>
        </p:nvSpPr>
        <p:spPr>
          <a:xfrm>
            <a:off x="10121688" y="923534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98" name="群組 97"/>
          <p:cNvGrpSpPr/>
          <p:nvPr/>
        </p:nvGrpSpPr>
        <p:grpSpPr>
          <a:xfrm>
            <a:off x="10714889" y="8170614"/>
            <a:ext cx="359370" cy="1080000"/>
            <a:chOff x="3445729" y="5741259"/>
            <a:chExt cx="239580" cy="720000"/>
          </a:xfrm>
        </p:grpSpPr>
        <p:sp>
          <p:nvSpPr>
            <p:cNvPr id="99" name="矩形 98"/>
            <p:cNvSpPr/>
            <p:nvPr/>
          </p:nvSpPr>
          <p:spPr>
            <a:xfrm>
              <a:off x="3445729" y="5741259"/>
              <a:ext cx="239580" cy="72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100" name="橢圓 99"/>
            <p:cNvSpPr/>
            <p:nvPr/>
          </p:nvSpPr>
          <p:spPr>
            <a:xfrm>
              <a:off x="3483679" y="5818579"/>
              <a:ext cx="180000" cy="1800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101" name="直線單箭頭接點 100"/>
          <p:cNvCxnSpPr/>
          <p:nvPr/>
        </p:nvCxnSpPr>
        <p:spPr>
          <a:xfrm flipV="1">
            <a:off x="10906814"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101"/>
          <p:cNvCxnSpPr/>
          <p:nvPr/>
        </p:nvCxnSpPr>
        <p:spPr>
          <a:xfrm flipV="1">
            <a:off x="12561461" y="4983173"/>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12382074" y="3814227"/>
            <a:ext cx="359370" cy="108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104" name="文字方塊 103"/>
          <p:cNvSpPr txBox="1"/>
          <p:nvPr/>
        </p:nvSpPr>
        <p:spPr>
          <a:xfrm>
            <a:off x="11697854" y="9253260"/>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p>
        </p:txBody>
      </p:sp>
      <p:grpSp>
        <p:nvGrpSpPr>
          <p:cNvPr id="105" name="群組 104"/>
          <p:cNvGrpSpPr/>
          <p:nvPr/>
        </p:nvGrpSpPr>
        <p:grpSpPr>
          <a:xfrm>
            <a:off x="12382074" y="8169831"/>
            <a:ext cx="359370" cy="1080000"/>
            <a:chOff x="3445729" y="5741259"/>
            <a:chExt cx="239580" cy="720000"/>
          </a:xfrm>
        </p:grpSpPr>
        <p:sp>
          <p:nvSpPr>
            <p:cNvPr id="106" name="矩形 105"/>
            <p:cNvSpPr/>
            <p:nvPr/>
          </p:nvSpPr>
          <p:spPr>
            <a:xfrm>
              <a:off x="3445729" y="5741259"/>
              <a:ext cx="239580" cy="72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107" name="橢圓 106"/>
            <p:cNvSpPr/>
            <p:nvPr/>
          </p:nvSpPr>
          <p:spPr>
            <a:xfrm>
              <a:off x="3483679" y="6137892"/>
              <a:ext cx="180000" cy="180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108" name="直線單箭頭接點 107"/>
          <p:cNvCxnSpPr/>
          <p:nvPr/>
        </p:nvCxnSpPr>
        <p:spPr>
          <a:xfrm flipV="1">
            <a:off x="12573999" y="7691541"/>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圓角 44"/>
          <p:cNvSpPr/>
          <p:nvPr/>
        </p:nvSpPr>
        <p:spPr>
          <a:xfrm>
            <a:off x="6777542" y="5736761"/>
            <a:ext cx="8281484" cy="1936514"/>
          </a:xfrm>
          <a:prstGeom prst="roundRect">
            <a:avLst/>
          </a:prstGeom>
          <a:blipFill rotWithShape="1">
            <a:blip r:embed="rId5"/>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cxnSp>
        <p:nvCxnSpPr>
          <p:cNvPr id="8" name="直線接點 7"/>
          <p:cNvCxnSpPr/>
          <p:nvPr/>
        </p:nvCxnSpPr>
        <p:spPr>
          <a:xfrm>
            <a:off x="8842379" y="2562992"/>
            <a:ext cx="730379" cy="5539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8" name="直線接點 137"/>
          <p:cNvCxnSpPr/>
          <p:nvPr/>
        </p:nvCxnSpPr>
        <p:spPr>
          <a:xfrm>
            <a:off x="10553093" y="9309795"/>
            <a:ext cx="730379" cy="5539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9200801" y="2046847"/>
            <a:ext cx="991721" cy="106680"/>
          </a:xfrm>
          <a:prstGeom prst="rect">
            <a:avLst/>
          </a:prstGeom>
          <a:noFill/>
        </p:spPr>
        <p:txBody>
          <a:bodyPr wrap="square" rtlCol="0">
            <a:spAutoFit/>
          </a:bodyPr>
          <a:lstStyle/>
          <a:p>
            <a:r>
              <a:rPr lang="en-US" altLang="zh-TW" sz="100" dirty="0">
                <a:solidFill>
                  <a:srgbClr val="FF0000"/>
                </a:solidFill>
              </a:rPr>
              <a:t>hate</a:t>
            </a:r>
            <a:endParaRPr lang="zh-TW" altLang="en-US" sz="100" dirty="0">
              <a:solidFill>
                <a:srgbClr val="FF0000"/>
              </a:solidFill>
            </a:endParaRPr>
          </a:p>
        </p:txBody>
      </p:sp>
      <p:sp>
        <p:nvSpPr>
          <p:cNvPr id="139" name="文字方塊 138"/>
          <p:cNvSpPr txBox="1"/>
          <p:nvPr/>
        </p:nvSpPr>
        <p:spPr>
          <a:xfrm>
            <a:off x="11104653" y="9238833"/>
            <a:ext cx="977189" cy="106680"/>
          </a:xfrm>
          <a:prstGeom prst="rect">
            <a:avLst/>
          </a:prstGeom>
          <a:noFill/>
        </p:spPr>
        <p:txBody>
          <a:bodyPr wrap="square" rtlCol="0">
            <a:spAutoFit/>
          </a:bodyPr>
          <a:lstStyle/>
          <a:p>
            <a:r>
              <a:rPr lang="en-US" altLang="zh-TW" sz="100" dirty="0">
                <a:solidFill>
                  <a:srgbClr val="FF0000"/>
                </a:solidFill>
              </a:rPr>
              <a:t>hate</a:t>
            </a:r>
            <a:endParaRPr lang="zh-TW" altLang="en-US" sz="100" dirty="0">
              <a:solidFill>
                <a:srgbClr val="FF0000"/>
              </a:solidFill>
            </a:endParaRPr>
          </a:p>
        </p:txBody>
      </p:sp>
      <p:cxnSp>
        <p:nvCxnSpPr>
          <p:cNvPr id="11" name="直線接點 10"/>
          <p:cNvCxnSpPr/>
          <p:nvPr/>
        </p:nvCxnSpPr>
        <p:spPr>
          <a:xfrm>
            <a:off x="7775282" y="2788530"/>
            <a:ext cx="611979" cy="0"/>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3" name="直線接點 142"/>
          <p:cNvCxnSpPr/>
          <p:nvPr/>
        </p:nvCxnSpPr>
        <p:spPr>
          <a:xfrm flipH="1">
            <a:off x="8387261" y="2788530"/>
            <a:ext cx="0" cy="5985777"/>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4" name="直線接點 143"/>
          <p:cNvCxnSpPr/>
          <p:nvPr/>
        </p:nvCxnSpPr>
        <p:spPr>
          <a:xfrm flipV="1">
            <a:off x="8377422" y="8730492"/>
            <a:ext cx="670581" cy="0"/>
          </a:xfrm>
          <a:prstGeom prst="line">
            <a:avLst/>
          </a:prstGeom>
          <a:ln w="38100">
            <a:solidFill>
              <a:srgbClr val="FF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投影片編號版面配置區 3"/>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53</a:t>
            </a:fld>
            <a:endParaRPr lang="zh-TW" altLang="en-US" sz="100"/>
          </a:p>
        </p:txBody>
      </p:sp>
      <p:cxnSp>
        <p:nvCxnSpPr>
          <p:cNvPr id="109" name="直線接點 108"/>
          <p:cNvCxnSpPr/>
          <p:nvPr/>
        </p:nvCxnSpPr>
        <p:spPr>
          <a:xfrm>
            <a:off x="9448590" y="2788530"/>
            <a:ext cx="611979" cy="0"/>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0" name="直線接點 109"/>
          <p:cNvCxnSpPr/>
          <p:nvPr/>
        </p:nvCxnSpPr>
        <p:spPr>
          <a:xfrm flipH="1">
            <a:off x="10060569" y="2788530"/>
            <a:ext cx="0" cy="5985777"/>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1" name="直線接點 110"/>
          <p:cNvCxnSpPr/>
          <p:nvPr/>
        </p:nvCxnSpPr>
        <p:spPr>
          <a:xfrm flipV="1">
            <a:off x="10050731" y="8730492"/>
            <a:ext cx="670581" cy="0"/>
          </a:xfrm>
          <a:prstGeom prst="line">
            <a:avLst/>
          </a:prstGeom>
          <a:ln w="38100">
            <a:solidFill>
              <a:srgbClr val="FF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直線接點 111"/>
          <p:cNvCxnSpPr/>
          <p:nvPr/>
        </p:nvCxnSpPr>
        <p:spPr>
          <a:xfrm>
            <a:off x="11109489" y="2715923"/>
            <a:ext cx="611979" cy="0"/>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3" name="直線接點 112"/>
          <p:cNvCxnSpPr/>
          <p:nvPr/>
        </p:nvCxnSpPr>
        <p:spPr>
          <a:xfrm flipH="1">
            <a:off x="11721468" y="2715923"/>
            <a:ext cx="0" cy="5985777"/>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4" name="直線接點 113"/>
          <p:cNvCxnSpPr/>
          <p:nvPr/>
        </p:nvCxnSpPr>
        <p:spPr>
          <a:xfrm flipV="1">
            <a:off x="11711630" y="8657885"/>
            <a:ext cx="670581" cy="0"/>
          </a:xfrm>
          <a:prstGeom prst="line">
            <a:avLst/>
          </a:prstGeom>
          <a:ln w="38100">
            <a:solidFill>
              <a:srgbClr val="FF0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5" name="矩形: 圓角 114"/>
          <p:cNvSpPr/>
          <p:nvPr/>
        </p:nvSpPr>
        <p:spPr>
          <a:xfrm>
            <a:off x="8068823" y="7984742"/>
            <a:ext cx="5041046" cy="193651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116" name="文字方塊 115"/>
          <p:cNvSpPr txBox="1"/>
          <p:nvPr/>
        </p:nvSpPr>
        <p:spPr>
          <a:xfrm>
            <a:off x="13188950" y="8265160"/>
            <a:ext cx="3963035" cy="953135"/>
          </a:xfrm>
          <a:prstGeom prst="rect">
            <a:avLst/>
          </a:prstGeom>
          <a:noFill/>
        </p:spPr>
        <p:txBody>
          <a:bodyPr wrap="square" rtlCol="0">
            <a:spAutoFit/>
          </a:bodyPr>
          <a:lstStyle/>
          <a:p>
            <a:r>
              <a:rPr lang="en-US" altLang="zh-TW" sz="2800" b="1" dirty="0">
                <a:solidFill>
                  <a:schemeClr val="accent1"/>
                </a:solidFill>
                <a:latin typeface="+mj-lt"/>
                <a:cs typeface="+mj-cs"/>
              </a:rPr>
              <a:t>Decoder </a:t>
            </a:r>
          </a:p>
          <a:p>
            <a:r>
              <a:rPr lang="en-US" altLang="zh-TW" sz="2800" b="1" dirty="0">
                <a:solidFill>
                  <a:schemeClr val="accent1"/>
                </a:solidFill>
                <a:latin typeface="+mj-lt"/>
                <a:cs typeface="+mj-cs"/>
              </a:rPr>
              <a:t>Output</a:t>
            </a:r>
          </a:p>
        </p:txBody>
      </p:sp>
      <p:sp>
        <p:nvSpPr>
          <p:cNvPr id="3" name="文字方塊 88"/>
          <p:cNvSpPr txBox="1"/>
          <p:nvPr/>
        </p:nvSpPr>
        <p:spPr>
          <a:xfrm>
            <a:off x="6777469" y="255805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5" name="文字方塊 132"/>
          <p:cNvSpPr txBox="1"/>
          <p:nvPr/>
        </p:nvSpPr>
        <p:spPr>
          <a:xfrm>
            <a:off x="11826168" y="2562791"/>
            <a:ext cx="1508039"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0" name="文字方塊 132"/>
          <p:cNvSpPr txBox="1"/>
          <p:nvPr/>
        </p:nvSpPr>
        <p:spPr>
          <a:xfrm>
            <a:off x="2608580" y="8980805"/>
            <a:ext cx="358648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 love deep learning)</a:t>
            </a:r>
          </a:p>
        </p:txBody>
      </p:sp>
      <p:sp>
        <p:nvSpPr>
          <p:cNvPr id="42" name="文字方塊 65"/>
          <p:cNvSpPr txBox="1"/>
          <p:nvPr/>
        </p:nvSpPr>
        <p:spPr>
          <a:xfrm>
            <a:off x="6774929" y="923571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6" name="文字方塊 132"/>
          <p:cNvSpPr txBox="1"/>
          <p:nvPr/>
        </p:nvSpPr>
        <p:spPr>
          <a:xfrm>
            <a:off x="10771433" y="9027726"/>
            <a:ext cx="1508039"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srgbClr val="FF0000"/>
                </a:solidFill>
                <a:effectLst/>
                <a:uLnTx/>
                <a:uFillTx/>
                <a:latin typeface="Calibri" panose="020F0502020204030204"/>
                <a:ea typeface="PMingLiU" panose="02020500000000000000" pitchFamily="18" charset="-120"/>
                <a:cs typeface="+mn-cs"/>
              </a:rPr>
              <a:t>study</a:t>
            </a:r>
          </a:p>
        </p:txBody>
      </p:sp>
      <p:sp>
        <p:nvSpPr>
          <p:cNvPr id="7" name="文字方塊 132"/>
          <p:cNvSpPr txBox="1"/>
          <p:nvPr/>
        </p:nvSpPr>
        <p:spPr>
          <a:xfrm>
            <a:off x="8472733" y="2153216"/>
            <a:ext cx="1508039"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srgbClr val="FF0000"/>
                </a:solidFill>
                <a:effectLst/>
                <a:uLnTx/>
                <a:uFillTx/>
                <a:latin typeface="Calibri" panose="020F0502020204030204"/>
                <a:ea typeface="PMingLiU" panose="02020500000000000000" pitchFamily="18" charset="-120"/>
                <a:cs typeface="+mn-cs"/>
              </a:rPr>
              <a:t>study</a:t>
            </a:r>
          </a:p>
        </p:txBody>
      </p:sp>
    </p:spTree>
    <p:extLst>
      <p:ext uri="{BB962C8B-B14F-4D97-AF65-F5344CB8AC3E}">
        <p14:creationId xmlns:p14="http://schemas.microsoft.com/office/powerpoint/2010/main" val="24973846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9" grpId="0"/>
      <p:bldP spid="115" grpId="0" bldLvl="0" animBg="1"/>
      <p:bldP spid="116" grpId="0"/>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直線單箭頭接點 56"/>
          <p:cNvCxnSpPr/>
          <p:nvPr/>
        </p:nvCxnSpPr>
        <p:spPr>
          <a:xfrm flipV="1">
            <a:off x="6335985" y="2982369"/>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flipV="1">
            <a:off x="7975511" y="2976176"/>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文字方塊 59"/>
          <p:cNvSpPr txBox="1"/>
          <p:nvPr/>
        </p:nvSpPr>
        <p:spPr>
          <a:xfrm>
            <a:off x="6076166" y="2959839"/>
            <a:ext cx="1850768" cy="645160"/>
          </a:xfrm>
          <a:prstGeom prst="rect">
            <a:avLst/>
          </a:prstGeom>
          <a:noFill/>
        </p:spPr>
        <p:txBody>
          <a:bodyPr wrap="square" rtlCol="0">
            <a:spAutoFit/>
          </a:bodyPr>
          <a:lstStyle/>
          <a:p>
            <a:pPr algn="r"/>
            <a:r>
              <a:rPr lang="en-US" altLang="zh-TW" sz="3600" dirty="0"/>
              <a:t>max</a:t>
            </a:r>
            <a:endParaRPr lang="zh-TW" altLang="en-US" sz="3600" dirty="0"/>
          </a:p>
        </p:txBody>
      </p:sp>
      <p:cxnSp>
        <p:nvCxnSpPr>
          <p:cNvPr id="62" name="直線單箭頭接點 61"/>
          <p:cNvCxnSpPr/>
          <p:nvPr/>
        </p:nvCxnSpPr>
        <p:spPr>
          <a:xfrm flipV="1">
            <a:off x="9684077" y="2969288"/>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3" name="文字方塊 62"/>
          <p:cNvSpPr txBox="1"/>
          <p:nvPr/>
        </p:nvSpPr>
        <p:spPr>
          <a:xfrm>
            <a:off x="7784731" y="2952951"/>
            <a:ext cx="1850768" cy="645160"/>
          </a:xfrm>
          <a:prstGeom prst="rect">
            <a:avLst/>
          </a:prstGeom>
          <a:noFill/>
        </p:spPr>
        <p:txBody>
          <a:bodyPr wrap="square" rtlCol="0">
            <a:spAutoFit/>
          </a:bodyPr>
          <a:lstStyle/>
          <a:p>
            <a:pPr algn="r"/>
            <a:r>
              <a:rPr lang="en-US" altLang="zh-TW" sz="3600" dirty="0"/>
              <a:t>max</a:t>
            </a:r>
            <a:endParaRPr lang="zh-TW" altLang="en-US" sz="3600" dirty="0"/>
          </a:p>
        </p:txBody>
      </p:sp>
      <p:cxnSp>
        <p:nvCxnSpPr>
          <p:cNvPr id="65" name="直線單箭頭接點 64"/>
          <p:cNvCxnSpPr/>
          <p:nvPr/>
        </p:nvCxnSpPr>
        <p:spPr>
          <a:xfrm flipV="1">
            <a:off x="4673183" y="2984894"/>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文字方塊 65"/>
          <p:cNvSpPr txBox="1"/>
          <p:nvPr/>
        </p:nvSpPr>
        <p:spPr>
          <a:xfrm>
            <a:off x="2773838" y="2968557"/>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70" name="文字方塊 69"/>
          <p:cNvSpPr txBox="1"/>
          <p:nvPr/>
        </p:nvSpPr>
        <p:spPr>
          <a:xfrm>
            <a:off x="4436640" y="2966033"/>
            <a:ext cx="1850768" cy="645160"/>
          </a:xfrm>
          <a:prstGeom prst="rect">
            <a:avLst/>
          </a:prstGeom>
          <a:noFill/>
        </p:spPr>
        <p:txBody>
          <a:bodyPr wrap="square" rtlCol="0">
            <a:spAutoFit/>
          </a:bodyPr>
          <a:lstStyle/>
          <a:p>
            <a:pPr algn="r"/>
            <a:r>
              <a:rPr lang="en-US" altLang="zh-TW" sz="3600" dirty="0"/>
              <a:t>max</a:t>
            </a:r>
            <a:endParaRPr lang="zh-TW" altLang="en-US" sz="3600" dirty="0"/>
          </a:p>
        </p:txBody>
      </p:sp>
      <p:grpSp>
        <p:nvGrpSpPr>
          <p:cNvPr id="8" name="群組 7"/>
          <p:cNvGrpSpPr/>
          <p:nvPr/>
        </p:nvGrpSpPr>
        <p:grpSpPr>
          <a:xfrm>
            <a:off x="3879134" y="3760484"/>
            <a:ext cx="1545771" cy="5543585"/>
            <a:chOff x="3000880" y="2532296"/>
            <a:chExt cx="1030514" cy="3695723"/>
          </a:xfrm>
        </p:grpSpPr>
        <p:cxnSp>
          <p:nvCxnSpPr>
            <p:cNvPr id="50" name="直線單箭頭接點 49"/>
            <p:cNvCxnSpPr/>
            <p:nvPr/>
          </p:nvCxnSpPr>
          <p:spPr>
            <a:xfrm flipV="1">
              <a:off x="3507343" y="3311593"/>
              <a:ext cx="0" cy="72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p:nvPr/>
          </p:nvCxnSpPr>
          <p:spPr>
            <a:xfrm flipV="1">
              <a:off x="3520043" y="5115516"/>
              <a:ext cx="0" cy="33358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3000880" y="6156899"/>
              <a:ext cx="1030514" cy="71120"/>
            </a:xfrm>
            <a:prstGeom prst="rect">
              <a:avLst/>
            </a:prstGeom>
            <a:noFill/>
          </p:spPr>
          <p:txBody>
            <a:bodyPr wrap="square" rtlCol="0">
              <a:spAutoFit/>
            </a:bodyPr>
            <a:lstStyle/>
            <a:p>
              <a:pPr algn="ctr"/>
              <a:r>
                <a:rPr lang="en-US" altLang="zh-TW" sz="100" dirty="0"/>
                <a:t>START</a:t>
              </a:r>
              <a:endParaRPr lang="zh-TW" altLang="en-US" sz="100" dirty="0"/>
            </a:p>
          </p:txBody>
        </p:sp>
        <p:sp>
          <p:nvSpPr>
            <p:cNvPr id="90" name="矩形 89"/>
            <p:cNvSpPr/>
            <p:nvPr/>
          </p:nvSpPr>
          <p:spPr>
            <a:xfrm>
              <a:off x="3387752" y="2532296"/>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nvGrpSpPr>
            <p:cNvPr id="17" name="群組 16"/>
            <p:cNvGrpSpPr/>
            <p:nvPr/>
          </p:nvGrpSpPr>
          <p:grpSpPr>
            <a:xfrm>
              <a:off x="3396347" y="5449828"/>
              <a:ext cx="239580" cy="720000"/>
              <a:chOff x="3445729" y="5741259"/>
              <a:chExt cx="239580" cy="720000"/>
            </a:xfrm>
          </p:grpSpPr>
          <p:sp>
            <p:nvSpPr>
              <p:cNvPr id="77" name="矩形 76"/>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16" name="橢圓 15"/>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grpSp>
      <p:grpSp>
        <p:nvGrpSpPr>
          <p:cNvPr id="9" name="群組 8"/>
          <p:cNvGrpSpPr/>
          <p:nvPr/>
        </p:nvGrpSpPr>
        <p:grpSpPr>
          <a:xfrm>
            <a:off x="5546318" y="3777050"/>
            <a:ext cx="1545771" cy="5554694"/>
            <a:chOff x="4142089" y="2543340"/>
            <a:chExt cx="1030514" cy="3703129"/>
          </a:xfrm>
        </p:grpSpPr>
        <p:cxnSp>
          <p:nvCxnSpPr>
            <p:cNvPr id="94" name="直線單箭頭接點 93"/>
            <p:cNvCxnSpPr/>
            <p:nvPr/>
          </p:nvCxnSpPr>
          <p:spPr>
            <a:xfrm flipV="1">
              <a:off x="4657346" y="3322637"/>
              <a:ext cx="0" cy="72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矩形 94"/>
            <p:cNvSpPr/>
            <p:nvPr/>
          </p:nvSpPr>
          <p:spPr>
            <a:xfrm>
              <a:off x="4537755" y="2543340"/>
              <a:ext cx="239580" cy="72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1" name="文字方塊 50"/>
            <p:cNvSpPr txBox="1"/>
            <p:nvPr/>
          </p:nvSpPr>
          <p:spPr>
            <a:xfrm>
              <a:off x="4142089" y="6175349"/>
              <a:ext cx="1030514" cy="71120"/>
            </a:xfrm>
            <a:prstGeom prst="rect">
              <a:avLst/>
            </a:prstGeom>
            <a:noFill/>
          </p:spPr>
          <p:txBody>
            <a:bodyPr wrap="square" rtlCol="0">
              <a:spAutoFit/>
            </a:bodyPr>
            <a:lstStyle/>
            <a:p>
              <a:pPr algn="ctr"/>
              <a:r>
                <a:rPr lang="en-US" altLang="zh-TW" sz="100" dirty="0"/>
                <a:t>I</a:t>
              </a:r>
              <a:endParaRPr lang="zh-TW" altLang="en-US" sz="100" dirty="0"/>
            </a:p>
          </p:txBody>
        </p:sp>
        <p:grpSp>
          <p:nvGrpSpPr>
            <p:cNvPr id="56" name="群組 55"/>
            <p:cNvGrpSpPr/>
            <p:nvPr/>
          </p:nvGrpSpPr>
          <p:grpSpPr>
            <a:xfrm>
              <a:off x="4537755" y="5447076"/>
              <a:ext cx="239580" cy="720000"/>
              <a:chOff x="3445729" y="5741259"/>
              <a:chExt cx="239580" cy="720000"/>
            </a:xfrm>
          </p:grpSpPr>
          <p:sp>
            <p:nvSpPr>
              <p:cNvPr id="68" name="矩形 67"/>
              <p:cNvSpPr/>
              <p:nvPr/>
            </p:nvSpPr>
            <p:spPr>
              <a:xfrm>
                <a:off x="3445729" y="5741259"/>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69" name="橢圓 68"/>
              <p:cNvSpPr/>
              <p:nvPr/>
            </p:nvSpPr>
            <p:spPr>
              <a:xfrm>
                <a:off x="3483679" y="5963721"/>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sz="100"/>
              </a:p>
            </p:txBody>
          </p:sp>
        </p:grpSp>
        <p:cxnSp>
          <p:nvCxnSpPr>
            <p:cNvPr id="71" name="直線單箭頭接點 70"/>
            <p:cNvCxnSpPr/>
            <p:nvPr/>
          </p:nvCxnSpPr>
          <p:spPr>
            <a:xfrm flipV="1">
              <a:off x="4665705" y="5128216"/>
              <a:ext cx="0" cy="33358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6" name="直線單箭頭接點 95"/>
          <p:cNvCxnSpPr/>
          <p:nvPr/>
        </p:nvCxnSpPr>
        <p:spPr>
          <a:xfrm flipV="1">
            <a:off x="7986089" y="494599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矩形 96"/>
          <p:cNvSpPr/>
          <p:nvPr/>
        </p:nvSpPr>
        <p:spPr>
          <a:xfrm>
            <a:off x="7806702" y="3777050"/>
            <a:ext cx="359370" cy="108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98" name="文字方塊 97"/>
          <p:cNvSpPr txBox="1"/>
          <p:nvPr/>
        </p:nvSpPr>
        <p:spPr>
          <a:xfrm>
            <a:off x="7213502" y="9197388"/>
            <a:ext cx="1545771" cy="106680"/>
          </a:xfrm>
          <a:prstGeom prst="rect">
            <a:avLst/>
          </a:prstGeom>
          <a:noFill/>
        </p:spPr>
        <p:txBody>
          <a:bodyPr wrap="square" rtlCol="0">
            <a:spAutoFit/>
          </a:bodyPr>
          <a:lstStyle/>
          <a:p>
            <a:pPr algn="ctr"/>
            <a:r>
              <a:rPr lang="en-US" altLang="zh-TW" sz="100" dirty="0"/>
              <a:t>love</a:t>
            </a:r>
            <a:endParaRPr lang="zh-TW" altLang="en-US" sz="100" dirty="0"/>
          </a:p>
        </p:txBody>
      </p:sp>
      <p:grpSp>
        <p:nvGrpSpPr>
          <p:cNvPr id="99" name="群組 98"/>
          <p:cNvGrpSpPr/>
          <p:nvPr/>
        </p:nvGrpSpPr>
        <p:grpSpPr>
          <a:xfrm>
            <a:off x="7806702" y="8132654"/>
            <a:ext cx="359370" cy="1080000"/>
            <a:chOff x="3445729" y="5741259"/>
            <a:chExt cx="239580" cy="720000"/>
          </a:xfrm>
        </p:grpSpPr>
        <p:sp>
          <p:nvSpPr>
            <p:cNvPr id="100" name="矩形 99"/>
            <p:cNvSpPr/>
            <p:nvPr/>
          </p:nvSpPr>
          <p:spPr>
            <a:xfrm>
              <a:off x="3445729" y="5741259"/>
              <a:ext cx="239580" cy="72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sp>
          <p:nvSpPr>
            <p:cNvPr id="101" name="橢圓 100"/>
            <p:cNvSpPr/>
            <p:nvPr/>
          </p:nvSpPr>
          <p:spPr>
            <a:xfrm>
              <a:off x="3483679" y="5818579"/>
              <a:ext cx="180000" cy="1800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TW" altLang="en-US" sz="100"/>
            </a:p>
          </p:txBody>
        </p:sp>
      </p:grpSp>
      <p:cxnSp>
        <p:nvCxnSpPr>
          <p:cNvPr id="102" name="直線單箭頭接點 101"/>
          <p:cNvCxnSpPr/>
          <p:nvPr/>
        </p:nvCxnSpPr>
        <p:spPr>
          <a:xfrm flipV="1">
            <a:off x="7998627" y="765436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flipV="1">
            <a:off x="9653274" y="4945212"/>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9473888" y="3776267"/>
            <a:ext cx="359370" cy="108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105" name="文字方塊 104"/>
          <p:cNvSpPr txBox="1"/>
          <p:nvPr/>
        </p:nvSpPr>
        <p:spPr>
          <a:xfrm>
            <a:off x="8880687" y="9196605"/>
            <a:ext cx="1545771" cy="106680"/>
          </a:xfrm>
          <a:prstGeom prst="rect">
            <a:avLst/>
          </a:prstGeom>
          <a:noFill/>
        </p:spPr>
        <p:txBody>
          <a:bodyPr wrap="square" rtlCol="0">
            <a:spAutoFit/>
          </a:bodyPr>
          <a:lstStyle/>
          <a:p>
            <a:pPr algn="ctr"/>
            <a:r>
              <a:rPr lang="en-US" altLang="zh-TW" sz="100" dirty="0"/>
              <a:t>machine</a:t>
            </a:r>
            <a:endParaRPr lang="zh-TW" altLang="en-US" sz="100" dirty="0"/>
          </a:p>
        </p:txBody>
      </p:sp>
      <p:grpSp>
        <p:nvGrpSpPr>
          <p:cNvPr id="106" name="群組 105"/>
          <p:cNvGrpSpPr/>
          <p:nvPr/>
        </p:nvGrpSpPr>
        <p:grpSpPr>
          <a:xfrm>
            <a:off x="9473888" y="8131871"/>
            <a:ext cx="359370" cy="1080000"/>
            <a:chOff x="3445729" y="5741259"/>
            <a:chExt cx="239580" cy="720000"/>
          </a:xfrm>
        </p:grpSpPr>
        <p:sp>
          <p:nvSpPr>
            <p:cNvPr id="107" name="矩形 106"/>
            <p:cNvSpPr/>
            <p:nvPr/>
          </p:nvSpPr>
          <p:spPr>
            <a:xfrm>
              <a:off x="3445729" y="5741259"/>
              <a:ext cx="239580" cy="72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sp>
          <p:nvSpPr>
            <p:cNvPr id="108" name="橢圓 107"/>
            <p:cNvSpPr/>
            <p:nvPr/>
          </p:nvSpPr>
          <p:spPr>
            <a:xfrm>
              <a:off x="3483679" y="6137892"/>
              <a:ext cx="180000" cy="180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sz="100"/>
            </a:p>
          </p:txBody>
        </p:sp>
      </p:grpSp>
      <p:cxnSp>
        <p:nvCxnSpPr>
          <p:cNvPr id="109" name="直線單箭頭接點 108"/>
          <p:cNvCxnSpPr/>
          <p:nvPr/>
        </p:nvCxnSpPr>
        <p:spPr>
          <a:xfrm flipV="1">
            <a:off x="9665813" y="7653581"/>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圓角 44"/>
          <p:cNvSpPr/>
          <p:nvPr/>
        </p:nvSpPr>
        <p:spPr>
          <a:xfrm>
            <a:off x="3869357" y="5698800"/>
            <a:ext cx="6372402"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sp>
        <p:nvSpPr>
          <p:cNvPr id="125" name="左大括弧 124"/>
          <p:cNvSpPr/>
          <p:nvPr/>
        </p:nvSpPr>
        <p:spPr>
          <a:xfrm>
            <a:off x="10397298" y="369603"/>
            <a:ext cx="1408866" cy="9471873"/>
          </a:xfrm>
          <a:prstGeom prst="leftBrace">
            <a:avLst>
              <a:gd name="adj1" fmla="val 8333"/>
              <a:gd name="adj2" fmla="val 66701"/>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2" name="投影片編號版面配置區 1"/>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54</a:t>
            </a:fld>
            <a:endParaRPr lang="zh-TW" altLang="en-US" sz="100"/>
          </a:p>
        </p:txBody>
      </p:sp>
      <p:sp>
        <p:nvSpPr>
          <p:cNvPr id="130" name="文字方塊 129"/>
          <p:cNvSpPr txBox="1"/>
          <p:nvPr/>
        </p:nvSpPr>
        <p:spPr>
          <a:xfrm>
            <a:off x="5918332" y="2451425"/>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33" name="文字方塊 132"/>
          <p:cNvSpPr txBox="1"/>
          <p:nvPr/>
        </p:nvSpPr>
        <p:spPr>
          <a:xfrm>
            <a:off x="7281329" y="246236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p>
        </p:txBody>
      </p:sp>
      <p:sp>
        <p:nvSpPr>
          <p:cNvPr id="136" name="文字方塊 135"/>
          <p:cNvSpPr txBox="1"/>
          <p:nvPr/>
        </p:nvSpPr>
        <p:spPr>
          <a:xfrm>
            <a:off x="9121830" y="2456509"/>
            <a:ext cx="1546802"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learning</a:t>
            </a:r>
            <a:endParaRPr lang="zh-TW" altLang="en-US" sz="100" b="0" dirty="0"/>
          </a:p>
        </p:txBody>
      </p:sp>
      <p:sp>
        <p:nvSpPr>
          <p:cNvPr id="4" name="文字方塊 57"/>
          <p:cNvSpPr txBox="1"/>
          <p:nvPr/>
        </p:nvSpPr>
        <p:spPr>
          <a:xfrm>
            <a:off x="4147579" y="2453950"/>
            <a:ext cx="99172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I</a:t>
            </a:r>
            <a:endParaRPr lang="zh-TW" altLang="en-US" sz="100" b="0" dirty="0"/>
          </a:p>
        </p:txBody>
      </p:sp>
      <p:sp>
        <p:nvSpPr>
          <p:cNvPr id="5" name="文字方塊 88"/>
          <p:cNvSpPr txBox="1"/>
          <p:nvPr/>
        </p:nvSpPr>
        <p:spPr>
          <a:xfrm>
            <a:off x="3900284" y="247868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6" name="文字方塊 132"/>
          <p:cNvSpPr txBox="1"/>
          <p:nvPr/>
        </p:nvSpPr>
        <p:spPr>
          <a:xfrm>
            <a:off x="9014244" y="249411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p>
        </p:txBody>
      </p:sp>
      <p:sp>
        <p:nvSpPr>
          <p:cNvPr id="7" name="文字方塊 87"/>
          <p:cNvSpPr txBox="1"/>
          <p:nvPr/>
        </p:nvSpPr>
        <p:spPr>
          <a:xfrm>
            <a:off x="3868225" y="9225189"/>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10" name="文字方塊 88"/>
          <p:cNvSpPr txBox="1"/>
          <p:nvPr/>
        </p:nvSpPr>
        <p:spPr>
          <a:xfrm>
            <a:off x="5535409" y="925286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1" name="文字方塊 96"/>
          <p:cNvSpPr txBox="1"/>
          <p:nvPr/>
        </p:nvSpPr>
        <p:spPr>
          <a:xfrm>
            <a:off x="7202593" y="922518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2" name="文字方塊 132"/>
          <p:cNvSpPr txBox="1"/>
          <p:nvPr/>
        </p:nvSpPr>
        <p:spPr>
          <a:xfrm>
            <a:off x="8868829" y="922511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p>
        </p:txBody>
      </p:sp>
      <p:sp>
        <p:nvSpPr>
          <p:cNvPr id="13" name="文字方塊 132"/>
          <p:cNvSpPr txBox="1"/>
          <p:nvPr/>
        </p:nvSpPr>
        <p:spPr>
          <a:xfrm>
            <a:off x="3858044" y="9225112"/>
            <a:ext cx="1546802"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p>
        </p:txBody>
      </p:sp>
      <p:pic>
        <p:nvPicPr>
          <p:cNvPr id="14" name="Content Placeholder 13"/>
          <p:cNvPicPr>
            <a:picLocks noGrp="1" noChangeAspect="1"/>
          </p:cNvPicPr>
          <p:nvPr>
            <p:ph idx="1"/>
          </p:nvPr>
        </p:nvPicPr>
        <p:blipFill>
          <a:blip r:embed="rId4"/>
          <a:stretch>
            <a:fillRect/>
          </a:stretch>
        </p:blipFill>
        <p:spPr>
          <a:xfrm>
            <a:off x="11942445" y="369570"/>
            <a:ext cx="2969895" cy="8826500"/>
          </a:xfrm>
          <a:prstGeom prst="rect">
            <a:avLst/>
          </a:prstGeom>
        </p:spPr>
      </p:pic>
      <p:sp>
        <p:nvSpPr>
          <p:cNvPr id="19" name="Text Box 18"/>
          <p:cNvSpPr txBox="1"/>
          <p:nvPr/>
        </p:nvSpPr>
        <p:spPr>
          <a:xfrm>
            <a:off x="4074795" y="1429385"/>
            <a:ext cx="6247130" cy="953135"/>
          </a:xfrm>
          <a:prstGeom prst="rect">
            <a:avLst/>
          </a:prstGeom>
          <a:noFill/>
        </p:spPr>
        <p:txBody>
          <a:bodyPr wrap="none" rtlCol="0" anchor="t">
            <a:spAutoFit/>
          </a:bodyPr>
          <a:lstStyle/>
          <a:p>
            <a:pPr algn="l"/>
            <a:r>
              <a:rPr lang="en-US" altLang="en-US" sz="2800">
                <a:solidFill>
                  <a:schemeClr val="accent1"/>
                </a:solidFill>
                <a:latin typeface="+mj-lt"/>
                <a:cs typeface="+mj-cs"/>
                <a:sym typeface="+mn-ea"/>
              </a:rPr>
              <a:t>Ignore the input from the encoder here</a:t>
            </a:r>
            <a:endParaRPr lang="en-US" altLang="en-US" sz="2800">
              <a:solidFill>
                <a:schemeClr val="accent1"/>
              </a:solidFill>
              <a:latin typeface="+mj-lt"/>
              <a:cs typeface="+mj-cs"/>
            </a:endParaRPr>
          </a:p>
          <a:p>
            <a:pPr algn="l"/>
            <a:endParaRPr lang="en-US" altLang="en-US" sz="2800">
              <a:solidFill>
                <a:schemeClr val="accent1"/>
              </a:solidFill>
              <a:latin typeface="+mj-lt"/>
              <a:cs typeface="+mj-cs"/>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bldLvl="0" animBg="1"/>
      <p:bldP spid="130" grpId="0"/>
      <p:bldP spid="133" grpId="0"/>
      <p:bldP spid="136" grpId="0"/>
      <p:bldP spid="5" grpId="0"/>
      <p:bldP spid="6" grpId="0"/>
      <p:bldP spid="10" grpId="0"/>
      <p:bldP spid="11" grpId="0"/>
      <p:bldP spid="12"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Content Placeholder 99"/>
          <p:cNvPicPr>
            <a:picLocks noGrp="1"/>
          </p:cNvPicPr>
          <p:nvPr>
            <p:ph idx="1"/>
          </p:nvPr>
        </p:nvPicPr>
        <p:blipFill>
          <a:blip r:embed="rId3"/>
          <a:stretch>
            <a:fillRect/>
          </a:stretch>
        </p:blipFill>
        <p:spPr>
          <a:xfrm>
            <a:off x="4725670" y="781685"/>
            <a:ext cx="6862445" cy="9029065"/>
          </a:xfrm>
          <a:prstGeom prst="rect">
            <a:avLst/>
          </a:prstGeom>
          <a:noFill/>
          <a:ln w="9525">
            <a:noFill/>
          </a:ln>
        </p:spPr>
      </p:pic>
      <p:sp>
        <p:nvSpPr>
          <p:cNvPr id="5" name="矩形: 圓角 4"/>
          <p:cNvSpPr/>
          <p:nvPr/>
        </p:nvSpPr>
        <p:spPr>
          <a:xfrm>
            <a:off x="8438515" y="3992245"/>
            <a:ext cx="1984375" cy="144526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9" name="矩形: 圓角 8"/>
          <p:cNvSpPr/>
          <p:nvPr/>
        </p:nvSpPr>
        <p:spPr>
          <a:xfrm>
            <a:off x="8724899" y="5899472"/>
            <a:ext cx="1092995" cy="26431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2" name="投影片編號版面配置區 1"/>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55</a:t>
            </a:fld>
            <a:endParaRPr lang="zh-TW" altLang="en-US" sz="100"/>
          </a:p>
        </p:txBody>
      </p:sp>
      <p:sp>
        <p:nvSpPr>
          <p:cNvPr id="13" name="標題 1"/>
          <p:cNvSpPr>
            <a:spLocks noGrp="1"/>
          </p:cNvSpPr>
          <p:nvPr>
            <p:ph type="title"/>
          </p:nvPr>
        </p:nvSpPr>
        <p:spPr>
          <a:xfrm>
            <a:off x="750570" y="2636520"/>
            <a:ext cx="3691890" cy="994410"/>
          </a:xfrm>
        </p:spPr>
        <p:txBody>
          <a:bodyPr/>
          <a:lstStyle/>
          <a:p>
            <a:r>
              <a:rPr lang="en-US" altLang="zh-TW" sz="4000" dirty="0"/>
              <a:t>Encoder</a:t>
            </a:r>
          </a:p>
        </p:txBody>
      </p:sp>
      <p:sp>
        <p:nvSpPr>
          <p:cNvPr id="14" name="標題 1"/>
          <p:cNvSpPr>
            <a:spLocks noGrp="1"/>
          </p:cNvSpPr>
          <p:nvPr/>
        </p:nvSpPr>
        <p:spPr>
          <a:xfrm>
            <a:off x="12021185" y="2827020"/>
            <a:ext cx="3042920" cy="803910"/>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sz="4000" dirty="0"/>
              <a:t>Decoder</a:t>
            </a:r>
          </a:p>
        </p:txBody>
      </p:sp>
      <p:cxnSp>
        <p:nvCxnSpPr>
          <p:cNvPr id="17" name="Straight Arrow Connector 16"/>
          <p:cNvCxnSpPr/>
          <p:nvPr/>
        </p:nvCxnSpPr>
        <p:spPr>
          <a:xfrm>
            <a:off x="3920490" y="3543935"/>
            <a:ext cx="1645920" cy="1159510"/>
          </a:xfrm>
          <a:prstGeom prst="straightConnector1">
            <a:avLst/>
          </a:prstGeom>
          <a:ln w="38100" cmpd="sng">
            <a:solidFill>
              <a:schemeClr val="accent1">
                <a:shade val="50000"/>
              </a:schemeClr>
            </a:solidFill>
            <a:prstDash val="solid"/>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a:off x="10696575" y="3630930"/>
            <a:ext cx="2099945" cy="1072515"/>
          </a:xfrm>
          <a:prstGeom prst="straightConnector1">
            <a:avLst/>
          </a:prstGeom>
          <a:ln w="38100" cmpd="sng">
            <a:solidFill>
              <a:schemeClr val="accent1">
                <a:shade val="50000"/>
              </a:schemeClr>
            </a:solidFill>
            <a:prstDash val="solid"/>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9"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3885417" y="7311041"/>
            <a:ext cx="692499" cy="908720"/>
          </a:xfrm>
          <a:prstGeom prst="rect">
            <a:avLst/>
          </a:prstGeom>
          <a:solidFill>
            <a:schemeClr val="accent1">
              <a:lumMod val="60000"/>
              <a:lumOff val="4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48" name="矩形 47"/>
          <p:cNvSpPr/>
          <p:nvPr/>
        </p:nvSpPr>
        <p:spPr>
          <a:xfrm>
            <a:off x="7299104" y="7311039"/>
            <a:ext cx="697730" cy="908721"/>
          </a:xfrm>
          <a:prstGeom prst="rect">
            <a:avLst/>
          </a:prstGeom>
          <a:solidFill>
            <a:schemeClr val="accent1">
              <a:lumMod val="60000"/>
              <a:lumOff val="4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49" name="矩形 48"/>
          <p:cNvSpPr/>
          <p:nvPr/>
        </p:nvSpPr>
        <p:spPr>
          <a:xfrm>
            <a:off x="10647591" y="7333344"/>
            <a:ext cx="697730" cy="908721"/>
          </a:xfrm>
          <a:prstGeom prst="rect">
            <a:avLst/>
          </a:prstGeom>
          <a:solidFill>
            <a:schemeClr val="accent1">
              <a:lumMod val="60000"/>
              <a:lumOff val="4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50" name="矩形 49"/>
          <p:cNvSpPr/>
          <p:nvPr/>
        </p:nvSpPr>
        <p:spPr>
          <a:xfrm>
            <a:off x="14024787" y="7358546"/>
            <a:ext cx="697730" cy="908721"/>
          </a:xfrm>
          <a:prstGeom prst="rect">
            <a:avLst/>
          </a:prstGeom>
          <a:solidFill>
            <a:schemeClr val="accent1">
              <a:lumMod val="60000"/>
              <a:lumOff val="4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55" name="文字方塊 54"/>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3"/>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4"/>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7" name="文字方塊 56"/>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57" name="文字方塊 56"/>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5"/>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58" name="文字方塊 57"/>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6"/>
                <a:stretch>
                  <a:fillRect l="-19" t="-3" r="40" b="3"/>
                </a:stretch>
              </a:blipFill>
            </p:spPr>
            <p:txBody>
              <a:bodyPr/>
              <a:lstStyle/>
              <a:p>
                <a:r>
                  <a:rPr lang="en-US" altLang="en-US">
                    <a:noFill/>
                  </a:rPr>
                  <a:t> </a:t>
                </a:r>
              </a:p>
            </p:txBody>
          </p:sp>
        </mc:Fallback>
      </mc:AlternateContent>
      <p:sp>
        <p:nvSpPr>
          <p:cNvPr id="59" name="矩形 58"/>
          <p:cNvSpPr/>
          <p:nvPr/>
        </p:nvSpPr>
        <p:spPr>
          <a:xfrm>
            <a:off x="3864315" y="1543070"/>
            <a:ext cx="692499" cy="908720"/>
          </a:xfrm>
          <a:prstGeom prst="rect">
            <a:avLst/>
          </a:prstGeom>
          <a:solidFill>
            <a:schemeClr val="accent2">
              <a:lumMod val="40000"/>
              <a:lumOff val="6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60" name="矩形 59"/>
          <p:cNvSpPr/>
          <p:nvPr/>
        </p:nvSpPr>
        <p:spPr>
          <a:xfrm>
            <a:off x="7278002" y="1543068"/>
            <a:ext cx="697730" cy="908721"/>
          </a:xfrm>
          <a:prstGeom prst="rect">
            <a:avLst/>
          </a:prstGeom>
          <a:solidFill>
            <a:schemeClr val="accent2">
              <a:lumMod val="40000"/>
              <a:lumOff val="6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61" name="矩形 60"/>
          <p:cNvSpPr/>
          <p:nvPr/>
        </p:nvSpPr>
        <p:spPr>
          <a:xfrm>
            <a:off x="10626489" y="1565373"/>
            <a:ext cx="697730" cy="908721"/>
          </a:xfrm>
          <a:prstGeom prst="rect">
            <a:avLst/>
          </a:prstGeom>
          <a:solidFill>
            <a:schemeClr val="accent2">
              <a:lumMod val="40000"/>
              <a:lumOff val="6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62" name="矩形 61"/>
          <p:cNvSpPr/>
          <p:nvPr/>
        </p:nvSpPr>
        <p:spPr>
          <a:xfrm>
            <a:off x="14003685" y="1590575"/>
            <a:ext cx="697730" cy="908721"/>
          </a:xfrm>
          <a:prstGeom prst="rect">
            <a:avLst/>
          </a:prstGeom>
          <a:solidFill>
            <a:schemeClr val="accent2">
              <a:lumMod val="60000"/>
              <a:lumOff val="40000"/>
              <a:alpha val="1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63" name="文字方塊 62"/>
              <p:cNvSpPr txBox="1"/>
              <p:nvPr/>
            </p:nvSpPr>
            <p:spPr>
              <a:xfrm>
                <a:off x="13855158" y="1673484"/>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63" name="文字方塊 62"/>
              <p:cNvSpPr txBox="1">
                <a:spLocks noRot="1" noChangeAspect="1" noMove="1" noResize="1" noEditPoints="1" noAdjustHandles="1" noChangeArrowheads="1" noChangeShapeType="1" noTextEdit="1"/>
              </p:cNvSpPr>
              <p:nvPr/>
            </p:nvSpPr>
            <p:spPr>
              <a:xfrm>
                <a:off x="13855158" y="1673484"/>
                <a:ext cx="1072742" cy="645160"/>
              </a:xfrm>
              <a:prstGeom prst="rect">
                <a:avLst/>
              </a:prstGeom>
              <a:blipFill rotWithShape="1">
                <a:blip r:embed="rId7"/>
                <a:stretch>
                  <a:fillRect l="-9" t="-40" r="30" b="40"/>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10483647" y="165687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10483647" y="1656875"/>
                <a:ext cx="1072742" cy="646430"/>
              </a:xfrm>
              <a:prstGeom prst="rect">
                <a:avLst/>
              </a:prstGeom>
              <a:blipFill rotWithShape="1">
                <a:blip r:embed="rId8"/>
                <a:stretch>
                  <a:fillRect l="-40" t="-25" r="2" b="2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5" name="文字方塊 64"/>
              <p:cNvSpPr txBox="1"/>
              <p:nvPr/>
            </p:nvSpPr>
            <p:spPr>
              <a:xfrm>
                <a:off x="7165264" y="165687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65" name="文字方塊 64"/>
              <p:cNvSpPr txBox="1">
                <a:spLocks noRot="1" noChangeAspect="1" noMove="1" noResize="1" noEditPoints="1" noAdjustHandles="1" noChangeArrowheads="1" noChangeShapeType="1" noTextEdit="1"/>
              </p:cNvSpPr>
              <p:nvPr/>
            </p:nvSpPr>
            <p:spPr>
              <a:xfrm>
                <a:off x="7165264" y="1656875"/>
                <a:ext cx="1072742" cy="646430"/>
              </a:xfrm>
              <a:prstGeom prst="rect">
                <a:avLst/>
              </a:prstGeom>
              <a:blipFill rotWithShape="1">
                <a:blip r:embed="rId9"/>
                <a:stretch>
                  <a:fillRect l="-52" t="-25" r="14" b="2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6" name="文字方塊 65"/>
              <p:cNvSpPr txBox="1"/>
              <p:nvPr/>
            </p:nvSpPr>
            <p:spPr>
              <a:xfrm>
                <a:off x="3725603" y="164567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66" name="文字方塊 65"/>
              <p:cNvSpPr txBox="1">
                <a:spLocks noRot="1" noChangeAspect="1" noMove="1" noResize="1" noEditPoints="1" noAdjustHandles="1" noChangeArrowheads="1" noChangeShapeType="1" noTextEdit="1"/>
              </p:cNvSpPr>
              <p:nvPr/>
            </p:nvSpPr>
            <p:spPr>
              <a:xfrm>
                <a:off x="3725603" y="1645676"/>
                <a:ext cx="1072742" cy="646430"/>
              </a:xfrm>
              <a:prstGeom prst="rect">
                <a:avLst/>
              </a:prstGeom>
              <a:blipFill rotWithShape="1">
                <a:blip r:embed="rId10"/>
                <a:stretch>
                  <a:fillRect l="-5" t="-60" r="27" b="60"/>
                </a:stretch>
              </a:blipFill>
            </p:spPr>
            <p:txBody>
              <a:bodyPr/>
              <a:lstStyle/>
              <a:p>
                <a:r>
                  <a:rPr lang="en-US" altLang="en-US">
                    <a:noFill/>
                  </a:rPr>
                  <a:t> </a:t>
                </a:r>
              </a:p>
            </p:txBody>
          </p:sp>
        </mc:Fallback>
      </mc:AlternateContent>
      <p:sp>
        <p:nvSpPr>
          <p:cNvPr id="67" name="矩形: 圓角 66"/>
          <p:cNvSpPr/>
          <p:nvPr/>
        </p:nvSpPr>
        <p:spPr>
          <a:xfrm>
            <a:off x="3214475" y="3123029"/>
            <a:ext cx="12112275" cy="3613659"/>
          </a:xfrm>
          <a:prstGeom prst="roundRect">
            <a:avLst/>
          </a:prstGeom>
          <a:blipFill rotWithShape="1">
            <a:blip r:embed="rId11"/>
            <a:tile tx="0" ty="0" sx="100000" sy="100000" flip="none" algn="tl"/>
          </a:blipFill>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3600" dirty="0"/>
          </a:p>
        </p:txBody>
      </p:sp>
      <p:cxnSp>
        <p:nvCxnSpPr>
          <p:cNvPr id="68" name="直線單箭頭接點 67"/>
          <p:cNvCxnSpPr/>
          <p:nvPr/>
        </p:nvCxnSpPr>
        <p:spPr>
          <a:xfrm flipH="1" flipV="1">
            <a:off x="4247592" y="670441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flipH="1" flipV="1">
            <a:off x="7697700" y="6704417"/>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H="1" flipV="1">
            <a:off x="11022690" y="678419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H="1" flipV="1">
            <a:off x="14368805" y="6784194"/>
            <a:ext cx="0" cy="5743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0" name="群組 79"/>
          <p:cNvGrpSpPr/>
          <p:nvPr/>
        </p:nvGrpSpPr>
        <p:grpSpPr>
          <a:xfrm>
            <a:off x="4210005" y="2481326"/>
            <a:ext cx="10121213" cy="654129"/>
            <a:chOff x="1460128" y="4622011"/>
            <a:chExt cx="6747475" cy="436086"/>
          </a:xfrm>
        </p:grpSpPr>
        <p:cxnSp>
          <p:nvCxnSpPr>
            <p:cNvPr id="76" name="直線單箭頭接點 75"/>
            <p:cNvCxnSpPr/>
            <p:nvPr/>
          </p:nvCxnSpPr>
          <p:spPr>
            <a:xfrm flipH="1" flipV="1">
              <a:off x="1460128" y="4622011"/>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flipH="1" flipV="1">
              <a:off x="3760200" y="4622011"/>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p:nvPr/>
          </p:nvCxnSpPr>
          <p:spPr>
            <a:xfrm flipH="1" flipV="1">
              <a:off x="5976860" y="467519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p:nvPr/>
          </p:nvCxnSpPr>
          <p:spPr>
            <a:xfrm flipH="1" flipV="1">
              <a:off x="8207603" y="4675196"/>
              <a:ext cx="0" cy="3829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2" name="直線單箭頭接點 81"/>
          <p:cNvCxnSpPr/>
          <p:nvPr/>
        </p:nvCxnSpPr>
        <p:spPr>
          <a:xfrm flipH="1" flipV="1">
            <a:off x="4199309" y="3224142"/>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flipH="1" flipV="1">
            <a:off x="4372712" y="3246447"/>
            <a:ext cx="3275259" cy="345797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p:nvPr/>
        </p:nvCxnSpPr>
        <p:spPr>
          <a:xfrm flipH="1" flipV="1">
            <a:off x="4556814" y="3246447"/>
            <a:ext cx="6416145" cy="349024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p:nvPr/>
        </p:nvCxnSpPr>
        <p:spPr>
          <a:xfrm flipH="1" flipV="1">
            <a:off x="4819446" y="3224142"/>
            <a:ext cx="9572082" cy="347013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flipH="1" flipV="1">
            <a:off x="7635971" y="3219072"/>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94"/>
          <p:cNvCxnSpPr/>
          <p:nvPr/>
        </p:nvCxnSpPr>
        <p:spPr>
          <a:xfrm flipH="1" flipV="1">
            <a:off x="11005436" y="3214005"/>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95"/>
          <p:cNvCxnSpPr/>
          <p:nvPr/>
        </p:nvCxnSpPr>
        <p:spPr>
          <a:xfrm flipH="1" flipV="1">
            <a:off x="14352549" y="3214004"/>
            <a:ext cx="0" cy="348027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96"/>
          <p:cNvCxnSpPr/>
          <p:nvPr/>
        </p:nvCxnSpPr>
        <p:spPr>
          <a:xfrm flipV="1">
            <a:off x="4295876" y="3224144"/>
            <a:ext cx="3250547" cy="347013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p:cNvCxnSpPr/>
          <p:nvPr/>
        </p:nvCxnSpPr>
        <p:spPr>
          <a:xfrm flipH="1" flipV="1">
            <a:off x="7743191" y="3246446"/>
            <a:ext cx="3220982" cy="342570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p:nvPr/>
        </p:nvCxnSpPr>
        <p:spPr>
          <a:xfrm flipH="1" flipV="1">
            <a:off x="7855643" y="3235248"/>
            <a:ext cx="6496907" cy="345903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7" name="直線單箭頭接點 106"/>
          <p:cNvCxnSpPr/>
          <p:nvPr/>
        </p:nvCxnSpPr>
        <p:spPr>
          <a:xfrm flipH="1" flipV="1">
            <a:off x="11084633" y="3201756"/>
            <a:ext cx="3284172" cy="3470391"/>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9" name="直線單箭頭接點 108"/>
          <p:cNvCxnSpPr/>
          <p:nvPr/>
        </p:nvCxnSpPr>
        <p:spPr>
          <a:xfrm flipV="1">
            <a:off x="7668449" y="3208938"/>
            <a:ext cx="3264903" cy="3495477"/>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p:nvPr/>
        </p:nvCxnSpPr>
        <p:spPr>
          <a:xfrm flipV="1">
            <a:off x="4295876" y="3208938"/>
            <a:ext cx="6480960" cy="3506676"/>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flipV="1">
            <a:off x="4208615" y="3235248"/>
            <a:ext cx="9783510" cy="350143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p:nvPr/>
        </p:nvCxnSpPr>
        <p:spPr>
          <a:xfrm flipV="1">
            <a:off x="7668449" y="3271649"/>
            <a:ext cx="6448482" cy="344290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p:nvPr/>
        </p:nvCxnSpPr>
        <p:spPr>
          <a:xfrm flipV="1">
            <a:off x="11059730" y="3270585"/>
            <a:ext cx="3193334" cy="3417695"/>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6" name="文字方塊 125"/>
          <p:cNvSpPr txBox="1"/>
          <p:nvPr/>
        </p:nvSpPr>
        <p:spPr>
          <a:xfrm>
            <a:off x="4718685" y="8889365"/>
            <a:ext cx="9269730" cy="645160"/>
          </a:xfrm>
          <a:prstGeom prst="rect">
            <a:avLst/>
          </a:prstGeom>
          <a:noFill/>
        </p:spPr>
        <p:txBody>
          <a:bodyPr wrap="square" rtlCol="0">
            <a:spAutoFit/>
          </a:bodyPr>
          <a:lstStyle/>
          <a:p>
            <a:pPr algn="ctr"/>
            <a:r>
              <a:rPr lang="en-US" altLang="zh-TW" sz="3600" dirty="0"/>
              <a:t>Can be either </a:t>
            </a:r>
            <a:r>
              <a:rPr lang="en-US" altLang="zh-TW" sz="3600" b="1" dirty="0"/>
              <a:t>input</a:t>
            </a:r>
            <a:r>
              <a:rPr lang="en-US" altLang="zh-TW" sz="3600" dirty="0"/>
              <a:t> or </a:t>
            </a:r>
            <a:r>
              <a:rPr lang="en-US" altLang="zh-TW" sz="3600" b="1" dirty="0"/>
              <a:t>a hidden layer</a:t>
            </a:r>
            <a:endParaRPr lang="zh-TW" altLang="en-US" sz="3600" b="1" dirty="0"/>
          </a:p>
        </p:txBody>
      </p:sp>
      <p:sp>
        <p:nvSpPr>
          <p:cNvPr id="127" name="右大括弧 126"/>
          <p:cNvSpPr/>
          <p:nvPr/>
        </p:nvSpPr>
        <p:spPr>
          <a:xfrm rot="5400000">
            <a:off x="8948399" y="2651292"/>
            <a:ext cx="705000" cy="11770665"/>
          </a:xfrm>
          <a:prstGeom prst="rightBrace">
            <a:avLst>
              <a:gd name="adj1" fmla="val 7558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2" name="投影片編號版面配置區 1"/>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56</a:t>
            </a:fld>
            <a:endParaRPr lang="zh-TW" altLang="en-US" sz="100"/>
          </a:p>
        </p:txBody>
      </p:sp>
      <p:cxnSp>
        <p:nvCxnSpPr>
          <p:cNvPr id="4" name="直線單箭頭接點 3"/>
          <p:cNvCxnSpPr/>
          <p:nvPr/>
        </p:nvCxnSpPr>
        <p:spPr>
          <a:xfrm>
            <a:off x="7394817" y="866232"/>
            <a:ext cx="832340" cy="14468"/>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標題 1"/>
          <p:cNvSpPr>
            <a:spLocks noGrp="1"/>
          </p:cNvSpPr>
          <p:nvPr>
            <p:ph type="title"/>
          </p:nvPr>
        </p:nvSpPr>
        <p:spPr>
          <a:xfrm>
            <a:off x="1379855" y="198120"/>
            <a:ext cx="14830425" cy="994410"/>
          </a:xfrm>
        </p:spPr>
        <p:txBody>
          <a:bodyPr/>
          <a:lstStyle/>
          <a:p>
            <a:r>
              <a:rPr lang="en-US" altLang="zh-TW" sz="4000" dirty="0"/>
              <a:t>Self-attention          Masked Self-attention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3"/>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0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0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直線單箭頭接點 108"/>
          <p:cNvCxnSpPr/>
          <p:nvPr/>
        </p:nvCxnSpPr>
        <p:spPr>
          <a:xfrm flipH="1" flipV="1">
            <a:off x="7244502" y="4196309"/>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1"/>
          <p:cNvCxnSpPr>
            <a:stCxn id="79" idx="0"/>
            <a:endCxn id="8" idx="5"/>
          </p:cNvCxnSpPr>
          <p:nvPr/>
        </p:nvCxnSpPr>
        <p:spPr>
          <a:xfrm flipH="1" flipV="1">
            <a:off x="3930650" y="4142105"/>
            <a:ext cx="2908935" cy="15982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p:cNvCxnSpPr/>
          <p:nvPr/>
        </p:nvCxnSpPr>
        <p:spPr>
          <a:xfrm flipH="1" flipV="1">
            <a:off x="10587264" y="4148873"/>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23"/>
          <p:cNvCxnSpPr/>
          <p:nvPr/>
        </p:nvCxnSpPr>
        <p:spPr>
          <a:xfrm flipH="1" flipV="1">
            <a:off x="13977801" y="4176026"/>
            <a:ext cx="433388" cy="15839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群組 71"/>
          <p:cNvGrpSpPr/>
          <p:nvPr/>
        </p:nvGrpSpPr>
        <p:grpSpPr>
          <a:xfrm>
            <a:off x="2888879" y="5693795"/>
            <a:ext cx="2759052" cy="1579235"/>
            <a:chOff x="401919" y="3795863"/>
            <a:chExt cx="1839368" cy="1052823"/>
          </a:xfrm>
        </p:grpSpPr>
        <p:sp>
          <p:nvSpPr>
            <p:cNvPr id="25" name="矩形 24"/>
            <p:cNvSpPr/>
            <p:nvPr/>
          </p:nvSpPr>
          <p:spPr>
            <a:xfrm>
              <a:off x="1717885" y="3795863"/>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8" name="文字方塊 27"/>
                <p:cNvSpPr txBox="1"/>
                <p:nvPr/>
              </p:nvSpPr>
              <p:spPr>
                <a:xfrm>
                  <a:off x="1526126" y="3833406"/>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1526126" y="3833406"/>
                  <a:ext cx="715161" cy="430953"/>
                </a:xfrm>
                <a:prstGeom prst="rect">
                  <a:avLst/>
                </a:prstGeom>
                <a:blipFill rotWithShape="1">
                  <a:blip r:embed="rId3"/>
                </a:blipFill>
              </p:spPr>
              <p:txBody>
                <a:bodyPr/>
                <a:lstStyle/>
                <a:p>
                  <a:r>
                    <a:rPr lang="en-US" altLang="en-US">
                      <a:noFill/>
                    </a:rPr>
                    <a:t> </a:t>
                  </a:r>
                </a:p>
              </p:txBody>
            </p:sp>
          </mc:Fallback>
        </mc:AlternateContent>
        <p:sp>
          <p:nvSpPr>
            <p:cNvPr id="32" name="矩形 31"/>
            <p:cNvSpPr/>
            <p:nvPr/>
          </p:nvSpPr>
          <p:spPr>
            <a:xfrm>
              <a:off x="1145507" y="3795863"/>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3" name="文字方塊 32"/>
                <p:cNvSpPr txBox="1"/>
                <p:nvPr/>
              </p:nvSpPr>
              <p:spPr>
                <a:xfrm>
                  <a:off x="964022" y="384368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964022" y="3843680"/>
                  <a:ext cx="715161" cy="430953"/>
                </a:xfrm>
                <a:prstGeom prst="rect">
                  <a:avLst/>
                </a:prstGeom>
                <a:blipFill rotWithShape="1">
                  <a:blip r:embed="rId4"/>
                </a:blipFill>
              </p:spPr>
              <p:txBody>
                <a:bodyPr/>
                <a:lstStyle/>
                <a:p>
                  <a:r>
                    <a:rPr lang="en-US" altLang="en-US">
                      <a:noFill/>
                    </a:rPr>
                    <a:t> </a:t>
                  </a:r>
                </a:p>
              </p:txBody>
            </p:sp>
          </mc:Fallback>
        </mc:AlternateContent>
        <p:sp>
          <p:nvSpPr>
            <p:cNvPr id="34" name="矩形 33"/>
            <p:cNvSpPr/>
            <p:nvPr/>
          </p:nvSpPr>
          <p:spPr>
            <a:xfrm>
              <a:off x="583404" y="3795863"/>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35" name="文字方塊 34"/>
                <p:cNvSpPr txBox="1"/>
                <p:nvPr/>
              </p:nvSpPr>
              <p:spPr>
                <a:xfrm>
                  <a:off x="401919" y="3843680"/>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401919" y="3843680"/>
                  <a:ext cx="715161" cy="427143"/>
                </a:xfrm>
                <a:prstGeom prst="rect">
                  <a:avLst/>
                </a:prstGeom>
                <a:blipFill rotWithShape="1">
                  <a:blip r:embed="rId5"/>
                </a:blipFill>
              </p:spPr>
              <p:txBody>
                <a:bodyPr/>
                <a:lstStyle/>
                <a:p>
                  <a:r>
                    <a:rPr lang="en-US" altLang="en-US">
                      <a:noFill/>
                    </a:rPr>
                    <a:t> </a:t>
                  </a:r>
                </a:p>
              </p:txBody>
            </p:sp>
          </mc:Fallback>
        </mc:AlternateContent>
        <p:cxnSp>
          <p:nvCxnSpPr>
            <p:cNvPr id="68" name="直線單箭頭接點 67"/>
            <p:cNvCxnSpPr/>
            <p:nvPr/>
          </p:nvCxnSpPr>
          <p:spPr>
            <a:xfrm flipV="1">
              <a:off x="1298095" y="4339810"/>
              <a:ext cx="0" cy="508876"/>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a:off x="716018" y="4619649"/>
              <a:ext cx="1145867"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flipV="1">
              <a:off x="716018"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1861885" y="4337800"/>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矩形 73"/>
          <p:cNvSpPr/>
          <p:nvPr/>
        </p:nvSpPr>
        <p:spPr>
          <a:xfrm>
            <a:off x="8277146" y="5668400"/>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5" name="文字方塊 74"/>
              <p:cNvSpPr txBox="1"/>
              <p:nvPr/>
            </p:nvSpPr>
            <p:spPr>
              <a:xfrm>
                <a:off x="7989507" y="5724714"/>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5" name="文字方塊 74"/>
              <p:cNvSpPr txBox="1">
                <a:spLocks noRot="1" noChangeAspect="1" noMove="1" noResize="1" noEditPoints="1" noAdjustHandles="1" noChangeArrowheads="1" noChangeShapeType="1" noTextEdit="1"/>
              </p:cNvSpPr>
              <p:nvPr/>
            </p:nvSpPr>
            <p:spPr>
              <a:xfrm>
                <a:off x="7989507" y="5724714"/>
                <a:ext cx="1072742" cy="646430"/>
              </a:xfrm>
              <a:prstGeom prst="rect">
                <a:avLst/>
              </a:prstGeom>
              <a:blipFill rotWithShape="1">
                <a:blip r:embed="rId6"/>
                <a:stretch>
                  <a:fillRect l="-53" t="-29" r="15" b="29"/>
                </a:stretch>
              </a:blipFill>
            </p:spPr>
            <p:txBody>
              <a:bodyPr/>
              <a:lstStyle/>
              <a:p>
                <a:r>
                  <a:rPr lang="en-US" altLang="en-US">
                    <a:noFill/>
                  </a:rPr>
                  <a:t> </a:t>
                </a:r>
              </a:p>
            </p:txBody>
          </p:sp>
        </mc:Fallback>
      </mc:AlternateContent>
      <p:sp>
        <p:nvSpPr>
          <p:cNvPr id="76" name="矩形 75"/>
          <p:cNvSpPr/>
          <p:nvPr/>
        </p:nvSpPr>
        <p:spPr>
          <a:xfrm>
            <a:off x="7418579" y="5668400"/>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7" name="文字方塊 76"/>
              <p:cNvSpPr txBox="1"/>
              <p:nvPr/>
            </p:nvSpPr>
            <p:spPr>
              <a:xfrm>
                <a:off x="7146351" y="574012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7146351" y="5740125"/>
                <a:ext cx="1072742" cy="646430"/>
              </a:xfrm>
              <a:prstGeom prst="rect">
                <a:avLst/>
              </a:prstGeom>
              <a:blipFill rotWithShape="1">
                <a:blip r:embed="rId7"/>
                <a:stretch>
                  <a:fillRect l="-6" t="-56" r="27" b="56"/>
                </a:stretch>
              </a:blipFill>
            </p:spPr>
            <p:txBody>
              <a:bodyPr/>
              <a:lstStyle/>
              <a:p>
                <a:r>
                  <a:rPr lang="en-US" altLang="en-US">
                    <a:noFill/>
                  </a:rPr>
                  <a:t> </a:t>
                </a:r>
              </a:p>
            </p:txBody>
          </p:sp>
        </mc:Fallback>
      </mc:AlternateContent>
      <p:sp>
        <p:nvSpPr>
          <p:cNvPr id="78" name="矩形 77"/>
          <p:cNvSpPr/>
          <p:nvPr/>
        </p:nvSpPr>
        <p:spPr>
          <a:xfrm>
            <a:off x="6575424" y="5668400"/>
            <a:ext cx="432000" cy="81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79" name="文字方塊 78"/>
              <p:cNvSpPr txBox="1"/>
              <p:nvPr/>
            </p:nvSpPr>
            <p:spPr>
              <a:xfrm>
                <a:off x="6303196" y="5740125"/>
                <a:ext cx="1072742" cy="640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6303196" y="5740125"/>
                <a:ext cx="1072742" cy="640715"/>
              </a:xfrm>
              <a:prstGeom prst="rect">
                <a:avLst/>
              </a:prstGeom>
              <a:blipFill rotWithShape="1">
                <a:blip r:embed="rId8"/>
                <a:stretch>
                  <a:fillRect l="-17" t="-56" r="38" b="56"/>
                </a:stretch>
              </a:blipFill>
            </p:spPr>
            <p:txBody>
              <a:bodyPr/>
              <a:lstStyle/>
              <a:p>
                <a:r>
                  <a:rPr lang="en-US" altLang="en-US">
                    <a:noFill/>
                  </a:rPr>
                  <a:t> </a:t>
                </a:r>
              </a:p>
            </p:txBody>
          </p:sp>
        </mc:Fallback>
      </mc:AlternateContent>
      <p:cxnSp>
        <p:nvCxnSpPr>
          <p:cNvPr id="80" name="直線單箭頭接點 79"/>
          <p:cNvCxnSpPr/>
          <p:nvPr/>
        </p:nvCxnSpPr>
        <p:spPr>
          <a:xfrm flipV="1">
            <a:off x="7647461" y="6484320"/>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p:nvPr/>
        </p:nvCxnSpPr>
        <p:spPr>
          <a:xfrm>
            <a:off x="7617797" y="6904079"/>
            <a:ext cx="87534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p:nvPr/>
        </p:nvCxnSpPr>
        <p:spPr>
          <a:xfrm flipV="1">
            <a:off x="6774345" y="648130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flipV="1">
            <a:off x="8493146" y="648130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11643320" y="5684291"/>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6" name="文字方塊 85"/>
              <p:cNvSpPr txBox="1"/>
              <p:nvPr/>
            </p:nvSpPr>
            <p:spPr>
              <a:xfrm>
                <a:off x="11355681" y="5740605"/>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6" name="文字方塊 85"/>
              <p:cNvSpPr txBox="1">
                <a:spLocks noRot="1" noChangeAspect="1" noMove="1" noResize="1" noEditPoints="1" noAdjustHandles="1" noChangeArrowheads="1" noChangeShapeType="1" noTextEdit="1"/>
              </p:cNvSpPr>
              <p:nvPr/>
            </p:nvSpPr>
            <p:spPr>
              <a:xfrm>
                <a:off x="11355681" y="5740605"/>
                <a:ext cx="1072742" cy="646430"/>
              </a:xfrm>
              <a:prstGeom prst="rect">
                <a:avLst/>
              </a:prstGeom>
              <a:blipFill rotWithShape="1">
                <a:blip r:embed="rId9"/>
                <a:stretch>
                  <a:fillRect l="-57" t="-32" r="19" b="32"/>
                </a:stretch>
              </a:blipFill>
            </p:spPr>
            <p:txBody>
              <a:bodyPr/>
              <a:lstStyle/>
              <a:p>
                <a:r>
                  <a:rPr lang="en-US" altLang="en-US">
                    <a:noFill/>
                  </a:rPr>
                  <a:t> </a:t>
                </a:r>
              </a:p>
            </p:txBody>
          </p:sp>
        </mc:Fallback>
      </mc:AlternateContent>
      <p:sp>
        <p:nvSpPr>
          <p:cNvPr id="87" name="矩形 86"/>
          <p:cNvSpPr/>
          <p:nvPr/>
        </p:nvSpPr>
        <p:spPr>
          <a:xfrm>
            <a:off x="10784753" y="5684291"/>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88" name="文字方塊 87"/>
              <p:cNvSpPr txBox="1"/>
              <p:nvPr/>
            </p:nvSpPr>
            <p:spPr>
              <a:xfrm>
                <a:off x="10512525" y="575601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88" name="文字方塊 87"/>
              <p:cNvSpPr txBox="1">
                <a:spLocks noRot="1" noChangeAspect="1" noMove="1" noResize="1" noEditPoints="1" noAdjustHandles="1" noChangeArrowheads="1" noChangeShapeType="1" noTextEdit="1"/>
              </p:cNvSpPr>
              <p:nvPr/>
            </p:nvSpPr>
            <p:spPr>
              <a:xfrm>
                <a:off x="10512525" y="5756016"/>
                <a:ext cx="1072742" cy="646430"/>
              </a:xfrm>
              <a:prstGeom prst="rect">
                <a:avLst/>
              </a:prstGeom>
              <a:blipFill rotWithShape="1">
                <a:blip r:embed="rId10"/>
                <a:stretch>
                  <a:fillRect l="-9" t="-58" r="30" b="58"/>
                </a:stretch>
              </a:blipFill>
            </p:spPr>
            <p:txBody>
              <a:bodyPr/>
              <a:lstStyle/>
              <a:p>
                <a:r>
                  <a:rPr lang="en-US" altLang="en-US">
                    <a:noFill/>
                  </a:rPr>
                  <a:t> </a:t>
                </a:r>
              </a:p>
            </p:txBody>
          </p:sp>
        </mc:Fallback>
      </mc:AlternateContent>
      <p:cxnSp>
        <p:nvCxnSpPr>
          <p:cNvPr id="91" name="直線單箭頭接點 90"/>
          <p:cNvCxnSpPr/>
          <p:nvPr/>
        </p:nvCxnSpPr>
        <p:spPr>
          <a:xfrm flipV="1">
            <a:off x="11013635" y="6500211"/>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a:off x="11013635" y="6919970"/>
            <a:ext cx="845685"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直線單箭頭接點 93"/>
          <p:cNvCxnSpPr/>
          <p:nvPr/>
        </p:nvCxnSpPr>
        <p:spPr>
          <a:xfrm flipV="1">
            <a:off x="11859320" y="6497196"/>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6" name="矩形 95"/>
          <p:cNvSpPr/>
          <p:nvPr/>
        </p:nvSpPr>
        <p:spPr>
          <a:xfrm>
            <a:off x="15022376" y="5704673"/>
            <a:ext cx="432000" cy="81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7" name="文字方塊 96"/>
              <p:cNvSpPr txBox="1"/>
              <p:nvPr/>
            </p:nvSpPr>
            <p:spPr>
              <a:xfrm>
                <a:off x="14734737" y="5760987"/>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7" name="文字方塊 96"/>
              <p:cNvSpPr txBox="1">
                <a:spLocks noRot="1" noChangeAspect="1" noMove="1" noResize="1" noEditPoints="1" noAdjustHandles="1" noChangeArrowheads="1" noChangeShapeType="1" noTextEdit="1"/>
              </p:cNvSpPr>
              <p:nvPr/>
            </p:nvSpPr>
            <p:spPr>
              <a:xfrm>
                <a:off x="14734737" y="5760987"/>
                <a:ext cx="1072742" cy="645160"/>
              </a:xfrm>
              <a:prstGeom prst="rect">
                <a:avLst/>
              </a:prstGeom>
              <a:blipFill rotWithShape="1">
                <a:blip r:embed="rId11"/>
                <a:stretch>
                  <a:fillRect l="-18" t="-41" r="40" b="41"/>
                </a:stretch>
              </a:blipFill>
            </p:spPr>
            <p:txBody>
              <a:bodyPr/>
              <a:lstStyle/>
              <a:p>
                <a:r>
                  <a:rPr lang="en-US" altLang="en-US">
                    <a:noFill/>
                  </a:rPr>
                  <a:t> </a:t>
                </a:r>
              </a:p>
            </p:txBody>
          </p:sp>
        </mc:Fallback>
      </mc:AlternateContent>
      <p:sp>
        <p:nvSpPr>
          <p:cNvPr id="98" name="矩形 97"/>
          <p:cNvSpPr/>
          <p:nvPr/>
        </p:nvSpPr>
        <p:spPr>
          <a:xfrm>
            <a:off x="14163809" y="5704673"/>
            <a:ext cx="432000" cy="81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9" name="文字方塊 98"/>
              <p:cNvSpPr txBox="1"/>
              <p:nvPr/>
            </p:nvSpPr>
            <p:spPr>
              <a:xfrm>
                <a:off x="13891581" y="5776398"/>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99" name="文字方塊 98"/>
              <p:cNvSpPr txBox="1">
                <a:spLocks noRot="1" noChangeAspect="1" noMove="1" noResize="1" noEditPoints="1" noAdjustHandles="1" noChangeArrowheads="1" noChangeShapeType="1" noTextEdit="1"/>
              </p:cNvSpPr>
              <p:nvPr/>
            </p:nvSpPr>
            <p:spPr>
              <a:xfrm>
                <a:off x="13891581" y="5776398"/>
                <a:ext cx="1072742" cy="645160"/>
              </a:xfrm>
              <a:prstGeom prst="rect">
                <a:avLst/>
              </a:prstGeom>
              <a:blipFill rotWithShape="1">
                <a:blip r:embed="rId12"/>
                <a:stretch>
                  <a:fillRect l="-30" t="-68" r="51" b="68"/>
                </a:stretch>
              </a:blipFill>
            </p:spPr>
            <p:txBody>
              <a:bodyPr/>
              <a:lstStyle/>
              <a:p>
                <a:r>
                  <a:rPr lang="en-US" altLang="en-US">
                    <a:noFill/>
                  </a:rPr>
                  <a:t> </a:t>
                </a:r>
              </a:p>
            </p:txBody>
          </p:sp>
        </mc:Fallback>
      </mc:AlternateContent>
      <p:cxnSp>
        <p:nvCxnSpPr>
          <p:cNvPr id="102" name="直線單箭頭接點 101"/>
          <p:cNvCxnSpPr/>
          <p:nvPr/>
        </p:nvCxnSpPr>
        <p:spPr>
          <a:xfrm flipV="1">
            <a:off x="14392691" y="6520593"/>
            <a:ext cx="0" cy="76331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a:off x="14392691" y="6940352"/>
            <a:ext cx="845685"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p:nvPr/>
        </p:nvCxnSpPr>
        <p:spPr>
          <a:xfrm flipV="1">
            <a:off x="15238376" y="6517578"/>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 name="橢圓 7"/>
          <p:cNvSpPr/>
          <p:nvPr/>
        </p:nvSpPr>
        <p:spPr>
          <a:xfrm>
            <a:off x="3700017" y="39115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08" name="橢圓 107"/>
          <p:cNvSpPr/>
          <p:nvPr/>
        </p:nvSpPr>
        <p:spPr>
          <a:xfrm>
            <a:off x="7146533" y="3924243"/>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1" name="橢圓 110"/>
          <p:cNvSpPr/>
          <p:nvPr/>
        </p:nvSpPr>
        <p:spPr>
          <a:xfrm>
            <a:off x="10454646" y="39375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114" name="橢圓 113"/>
          <p:cNvSpPr/>
          <p:nvPr/>
        </p:nvSpPr>
        <p:spPr>
          <a:xfrm>
            <a:off x="13831086" y="3975632"/>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115" name="直線單箭頭接點 114"/>
          <p:cNvCxnSpPr>
            <a:stCxn id="78" idx="0"/>
            <a:endCxn id="114" idx="4"/>
          </p:cNvCxnSpPr>
          <p:nvPr/>
        </p:nvCxnSpPr>
        <p:spPr>
          <a:xfrm flipV="1">
            <a:off x="6791424" y="4245632"/>
            <a:ext cx="7174662" cy="14227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a:stCxn id="78" idx="0"/>
            <a:endCxn id="111" idx="4"/>
          </p:cNvCxnSpPr>
          <p:nvPr/>
        </p:nvCxnSpPr>
        <p:spPr>
          <a:xfrm flipV="1">
            <a:off x="6791424" y="4207530"/>
            <a:ext cx="3798222" cy="14608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78" idx="0"/>
            <a:endCxn id="108" idx="4"/>
          </p:cNvCxnSpPr>
          <p:nvPr/>
        </p:nvCxnSpPr>
        <p:spPr>
          <a:xfrm flipV="1">
            <a:off x="6791424" y="4194243"/>
            <a:ext cx="490109" cy="14741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a:endCxn id="8" idx="4"/>
          </p:cNvCxnSpPr>
          <p:nvPr/>
        </p:nvCxnSpPr>
        <p:spPr>
          <a:xfrm flipH="1" flipV="1">
            <a:off x="3835017" y="4181543"/>
            <a:ext cx="372975" cy="13838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文字方塊 131"/>
              <p:cNvSpPr txBox="1"/>
              <p:nvPr/>
            </p:nvSpPr>
            <p:spPr>
              <a:xfrm>
                <a:off x="3585891" y="3283851"/>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,1</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2" name="文字方塊 131"/>
              <p:cNvSpPr txBox="1">
                <a:spLocks noRot="1" noChangeAspect="1" noMove="1" noResize="1" noEditPoints="1" noAdjustHandles="1" noChangeArrowheads="1" noChangeShapeType="1" noTextEdit="1"/>
              </p:cNvSpPr>
              <p:nvPr/>
            </p:nvSpPr>
            <p:spPr>
              <a:xfrm>
                <a:off x="3585891" y="3283851"/>
                <a:ext cx="800100" cy="556260"/>
              </a:xfrm>
              <a:prstGeom prst="rect">
                <a:avLst/>
              </a:prstGeom>
              <a:blipFill rotWithShape="1">
                <a:blip r:embed="rId13"/>
                <a:stretch>
                  <a:fillRect l="-6" t="-48" r="-9042"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4" name="文字方塊 133"/>
              <p:cNvSpPr txBox="1"/>
              <p:nvPr/>
            </p:nvSpPr>
            <p:spPr>
              <a:xfrm>
                <a:off x="6994788" y="3283851"/>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2,2</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4" name="文字方塊 133"/>
              <p:cNvSpPr txBox="1">
                <a:spLocks noRot="1" noChangeAspect="1" noMove="1" noResize="1" noEditPoints="1" noAdjustHandles="1" noChangeArrowheads="1" noChangeShapeType="1" noTextEdit="1"/>
              </p:cNvSpPr>
              <p:nvPr/>
            </p:nvSpPr>
            <p:spPr>
              <a:xfrm>
                <a:off x="6994788" y="3283851"/>
                <a:ext cx="800100" cy="556260"/>
              </a:xfrm>
              <a:prstGeom prst="rect">
                <a:avLst/>
              </a:prstGeom>
              <a:blipFill rotWithShape="1">
                <a:blip r:embed="rId14"/>
                <a:stretch>
                  <a:fillRect l="-33" t="-48" r="-9015"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8" name="文字方塊 137"/>
              <p:cNvSpPr txBox="1"/>
              <p:nvPr/>
            </p:nvSpPr>
            <p:spPr>
              <a:xfrm>
                <a:off x="10221585" y="3283851"/>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3</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8" name="文字方塊 137"/>
              <p:cNvSpPr txBox="1">
                <a:spLocks noRot="1" noChangeAspect="1" noMove="1" noResize="1" noEditPoints="1" noAdjustHandles="1" noChangeArrowheads="1" noChangeShapeType="1" noTextEdit="1"/>
              </p:cNvSpPr>
              <p:nvPr/>
            </p:nvSpPr>
            <p:spPr>
              <a:xfrm>
                <a:off x="10221585" y="3283851"/>
                <a:ext cx="800100" cy="556260"/>
              </a:xfrm>
              <a:prstGeom prst="rect">
                <a:avLst/>
              </a:prstGeom>
              <a:blipFill rotWithShape="1">
                <a:blip r:embed="rId15"/>
                <a:stretch>
                  <a:fillRect l="-78" t="-48" r="-8970"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9" name="文字方塊 138"/>
              <p:cNvSpPr txBox="1"/>
              <p:nvPr/>
            </p:nvSpPr>
            <p:spPr>
              <a:xfrm>
                <a:off x="13755383" y="3308186"/>
                <a:ext cx="80010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a:latin typeface="Cambria Math" panose="02040503050406030204" pitchFamily="18" charset="0"/>
                            </a:rPr>
                            <m:t>𝛼</m:t>
                          </m:r>
                        </m:e>
                        <m:sub>
                          <m:r>
                            <a:rPr lang="en-US" altLang="zh-TW" sz="3600" b="0" i="1" smtClean="0">
                              <a:latin typeface="Cambria Math" panose="02040503050406030204" pitchFamily="18" charset="0"/>
                            </a:rPr>
                            <m:t>2</m:t>
                          </m:r>
                          <m:r>
                            <a:rPr lang="en-US" altLang="zh-TW" sz="3600" i="1">
                              <a:latin typeface="Cambria Math" panose="02040503050406030204" pitchFamily="18" charset="0"/>
                            </a:rPr>
                            <m:t>,</m:t>
                          </m:r>
                          <m:r>
                            <a:rPr lang="en-US" altLang="zh-TW" sz="3600" b="0" i="1" smtClean="0">
                              <a:latin typeface="Cambria Math" panose="02040503050406030204" pitchFamily="18" charset="0"/>
                            </a:rPr>
                            <m:t>4</m:t>
                          </m:r>
                        </m:sub>
                        <m:sup>
                          <m:r>
                            <a:rPr lang="en-US" altLang="zh-TW" sz="3600" i="1">
                              <a:latin typeface="Cambria Math" panose="02040503050406030204" pitchFamily="18" charset="0"/>
                            </a:rPr>
                            <m:t>′</m:t>
                          </m:r>
                        </m:sup>
                      </m:sSubSup>
                    </m:oMath>
                  </m:oMathPara>
                </a14:m>
                <a:endParaRPr lang="zh-TW" altLang="en-US" sz="3600" dirty="0"/>
              </a:p>
            </p:txBody>
          </p:sp>
        </mc:Choice>
        <mc:Fallback xmlns="">
          <p:sp>
            <p:nvSpPr>
              <p:cNvPr id="139" name="文字方塊 138"/>
              <p:cNvSpPr txBox="1">
                <a:spLocks noRot="1" noChangeAspect="1" noMove="1" noResize="1" noEditPoints="1" noAdjustHandles="1" noChangeArrowheads="1" noChangeShapeType="1" noTextEdit="1"/>
              </p:cNvSpPr>
              <p:nvPr/>
            </p:nvSpPr>
            <p:spPr>
              <a:xfrm>
                <a:off x="13755383" y="3308186"/>
                <a:ext cx="800100" cy="556260"/>
              </a:xfrm>
              <a:prstGeom prst="rect">
                <a:avLst/>
              </a:prstGeom>
              <a:blipFill rotWithShape="1">
                <a:blip r:embed="rId16"/>
                <a:stretch>
                  <a:fillRect l="-2" t="-85" r="-9046" b="85"/>
                </a:stretch>
              </a:blipFill>
            </p:spPr>
            <p:txBody>
              <a:bodyPr/>
              <a:lstStyle/>
              <a:p>
                <a:r>
                  <a:rPr lang="en-US" altLang="en-US">
                    <a:noFill/>
                  </a:rPr>
                  <a:t> </a:t>
                </a:r>
              </a:p>
            </p:txBody>
          </p:sp>
        </mc:Fallback>
      </mc:AlternateContent>
      <p:grpSp>
        <p:nvGrpSpPr>
          <p:cNvPr id="2" name="群組 1"/>
          <p:cNvGrpSpPr/>
          <p:nvPr/>
        </p:nvGrpSpPr>
        <p:grpSpPr>
          <a:xfrm>
            <a:off x="7124867" y="1915944"/>
            <a:ext cx="1072742" cy="908720"/>
            <a:chOff x="635402" y="1337615"/>
            <a:chExt cx="715161" cy="605813"/>
          </a:xfrm>
        </p:grpSpPr>
        <p:sp>
          <p:nvSpPr>
            <p:cNvPr id="116" name="矩形 115"/>
            <p:cNvSpPr/>
            <p:nvPr/>
          </p:nvSpPr>
          <p:spPr>
            <a:xfrm>
              <a:off x="733189" y="1337615"/>
              <a:ext cx="461666" cy="6058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dirty="0"/>
            </a:p>
          </p:txBody>
        </p:sp>
        <mc:AlternateContent xmlns:mc="http://schemas.openxmlformats.org/markup-compatibility/2006" xmlns:a14="http://schemas.microsoft.com/office/drawing/2010/main">
          <mc:Choice Requires="a14">
            <p:sp>
              <p:nvSpPr>
                <p:cNvPr id="117" name="文字方塊 116"/>
                <p:cNvSpPr txBox="1"/>
                <p:nvPr/>
              </p:nvSpPr>
              <p:spPr>
                <a:xfrm>
                  <a:off x="635402" y="1417137"/>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𝒃</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17" name="文字方塊 116"/>
                <p:cNvSpPr txBox="1">
                  <a:spLocks noRot="1" noChangeAspect="1" noMove="1" noResize="1" noEditPoints="1" noAdjustHandles="1" noChangeArrowheads="1" noChangeShapeType="1" noTextEdit="1"/>
                </p:cNvSpPr>
                <p:nvPr/>
              </p:nvSpPr>
              <p:spPr>
                <a:xfrm>
                  <a:off x="635402" y="1417137"/>
                  <a:ext cx="715161" cy="430953"/>
                </a:xfrm>
                <a:prstGeom prst="rect">
                  <a:avLst/>
                </a:prstGeom>
                <a:blipFill rotWithShape="1">
                  <a:blip r:embed="rId17"/>
                </a:blipFill>
              </p:spPr>
              <p:txBody>
                <a:bodyPr/>
                <a:lstStyle/>
                <a:p>
                  <a:r>
                    <a:rPr lang="en-US" altLang="en-US">
                      <a:noFill/>
                    </a:rPr>
                    <a:t> </a:t>
                  </a:r>
                </a:p>
              </p:txBody>
            </p:sp>
          </mc:Fallback>
        </mc:AlternateContent>
      </p:grpSp>
      <p:cxnSp>
        <p:nvCxnSpPr>
          <p:cNvPr id="118" name="直線單箭頭接點 117"/>
          <p:cNvCxnSpPr>
            <a:endCxn id="11" idx="2"/>
          </p:cNvCxnSpPr>
          <p:nvPr/>
        </p:nvCxnSpPr>
        <p:spPr>
          <a:xfrm flipH="1" flipV="1">
            <a:off x="5077245" y="4316186"/>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7" name="群組 26"/>
          <p:cNvGrpSpPr/>
          <p:nvPr/>
        </p:nvGrpSpPr>
        <p:grpSpPr>
          <a:xfrm>
            <a:off x="4853457" y="3851166"/>
            <a:ext cx="447575" cy="465020"/>
            <a:chOff x="-105878" y="1740168"/>
            <a:chExt cx="461666" cy="461665"/>
          </a:xfrm>
        </p:grpSpPr>
        <p:sp>
          <p:nvSpPr>
            <p:cNvPr id="11" name="矩形 1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4" name="群組 23"/>
            <p:cNvGrpSpPr/>
            <p:nvPr/>
          </p:nvGrpSpPr>
          <p:grpSpPr>
            <a:xfrm rot="21265833">
              <a:off x="-30571" y="1828628"/>
              <a:ext cx="317144" cy="302092"/>
              <a:chOff x="-43095" y="1828685"/>
              <a:chExt cx="317144" cy="302092"/>
            </a:xfrm>
          </p:grpSpPr>
          <p:cxnSp>
            <p:nvCxnSpPr>
              <p:cNvPr id="23" name="直線接點 2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線接點 118"/>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2" name="直線單箭頭接點 121"/>
          <p:cNvCxnSpPr>
            <a:endCxn id="129" idx="2"/>
          </p:cNvCxnSpPr>
          <p:nvPr/>
        </p:nvCxnSpPr>
        <p:spPr>
          <a:xfrm flipH="1" flipV="1">
            <a:off x="8471114" y="4327553"/>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8" name="群組 127"/>
          <p:cNvGrpSpPr/>
          <p:nvPr/>
        </p:nvGrpSpPr>
        <p:grpSpPr>
          <a:xfrm>
            <a:off x="8247326" y="3862533"/>
            <a:ext cx="447575" cy="465020"/>
            <a:chOff x="-105878" y="1740168"/>
            <a:chExt cx="461666" cy="461665"/>
          </a:xfrm>
        </p:grpSpPr>
        <p:sp>
          <p:nvSpPr>
            <p:cNvPr id="129" name="矩形 128"/>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33" name="群組 132"/>
            <p:cNvGrpSpPr/>
            <p:nvPr/>
          </p:nvGrpSpPr>
          <p:grpSpPr>
            <a:xfrm rot="21265833">
              <a:off x="-30571" y="1828628"/>
              <a:ext cx="317144" cy="302092"/>
              <a:chOff x="-43095" y="1828685"/>
              <a:chExt cx="317144" cy="302092"/>
            </a:xfrm>
          </p:grpSpPr>
          <p:cxnSp>
            <p:nvCxnSpPr>
              <p:cNvPr id="135" name="直線接點 134"/>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線接點 135"/>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37" name="直線單箭頭接點 136"/>
          <p:cNvCxnSpPr>
            <a:endCxn id="146" idx="2"/>
          </p:cNvCxnSpPr>
          <p:nvPr/>
        </p:nvCxnSpPr>
        <p:spPr>
          <a:xfrm flipH="1" flipV="1">
            <a:off x="11863248" y="4351538"/>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45" name="群組 144"/>
          <p:cNvGrpSpPr/>
          <p:nvPr/>
        </p:nvGrpSpPr>
        <p:grpSpPr>
          <a:xfrm>
            <a:off x="11639460" y="3886518"/>
            <a:ext cx="447575" cy="465020"/>
            <a:chOff x="-105878" y="1740168"/>
            <a:chExt cx="461666" cy="461665"/>
          </a:xfrm>
        </p:grpSpPr>
        <p:sp>
          <p:nvSpPr>
            <p:cNvPr id="146" name="矩形 145"/>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47" name="群組 146"/>
            <p:cNvGrpSpPr/>
            <p:nvPr/>
          </p:nvGrpSpPr>
          <p:grpSpPr>
            <a:xfrm rot="21265833">
              <a:off x="-30571" y="1828628"/>
              <a:ext cx="317144" cy="302092"/>
              <a:chOff x="-43095" y="1828685"/>
              <a:chExt cx="317144" cy="302092"/>
            </a:xfrm>
          </p:grpSpPr>
          <p:cxnSp>
            <p:nvCxnSpPr>
              <p:cNvPr id="148" name="直線接點 147"/>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線接點 148"/>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50" name="直線單箭頭接點 149"/>
          <p:cNvCxnSpPr>
            <a:endCxn id="152" idx="2"/>
          </p:cNvCxnSpPr>
          <p:nvPr/>
        </p:nvCxnSpPr>
        <p:spPr>
          <a:xfrm flipH="1" flipV="1">
            <a:off x="15208398" y="4376562"/>
            <a:ext cx="1380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51" name="群組 150"/>
          <p:cNvGrpSpPr/>
          <p:nvPr/>
        </p:nvGrpSpPr>
        <p:grpSpPr>
          <a:xfrm>
            <a:off x="14984610" y="3911543"/>
            <a:ext cx="447575" cy="465020"/>
            <a:chOff x="-105878" y="1740168"/>
            <a:chExt cx="461666" cy="461665"/>
          </a:xfrm>
        </p:grpSpPr>
        <p:sp>
          <p:nvSpPr>
            <p:cNvPr id="152" name="矩形 151"/>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153" name="群組 152"/>
            <p:cNvGrpSpPr/>
            <p:nvPr/>
          </p:nvGrpSpPr>
          <p:grpSpPr>
            <a:xfrm rot="21265833">
              <a:off x="-30571" y="1828628"/>
              <a:ext cx="317144" cy="302092"/>
              <a:chOff x="-43095" y="1828685"/>
              <a:chExt cx="317144" cy="302092"/>
            </a:xfrm>
          </p:grpSpPr>
          <p:cxnSp>
            <p:nvCxnSpPr>
              <p:cNvPr id="154" name="直線接點 153"/>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線接點 154"/>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56" name="直線單箭頭接點 155"/>
          <p:cNvCxnSpPr/>
          <p:nvPr/>
        </p:nvCxnSpPr>
        <p:spPr>
          <a:xfrm flipV="1">
            <a:off x="5090495" y="2402793"/>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直線單箭頭接點 156"/>
          <p:cNvCxnSpPr/>
          <p:nvPr/>
        </p:nvCxnSpPr>
        <p:spPr>
          <a:xfrm flipH="1" flipV="1">
            <a:off x="8470956" y="2397407"/>
            <a:ext cx="0" cy="1480823"/>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單箭頭接點 157"/>
          <p:cNvCxnSpPr/>
          <p:nvPr/>
        </p:nvCxnSpPr>
        <p:spPr>
          <a:xfrm flipH="1" flipV="1">
            <a:off x="11859761" y="2317422"/>
            <a:ext cx="0" cy="1554545"/>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直線單箭頭接點 158"/>
          <p:cNvCxnSpPr/>
          <p:nvPr/>
        </p:nvCxnSpPr>
        <p:spPr>
          <a:xfrm flipH="1" flipV="1">
            <a:off x="15206366" y="2347418"/>
            <a:ext cx="0" cy="1580804"/>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直線單箭頭接點 159"/>
          <p:cNvCxnSpPr>
            <a:endCxn id="11" idx="1"/>
          </p:cNvCxnSpPr>
          <p:nvPr/>
        </p:nvCxnSpPr>
        <p:spPr>
          <a:xfrm>
            <a:off x="4018502" y="406453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線單箭頭接點 160"/>
          <p:cNvCxnSpPr/>
          <p:nvPr/>
        </p:nvCxnSpPr>
        <p:spPr>
          <a:xfrm>
            <a:off x="7459037" y="4092045"/>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線單箭頭接點 161"/>
          <p:cNvCxnSpPr/>
          <p:nvPr/>
        </p:nvCxnSpPr>
        <p:spPr>
          <a:xfrm>
            <a:off x="10804505" y="4119027"/>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線單箭頭接點 162"/>
          <p:cNvCxnSpPr/>
          <p:nvPr/>
        </p:nvCxnSpPr>
        <p:spPr>
          <a:xfrm>
            <a:off x="14111508" y="4144052"/>
            <a:ext cx="83495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直線單箭頭接點 163"/>
          <p:cNvCxnSpPr/>
          <p:nvPr/>
        </p:nvCxnSpPr>
        <p:spPr>
          <a:xfrm flipH="1">
            <a:off x="7989509" y="2347418"/>
            <a:ext cx="495405"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線單箭頭接點 139"/>
          <p:cNvCxnSpPr/>
          <p:nvPr/>
        </p:nvCxnSpPr>
        <p:spPr>
          <a:xfrm>
            <a:off x="5077509" y="2347418"/>
            <a:ext cx="207623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6" name="矩形 125"/>
          <p:cNvSpPr/>
          <p:nvPr/>
        </p:nvSpPr>
        <p:spPr>
          <a:xfrm>
            <a:off x="6404108" y="5513805"/>
            <a:ext cx="772769" cy="11573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b="1"/>
          </a:p>
        </p:txBody>
      </p:sp>
      <p:sp>
        <p:nvSpPr>
          <p:cNvPr id="127" name="矩形 126"/>
          <p:cNvSpPr/>
          <p:nvPr/>
        </p:nvSpPr>
        <p:spPr>
          <a:xfrm>
            <a:off x="3885417" y="7311041"/>
            <a:ext cx="692499" cy="90872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30" name="矩形 129"/>
          <p:cNvSpPr/>
          <p:nvPr/>
        </p:nvSpPr>
        <p:spPr>
          <a:xfrm>
            <a:off x="7299104" y="7311039"/>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31" name="矩形 130"/>
          <p:cNvSpPr/>
          <p:nvPr/>
        </p:nvSpPr>
        <p:spPr>
          <a:xfrm>
            <a:off x="10647591" y="7333344"/>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65" name="矩形 164"/>
          <p:cNvSpPr/>
          <p:nvPr/>
        </p:nvSpPr>
        <p:spPr>
          <a:xfrm>
            <a:off x="14024787" y="7358546"/>
            <a:ext cx="697730" cy="9087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6" name="文字方塊 165"/>
              <p:cNvSpPr txBox="1"/>
              <p:nvPr/>
            </p:nvSpPr>
            <p:spPr>
              <a:xfrm>
                <a:off x="13876260" y="7441455"/>
                <a:ext cx="1072742" cy="6451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66" name="文字方塊 165"/>
              <p:cNvSpPr txBox="1">
                <a:spLocks noRot="1" noChangeAspect="1" noMove="1" noResize="1" noEditPoints="1" noAdjustHandles="1" noChangeArrowheads="1" noChangeShapeType="1" noTextEdit="1"/>
              </p:cNvSpPr>
              <p:nvPr/>
            </p:nvSpPr>
            <p:spPr>
              <a:xfrm>
                <a:off x="13876260" y="7441455"/>
                <a:ext cx="1072742" cy="645160"/>
              </a:xfrm>
              <a:prstGeom prst="rect">
                <a:avLst/>
              </a:prstGeom>
              <a:blipFill rotWithShape="1">
                <a:blip r:embed="rId18"/>
                <a:stretch>
                  <a:fillRect l="-22" t="-81" r="44" b="8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7" name="文字方塊 166"/>
              <p:cNvSpPr txBox="1"/>
              <p:nvPr/>
            </p:nvSpPr>
            <p:spPr>
              <a:xfrm>
                <a:off x="10504749"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67" name="文字方塊 166"/>
              <p:cNvSpPr txBox="1">
                <a:spLocks noRot="1" noChangeAspect="1" noMove="1" noResize="1" noEditPoints="1" noAdjustHandles="1" noChangeArrowheads="1" noChangeShapeType="1" noTextEdit="1"/>
              </p:cNvSpPr>
              <p:nvPr/>
            </p:nvSpPr>
            <p:spPr>
              <a:xfrm>
                <a:off x="10504749" y="7424846"/>
                <a:ext cx="1072742" cy="646430"/>
              </a:xfrm>
              <a:prstGeom prst="rect">
                <a:avLst/>
              </a:prstGeom>
              <a:blipFill rotWithShape="1">
                <a:blip r:embed="rId19"/>
                <a:stretch>
                  <a:fillRect l="-54" t="-66" r="16"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8" name="文字方塊 167"/>
              <p:cNvSpPr txBox="1"/>
              <p:nvPr/>
            </p:nvSpPr>
            <p:spPr>
              <a:xfrm>
                <a:off x="7186367" y="7424846"/>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68" name="文字方塊 167"/>
              <p:cNvSpPr txBox="1">
                <a:spLocks noRot="1" noChangeAspect="1" noMove="1" noResize="1" noEditPoints="1" noAdjustHandles="1" noChangeArrowheads="1" noChangeShapeType="1" noTextEdit="1"/>
              </p:cNvSpPr>
              <p:nvPr/>
            </p:nvSpPr>
            <p:spPr>
              <a:xfrm>
                <a:off x="7186367" y="7424846"/>
                <a:ext cx="1072742" cy="646430"/>
              </a:xfrm>
              <a:prstGeom prst="rect">
                <a:avLst/>
              </a:prstGeom>
              <a:blipFill rotWithShape="1">
                <a:blip r:embed="rId20"/>
                <a:stretch>
                  <a:fillRect l="-7" t="-66" r="28" b="6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69" name="文字方塊 168"/>
              <p:cNvSpPr txBox="1"/>
              <p:nvPr/>
            </p:nvSpPr>
            <p:spPr>
              <a:xfrm>
                <a:off x="3746705" y="7413647"/>
                <a:ext cx="1072742" cy="6464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9" name="文字方塊 168"/>
              <p:cNvSpPr txBox="1">
                <a:spLocks noRot="1" noChangeAspect="1" noMove="1" noResize="1" noEditPoints="1" noAdjustHandles="1" noChangeArrowheads="1" noChangeShapeType="1" noTextEdit="1"/>
              </p:cNvSpPr>
              <p:nvPr/>
            </p:nvSpPr>
            <p:spPr>
              <a:xfrm>
                <a:off x="3746705" y="7413647"/>
                <a:ext cx="1072742" cy="646430"/>
              </a:xfrm>
              <a:prstGeom prst="rect">
                <a:avLst/>
              </a:prstGeom>
              <a:blipFill rotWithShape="1">
                <a:blip r:embed="rId21"/>
                <a:stretch>
                  <a:fillRect l="-19" t="-3" r="40" b="3"/>
                </a:stretch>
              </a:blipFill>
            </p:spPr>
            <p:txBody>
              <a:bodyPr/>
              <a:lstStyle/>
              <a:p>
                <a:r>
                  <a:rPr lang="en-US" altLang="en-US">
                    <a:noFill/>
                  </a:rPr>
                  <a:t> </a:t>
                </a:r>
              </a:p>
            </p:txBody>
          </p:sp>
        </mc:Fallback>
      </mc:AlternateContent>
      <p:grpSp>
        <p:nvGrpSpPr>
          <p:cNvPr id="5" name="群組 4"/>
          <p:cNvGrpSpPr/>
          <p:nvPr/>
        </p:nvGrpSpPr>
        <p:grpSpPr>
          <a:xfrm>
            <a:off x="13048427" y="5704673"/>
            <a:ext cx="1316834" cy="1235679"/>
            <a:chOff x="7174951" y="3803115"/>
            <a:chExt cx="877889" cy="823786"/>
          </a:xfrm>
        </p:grpSpPr>
        <p:sp>
          <p:nvSpPr>
            <p:cNvPr id="100" name="矩形 99"/>
            <p:cNvSpPr/>
            <p:nvPr/>
          </p:nvSpPr>
          <p:spPr>
            <a:xfrm>
              <a:off x="7356436" y="3803115"/>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1" name="文字方塊 100"/>
                <p:cNvSpPr txBox="1"/>
                <p:nvPr/>
              </p:nvSpPr>
              <p:spPr>
                <a:xfrm>
                  <a:off x="7174951" y="3850932"/>
                  <a:ext cx="715161" cy="4262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𝟒</m:t>
                            </m:r>
                          </m:sup>
                        </m:sSup>
                      </m:oMath>
                    </m:oMathPara>
                  </a14:m>
                  <a:endParaRPr lang="zh-TW" altLang="en-US" sz="3600" b="1"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7174951" y="3850932"/>
                  <a:ext cx="715161" cy="426297"/>
                </a:xfrm>
                <a:prstGeom prst="rect">
                  <a:avLst/>
                </a:prstGeom>
                <a:blipFill rotWithShape="1">
                  <a:blip r:embed="rId22"/>
                </a:blipFill>
              </p:spPr>
              <p:txBody>
                <a:bodyPr/>
                <a:lstStyle/>
                <a:p>
                  <a:r>
                    <a:rPr lang="en-US" altLang="en-US">
                      <a:noFill/>
                    </a:rPr>
                    <a:t> </a:t>
                  </a:r>
                </a:p>
              </p:txBody>
            </p:sp>
          </mc:Fallback>
        </mc:AlternateContent>
        <p:cxnSp>
          <p:nvCxnSpPr>
            <p:cNvPr id="104" name="直線單箭頭接點 103"/>
            <p:cNvCxnSpPr/>
            <p:nvPr/>
          </p:nvCxnSpPr>
          <p:spPr>
            <a:xfrm flipV="1">
              <a:off x="7489050" y="4345052"/>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單箭頭接點 173"/>
            <p:cNvCxnSpPr/>
            <p:nvPr/>
          </p:nvCxnSpPr>
          <p:spPr>
            <a:xfrm>
              <a:off x="7489050" y="4626901"/>
              <a:ext cx="56379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 name="群組 3"/>
          <p:cNvGrpSpPr/>
          <p:nvPr/>
        </p:nvGrpSpPr>
        <p:grpSpPr>
          <a:xfrm>
            <a:off x="9669371" y="5684291"/>
            <a:ext cx="1340736" cy="1229651"/>
            <a:chOff x="4922247" y="3789527"/>
            <a:chExt cx="893824" cy="819767"/>
          </a:xfrm>
        </p:grpSpPr>
        <p:sp>
          <p:nvSpPr>
            <p:cNvPr id="89" name="矩形 88"/>
            <p:cNvSpPr/>
            <p:nvPr/>
          </p:nvSpPr>
          <p:spPr>
            <a:xfrm>
              <a:off x="5103732" y="3789527"/>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90" name="文字方塊 89"/>
                <p:cNvSpPr txBox="1"/>
                <p:nvPr/>
              </p:nvSpPr>
              <p:spPr>
                <a:xfrm>
                  <a:off x="4922247" y="3837344"/>
                  <a:ext cx="715161" cy="427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𝒒</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90" name="文字方塊 89"/>
                <p:cNvSpPr txBox="1">
                  <a:spLocks noRot="1" noChangeAspect="1" noMove="1" noResize="1" noEditPoints="1" noAdjustHandles="1" noChangeArrowheads="1" noChangeShapeType="1" noTextEdit="1"/>
                </p:cNvSpPr>
                <p:nvPr/>
              </p:nvSpPr>
              <p:spPr>
                <a:xfrm>
                  <a:off x="4922247" y="3837344"/>
                  <a:ext cx="715161" cy="427143"/>
                </a:xfrm>
                <a:prstGeom prst="rect">
                  <a:avLst/>
                </a:prstGeom>
                <a:blipFill rotWithShape="1">
                  <a:blip r:embed="rId23"/>
                </a:blipFill>
              </p:spPr>
              <p:txBody>
                <a:bodyPr/>
                <a:lstStyle/>
                <a:p>
                  <a:r>
                    <a:rPr lang="en-US" altLang="en-US">
                      <a:noFill/>
                    </a:rPr>
                    <a:t> </a:t>
                  </a:r>
                </a:p>
              </p:txBody>
            </p:sp>
          </mc:Fallback>
        </mc:AlternateContent>
        <p:cxnSp>
          <p:nvCxnSpPr>
            <p:cNvPr id="93" name="直線單箭頭接點 92"/>
            <p:cNvCxnSpPr/>
            <p:nvPr/>
          </p:nvCxnSpPr>
          <p:spPr>
            <a:xfrm flipV="1">
              <a:off x="5236346" y="4331464"/>
              <a:ext cx="0" cy="271494"/>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74"/>
            <p:cNvCxnSpPr/>
            <p:nvPr/>
          </p:nvCxnSpPr>
          <p:spPr>
            <a:xfrm>
              <a:off x="5252281" y="4609294"/>
              <a:ext cx="56379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3" name="直線單箭頭接點 112"/>
          <p:cNvCxnSpPr/>
          <p:nvPr/>
        </p:nvCxnSpPr>
        <p:spPr>
          <a:xfrm>
            <a:off x="6763766" y="6918230"/>
            <a:ext cx="875349"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57</a:t>
            </a:fld>
            <a:endParaRPr lang="zh-TW" altLang="en-US" sz="100"/>
          </a:p>
        </p:txBody>
      </p:sp>
      <p:sp>
        <p:nvSpPr>
          <p:cNvPr id="6" name="文字方塊 5"/>
          <p:cNvSpPr txBox="1"/>
          <p:nvPr/>
        </p:nvSpPr>
        <p:spPr>
          <a:xfrm>
            <a:off x="3045143" y="8638755"/>
            <a:ext cx="7491513" cy="583565"/>
          </a:xfrm>
          <a:prstGeom prst="rect">
            <a:avLst/>
          </a:prstGeom>
          <a:noFill/>
        </p:spPr>
        <p:txBody>
          <a:bodyPr wrap="square" rtlCol="0">
            <a:spAutoFit/>
          </a:bodyPr>
          <a:lstStyle/>
          <a:p>
            <a:r>
              <a:rPr lang="en-US" altLang="zh-TW" sz="3200" b="1" dirty="0">
                <a:solidFill>
                  <a:schemeClr val="accent1"/>
                </a:solidFill>
                <a:latin typeface="+mj-lt"/>
                <a:cs typeface="+mj-cs"/>
              </a:rPr>
              <a:t>Why masked?</a:t>
            </a:r>
          </a:p>
        </p:txBody>
      </p:sp>
      <p:sp>
        <p:nvSpPr>
          <p:cNvPr id="143" name="文字方塊 142"/>
          <p:cNvSpPr txBox="1"/>
          <p:nvPr/>
        </p:nvSpPr>
        <p:spPr>
          <a:xfrm>
            <a:off x="6303178" y="8638774"/>
            <a:ext cx="8680889" cy="583565"/>
          </a:xfrm>
          <a:prstGeom prst="rect">
            <a:avLst/>
          </a:prstGeom>
          <a:noFill/>
        </p:spPr>
        <p:txBody>
          <a:bodyPr wrap="square" rtlCol="0">
            <a:spAutoFit/>
          </a:bodyPr>
          <a:lstStyle/>
          <a:p>
            <a:r>
              <a:rPr lang="en-US" altLang="zh-TW" sz="3200" dirty="0"/>
              <a:t>Consider how does decoder work</a:t>
            </a:r>
          </a:p>
        </p:txBody>
      </p:sp>
      <p:cxnSp>
        <p:nvCxnSpPr>
          <p:cNvPr id="144" name="直線單箭頭接點 143"/>
          <p:cNvCxnSpPr/>
          <p:nvPr/>
        </p:nvCxnSpPr>
        <p:spPr>
          <a:xfrm flipH="1">
            <a:off x="8484914" y="2347418"/>
            <a:ext cx="6721452" cy="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單箭頭接點 3"/>
          <p:cNvCxnSpPr/>
          <p:nvPr/>
        </p:nvCxnSpPr>
        <p:spPr>
          <a:xfrm>
            <a:off x="7394817" y="866232"/>
            <a:ext cx="832340" cy="14468"/>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標題 1"/>
          <p:cNvSpPr>
            <a:spLocks noGrp="1"/>
          </p:cNvSpPr>
          <p:nvPr>
            <p:ph type="title"/>
          </p:nvPr>
        </p:nvSpPr>
        <p:spPr>
          <a:xfrm>
            <a:off x="1379855" y="198120"/>
            <a:ext cx="14830425" cy="994410"/>
          </a:xfrm>
        </p:spPr>
        <p:txBody>
          <a:bodyPr/>
          <a:lstStyle/>
          <a:p>
            <a:r>
              <a:rPr lang="en-US" altLang="zh-TW" sz="4000" dirty="0"/>
              <a:t>Self-attention          Masked Self-attention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24"/>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11"/>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1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3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3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3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4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50"/>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51"/>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59"/>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6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6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4"/>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0"/>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85"/>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86"/>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87"/>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88"/>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9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92"/>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94"/>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96"/>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97"/>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98"/>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9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02"/>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03"/>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05"/>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131"/>
                                        </p:tgtEl>
                                        <p:attrNameLst>
                                          <p:attrName>style.visibility</p:attrName>
                                        </p:attrNameLst>
                                      </p:cBhvr>
                                      <p:to>
                                        <p:strVal val="hidden"/>
                                      </p:to>
                                    </p:set>
                                  </p:childTnLst>
                                </p:cTn>
                              </p:par>
                              <p:par>
                                <p:cTn id="79" presetID="1" presetClass="exit" presetSubtype="0" fill="hold" grpId="0" nodeType="withEffect">
                                  <p:stCondLst>
                                    <p:cond delay="0"/>
                                  </p:stCondLst>
                                  <p:childTnLst>
                                    <p:set>
                                      <p:cBhvr>
                                        <p:cTn id="80" dur="1" fill="hold">
                                          <p:stCondLst>
                                            <p:cond delay="0"/>
                                          </p:stCondLst>
                                        </p:cTn>
                                        <p:tgtEl>
                                          <p:spTgt spid="165"/>
                                        </p:tgtEl>
                                        <p:attrNameLst>
                                          <p:attrName>style.visibility</p:attrName>
                                        </p:attrNameLst>
                                      </p:cBhvr>
                                      <p:to>
                                        <p:strVal val="hidden"/>
                                      </p:to>
                                    </p:set>
                                  </p:childTnLst>
                                </p:cTn>
                              </p:par>
                              <p:par>
                                <p:cTn id="81" presetID="1" presetClass="exit" presetSubtype="0" fill="hold" grpId="0" nodeType="withEffect">
                                  <p:stCondLst>
                                    <p:cond delay="0"/>
                                  </p:stCondLst>
                                  <p:childTnLst>
                                    <p:set>
                                      <p:cBhvr>
                                        <p:cTn id="82" dur="1" fill="hold">
                                          <p:stCondLst>
                                            <p:cond delay="0"/>
                                          </p:stCondLst>
                                        </p:cTn>
                                        <p:tgtEl>
                                          <p:spTgt spid="166"/>
                                        </p:tgtEl>
                                        <p:attrNameLst>
                                          <p:attrName>style.visibility</p:attrName>
                                        </p:attrNameLst>
                                      </p:cBhvr>
                                      <p:to>
                                        <p:strVal val="hidden"/>
                                      </p:to>
                                    </p:set>
                                  </p:childTnLst>
                                </p:cTn>
                              </p:par>
                              <p:par>
                                <p:cTn id="83" presetID="1" presetClass="exit" presetSubtype="0" fill="hold" grpId="0" nodeType="withEffect">
                                  <p:stCondLst>
                                    <p:cond delay="0"/>
                                  </p:stCondLst>
                                  <p:childTnLst>
                                    <p:set>
                                      <p:cBhvr>
                                        <p:cTn id="84" dur="1" fill="hold">
                                          <p:stCondLst>
                                            <p:cond delay="0"/>
                                          </p:stCondLst>
                                        </p:cTn>
                                        <p:tgtEl>
                                          <p:spTgt spid="167"/>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5"/>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4"/>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bldLvl="0" animBg="1"/>
      <p:bldP spid="86" grpId="0"/>
      <p:bldP spid="87" grpId="0" bldLvl="0" animBg="1"/>
      <p:bldP spid="88" grpId="0"/>
      <p:bldP spid="96" grpId="0" bldLvl="0" animBg="1"/>
      <p:bldP spid="97" grpId="0"/>
      <p:bldP spid="98" grpId="0" bldLvl="0" animBg="1"/>
      <p:bldP spid="99" grpId="0"/>
      <p:bldP spid="111" grpId="0" bldLvl="0" animBg="1"/>
      <p:bldP spid="114" grpId="0" bldLvl="0" animBg="1"/>
      <p:bldP spid="138" grpId="0"/>
      <p:bldP spid="139" grpId="0"/>
      <p:bldP spid="131" grpId="0" bldLvl="0" animBg="1"/>
      <p:bldP spid="165" grpId="0" bldLvl="0" animBg="1"/>
      <p:bldP spid="166" grpId="0"/>
      <p:bldP spid="167" grpId="0"/>
      <p:bldP spid="6" grpId="0"/>
      <p:bldP spid="14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Autoregressive </a:t>
            </a:r>
            <a:endParaRPr lang="zh-TW" altLang="en-US" dirty="0"/>
          </a:p>
        </p:txBody>
      </p:sp>
      <p:sp>
        <p:nvSpPr>
          <p:cNvPr id="4" name="文字方塊 3"/>
          <p:cNvSpPr txBox="1"/>
          <p:nvPr/>
        </p:nvSpPr>
        <p:spPr>
          <a:xfrm>
            <a:off x="5005866" y="3039852"/>
            <a:ext cx="1850768" cy="645160"/>
          </a:xfrm>
          <a:prstGeom prst="rect">
            <a:avLst/>
          </a:prstGeom>
          <a:noFill/>
        </p:spPr>
        <p:txBody>
          <a:bodyPr wrap="square" rtlCol="0">
            <a:spAutoFit/>
          </a:bodyPr>
          <a:lstStyle/>
          <a:p>
            <a:pPr algn="r"/>
            <a:r>
              <a:rPr lang="en-US" altLang="zh-TW" sz="3600" dirty="0"/>
              <a:t>max</a:t>
            </a:r>
            <a:endParaRPr lang="zh-TW" altLang="en-US" sz="3600" dirty="0"/>
          </a:p>
        </p:txBody>
      </p:sp>
      <p:cxnSp>
        <p:nvCxnSpPr>
          <p:cNvPr id="5" name="直線單箭頭接點 4"/>
          <p:cNvCxnSpPr/>
          <p:nvPr/>
        </p:nvCxnSpPr>
        <p:spPr>
          <a:xfrm flipV="1">
            <a:off x="13498312" y="3099884"/>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文字方塊 5"/>
          <p:cNvSpPr txBox="1"/>
          <p:nvPr/>
        </p:nvSpPr>
        <p:spPr>
          <a:xfrm>
            <a:off x="12901931" y="2507450"/>
            <a:ext cx="1200080"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dirty="0"/>
              <a:t>habit</a:t>
            </a:r>
            <a:endParaRPr lang="zh-TW" altLang="en-US" sz="100" b="0" dirty="0"/>
          </a:p>
        </p:txBody>
      </p:sp>
      <p:sp>
        <p:nvSpPr>
          <p:cNvPr id="7" name="文字方塊 6"/>
          <p:cNvSpPr txBox="1"/>
          <p:nvPr/>
        </p:nvSpPr>
        <p:spPr>
          <a:xfrm>
            <a:off x="11598967" y="3083548"/>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8" name="矩形 7"/>
          <p:cNvSpPr/>
          <p:nvPr/>
        </p:nvSpPr>
        <p:spPr>
          <a:xfrm>
            <a:off x="2626848" y="4314835"/>
            <a:ext cx="2100798" cy="1181760"/>
          </a:xfrm>
          <a:prstGeom prst="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9" name="直線單箭頭接點 8"/>
          <p:cNvCxnSpPr/>
          <p:nvPr/>
        </p:nvCxnSpPr>
        <p:spPr>
          <a:xfrm>
            <a:off x="4873095" y="4876966"/>
            <a:ext cx="6177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5497746" y="6708808"/>
            <a:ext cx="550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5497746" y="4855675"/>
            <a:ext cx="0" cy="182310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 name="群組 11"/>
          <p:cNvGrpSpPr/>
          <p:nvPr/>
        </p:nvGrpSpPr>
        <p:grpSpPr>
          <a:xfrm>
            <a:off x="2498725" y="4468574"/>
            <a:ext cx="2383352" cy="4482813"/>
            <a:chOff x="553420" y="2633912"/>
            <a:chExt cx="1588901" cy="2988542"/>
          </a:xfrm>
        </p:grpSpPr>
        <p:sp>
          <p:nvSpPr>
            <p:cNvPr id="13" name="矩形: 圓角 12"/>
            <p:cNvSpPr/>
            <p:nvPr/>
          </p:nvSpPr>
          <p:spPr>
            <a:xfrm>
              <a:off x="553420" y="3459473"/>
              <a:ext cx="1582913" cy="1291009"/>
            </a:xfrm>
            <a:prstGeom prst="roundRect">
              <a:avLst/>
            </a:prstGeom>
            <a:blipFill rotWithShape="1">
              <a:blip r:embed="rId2"/>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grpSp>
          <p:nvGrpSpPr>
            <p:cNvPr id="14" name="群組 106"/>
            <p:cNvGrpSpPr/>
            <p:nvPr/>
          </p:nvGrpSpPr>
          <p:grpSpPr bwMode="auto">
            <a:xfrm flipH="1">
              <a:off x="628650" y="5096765"/>
              <a:ext cx="1513671" cy="525689"/>
              <a:chOff x="467932" y="3914400"/>
              <a:chExt cx="2909888" cy="576263"/>
            </a:xfrm>
          </p:grpSpPr>
          <p:pic>
            <p:nvPicPr>
              <p:cNvPr id="3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矩形 14"/>
            <p:cNvSpPr/>
            <p:nvPr/>
          </p:nvSpPr>
          <p:spPr>
            <a:xfrm>
              <a:off x="764648" y="5075754"/>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6" name="矩形 15"/>
            <p:cNvSpPr/>
            <p:nvPr/>
          </p:nvSpPr>
          <p:spPr>
            <a:xfrm>
              <a:off x="1114984" y="5075754"/>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17" name="矩形 16"/>
            <p:cNvSpPr/>
            <p:nvPr/>
          </p:nvSpPr>
          <p:spPr>
            <a:xfrm>
              <a:off x="1444296" y="5075754"/>
              <a:ext cx="154466" cy="52568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8" name="矩形 17"/>
            <p:cNvSpPr/>
            <p:nvPr/>
          </p:nvSpPr>
          <p:spPr>
            <a:xfrm>
              <a:off x="1796860" y="5075754"/>
              <a:ext cx="154466" cy="5256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grpSp>
          <p:nvGrpSpPr>
            <p:cNvPr id="19" name="群組 18"/>
            <p:cNvGrpSpPr/>
            <p:nvPr/>
          </p:nvGrpSpPr>
          <p:grpSpPr>
            <a:xfrm>
              <a:off x="764648" y="2633912"/>
              <a:ext cx="154466" cy="825561"/>
              <a:chOff x="821798" y="2633912"/>
              <a:chExt cx="154466" cy="825561"/>
            </a:xfrm>
          </p:grpSpPr>
          <p:sp>
            <p:nvSpPr>
              <p:cNvPr id="33" name="矩形 32"/>
              <p:cNvSpPr/>
              <p:nvPr/>
            </p:nvSpPr>
            <p:spPr>
              <a:xfrm>
                <a:off x="821798" y="2633912"/>
                <a:ext cx="154466" cy="52568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34" name="直線單箭頭接點 33"/>
              <p:cNvCxnSpPr/>
              <p:nvPr/>
            </p:nvCxnSpPr>
            <p:spPr>
              <a:xfrm flipV="1">
                <a:off x="900021"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群組 19"/>
            <p:cNvGrpSpPr/>
            <p:nvPr/>
          </p:nvGrpSpPr>
          <p:grpSpPr>
            <a:xfrm>
              <a:off x="1104472" y="2633912"/>
              <a:ext cx="154466" cy="825561"/>
              <a:chOff x="1069744" y="2633912"/>
              <a:chExt cx="154466" cy="825561"/>
            </a:xfrm>
          </p:grpSpPr>
          <p:sp>
            <p:nvSpPr>
              <p:cNvPr id="31" name="矩形 30"/>
              <p:cNvSpPr/>
              <p:nvPr/>
            </p:nvSpPr>
            <p:spPr>
              <a:xfrm>
                <a:off x="1069744"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32" name="直線單箭頭接點 31"/>
              <p:cNvCxnSpPr/>
              <p:nvPr/>
            </p:nvCxnSpPr>
            <p:spPr>
              <a:xfrm flipV="1">
                <a:off x="1146977"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群組 20"/>
            <p:cNvGrpSpPr/>
            <p:nvPr/>
          </p:nvGrpSpPr>
          <p:grpSpPr>
            <a:xfrm>
              <a:off x="1444296" y="2633912"/>
              <a:ext cx="154466" cy="825561"/>
              <a:chOff x="1326625" y="2633912"/>
              <a:chExt cx="154466" cy="825561"/>
            </a:xfrm>
          </p:grpSpPr>
          <p:sp>
            <p:nvSpPr>
              <p:cNvPr id="29" name="矩形 28"/>
              <p:cNvSpPr/>
              <p:nvPr/>
            </p:nvSpPr>
            <p:spPr>
              <a:xfrm>
                <a:off x="1326625"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30" name="直線單箭頭接點 29"/>
              <p:cNvCxnSpPr/>
              <p:nvPr/>
            </p:nvCxnSpPr>
            <p:spPr>
              <a:xfrm flipV="1">
                <a:off x="1401485"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群組 21"/>
            <p:cNvGrpSpPr/>
            <p:nvPr/>
          </p:nvGrpSpPr>
          <p:grpSpPr>
            <a:xfrm>
              <a:off x="1784120" y="2633912"/>
              <a:ext cx="154466" cy="825561"/>
              <a:chOff x="1574570" y="2633912"/>
              <a:chExt cx="154466" cy="825561"/>
            </a:xfrm>
          </p:grpSpPr>
          <p:sp>
            <p:nvSpPr>
              <p:cNvPr id="27" name="矩形 26"/>
              <p:cNvSpPr/>
              <p:nvPr/>
            </p:nvSpPr>
            <p:spPr>
              <a:xfrm>
                <a:off x="1574570" y="2633912"/>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cxnSp>
            <p:nvCxnSpPr>
              <p:cNvPr id="28" name="直線單箭頭接點 27"/>
              <p:cNvCxnSpPr/>
              <p:nvPr/>
            </p:nvCxnSpPr>
            <p:spPr>
              <a:xfrm flipV="1">
                <a:off x="1651803"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直線單箭頭接點 22"/>
            <p:cNvCxnSpPr/>
            <p:nvPr/>
          </p:nvCxnSpPr>
          <p:spPr>
            <a:xfrm flipV="1">
              <a:off x="86149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1200197" y="475487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153890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flipV="1">
              <a:off x="1877608"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7" name="直線單箭頭接點 36"/>
          <p:cNvCxnSpPr/>
          <p:nvPr/>
        </p:nvCxnSpPr>
        <p:spPr>
          <a:xfrm flipV="1">
            <a:off x="13500927" y="497316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13321540" y="3804215"/>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39" name="文字方塊 38"/>
          <p:cNvSpPr txBox="1"/>
          <p:nvPr/>
        </p:nvSpPr>
        <p:spPr>
          <a:xfrm>
            <a:off x="12728340" y="9224554"/>
            <a:ext cx="1545771" cy="106680"/>
          </a:xfrm>
          <a:prstGeom prst="rect">
            <a:avLst/>
          </a:prstGeom>
          <a:noFill/>
        </p:spPr>
        <p:txBody>
          <a:bodyPr wrap="square" rtlCol="0">
            <a:spAutoFit/>
          </a:bodyPr>
          <a:lstStyle/>
          <a:p>
            <a:pPr lvl="0" algn="ctr" defTabSz="914400">
              <a:defRPr/>
            </a:pPr>
            <a:r>
              <a:rPr lang="en-US" altLang="zh-TW" sz="100" dirty="0"/>
              <a:t>learning</a:t>
            </a:r>
            <a:endParaRPr lang="zh-TW" altLang="en-US" sz="100" dirty="0"/>
          </a:p>
        </p:txBody>
      </p:sp>
      <p:grpSp>
        <p:nvGrpSpPr>
          <p:cNvPr id="40" name="群組 39"/>
          <p:cNvGrpSpPr/>
          <p:nvPr/>
        </p:nvGrpSpPr>
        <p:grpSpPr>
          <a:xfrm>
            <a:off x="13321540" y="8159819"/>
            <a:ext cx="359370" cy="1080000"/>
            <a:chOff x="3445729" y="5741259"/>
            <a:chExt cx="239580" cy="720000"/>
          </a:xfrm>
        </p:grpSpPr>
        <p:sp>
          <p:nvSpPr>
            <p:cNvPr id="41" name="矩形 40"/>
            <p:cNvSpPr/>
            <p:nvPr/>
          </p:nvSpPr>
          <p:spPr>
            <a:xfrm>
              <a:off x="3445729" y="5741259"/>
              <a:ext cx="239580" cy="72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42" name="橢圓 41"/>
            <p:cNvSpPr/>
            <p:nvPr/>
          </p:nvSpPr>
          <p:spPr>
            <a:xfrm>
              <a:off x="3483679" y="5818579"/>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sz="100"/>
            </a:p>
          </p:txBody>
        </p:sp>
      </p:grpSp>
      <p:cxnSp>
        <p:nvCxnSpPr>
          <p:cNvPr id="43" name="直線單箭頭接點 42"/>
          <p:cNvCxnSpPr/>
          <p:nvPr/>
        </p:nvCxnSpPr>
        <p:spPr>
          <a:xfrm flipV="1">
            <a:off x="13513465" y="7681529"/>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字方塊 44"/>
          <p:cNvSpPr txBox="1"/>
          <p:nvPr/>
        </p:nvSpPr>
        <p:spPr>
          <a:xfrm>
            <a:off x="14525975" y="2360163"/>
            <a:ext cx="1066101" cy="1198880"/>
          </a:xfrm>
          <a:prstGeom prst="rect">
            <a:avLst/>
          </a:prstGeom>
          <a:noFill/>
        </p:spPr>
        <p:txBody>
          <a:bodyPr wrap="square" rtlCol="0">
            <a:spAutoFit/>
          </a:bodyPr>
          <a:lstStyle/>
          <a:p>
            <a:r>
              <a:rPr lang="en-US" altLang="zh-TW" sz="3600" dirty="0"/>
              <a:t>……</a:t>
            </a:r>
            <a:endParaRPr lang="zh-TW" altLang="en-US" sz="3600" dirty="0"/>
          </a:p>
        </p:txBody>
      </p:sp>
      <p:sp>
        <p:nvSpPr>
          <p:cNvPr id="46" name="文字方塊 45"/>
          <p:cNvSpPr txBox="1"/>
          <p:nvPr/>
        </p:nvSpPr>
        <p:spPr>
          <a:xfrm>
            <a:off x="1755432" y="8969734"/>
            <a:ext cx="3843630"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cxnSp>
        <p:nvCxnSpPr>
          <p:cNvPr id="47" name="直線單箭頭接點 46"/>
          <p:cNvCxnSpPr/>
          <p:nvPr/>
        </p:nvCxnSpPr>
        <p:spPr>
          <a:xfrm flipV="1">
            <a:off x="8568013" y="3053665"/>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8" name="文字方塊 47"/>
          <p:cNvSpPr txBox="1"/>
          <p:nvPr/>
        </p:nvSpPr>
        <p:spPr>
          <a:xfrm>
            <a:off x="8046852" y="2506670"/>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49" name="直線單箭頭接點 48"/>
          <p:cNvCxnSpPr/>
          <p:nvPr/>
        </p:nvCxnSpPr>
        <p:spPr>
          <a:xfrm flipV="1">
            <a:off x="10207539" y="3047471"/>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文字方塊 49"/>
          <p:cNvSpPr txBox="1"/>
          <p:nvPr/>
        </p:nvSpPr>
        <p:spPr>
          <a:xfrm>
            <a:off x="8308194" y="3031135"/>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51" name="文字方塊 50"/>
          <p:cNvSpPr txBox="1"/>
          <p:nvPr/>
        </p:nvSpPr>
        <p:spPr>
          <a:xfrm>
            <a:off x="9479367" y="2500477"/>
            <a:ext cx="1502664"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52" name="直線單箭頭接點 51"/>
          <p:cNvCxnSpPr/>
          <p:nvPr/>
        </p:nvCxnSpPr>
        <p:spPr>
          <a:xfrm flipV="1">
            <a:off x="11916105" y="3040583"/>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10016760" y="3024247"/>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54" name="文字方塊 53"/>
          <p:cNvSpPr txBox="1"/>
          <p:nvPr/>
        </p:nvSpPr>
        <p:spPr>
          <a:xfrm>
            <a:off x="12058518" y="2504384"/>
            <a:ext cx="143305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learning</a:t>
            </a:r>
            <a:endParaRPr lang="zh-TW" altLang="en-US" sz="100" b="0" dirty="0"/>
          </a:p>
        </p:txBody>
      </p:sp>
      <p:cxnSp>
        <p:nvCxnSpPr>
          <p:cNvPr id="55" name="直線單箭頭接點 54"/>
          <p:cNvCxnSpPr/>
          <p:nvPr/>
        </p:nvCxnSpPr>
        <p:spPr>
          <a:xfrm flipV="1">
            <a:off x="6905211" y="3056189"/>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flipV="1">
            <a:off x="6883440" y="4956595"/>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V="1">
            <a:off x="6883440" y="7662479"/>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字方塊 57"/>
          <p:cNvSpPr txBox="1"/>
          <p:nvPr/>
        </p:nvSpPr>
        <p:spPr>
          <a:xfrm>
            <a:off x="6123745" y="9224554"/>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59" name="矩形 58"/>
          <p:cNvSpPr/>
          <p:nvPr/>
        </p:nvSpPr>
        <p:spPr>
          <a:xfrm>
            <a:off x="6704053" y="3787649"/>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nvGrpSpPr>
          <p:cNvPr id="60" name="群組 59"/>
          <p:cNvGrpSpPr/>
          <p:nvPr/>
        </p:nvGrpSpPr>
        <p:grpSpPr>
          <a:xfrm>
            <a:off x="6716946" y="8163947"/>
            <a:ext cx="359370" cy="1080000"/>
            <a:chOff x="3445729" y="5741259"/>
            <a:chExt cx="239580" cy="720000"/>
          </a:xfrm>
        </p:grpSpPr>
        <p:sp>
          <p:nvSpPr>
            <p:cNvPr id="61" name="矩形 60"/>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62" name="橢圓 61"/>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sp>
        <p:nvSpPr>
          <p:cNvPr id="63" name="文字方塊 62"/>
          <p:cNvSpPr txBox="1"/>
          <p:nvPr/>
        </p:nvSpPr>
        <p:spPr>
          <a:xfrm>
            <a:off x="6384049" y="2509195"/>
            <a:ext cx="99172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I</a:t>
            </a:r>
            <a:endParaRPr lang="zh-TW" altLang="en-US" sz="100" b="0" dirty="0"/>
          </a:p>
        </p:txBody>
      </p:sp>
      <p:cxnSp>
        <p:nvCxnSpPr>
          <p:cNvPr id="64" name="直線單箭頭接點 63"/>
          <p:cNvCxnSpPr/>
          <p:nvPr/>
        </p:nvCxnSpPr>
        <p:spPr>
          <a:xfrm flipV="1">
            <a:off x="8563815" y="497316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8384428" y="3804215"/>
            <a:ext cx="359370"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66" name="文字方塊 65"/>
          <p:cNvSpPr txBox="1"/>
          <p:nvPr/>
        </p:nvSpPr>
        <p:spPr>
          <a:xfrm>
            <a:off x="7790929" y="925222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67" name="群組 66"/>
          <p:cNvGrpSpPr/>
          <p:nvPr/>
        </p:nvGrpSpPr>
        <p:grpSpPr>
          <a:xfrm>
            <a:off x="8384428" y="8159819"/>
            <a:ext cx="359370" cy="1080000"/>
            <a:chOff x="3445729" y="5741259"/>
            <a:chExt cx="239580" cy="720000"/>
          </a:xfrm>
        </p:grpSpPr>
        <p:sp>
          <p:nvSpPr>
            <p:cNvPr id="68" name="矩形 67"/>
            <p:cNvSpPr/>
            <p:nvPr/>
          </p:nvSpPr>
          <p:spPr>
            <a:xfrm>
              <a:off x="3445729" y="5741259"/>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69" name="橢圓 68"/>
            <p:cNvSpPr/>
            <p:nvPr/>
          </p:nvSpPr>
          <p:spPr>
            <a:xfrm>
              <a:off x="3483679" y="5963721"/>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70" name="直線單箭頭接點 69"/>
          <p:cNvCxnSpPr/>
          <p:nvPr/>
        </p:nvCxnSpPr>
        <p:spPr>
          <a:xfrm flipV="1">
            <a:off x="8576353" y="7681529"/>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10230700" y="4973161"/>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10051314" y="3804215"/>
            <a:ext cx="359370" cy="108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73" name="文字方塊 72"/>
          <p:cNvSpPr txBox="1"/>
          <p:nvPr/>
        </p:nvSpPr>
        <p:spPr>
          <a:xfrm>
            <a:off x="9458113" y="922455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74" name="群組 73"/>
          <p:cNvGrpSpPr/>
          <p:nvPr/>
        </p:nvGrpSpPr>
        <p:grpSpPr>
          <a:xfrm>
            <a:off x="10051314" y="8159819"/>
            <a:ext cx="359370" cy="1080000"/>
            <a:chOff x="3445729" y="5741259"/>
            <a:chExt cx="239580" cy="720000"/>
          </a:xfrm>
        </p:grpSpPr>
        <p:sp>
          <p:nvSpPr>
            <p:cNvPr id="75" name="矩形 74"/>
            <p:cNvSpPr/>
            <p:nvPr/>
          </p:nvSpPr>
          <p:spPr>
            <a:xfrm>
              <a:off x="3445729" y="5741259"/>
              <a:ext cx="239580" cy="72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76" name="橢圓 75"/>
            <p:cNvSpPr/>
            <p:nvPr/>
          </p:nvSpPr>
          <p:spPr>
            <a:xfrm>
              <a:off x="3483679" y="5818579"/>
              <a:ext cx="180000" cy="1800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77" name="直線單箭頭接點 76"/>
          <p:cNvCxnSpPr/>
          <p:nvPr/>
        </p:nvCxnSpPr>
        <p:spPr>
          <a:xfrm flipV="1">
            <a:off x="10243239" y="7681529"/>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p:nvPr/>
        </p:nvCxnSpPr>
        <p:spPr>
          <a:xfrm flipV="1">
            <a:off x="11897886" y="4972378"/>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a:off x="11718499" y="3803432"/>
            <a:ext cx="359370" cy="108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80" name="文字方塊 79"/>
          <p:cNvSpPr txBox="1"/>
          <p:nvPr/>
        </p:nvSpPr>
        <p:spPr>
          <a:xfrm>
            <a:off x="11125299" y="9223771"/>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81" name="群組 80"/>
          <p:cNvGrpSpPr/>
          <p:nvPr/>
        </p:nvGrpSpPr>
        <p:grpSpPr>
          <a:xfrm>
            <a:off x="11718499" y="8159036"/>
            <a:ext cx="359370" cy="1080000"/>
            <a:chOff x="3445729" y="5741259"/>
            <a:chExt cx="239580" cy="720000"/>
          </a:xfrm>
        </p:grpSpPr>
        <p:sp>
          <p:nvSpPr>
            <p:cNvPr id="82" name="矩形 81"/>
            <p:cNvSpPr/>
            <p:nvPr/>
          </p:nvSpPr>
          <p:spPr>
            <a:xfrm>
              <a:off x="3445729" y="5741259"/>
              <a:ext cx="239580" cy="72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83" name="橢圓 82"/>
            <p:cNvSpPr/>
            <p:nvPr/>
          </p:nvSpPr>
          <p:spPr>
            <a:xfrm>
              <a:off x="3483679" y="6137892"/>
              <a:ext cx="180000" cy="180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84" name="直線單箭頭接點 83"/>
          <p:cNvCxnSpPr/>
          <p:nvPr/>
        </p:nvCxnSpPr>
        <p:spPr>
          <a:xfrm flipV="1">
            <a:off x="11910424" y="768074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文字方塊 84"/>
          <p:cNvSpPr txBox="1"/>
          <p:nvPr/>
        </p:nvSpPr>
        <p:spPr>
          <a:xfrm>
            <a:off x="6668668" y="3037328"/>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86" name="文字方塊 85"/>
          <p:cNvSpPr txBox="1"/>
          <p:nvPr/>
        </p:nvSpPr>
        <p:spPr>
          <a:xfrm>
            <a:off x="2536190" y="1824990"/>
            <a:ext cx="10785475" cy="521970"/>
          </a:xfrm>
          <a:prstGeom prst="rect">
            <a:avLst/>
          </a:prstGeom>
          <a:noFill/>
        </p:spPr>
        <p:txBody>
          <a:bodyPr wrap="square" rtlCol="0">
            <a:spAutoFit/>
          </a:bodyPr>
          <a:lstStyle/>
          <a:p>
            <a:pPr algn="l"/>
            <a:r>
              <a:rPr lang="en-US" altLang="en-US" sz="2800">
                <a:solidFill>
                  <a:schemeClr val="accent1"/>
                </a:solidFill>
                <a:latin typeface="+mj-lt"/>
                <a:cs typeface="+mj-cs"/>
              </a:rPr>
              <a:t>We do not know the correct output length.</a:t>
            </a:r>
          </a:p>
        </p:txBody>
      </p:sp>
      <p:sp>
        <p:nvSpPr>
          <p:cNvPr id="44" name="矩形: 圓角 43"/>
          <p:cNvSpPr/>
          <p:nvPr/>
        </p:nvSpPr>
        <p:spPr>
          <a:xfrm>
            <a:off x="6124127" y="5725966"/>
            <a:ext cx="8281484"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sp>
        <p:nvSpPr>
          <p:cNvPr id="87" name="文字方塊 86"/>
          <p:cNvSpPr txBox="1"/>
          <p:nvPr/>
        </p:nvSpPr>
        <p:spPr>
          <a:xfrm>
            <a:off x="12901649" y="1855513"/>
            <a:ext cx="2780312" cy="460375"/>
          </a:xfrm>
          <a:prstGeom prst="rect">
            <a:avLst/>
          </a:prstGeom>
          <a:noFill/>
        </p:spPr>
        <p:txBody>
          <a:bodyPr wrap="square" rtlCol="0">
            <a:spAutoFit/>
          </a:bodyPr>
          <a:lstStyle/>
          <a:p>
            <a:r>
              <a:rPr lang="en-US" altLang="zh-TW" sz="2400" b="1" dirty="0">
                <a:solidFill>
                  <a:schemeClr val="accent1"/>
                </a:solidFill>
                <a:latin typeface="+mj-lt"/>
                <a:cs typeface="+mj-cs"/>
              </a:rPr>
              <a:t>Never stop!</a:t>
            </a:r>
          </a:p>
        </p:txBody>
      </p:sp>
      <p:sp>
        <p:nvSpPr>
          <p:cNvPr id="88" name="投影片編號版面配置區 87"/>
          <p:cNvSpPr>
            <a:spLocks noGrp="1"/>
          </p:cNvSpPr>
          <p:nvPr>
            <p:ph type="sldNum" sz="quarter" idx="12"/>
          </p:nvPr>
        </p:nvSpPr>
        <p:spPr>
          <a:xfrm>
            <a:off x="11309350" y="9523732"/>
            <a:ext cx="3086100" cy="547688"/>
          </a:xfrm>
        </p:spPr>
        <p:txBody>
          <a:bodyPr/>
          <a:lstStyle/>
          <a:p>
            <a:fld id="{14FE7D4A-7B99-4F9B-9C7F-3AECE8C25A38}" type="slidenum">
              <a:rPr lang="zh-TW" altLang="en-US" sz="100" smtClean="0"/>
              <a:t>58</a:t>
            </a:fld>
            <a:endParaRPr lang="zh-TW" altLang="en-US" sz="100" dirty="0"/>
          </a:p>
        </p:txBody>
      </p:sp>
      <p:sp>
        <p:nvSpPr>
          <p:cNvPr id="3" name="文字方塊 47"/>
          <p:cNvSpPr txBox="1"/>
          <p:nvPr/>
        </p:nvSpPr>
        <p:spPr>
          <a:xfrm>
            <a:off x="6413632" y="2530165"/>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89" name="文字方塊 47"/>
          <p:cNvSpPr txBox="1"/>
          <p:nvPr/>
        </p:nvSpPr>
        <p:spPr>
          <a:xfrm>
            <a:off x="11183620" y="2500630"/>
            <a:ext cx="142875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0" name="文字方塊 47"/>
          <p:cNvSpPr txBox="1"/>
          <p:nvPr/>
        </p:nvSpPr>
        <p:spPr>
          <a:xfrm>
            <a:off x="12828270" y="2508885"/>
            <a:ext cx="142875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class</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1" name="文字方塊 79"/>
          <p:cNvSpPr txBox="1"/>
          <p:nvPr/>
        </p:nvSpPr>
        <p:spPr>
          <a:xfrm>
            <a:off x="12729309" y="9251711"/>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3" name="文字方塊 65"/>
          <p:cNvSpPr txBox="1"/>
          <p:nvPr/>
        </p:nvSpPr>
        <p:spPr>
          <a:xfrm>
            <a:off x="6136754" y="922492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4" name="文字方塊 132"/>
          <p:cNvSpPr txBox="1"/>
          <p:nvPr/>
        </p:nvSpPr>
        <p:spPr>
          <a:xfrm>
            <a:off x="1883410" y="9091295"/>
            <a:ext cx="358648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 love deep learning)</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8" grpId="0" bldLvl="0" animBg="1"/>
      <p:bldP spid="39" grpId="0"/>
      <p:bldP spid="45" grpId="0"/>
      <p:bldP spid="86" grpId="0"/>
      <p:bldP spid="87" grpId="0"/>
      <p:bldP spid="9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0" name="直線單箭頭接點 49"/>
          <p:cNvCxnSpPr/>
          <p:nvPr/>
        </p:nvCxnSpPr>
        <p:spPr>
          <a:xfrm flipV="1">
            <a:off x="7547015" y="496739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 </a:t>
            </a:r>
            <a:endParaRPr lang="zh-TW" altLang="en-US" dirty="0"/>
          </a:p>
        </p:txBody>
      </p:sp>
      <p:sp>
        <p:nvSpPr>
          <p:cNvPr id="45" name="矩形: 圓角 44"/>
          <p:cNvSpPr/>
          <p:nvPr/>
        </p:nvSpPr>
        <p:spPr>
          <a:xfrm>
            <a:off x="6777542" y="5736761"/>
            <a:ext cx="8281484"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sp>
        <p:nvSpPr>
          <p:cNvPr id="61" name="矩形 60"/>
          <p:cNvSpPr/>
          <p:nvPr/>
        </p:nvSpPr>
        <p:spPr>
          <a:xfrm>
            <a:off x="3290423" y="4325630"/>
            <a:ext cx="2100798" cy="1181760"/>
          </a:xfrm>
          <a:prstGeom prst="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62" name="直線單箭頭接點 61"/>
          <p:cNvCxnSpPr/>
          <p:nvPr/>
        </p:nvCxnSpPr>
        <p:spPr>
          <a:xfrm>
            <a:off x="5536670" y="4887761"/>
            <a:ext cx="6177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6161321" y="6719603"/>
            <a:ext cx="550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6161321" y="4866470"/>
            <a:ext cx="0" cy="182310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1" name="群組 40"/>
          <p:cNvGrpSpPr/>
          <p:nvPr/>
        </p:nvGrpSpPr>
        <p:grpSpPr>
          <a:xfrm>
            <a:off x="3162300" y="4479369"/>
            <a:ext cx="2383352" cy="4482813"/>
            <a:chOff x="553420" y="2633912"/>
            <a:chExt cx="1588901" cy="2988542"/>
          </a:xfrm>
        </p:grpSpPr>
        <p:sp>
          <p:nvSpPr>
            <p:cNvPr id="21" name="矩形: 圓角 20"/>
            <p:cNvSpPr/>
            <p:nvPr/>
          </p:nvSpPr>
          <p:spPr>
            <a:xfrm>
              <a:off x="553420" y="3459473"/>
              <a:ext cx="1582913" cy="1291009"/>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grpSp>
          <p:nvGrpSpPr>
            <p:cNvPr id="53" name="群組 106"/>
            <p:cNvGrpSpPr/>
            <p:nvPr/>
          </p:nvGrpSpPr>
          <p:grpSpPr bwMode="auto">
            <a:xfrm flipH="1">
              <a:off x="628650" y="5096765"/>
              <a:ext cx="1513671" cy="525689"/>
              <a:chOff x="467932" y="3914400"/>
              <a:chExt cx="2909888" cy="576263"/>
            </a:xfrm>
          </p:grpSpPr>
          <p:pic>
            <p:nvPicPr>
              <p:cNvPr id="5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矩形 56"/>
            <p:cNvSpPr/>
            <p:nvPr/>
          </p:nvSpPr>
          <p:spPr>
            <a:xfrm>
              <a:off x="764648" y="5075754"/>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59" name="矩形 58"/>
            <p:cNvSpPr/>
            <p:nvPr/>
          </p:nvSpPr>
          <p:spPr>
            <a:xfrm>
              <a:off x="1114984" y="5075754"/>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63" name="矩形 62"/>
            <p:cNvSpPr/>
            <p:nvPr/>
          </p:nvSpPr>
          <p:spPr>
            <a:xfrm>
              <a:off x="1444296" y="5075754"/>
              <a:ext cx="154466" cy="52568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65" name="矩形 64"/>
            <p:cNvSpPr/>
            <p:nvPr/>
          </p:nvSpPr>
          <p:spPr>
            <a:xfrm>
              <a:off x="1796860" y="5075754"/>
              <a:ext cx="154466" cy="5256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grpSp>
          <p:nvGrpSpPr>
            <p:cNvPr id="36" name="群組 35"/>
            <p:cNvGrpSpPr/>
            <p:nvPr/>
          </p:nvGrpSpPr>
          <p:grpSpPr>
            <a:xfrm>
              <a:off x="764648" y="2633912"/>
              <a:ext cx="154466" cy="825561"/>
              <a:chOff x="821798" y="2633912"/>
              <a:chExt cx="154466" cy="825561"/>
            </a:xfrm>
          </p:grpSpPr>
          <p:sp>
            <p:nvSpPr>
              <p:cNvPr id="67" name="矩形 66"/>
              <p:cNvSpPr/>
              <p:nvPr/>
            </p:nvSpPr>
            <p:spPr>
              <a:xfrm>
                <a:off x="821798" y="2633912"/>
                <a:ext cx="154466" cy="52568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79" name="直線單箭頭接點 78"/>
              <p:cNvCxnSpPr/>
              <p:nvPr/>
            </p:nvCxnSpPr>
            <p:spPr>
              <a:xfrm flipV="1">
                <a:off x="900021"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群組 36"/>
            <p:cNvGrpSpPr/>
            <p:nvPr/>
          </p:nvGrpSpPr>
          <p:grpSpPr>
            <a:xfrm>
              <a:off x="1104472" y="2633912"/>
              <a:ext cx="154466" cy="825561"/>
              <a:chOff x="1069744" y="2633912"/>
              <a:chExt cx="154466" cy="825561"/>
            </a:xfrm>
          </p:grpSpPr>
          <p:sp>
            <p:nvSpPr>
              <p:cNvPr id="74" name="矩形 73"/>
              <p:cNvSpPr/>
              <p:nvPr/>
            </p:nvSpPr>
            <p:spPr>
              <a:xfrm>
                <a:off x="1069744"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0" name="直線單箭頭接點 79"/>
              <p:cNvCxnSpPr/>
              <p:nvPr/>
            </p:nvCxnSpPr>
            <p:spPr>
              <a:xfrm flipV="1">
                <a:off x="1146977"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p:cNvGrpSpPr/>
            <p:nvPr/>
          </p:nvGrpSpPr>
          <p:grpSpPr>
            <a:xfrm>
              <a:off x="1444296" y="2633912"/>
              <a:ext cx="154466" cy="825561"/>
              <a:chOff x="1326625" y="2633912"/>
              <a:chExt cx="154466" cy="825561"/>
            </a:xfrm>
          </p:grpSpPr>
          <p:sp>
            <p:nvSpPr>
              <p:cNvPr id="75" name="矩形 74"/>
              <p:cNvSpPr/>
              <p:nvPr/>
            </p:nvSpPr>
            <p:spPr>
              <a:xfrm>
                <a:off x="1326625"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81" name="直線單箭頭接點 80"/>
              <p:cNvCxnSpPr/>
              <p:nvPr/>
            </p:nvCxnSpPr>
            <p:spPr>
              <a:xfrm flipV="1">
                <a:off x="1401485"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群組 38"/>
            <p:cNvGrpSpPr/>
            <p:nvPr/>
          </p:nvGrpSpPr>
          <p:grpSpPr>
            <a:xfrm>
              <a:off x="1784120" y="2633912"/>
              <a:ext cx="154466" cy="825561"/>
              <a:chOff x="1574570" y="2633912"/>
              <a:chExt cx="154466" cy="825561"/>
            </a:xfrm>
          </p:grpSpPr>
          <p:sp>
            <p:nvSpPr>
              <p:cNvPr id="76" name="矩形 75"/>
              <p:cNvSpPr/>
              <p:nvPr/>
            </p:nvSpPr>
            <p:spPr>
              <a:xfrm>
                <a:off x="1574570" y="2633912"/>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cxnSp>
            <p:nvCxnSpPr>
              <p:cNvPr id="82" name="直線單箭頭接點 81"/>
              <p:cNvCxnSpPr/>
              <p:nvPr/>
            </p:nvCxnSpPr>
            <p:spPr>
              <a:xfrm flipV="1">
                <a:off x="1651803"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直線單箭頭接點 82"/>
            <p:cNvCxnSpPr/>
            <p:nvPr/>
          </p:nvCxnSpPr>
          <p:spPr>
            <a:xfrm flipV="1">
              <a:off x="86149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p:nvPr/>
          </p:nvCxnSpPr>
          <p:spPr>
            <a:xfrm flipV="1">
              <a:off x="1200197" y="475487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84"/>
            <p:cNvCxnSpPr/>
            <p:nvPr/>
          </p:nvCxnSpPr>
          <p:spPr>
            <a:xfrm flipV="1">
              <a:off x="153890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p:nvPr/>
          </p:nvCxnSpPr>
          <p:spPr>
            <a:xfrm flipV="1">
              <a:off x="1877608"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直線單箭頭接點 86"/>
          <p:cNvCxnSpPr/>
          <p:nvPr/>
        </p:nvCxnSpPr>
        <p:spPr>
          <a:xfrm flipV="1">
            <a:off x="7547015" y="767327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6787320" y="9235349"/>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90" name="矩形 89"/>
          <p:cNvSpPr/>
          <p:nvPr/>
        </p:nvSpPr>
        <p:spPr>
          <a:xfrm>
            <a:off x="7367628" y="3798444"/>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6" name="文字方塊 5"/>
          <p:cNvSpPr txBox="1"/>
          <p:nvPr/>
        </p:nvSpPr>
        <p:spPr>
          <a:xfrm>
            <a:off x="7634279" y="4955318"/>
            <a:ext cx="1850768" cy="521970"/>
          </a:xfrm>
          <a:prstGeom prst="rect">
            <a:avLst/>
          </a:prstGeom>
          <a:noFill/>
        </p:spPr>
        <p:txBody>
          <a:bodyPr wrap="square" rtlCol="0">
            <a:spAutoFit/>
          </a:bodyPr>
          <a:lstStyle/>
          <a:p>
            <a:r>
              <a:rPr lang="en-US" altLang="zh-TW" sz="2800" dirty="0" err="1"/>
              <a:t>softmax</a:t>
            </a:r>
            <a:endParaRPr lang="zh-TW" altLang="en-US" sz="3600" dirty="0"/>
          </a:p>
        </p:txBody>
      </p:sp>
      <p:grpSp>
        <p:nvGrpSpPr>
          <p:cNvPr id="17" name="群組 16"/>
          <p:cNvGrpSpPr/>
          <p:nvPr/>
        </p:nvGrpSpPr>
        <p:grpSpPr>
          <a:xfrm>
            <a:off x="7380521" y="8174742"/>
            <a:ext cx="359370" cy="1080000"/>
            <a:chOff x="3445729" y="5741259"/>
            <a:chExt cx="239580" cy="720000"/>
          </a:xfrm>
        </p:grpSpPr>
        <p:sp>
          <p:nvSpPr>
            <p:cNvPr id="77" name="矩形 76"/>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16" name="橢圓 15"/>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cxnSp>
        <p:nvCxnSpPr>
          <p:cNvPr id="58" name="直線單箭頭接點 57"/>
          <p:cNvCxnSpPr/>
          <p:nvPr/>
        </p:nvCxnSpPr>
        <p:spPr>
          <a:xfrm>
            <a:off x="7803492" y="4146984"/>
            <a:ext cx="1298553" cy="2"/>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左大括弧 59"/>
          <p:cNvSpPr/>
          <p:nvPr/>
        </p:nvSpPr>
        <p:spPr>
          <a:xfrm flipH="1">
            <a:off x="12498210" y="1673184"/>
            <a:ext cx="359369" cy="2781300"/>
          </a:xfrm>
          <a:prstGeom prst="leftBrace">
            <a:avLst>
              <a:gd name="adj1" fmla="val 44298"/>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89" name="文字方塊 88"/>
          <p:cNvSpPr txBox="1"/>
          <p:nvPr/>
        </p:nvSpPr>
        <p:spPr>
          <a:xfrm>
            <a:off x="9539934" y="916655"/>
            <a:ext cx="2463929" cy="645160"/>
          </a:xfrm>
          <a:prstGeom prst="rect">
            <a:avLst/>
          </a:prstGeom>
          <a:noFill/>
        </p:spPr>
        <p:txBody>
          <a:bodyPr wrap="square" rtlCol="0">
            <a:spAutoFit/>
          </a:bodyPr>
          <a:lstStyle/>
          <a:p>
            <a:r>
              <a:rPr lang="en-US" altLang="zh-TW" sz="3600" dirty="0"/>
              <a:t>distribution</a:t>
            </a:r>
            <a:endParaRPr lang="zh-TW" altLang="en-US" sz="3600" dirty="0"/>
          </a:p>
        </p:txBody>
      </p:sp>
      <p:sp>
        <p:nvSpPr>
          <p:cNvPr id="4" name="文字方塊 3"/>
          <p:cNvSpPr txBox="1"/>
          <p:nvPr/>
        </p:nvSpPr>
        <p:spPr>
          <a:xfrm>
            <a:off x="1026795" y="460375"/>
            <a:ext cx="7227570" cy="953135"/>
          </a:xfrm>
          <a:prstGeom prst="rect">
            <a:avLst/>
          </a:prstGeom>
          <a:noFill/>
        </p:spPr>
        <p:txBody>
          <a:bodyPr wrap="square" rtlCol="0">
            <a:spAutoFit/>
          </a:bodyPr>
          <a:lstStyle/>
          <a:p>
            <a:r>
              <a:rPr lang="en-US" altLang="zh-TW" sz="5600" b="1" dirty="0">
                <a:solidFill>
                  <a:schemeClr val="accent1"/>
                </a:solidFill>
                <a:latin typeface="+mj-lt"/>
                <a:cs typeface="+mj-cs"/>
              </a:rPr>
              <a:t>Adding “Stop Token”</a:t>
            </a:r>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59</a:t>
            </a:fld>
            <a:endParaRPr lang="zh-TW" altLang="en-US" sz="100"/>
          </a:p>
        </p:txBody>
      </p:sp>
      <p:sp>
        <p:nvSpPr>
          <p:cNvPr id="51" name="文字方塊 50"/>
          <p:cNvSpPr txBox="1"/>
          <p:nvPr/>
        </p:nvSpPr>
        <p:spPr>
          <a:xfrm>
            <a:off x="2286002" y="8962182"/>
            <a:ext cx="396239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graphicFrame>
        <p:nvGraphicFramePr>
          <p:cNvPr id="56" name="表格 52"/>
          <p:cNvGraphicFramePr>
            <a:graphicFrameLocks noGrp="1"/>
          </p:cNvGraphicFramePr>
          <p:nvPr/>
        </p:nvGraphicFramePr>
        <p:xfrm>
          <a:off x="9102329" y="1698733"/>
          <a:ext cx="3169920" cy="3157220"/>
        </p:xfrm>
        <a:graphic>
          <a:graphicData uri="http://schemas.openxmlformats.org/drawingml/2006/table">
            <a:tbl>
              <a:tblPr firstRow="1" bandRow="1">
                <a:tableStyleId>{C4B1156A-380E-4F78-BDF5-A606A8083BF9}</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tblGrid>
              <a:tr h="5029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b="0"/>
                        <a:t>love</a:t>
                      </a:r>
                      <a:endParaRPr lang="en-US" altLang="zh-TW" sz="2400" b="0" dirty="0"/>
                    </a:p>
                  </a:txBody>
                  <a:tcPr marL="137160" marR="137160" marT="68580" marB="68580"/>
                </a:tc>
                <a:tc>
                  <a:txBody>
                    <a:bodyPr/>
                    <a:lstStyle/>
                    <a:p>
                      <a:pPr algn="ctr"/>
                      <a:r>
                        <a:rPr lang="en-US" altLang="zh-TW" sz="2400" b="0" dirty="0"/>
                        <a:t>0.0</a:t>
                      </a:r>
                    </a:p>
                  </a:txBody>
                  <a:tcPr marL="137160" marR="137160" marT="68580" marB="68580"/>
                </a:tc>
                <a:extLst>
                  <a:ext uri="{0D108BD9-81ED-4DB2-BD59-A6C34878D82A}">
                    <a16:rowId xmlns:a16="http://schemas.microsoft.com/office/drawing/2014/main" val="10000"/>
                  </a:ext>
                </a:extLst>
              </a:tr>
              <a:tr h="5232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b="0" dirty="0"/>
                        <a:t>I</a:t>
                      </a:r>
                    </a:p>
                  </a:txBody>
                  <a:tcPr marL="137160" marR="137160" marT="68580" marB="68580"/>
                </a:tc>
                <a:tc>
                  <a:txBody>
                    <a:bodyPr/>
                    <a:lstStyle/>
                    <a:p>
                      <a:pPr algn="ctr"/>
                      <a:r>
                        <a:rPr lang="en-US" altLang="zh-TW" sz="2400" b="0" dirty="0"/>
                        <a:t>0.8</a:t>
                      </a:r>
                    </a:p>
                  </a:txBody>
                  <a:tcPr marL="137160" marR="137160" marT="68580" marB="68580"/>
                </a:tc>
                <a:extLst>
                  <a:ext uri="{0D108BD9-81ED-4DB2-BD59-A6C34878D82A}">
                    <a16:rowId xmlns:a16="http://schemas.microsoft.com/office/drawing/2014/main" val="10001"/>
                  </a:ext>
                </a:extLst>
              </a:tr>
              <a:tr h="519430">
                <a:tc>
                  <a:txBody>
                    <a:bodyPr/>
                    <a:lstStyle/>
                    <a:p>
                      <a:pPr algn="ctr"/>
                      <a:r>
                        <a:rPr lang="en-US" altLang="zh-TW" sz="2400" b="0" dirty="0"/>
                        <a:t>deep</a:t>
                      </a:r>
                    </a:p>
                  </a:txBody>
                  <a:tcPr marL="137160" marR="137160" marT="68580" marB="68580"/>
                </a:tc>
                <a:tc>
                  <a:txBody>
                    <a:bodyPr/>
                    <a:lstStyle/>
                    <a:p>
                      <a:pPr algn="ctr"/>
                      <a:r>
                        <a:rPr lang="en-US" altLang="zh-TW" sz="2400" b="0" dirty="0"/>
                        <a:t>0.0</a:t>
                      </a:r>
                    </a:p>
                  </a:txBody>
                  <a:tcPr marL="137160" marR="137160" marT="68580" marB="68580"/>
                </a:tc>
                <a:extLst>
                  <a:ext uri="{0D108BD9-81ED-4DB2-BD59-A6C34878D82A}">
                    <a16:rowId xmlns:a16="http://schemas.microsoft.com/office/drawing/2014/main" val="10002"/>
                  </a:ext>
                </a:extLst>
              </a:tr>
              <a:tr h="58293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b="0" dirty="0"/>
                        <a:t>learning</a:t>
                      </a:r>
                    </a:p>
                  </a:txBody>
                  <a:tcPr marL="137160" marR="137160" marT="68580" marB="68580"/>
                </a:tc>
                <a:tc>
                  <a:txBody>
                    <a:bodyPr/>
                    <a:lstStyle/>
                    <a:p>
                      <a:pPr algn="ctr"/>
                      <a:r>
                        <a:rPr lang="en-US" altLang="zh-TW" sz="2400" b="0" dirty="0"/>
                        <a:t>0.1</a:t>
                      </a:r>
                    </a:p>
                  </a:txBody>
                  <a:tcPr marL="137160" marR="137160" marT="68580" marB="68580"/>
                </a:tc>
                <a:extLst>
                  <a:ext uri="{0D108BD9-81ED-4DB2-BD59-A6C34878D82A}">
                    <a16:rowId xmlns:a16="http://schemas.microsoft.com/office/drawing/2014/main" val="10003"/>
                  </a:ext>
                </a:extLst>
              </a:tr>
              <a:tr h="525780">
                <a:tc>
                  <a:txBody>
                    <a:bodyPr/>
                    <a:lstStyle/>
                    <a:p>
                      <a:pPr algn="ctr"/>
                      <a:r>
                        <a:rPr lang="en-US" altLang="zh-TW" sz="2400" b="0" dirty="0"/>
                        <a:t>……</a:t>
                      </a:r>
                    </a:p>
                  </a:txBody>
                  <a:tcPr marL="137160" marR="137160" marT="68580" marB="68580"/>
                </a:tc>
                <a:tc>
                  <a:txBody>
                    <a:bodyPr/>
                    <a:lstStyle/>
                    <a:p>
                      <a:pPr algn="ctr"/>
                      <a:r>
                        <a:rPr lang="en-US" altLang="zh-TW" sz="2400" b="0" dirty="0"/>
                        <a:t>……</a:t>
                      </a:r>
                    </a:p>
                  </a:txBody>
                  <a:tcPr marL="137160" marR="137160" marT="68580" marB="68580"/>
                </a:tc>
                <a:extLst>
                  <a:ext uri="{0D108BD9-81ED-4DB2-BD59-A6C34878D82A}">
                    <a16:rowId xmlns:a16="http://schemas.microsoft.com/office/drawing/2014/main" val="10004"/>
                  </a:ext>
                </a:extLst>
              </a:tr>
              <a:tr h="0">
                <a:tc>
                  <a:txBody>
                    <a:bodyPr/>
                    <a:lstStyle/>
                    <a:p>
                      <a:pPr algn="ctr">
                        <a:buNone/>
                      </a:pPr>
                      <a:r>
                        <a:rPr lang="en-US" altLang="zh-TW" sz="2400" b="0" dirty="0"/>
                        <a:t>END</a:t>
                      </a:r>
                    </a:p>
                  </a:txBody>
                  <a:tcPr marL="137160" marR="137160" marT="68580" marB="68580"/>
                </a:tc>
                <a:tc>
                  <a:txBody>
                    <a:bodyPr/>
                    <a:lstStyle/>
                    <a:p>
                      <a:pPr algn="ctr">
                        <a:buNone/>
                      </a:pPr>
                      <a:r>
                        <a:rPr lang="en-US" altLang="zh-TW" sz="2400" b="0" dirty="0"/>
                        <a:t>0.0</a:t>
                      </a:r>
                    </a:p>
                  </a:txBody>
                  <a:tcPr marL="137160" marR="137160" marT="68580" marB="68580"/>
                </a:tc>
                <a:extLst>
                  <a:ext uri="{0D108BD9-81ED-4DB2-BD59-A6C34878D82A}">
                    <a16:rowId xmlns:a16="http://schemas.microsoft.com/office/drawing/2014/main" val="10005"/>
                  </a:ext>
                </a:extLst>
              </a:tr>
            </a:tbl>
          </a:graphicData>
        </a:graphic>
      </p:graphicFrame>
      <p:sp>
        <p:nvSpPr>
          <p:cNvPr id="68" name="矩形: 圓角 67"/>
          <p:cNvSpPr/>
          <p:nvPr/>
        </p:nvSpPr>
        <p:spPr>
          <a:xfrm>
            <a:off x="9102045" y="4325580"/>
            <a:ext cx="3169005" cy="5094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71" name="文字方塊 70"/>
          <p:cNvSpPr txBox="1"/>
          <p:nvPr/>
        </p:nvSpPr>
        <p:spPr>
          <a:xfrm>
            <a:off x="13109575" y="2717165"/>
            <a:ext cx="3082925" cy="521970"/>
          </a:xfrm>
          <a:prstGeom prst="rect">
            <a:avLst/>
          </a:prstGeom>
          <a:noFill/>
        </p:spPr>
        <p:txBody>
          <a:bodyPr wrap="square" rtlCol="0">
            <a:spAutoFit/>
          </a:bodyPr>
          <a:lstStyle/>
          <a:p>
            <a:r>
              <a:rPr lang="en-US" altLang="zh-TW" sz="2800" dirty="0"/>
              <a:t>Size V</a:t>
            </a:r>
          </a:p>
        </p:txBody>
      </p:sp>
      <p:sp>
        <p:nvSpPr>
          <p:cNvPr id="72" name="文字方塊 71"/>
          <p:cNvSpPr txBox="1"/>
          <p:nvPr/>
        </p:nvSpPr>
        <p:spPr>
          <a:xfrm>
            <a:off x="13084810" y="3276600"/>
            <a:ext cx="4156710" cy="521970"/>
          </a:xfrm>
          <a:prstGeom prst="rect">
            <a:avLst/>
          </a:prstGeom>
          <a:noFill/>
        </p:spPr>
        <p:txBody>
          <a:bodyPr wrap="square" rtlCol="0">
            <a:spAutoFit/>
          </a:bodyPr>
          <a:lstStyle/>
          <a:p>
            <a:r>
              <a:rPr lang="en-US" altLang="zh-TW" sz="2800" dirty="0"/>
              <a:t>(common characters)</a:t>
            </a:r>
          </a:p>
        </p:txBody>
      </p:sp>
      <p:sp>
        <p:nvSpPr>
          <p:cNvPr id="93" name="文字方塊 65"/>
          <p:cNvSpPr txBox="1"/>
          <p:nvPr/>
        </p:nvSpPr>
        <p:spPr>
          <a:xfrm>
            <a:off x="6800329" y="923571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0" name="文字方塊 132"/>
          <p:cNvSpPr txBox="1"/>
          <p:nvPr/>
        </p:nvSpPr>
        <p:spPr>
          <a:xfrm>
            <a:off x="2473960" y="9035415"/>
            <a:ext cx="358648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 love deep learning)</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bldLvl="0" animBg="1"/>
      <p:bldP spid="71" grpId="0"/>
      <p:bldP spid="72"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Autoregressive </a:t>
            </a:r>
            <a:endParaRPr lang="zh-TW" altLang="en-US" dirty="0"/>
          </a:p>
        </p:txBody>
      </p:sp>
      <p:sp>
        <p:nvSpPr>
          <p:cNvPr id="4" name="文字方塊 3"/>
          <p:cNvSpPr txBox="1"/>
          <p:nvPr/>
        </p:nvSpPr>
        <p:spPr>
          <a:xfrm>
            <a:off x="4848386" y="3050647"/>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8" name="矩形 7"/>
          <p:cNvSpPr/>
          <p:nvPr/>
        </p:nvSpPr>
        <p:spPr>
          <a:xfrm>
            <a:off x="2469368" y="4325630"/>
            <a:ext cx="2100798" cy="1181760"/>
          </a:xfrm>
          <a:prstGeom prst="rect">
            <a:avLst/>
          </a:prstGeom>
          <a:noFill/>
          <a:ln w="381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cxnSp>
        <p:nvCxnSpPr>
          <p:cNvPr id="9" name="直線單箭頭接點 8"/>
          <p:cNvCxnSpPr/>
          <p:nvPr/>
        </p:nvCxnSpPr>
        <p:spPr>
          <a:xfrm>
            <a:off x="4715615" y="4887761"/>
            <a:ext cx="617700"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5340266" y="6719603"/>
            <a:ext cx="5509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5340266" y="4866470"/>
            <a:ext cx="0" cy="182310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 name="群組 11"/>
          <p:cNvGrpSpPr/>
          <p:nvPr/>
        </p:nvGrpSpPr>
        <p:grpSpPr>
          <a:xfrm>
            <a:off x="2341245" y="4479369"/>
            <a:ext cx="2383352" cy="4482813"/>
            <a:chOff x="553420" y="2633912"/>
            <a:chExt cx="1588901" cy="2988542"/>
          </a:xfrm>
        </p:grpSpPr>
        <p:sp>
          <p:nvSpPr>
            <p:cNvPr id="13" name="矩形: 圓角 12"/>
            <p:cNvSpPr/>
            <p:nvPr/>
          </p:nvSpPr>
          <p:spPr>
            <a:xfrm>
              <a:off x="553420" y="3459473"/>
              <a:ext cx="1582913" cy="1291009"/>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Encoder</a:t>
              </a:r>
              <a:endParaRPr lang="zh-TW" altLang="en-US" sz="4200" dirty="0"/>
            </a:p>
          </p:txBody>
        </p:sp>
        <p:grpSp>
          <p:nvGrpSpPr>
            <p:cNvPr id="14" name="群組 106"/>
            <p:cNvGrpSpPr/>
            <p:nvPr/>
          </p:nvGrpSpPr>
          <p:grpSpPr bwMode="auto">
            <a:xfrm flipH="1">
              <a:off x="628650" y="5096765"/>
              <a:ext cx="1513671" cy="525689"/>
              <a:chOff x="467932" y="3914400"/>
              <a:chExt cx="2909888" cy="576263"/>
            </a:xfrm>
          </p:grpSpPr>
          <p:pic>
            <p:nvPicPr>
              <p:cNvPr id="3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矩形 14"/>
            <p:cNvSpPr/>
            <p:nvPr/>
          </p:nvSpPr>
          <p:spPr>
            <a:xfrm>
              <a:off x="764648" y="5075754"/>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16" name="矩形 15"/>
            <p:cNvSpPr/>
            <p:nvPr/>
          </p:nvSpPr>
          <p:spPr>
            <a:xfrm>
              <a:off x="1114984" y="5075754"/>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17" name="矩形 16"/>
            <p:cNvSpPr/>
            <p:nvPr/>
          </p:nvSpPr>
          <p:spPr>
            <a:xfrm>
              <a:off x="1444296" y="5075754"/>
              <a:ext cx="154466" cy="52568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8" name="矩形 17"/>
            <p:cNvSpPr/>
            <p:nvPr/>
          </p:nvSpPr>
          <p:spPr>
            <a:xfrm>
              <a:off x="1796860" y="5075754"/>
              <a:ext cx="154466" cy="52568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a:p>
          </p:txBody>
        </p:sp>
        <p:grpSp>
          <p:nvGrpSpPr>
            <p:cNvPr id="19" name="群組 18"/>
            <p:cNvGrpSpPr/>
            <p:nvPr/>
          </p:nvGrpSpPr>
          <p:grpSpPr>
            <a:xfrm>
              <a:off x="764648" y="2633912"/>
              <a:ext cx="154466" cy="825561"/>
              <a:chOff x="821798" y="2633912"/>
              <a:chExt cx="154466" cy="825561"/>
            </a:xfrm>
          </p:grpSpPr>
          <p:sp>
            <p:nvSpPr>
              <p:cNvPr id="33" name="矩形 32"/>
              <p:cNvSpPr/>
              <p:nvPr/>
            </p:nvSpPr>
            <p:spPr>
              <a:xfrm>
                <a:off x="821798" y="2633912"/>
                <a:ext cx="154466" cy="52568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a:p>
            </p:txBody>
          </p:sp>
          <p:cxnSp>
            <p:nvCxnSpPr>
              <p:cNvPr id="34" name="直線單箭頭接點 33"/>
              <p:cNvCxnSpPr/>
              <p:nvPr/>
            </p:nvCxnSpPr>
            <p:spPr>
              <a:xfrm flipV="1">
                <a:off x="900021"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群組 19"/>
            <p:cNvGrpSpPr/>
            <p:nvPr/>
          </p:nvGrpSpPr>
          <p:grpSpPr>
            <a:xfrm>
              <a:off x="1104472" y="2633912"/>
              <a:ext cx="154466" cy="825561"/>
              <a:chOff x="1069744" y="2633912"/>
              <a:chExt cx="154466" cy="825561"/>
            </a:xfrm>
          </p:grpSpPr>
          <p:sp>
            <p:nvSpPr>
              <p:cNvPr id="31" name="矩形 30"/>
              <p:cNvSpPr/>
              <p:nvPr/>
            </p:nvSpPr>
            <p:spPr>
              <a:xfrm>
                <a:off x="1069744"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32" name="直線單箭頭接點 31"/>
              <p:cNvCxnSpPr/>
              <p:nvPr/>
            </p:nvCxnSpPr>
            <p:spPr>
              <a:xfrm flipV="1">
                <a:off x="1146977"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群組 20"/>
            <p:cNvGrpSpPr/>
            <p:nvPr/>
          </p:nvGrpSpPr>
          <p:grpSpPr>
            <a:xfrm>
              <a:off x="1444296" y="2633912"/>
              <a:ext cx="154466" cy="825561"/>
              <a:chOff x="1326625" y="2633912"/>
              <a:chExt cx="154466" cy="825561"/>
            </a:xfrm>
          </p:grpSpPr>
          <p:sp>
            <p:nvSpPr>
              <p:cNvPr id="29" name="矩形 28"/>
              <p:cNvSpPr/>
              <p:nvPr/>
            </p:nvSpPr>
            <p:spPr>
              <a:xfrm>
                <a:off x="1326625" y="2633912"/>
                <a:ext cx="154466" cy="52568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cxnSp>
            <p:nvCxnSpPr>
              <p:cNvPr id="30" name="直線單箭頭接點 29"/>
              <p:cNvCxnSpPr/>
              <p:nvPr/>
            </p:nvCxnSpPr>
            <p:spPr>
              <a:xfrm flipV="1">
                <a:off x="1401485"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群組 21"/>
            <p:cNvGrpSpPr/>
            <p:nvPr/>
          </p:nvGrpSpPr>
          <p:grpSpPr>
            <a:xfrm>
              <a:off x="1784120" y="2633912"/>
              <a:ext cx="154466" cy="825561"/>
              <a:chOff x="1574570" y="2633912"/>
              <a:chExt cx="154466" cy="825561"/>
            </a:xfrm>
          </p:grpSpPr>
          <p:sp>
            <p:nvSpPr>
              <p:cNvPr id="27" name="矩形 26"/>
              <p:cNvSpPr/>
              <p:nvPr/>
            </p:nvSpPr>
            <p:spPr>
              <a:xfrm>
                <a:off x="1574570" y="2633912"/>
                <a:ext cx="154466" cy="52568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cxnSp>
            <p:nvCxnSpPr>
              <p:cNvPr id="28" name="直線單箭頭接點 27"/>
              <p:cNvCxnSpPr/>
              <p:nvPr/>
            </p:nvCxnSpPr>
            <p:spPr>
              <a:xfrm flipV="1">
                <a:off x="1651803" y="315960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直線單箭頭接點 22"/>
            <p:cNvCxnSpPr/>
            <p:nvPr/>
          </p:nvCxnSpPr>
          <p:spPr>
            <a:xfrm flipV="1">
              <a:off x="86149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1200197" y="4754871"/>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1538902"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flipV="1">
              <a:off x="1877608" y="4763182"/>
              <a:ext cx="0" cy="299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文字方塊 38"/>
          <p:cNvSpPr txBox="1"/>
          <p:nvPr/>
        </p:nvSpPr>
        <p:spPr>
          <a:xfrm>
            <a:off x="12570860" y="9235349"/>
            <a:ext cx="1545771" cy="106680"/>
          </a:xfrm>
          <a:prstGeom prst="rect">
            <a:avLst/>
          </a:prstGeom>
          <a:noFill/>
        </p:spPr>
        <p:txBody>
          <a:bodyPr wrap="square" rtlCol="0">
            <a:spAutoFit/>
          </a:bodyPr>
          <a:lstStyle/>
          <a:p>
            <a:pPr lvl="0" algn="ctr" defTabSz="914400">
              <a:defRPr/>
            </a:pPr>
            <a:r>
              <a:rPr lang="en-US" altLang="zh-TW" sz="100" dirty="0"/>
              <a:t>learning</a:t>
            </a:r>
            <a:endParaRPr lang="zh-TW" altLang="en-US" sz="100" dirty="0"/>
          </a:p>
        </p:txBody>
      </p:sp>
      <p:cxnSp>
        <p:nvCxnSpPr>
          <p:cNvPr id="43" name="直線單箭頭接點 42"/>
          <p:cNvCxnSpPr/>
          <p:nvPr/>
        </p:nvCxnSpPr>
        <p:spPr>
          <a:xfrm flipV="1">
            <a:off x="13355985"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字方塊 45"/>
          <p:cNvSpPr txBox="1"/>
          <p:nvPr/>
        </p:nvSpPr>
        <p:spPr>
          <a:xfrm>
            <a:off x="1680629" y="8962182"/>
            <a:ext cx="38133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cxnSp>
        <p:nvCxnSpPr>
          <p:cNvPr id="47" name="直線單箭頭接點 46"/>
          <p:cNvCxnSpPr/>
          <p:nvPr/>
        </p:nvCxnSpPr>
        <p:spPr>
          <a:xfrm flipV="1">
            <a:off x="8410533" y="3064460"/>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flipV="1">
            <a:off x="10050059" y="3058266"/>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文字方塊 49"/>
          <p:cNvSpPr txBox="1"/>
          <p:nvPr/>
        </p:nvSpPr>
        <p:spPr>
          <a:xfrm>
            <a:off x="8150714" y="3041930"/>
            <a:ext cx="1850768" cy="645160"/>
          </a:xfrm>
          <a:prstGeom prst="rect">
            <a:avLst/>
          </a:prstGeom>
          <a:noFill/>
        </p:spPr>
        <p:txBody>
          <a:bodyPr wrap="square" rtlCol="0">
            <a:spAutoFit/>
          </a:bodyPr>
          <a:lstStyle/>
          <a:p>
            <a:pPr algn="r"/>
            <a:r>
              <a:rPr lang="en-US" altLang="zh-TW" sz="3600" dirty="0"/>
              <a:t>max</a:t>
            </a:r>
            <a:endParaRPr lang="zh-TW" altLang="en-US" sz="3600" dirty="0"/>
          </a:p>
        </p:txBody>
      </p:sp>
      <p:cxnSp>
        <p:nvCxnSpPr>
          <p:cNvPr id="52" name="直線單箭頭接點 51"/>
          <p:cNvCxnSpPr/>
          <p:nvPr/>
        </p:nvCxnSpPr>
        <p:spPr>
          <a:xfrm flipV="1">
            <a:off x="11758625" y="3051378"/>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9859280" y="3035042"/>
            <a:ext cx="1850768" cy="645160"/>
          </a:xfrm>
          <a:prstGeom prst="rect">
            <a:avLst/>
          </a:prstGeom>
          <a:noFill/>
        </p:spPr>
        <p:txBody>
          <a:bodyPr wrap="square" rtlCol="0">
            <a:spAutoFit/>
          </a:bodyPr>
          <a:lstStyle/>
          <a:p>
            <a:pPr algn="r"/>
            <a:r>
              <a:rPr lang="en-US" altLang="zh-TW" sz="3600" dirty="0"/>
              <a:t>max</a:t>
            </a:r>
            <a:endParaRPr lang="zh-TW" altLang="en-US" sz="3600" dirty="0"/>
          </a:p>
        </p:txBody>
      </p:sp>
      <p:sp>
        <p:nvSpPr>
          <p:cNvPr id="54" name="文字方塊 53"/>
          <p:cNvSpPr txBox="1"/>
          <p:nvPr/>
        </p:nvSpPr>
        <p:spPr>
          <a:xfrm>
            <a:off x="11781166" y="2477517"/>
            <a:ext cx="1458408"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learning</a:t>
            </a:r>
            <a:endParaRPr lang="zh-TW" altLang="en-US" sz="100" b="0" dirty="0"/>
          </a:p>
        </p:txBody>
      </p:sp>
      <p:cxnSp>
        <p:nvCxnSpPr>
          <p:cNvPr id="55" name="直線單箭頭接點 54"/>
          <p:cNvCxnSpPr/>
          <p:nvPr/>
        </p:nvCxnSpPr>
        <p:spPr>
          <a:xfrm flipV="1">
            <a:off x="6747731" y="3066984"/>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flipV="1">
            <a:off x="6725960" y="4967390"/>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V="1">
            <a:off x="6725960" y="767327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字方塊 57"/>
          <p:cNvSpPr txBox="1"/>
          <p:nvPr/>
        </p:nvSpPr>
        <p:spPr>
          <a:xfrm>
            <a:off x="5966265" y="9235349"/>
            <a:ext cx="1545771" cy="106680"/>
          </a:xfrm>
          <a:prstGeom prst="rect">
            <a:avLst/>
          </a:prstGeom>
          <a:noFill/>
        </p:spPr>
        <p:txBody>
          <a:bodyPr wrap="square" rtlCol="0">
            <a:spAutoFit/>
          </a:bodyPr>
          <a:lstStyle/>
          <a:p>
            <a:pPr algn="ctr"/>
            <a:r>
              <a:rPr lang="en-US" altLang="zh-TW" sz="100" dirty="0"/>
              <a:t>START</a:t>
            </a:r>
            <a:endParaRPr lang="zh-TW" altLang="en-US" sz="100" dirty="0"/>
          </a:p>
        </p:txBody>
      </p:sp>
      <p:sp>
        <p:nvSpPr>
          <p:cNvPr id="59" name="矩形 58"/>
          <p:cNvSpPr/>
          <p:nvPr/>
        </p:nvSpPr>
        <p:spPr>
          <a:xfrm>
            <a:off x="6546573" y="3798444"/>
            <a:ext cx="359370" cy="108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grpSp>
        <p:nvGrpSpPr>
          <p:cNvPr id="60" name="群組 59"/>
          <p:cNvGrpSpPr/>
          <p:nvPr/>
        </p:nvGrpSpPr>
        <p:grpSpPr>
          <a:xfrm>
            <a:off x="6559466" y="8174742"/>
            <a:ext cx="359370" cy="1080000"/>
            <a:chOff x="3445729" y="5741259"/>
            <a:chExt cx="239580" cy="720000"/>
          </a:xfrm>
        </p:grpSpPr>
        <p:sp>
          <p:nvSpPr>
            <p:cNvPr id="61" name="矩形 60"/>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62" name="橢圓 61"/>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sp>
        <p:nvSpPr>
          <p:cNvPr id="63" name="文字方塊 62"/>
          <p:cNvSpPr txBox="1"/>
          <p:nvPr/>
        </p:nvSpPr>
        <p:spPr>
          <a:xfrm>
            <a:off x="6917449" y="2475540"/>
            <a:ext cx="991721" cy="1066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00" b="0" dirty="0"/>
              <a:t>I</a:t>
            </a:r>
            <a:endParaRPr lang="zh-TW" altLang="en-US" sz="100" b="0" dirty="0"/>
          </a:p>
        </p:txBody>
      </p:sp>
      <p:cxnSp>
        <p:nvCxnSpPr>
          <p:cNvPr id="64" name="直線單箭頭接點 63"/>
          <p:cNvCxnSpPr/>
          <p:nvPr/>
        </p:nvCxnSpPr>
        <p:spPr>
          <a:xfrm flipV="1">
            <a:off x="8406335" y="498395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8226948" y="3815010"/>
            <a:ext cx="359370" cy="108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66" name="文字方塊 65"/>
          <p:cNvSpPr txBox="1"/>
          <p:nvPr/>
        </p:nvSpPr>
        <p:spPr>
          <a:xfrm>
            <a:off x="7633449" y="926302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67" name="群組 66"/>
          <p:cNvGrpSpPr/>
          <p:nvPr/>
        </p:nvGrpSpPr>
        <p:grpSpPr>
          <a:xfrm>
            <a:off x="8226948" y="8170614"/>
            <a:ext cx="359370" cy="1080000"/>
            <a:chOff x="3445729" y="5741259"/>
            <a:chExt cx="239580" cy="720000"/>
          </a:xfrm>
        </p:grpSpPr>
        <p:sp>
          <p:nvSpPr>
            <p:cNvPr id="68" name="矩形 67"/>
            <p:cNvSpPr/>
            <p:nvPr/>
          </p:nvSpPr>
          <p:spPr>
            <a:xfrm>
              <a:off x="3445729" y="5741259"/>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69" name="橢圓 68"/>
            <p:cNvSpPr/>
            <p:nvPr/>
          </p:nvSpPr>
          <p:spPr>
            <a:xfrm>
              <a:off x="3483679" y="5963721"/>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70" name="直線單箭頭接點 69"/>
          <p:cNvCxnSpPr/>
          <p:nvPr/>
        </p:nvCxnSpPr>
        <p:spPr>
          <a:xfrm flipV="1">
            <a:off x="8418873"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10073220" y="4983956"/>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9893834" y="3815010"/>
            <a:ext cx="359370" cy="108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73" name="文字方塊 72"/>
          <p:cNvSpPr txBox="1"/>
          <p:nvPr/>
        </p:nvSpPr>
        <p:spPr>
          <a:xfrm>
            <a:off x="9300633" y="923534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74" name="群組 73"/>
          <p:cNvGrpSpPr/>
          <p:nvPr/>
        </p:nvGrpSpPr>
        <p:grpSpPr>
          <a:xfrm>
            <a:off x="9893834" y="8170614"/>
            <a:ext cx="359370" cy="1080000"/>
            <a:chOff x="3445729" y="5741259"/>
            <a:chExt cx="239580" cy="720000"/>
          </a:xfrm>
        </p:grpSpPr>
        <p:sp>
          <p:nvSpPr>
            <p:cNvPr id="75" name="矩形 74"/>
            <p:cNvSpPr/>
            <p:nvPr/>
          </p:nvSpPr>
          <p:spPr>
            <a:xfrm>
              <a:off x="3445729" y="5741259"/>
              <a:ext cx="239580" cy="72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76" name="橢圓 75"/>
            <p:cNvSpPr/>
            <p:nvPr/>
          </p:nvSpPr>
          <p:spPr>
            <a:xfrm>
              <a:off x="3483679" y="5818579"/>
              <a:ext cx="180000" cy="1800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77" name="直線單箭頭接點 76"/>
          <p:cNvCxnSpPr/>
          <p:nvPr/>
        </p:nvCxnSpPr>
        <p:spPr>
          <a:xfrm flipV="1">
            <a:off x="10085759" y="769232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p:nvPr/>
        </p:nvCxnSpPr>
        <p:spPr>
          <a:xfrm flipV="1">
            <a:off x="11740406" y="4983173"/>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a:off x="11561019" y="3814227"/>
            <a:ext cx="359370" cy="108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80" name="文字方塊 79"/>
          <p:cNvSpPr txBox="1"/>
          <p:nvPr/>
        </p:nvSpPr>
        <p:spPr>
          <a:xfrm>
            <a:off x="10967819" y="9234566"/>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TW" sz="2700" noProof="0" dirty="0">
                <a:ln>
                  <a:noFill/>
                </a:ln>
                <a:solidFill>
                  <a:prstClr val="black"/>
                </a:solidFill>
                <a:effectLst/>
                <a:uLnTx/>
                <a:uFillTx/>
                <a:latin typeface="Calibri" panose="020F0502020204030204"/>
                <a:ea typeface="PMingLiU" panose="02020500000000000000" pitchFamily="18" charset="-120"/>
                <a:sym typeface="+mn-ea"/>
              </a:rPr>
              <a:t>deep</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81" name="群組 80"/>
          <p:cNvGrpSpPr/>
          <p:nvPr/>
        </p:nvGrpSpPr>
        <p:grpSpPr>
          <a:xfrm>
            <a:off x="11561019" y="8169831"/>
            <a:ext cx="359370" cy="1080000"/>
            <a:chOff x="3445729" y="5741259"/>
            <a:chExt cx="239580" cy="720000"/>
          </a:xfrm>
        </p:grpSpPr>
        <p:sp>
          <p:nvSpPr>
            <p:cNvPr id="82" name="矩形 81"/>
            <p:cNvSpPr/>
            <p:nvPr/>
          </p:nvSpPr>
          <p:spPr>
            <a:xfrm>
              <a:off x="3445729" y="5741259"/>
              <a:ext cx="239580" cy="72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83" name="橢圓 82"/>
            <p:cNvSpPr/>
            <p:nvPr/>
          </p:nvSpPr>
          <p:spPr>
            <a:xfrm>
              <a:off x="3483679" y="6137892"/>
              <a:ext cx="180000" cy="180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84" name="直線單箭頭接點 83"/>
          <p:cNvCxnSpPr/>
          <p:nvPr/>
        </p:nvCxnSpPr>
        <p:spPr>
          <a:xfrm flipV="1">
            <a:off x="11752944" y="7691541"/>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文字方塊 84"/>
          <p:cNvSpPr txBox="1"/>
          <p:nvPr/>
        </p:nvSpPr>
        <p:spPr>
          <a:xfrm>
            <a:off x="6511188" y="3048123"/>
            <a:ext cx="1850768" cy="645160"/>
          </a:xfrm>
          <a:prstGeom prst="rect">
            <a:avLst/>
          </a:prstGeom>
          <a:noFill/>
        </p:spPr>
        <p:txBody>
          <a:bodyPr wrap="square" rtlCol="0">
            <a:spAutoFit/>
          </a:bodyPr>
          <a:lstStyle/>
          <a:p>
            <a:pPr algn="r"/>
            <a:r>
              <a:rPr lang="en-US" altLang="zh-TW" sz="3600" dirty="0"/>
              <a:t>max</a:t>
            </a:r>
            <a:endParaRPr lang="zh-TW" altLang="en-US" sz="3600" dirty="0"/>
          </a:p>
        </p:txBody>
      </p:sp>
      <p:cxnSp>
        <p:nvCxnSpPr>
          <p:cNvPr id="88" name="直線單箭頭接點 87"/>
          <p:cNvCxnSpPr/>
          <p:nvPr/>
        </p:nvCxnSpPr>
        <p:spPr>
          <a:xfrm flipV="1">
            <a:off x="13340832" y="3110679"/>
            <a:ext cx="0" cy="108000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9" name="文字方塊 88"/>
          <p:cNvSpPr txBox="1"/>
          <p:nvPr/>
        </p:nvSpPr>
        <p:spPr>
          <a:xfrm>
            <a:off x="13435331" y="2473795"/>
            <a:ext cx="1200080" cy="106680"/>
          </a:xfrm>
          <a:prstGeom prst="rect">
            <a:avLst/>
          </a:prstGeom>
          <a:noFill/>
        </p:spPr>
        <p:txBody>
          <a:bodyPr wrap="square">
            <a:spAutoFit/>
          </a:bodyPr>
          <a:lstStyle/>
          <a:p>
            <a:pPr algn="ctr"/>
            <a:r>
              <a:rPr lang="en-US" altLang="zh-TW" sz="100" dirty="0"/>
              <a:t>END</a:t>
            </a:r>
            <a:endParaRPr lang="zh-TW" altLang="en-US" sz="100" dirty="0"/>
          </a:p>
        </p:txBody>
      </p:sp>
      <p:sp>
        <p:nvSpPr>
          <p:cNvPr id="90" name="文字方塊 89"/>
          <p:cNvSpPr txBox="1"/>
          <p:nvPr/>
        </p:nvSpPr>
        <p:spPr>
          <a:xfrm>
            <a:off x="11441487" y="3094343"/>
            <a:ext cx="1850768" cy="645160"/>
          </a:xfrm>
          <a:prstGeom prst="rect">
            <a:avLst/>
          </a:prstGeom>
          <a:noFill/>
        </p:spPr>
        <p:txBody>
          <a:bodyPr wrap="square" rtlCol="0">
            <a:spAutoFit/>
          </a:bodyPr>
          <a:lstStyle/>
          <a:p>
            <a:pPr algn="r"/>
            <a:r>
              <a:rPr lang="en-US" altLang="zh-TW" sz="3600" dirty="0"/>
              <a:t>max</a:t>
            </a:r>
            <a:endParaRPr lang="zh-TW" altLang="en-US" sz="3600" dirty="0"/>
          </a:p>
        </p:txBody>
      </p:sp>
      <p:cxnSp>
        <p:nvCxnSpPr>
          <p:cNvPr id="91" name="直線單箭頭接點 90"/>
          <p:cNvCxnSpPr/>
          <p:nvPr/>
        </p:nvCxnSpPr>
        <p:spPr>
          <a:xfrm flipV="1">
            <a:off x="13404999" y="4983173"/>
            <a:ext cx="0" cy="108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a:off x="13164060" y="3815010"/>
            <a:ext cx="359370" cy="108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44" name="矩形: 圓角 43"/>
          <p:cNvSpPr/>
          <p:nvPr/>
        </p:nvSpPr>
        <p:spPr>
          <a:xfrm>
            <a:off x="5956487" y="5736761"/>
            <a:ext cx="8281484" cy="1936514"/>
          </a:xfrm>
          <a:prstGeom prst="roundRect">
            <a:avLst/>
          </a:prstGeom>
          <a:blipFill rotWithShape="1">
            <a:blip r:embed="rId5"/>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Decoder</a:t>
            </a:r>
            <a:endParaRPr lang="zh-TW" altLang="en-US" sz="4200" dirty="0"/>
          </a:p>
        </p:txBody>
      </p:sp>
      <p:grpSp>
        <p:nvGrpSpPr>
          <p:cNvPr id="86" name="群組 85"/>
          <p:cNvGrpSpPr/>
          <p:nvPr/>
        </p:nvGrpSpPr>
        <p:grpSpPr>
          <a:xfrm>
            <a:off x="13176300" y="8199138"/>
            <a:ext cx="359370" cy="1080000"/>
            <a:chOff x="3445729" y="5741259"/>
            <a:chExt cx="239580" cy="720000"/>
          </a:xfrm>
        </p:grpSpPr>
        <p:sp>
          <p:nvSpPr>
            <p:cNvPr id="87" name="矩形 86"/>
            <p:cNvSpPr/>
            <p:nvPr/>
          </p:nvSpPr>
          <p:spPr>
            <a:xfrm>
              <a:off x="3445729" y="5741259"/>
              <a:ext cx="239580" cy="72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94" name="橢圓 93"/>
            <p:cNvSpPr/>
            <p:nvPr/>
          </p:nvSpPr>
          <p:spPr>
            <a:xfrm>
              <a:off x="3483679" y="5818579"/>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sz="100"/>
            </a:p>
          </p:txBody>
        </p:sp>
      </p:grpSp>
      <p:sp>
        <p:nvSpPr>
          <p:cNvPr id="5" name="投影片編號版面配置區 4"/>
          <p:cNvSpPr>
            <a:spLocks noGrp="1"/>
          </p:cNvSpPr>
          <p:nvPr>
            <p:ph type="sldNum" sz="quarter" idx="12"/>
          </p:nvPr>
        </p:nvSpPr>
        <p:spPr>
          <a:xfrm>
            <a:off x="11151870" y="9534527"/>
            <a:ext cx="3086100" cy="547688"/>
          </a:xfrm>
        </p:spPr>
        <p:txBody>
          <a:bodyPr/>
          <a:lstStyle/>
          <a:p>
            <a:fld id="{14FE7D4A-7B99-4F9B-9C7F-3AECE8C25A38}" type="slidenum">
              <a:rPr lang="zh-TW" altLang="en-US" sz="100" smtClean="0"/>
              <a:t>60</a:t>
            </a:fld>
            <a:endParaRPr lang="zh-TW" altLang="en-US" sz="100"/>
          </a:p>
        </p:txBody>
      </p:sp>
      <p:sp>
        <p:nvSpPr>
          <p:cNvPr id="3" name="文字方塊 86"/>
          <p:cNvSpPr txBox="1"/>
          <p:nvPr/>
        </p:nvSpPr>
        <p:spPr>
          <a:xfrm>
            <a:off x="12481914" y="1855513"/>
            <a:ext cx="2780312" cy="460375"/>
          </a:xfrm>
          <a:prstGeom prst="rect">
            <a:avLst/>
          </a:prstGeom>
          <a:noFill/>
        </p:spPr>
        <p:txBody>
          <a:bodyPr wrap="square" rtlCol="0">
            <a:spAutoFit/>
          </a:bodyPr>
          <a:lstStyle/>
          <a:p>
            <a:r>
              <a:rPr lang="en-US" altLang="zh-TW" sz="2400" b="1" dirty="0">
                <a:solidFill>
                  <a:schemeClr val="accent1"/>
                </a:solidFill>
                <a:latin typeface="+mj-lt"/>
                <a:cs typeface="+mj-cs"/>
                <a:sym typeface="+mn-ea"/>
              </a:rPr>
              <a:t>Stop at here!</a:t>
            </a:r>
            <a:endParaRPr lang="en-US" altLang="zh-TW" sz="2400" b="1" dirty="0">
              <a:solidFill>
                <a:schemeClr val="accent1"/>
              </a:solidFill>
              <a:latin typeface="+mj-lt"/>
              <a:cs typeface="+mj-cs"/>
            </a:endParaRPr>
          </a:p>
        </p:txBody>
      </p:sp>
      <p:sp>
        <p:nvSpPr>
          <p:cNvPr id="6" name="文字方塊 47"/>
          <p:cNvSpPr txBox="1"/>
          <p:nvPr/>
        </p:nvSpPr>
        <p:spPr>
          <a:xfrm>
            <a:off x="7916677" y="2462220"/>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love</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7" name="文字方塊 50"/>
          <p:cNvSpPr txBox="1"/>
          <p:nvPr/>
        </p:nvSpPr>
        <p:spPr>
          <a:xfrm>
            <a:off x="9349192" y="2456027"/>
            <a:ext cx="1502664"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deep</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7" name="文字方塊 47"/>
          <p:cNvSpPr txBox="1"/>
          <p:nvPr/>
        </p:nvSpPr>
        <p:spPr>
          <a:xfrm>
            <a:off x="6283457" y="2485715"/>
            <a:ext cx="991721"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8" name="文字方塊 47"/>
          <p:cNvSpPr txBox="1"/>
          <p:nvPr/>
        </p:nvSpPr>
        <p:spPr>
          <a:xfrm>
            <a:off x="11053445" y="2456180"/>
            <a:ext cx="142875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40" name="文字方塊 47"/>
          <p:cNvSpPr txBox="1"/>
          <p:nvPr/>
        </p:nvSpPr>
        <p:spPr>
          <a:xfrm>
            <a:off x="12698095" y="2464435"/>
            <a:ext cx="142875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END</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41" name="文字方塊 79"/>
          <p:cNvSpPr txBox="1"/>
          <p:nvPr/>
        </p:nvSpPr>
        <p:spPr>
          <a:xfrm>
            <a:off x="12632154" y="9234566"/>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learning</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42" name="文字方塊 65"/>
          <p:cNvSpPr txBox="1"/>
          <p:nvPr/>
        </p:nvSpPr>
        <p:spPr>
          <a:xfrm>
            <a:off x="6006579" y="9235084"/>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5" name="文字方塊 132"/>
          <p:cNvSpPr txBox="1"/>
          <p:nvPr/>
        </p:nvSpPr>
        <p:spPr>
          <a:xfrm>
            <a:off x="1726565" y="9027795"/>
            <a:ext cx="3586480" cy="50673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 love deep learning)</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89" grpId="0"/>
      <p:bldP spid="90" grpId="0"/>
      <p:bldP spid="92" grpId="0" bldLvl="0" animBg="1"/>
      <p:bldP spid="3" grpId="0"/>
      <p:bldP spid="9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字方塊 14"/>
          <p:cNvSpPr txBox="1"/>
          <p:nvPr/>
        </p:nvSpPr>
        <p:spPr>
          <a:xfrm>
            <a:off x="2446319" y="8962182"/>
            <a:ext cx="38020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61</a:t>
            </a:fld>
            <a:endParaRPr lang="zh-TW" altLang="en-US" sz="100"/>
          </a:p>
        </p:txBody>
      </p:sp>
      <p:sp>
        <p:nvSpPr>
          <p:cNvPr id="8" name="矩形: 圓角 16"/>
          <p:cNvSpPr/>
          <p:nvPr/>
        </p:nvSpPr>
        <p:spPr>
          <a:xfrm>
            <a:off x="5076567" y="4445382"/>
            <a:ext cx="3768966"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Encoder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10454119" y="4445381"/>
            <a:ext cx="3768966"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4858198" y="6965861"/>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Input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5" name="直線單箭頭接點 24"/>
          <p:cNvCxnSpPr/>
          <p:nvPr/>
        </p:nvCxnSpPr>
        <p:spPr>
          <a:xfrm>
            <a:off x="9061764" y="5428866"/>
            <a:ext cx="12759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10235751" y="3119388"/>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output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8" name="直線單箭頭接點 27"/>
          <p:cNvCxnSpPr/>
          <p:nvPr/>
        </p:nvCxnSpPr>
        <p:spPr>
          <a:xfrm flipV="1">
            <a:off x="12338602" y="3861416"/>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圓角 3"/>
          <p:cNvSpPr/>
          <p:nvPr/>
        </p:nvSpPr>
        <p:spPr>
          <a:xfrm>
            <a:off x="10169391" y="3100580"/>
            <a:ext cx="4338423" cy="364287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2"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dirty="0">
                <a:sym typeface="+mn-ea"/>
              </a:rPr>
              <a:t>Decoder </a:t>
            </a:r>
            <a:br>
              <a:rPr lang="en-US" altLang="zh-TW" dirty="0">
                <a:sym typeface="+mn-ea"/>
              </a:rPr>
            </a:br>
            <a:r>
              <a:rPr lang="en-US" altLang="zh-TW" dirty="0">
                <a:sym typeface="+mn-ea"/>
              </a:rPr>
              <a:t>– Non-autoregressive (NAT)  </a:t>
            </a:r>
          </a:p>
        </p:txBody>
      </p:sp>
      <p:grpSp>
        <p:nvGrpSpPr>
          <p:cNvPr id="12" name="Group 11"/>
          <p:cNvGrpSpPr>
            <a:grpSpLocks noGrp="1" noUngrp="1" noRot="1" noChangeAspect="1" noMove="1" noResize="1"/>
          </p:cNvGrpSpPr>
          <p:nvPr/>
        </p:nvGrpSpPr>
        <p:grpSpPr>
          <a:xfrm>
            <a:off x="10192936" y="0"/>
            <a:ext cx="5808429" cy="4729527"/>
            <a:chOff x="6867015" y="-1"/>
            <a:chExt cx="5324985" cy="3251912"/>
          </a:xfrm>
          <a:solidFill>
            <a:schemeClr val="accent5">
              <a:alpha val="10000"/>
            </a:schemeClr>
          </a:solidFill>
        </p:grpSpPr>
        <p:sp>
          <p:nvSpPr>
            <p:cNvPr id="13" name="Freeform: Shape 12"/>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reeform: Shape 1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 name="Group 17"/>
          <p:cNvGrpSpPr>
            <a:grpSpLocks noGrp="1" noUngrp="1" noRot="1" noChangeAspect="1" noMove="1" noResize="1"/>
          </p:cNvGrpSpPr>
          <p:nvPr/>
        </p:nvGrpSpPr>
        <p:grpSpPr>
          <a:xfrm rot="10800000" flipH="1">
            <a:off x="2321218" y="6219465"/>
            <a:ext cx="3535199" cy="4075208"/>
            <a:chOff x="-305" y="-4155"/>
            <a:chExt cx="2514948" cy="2174333"/>
          </a:xfrm>
        </p:grpSpPr>
        <p:sp>
          <p:nvSpPr>
            <p:cNvPr id="19" name="Freeform: Shape 18"/>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30" name="直線單箭頭接點 25"/>
          <p:cNvCxnSpPr/>
          <p:nvPr/>
        </p:nvCxnSpPr>
        <p:spPr>
          <a:xfrm flipV="1">
            <a:off x="6794500" y="6485255"/>
            <a:ext cx="0" cy="5842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AT </a:t>
            </a:r>
            <a:r>
              <a:rPr lang="en-US" altLang="zh-TW" dirty="0" err="1"/>
              <a:t>v.s</a:t>
            </a:r>
            <a:r>
              <a:rPr lang="en-US" altLang="zh-TW" dirty="0"/>
              <a:t>. NAT</a:t>
            </a:r>
            <a:endParaRPr lang="zh-TW" altLang="en-US" dirty="0"/>
          </a:p>
        </p:txBody>
      </p:sp>
      <p:cxnSp>
        <p:nvCxnSpPr>
          <p:cNvPr id="18" name="直線單箭頭接點 17"/>
          <p:cNvCxnSpPr/>
          <p:nvPr/>
        </p:nvCxnSpPr>
        <p:spPr>
          <a:xfrm flipV="1">
            <a:off x="4117365" y="501315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V="1">
            <a:off x="5448324" y="503220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flipV="1">
            <a:off x="6772305" y="503220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flipV="1">
            <a:off x="8075160" y="5031423"/>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圓角 45"/>
          <p:cNvSpPr/>
          <p:nvPr/>
        </p:nvSpPr>
        <p:spPr>
          <a:xfrm>
            <a:off x="3328844" y="3250005"/>
            <a:ext cx="5424662" cy="1763151"/>
          </a:xfrm>
          <a:prstGeom prst="roundRect">
            <a:avLst/>
          </a:prstGeom>
          <a:solidFill>
            <a:schemeClr val="accent6">
              <a:lumMod val="60000"/>
              <a:lumOff val="4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AT</a:t>
            </a:r>
            <a:r>
              <a:rPr lang="zh-TW" altLang="en-US" sz="4200" dirty="0"/>
              <a:t> </a:t>
            </a:r>
            <a:r>
              <a:rPr lang="en-US" altLang="zh-TW" sz="4200" dirty="0"/>
              <a:t>Decoder</a:t>
            </a:r>
            <a:endParaRPr lang="zh-TW" altLang="en-US" sz="4200" dirty="0"/>
          </a:p>
        </p:txBody>
      </p:sp>
      <p:sp>
        <p:nvSpPr>
          <p:cNvPr id="47" name="文字方塊 46"/>
          <p:cNvSpPr txBox="1"/>
          <p:nvPr/>
        </p:nvSpPr>
        <p:spPr>
          <a:xfrm>
            <a:off x="4987986" y="5419711"/>
            <a:ext cx="964407" cy="645160"/>
          </a:xfrm>
          <a:prstGeom prst="rect">
            <a:avLst/>
          </a:prstGeom>
          <a:noFill/>
        </p:spPr>
        <p:txBody>
          <a:bodyPr wrap="square" rtlCol="0">
            <a:spAutoFit/>
          </a:bodyPr>
          <a:lstStyle/>
          <a:p>
            <a:pPr algn="ctr"/>
            <a:r>
              <a:rPr lang="en-US" altLang="zh-TW" sz="3600" dirty="0"/>
              <a:t>w</a:t>
            </a:r>
            <a:r>
              <a:rPr lang="en-US" altLang="zh-TW" sz="3600" baseline="-25000" dirty="0"/>
              <a:t>1</a:t>
            </a:r>
            <a:endParaRPr lang="zh-TW" altLang="en-US" sz="3600" baseline="-25000" dirty="0"/>
          </a:p>
        </p:txBody>
      </p:sp>
      <p:sp>
        <p:nvSpPr>
          <p:cNvPr id="48" name="文字方塊 47"/>
          <p:cNvSpPr txBox="1"/>
          <p:nvPr/>
        </p:nvSpPr>
        <p:spPr>
          <a:xfrm>
            <a:off x="6277563" y="5436278"/>
            <a:ext cx="964407" cy="645160"/>
          </a:xfrm>
          <a:prstGeom prst="rect">
            <a:avLst/>
          </a:prstGeom>
          <a:noFill/>
        </p:spPr>
        <p:txBody>
          <a:bodyPr wrap="square" rtlCol="0">
            <a:spAutoFit/>
          </a:bodyPr>
          <a:lstStyle/>
          <a:p>
            <a:pPr algn="ctr"/>
            <a:r>
              <a:rPr lang="en-US" altLang="zh-TW" sz="3600" dirty="0"/>
              <a:t>w</a:t>
            </a:r>
            <a:r>
              <a:rPr lang="en-US" altLang="zh-TW" sz="3600" baseline="-25000" dirty="0"/>
              <a:t>2</a:t>
            </a:r>
            <a:endParaRPr lang="zh-TW" altLang="en-US" sz="3600" baseline="-25000" dirty="0"/>
          </a:p>
        </p:txBody>
      </p:sp>
      <p:sp>
        <p:nvSpPr>
          <p:cNvPr id="49" name="文字方塊 48"/>
          <p:cNvSpPr txBox="1"/>
          <p:nvPr/>
        </p:nvSpPr>
        <p:spPr>
          <a:xfrm>
            <a:off x="3331181" y="5467655"/>
            <a:ext cx="1540577" cy="583565"/>
          </a:xfrm>
          <a:prstGeom prst="rect">
            <a:avLst/>
          </a:prstGeom>
          <a:noFill/>
        </p:spPr>
        <p:txBody>
          <a:bodyPr wrap="square" rtlCol="0">
            <a:spAutoFit/>
          </a:bodyPr>
          <a:lstStyle/>
          <a:p>
            <a:pPr algn="ctr"/>
            <a:r>
              <a:rPr lang="en-US" altLang="zh-TW" sz="3200" dirty="0"/>
              <a:t>START</a:t>
            </a:r>
            <a:endParaRPr lang="en-US" altLang="zh-TW" sz="3200" baseline="-25000" dirty="0"/>
          </a:p>
        </p:txBody>
      </p:sp>
      <p:sp>
        <p:nvSpPr>
          <p:cNvPr id="50" name="文字方塊 49"/>
          <p:cNvSpPr txBox="1"/>
          <p:nvPr/>
        </p:nvSpPr>
        <p:spPr>
          <a:xfrm>
            <a:off x="7599576" y="5433066"/>
            <a:ext cx="964407" cy="645160"/>
          </a:xfrm>
          <a:prstGeom prst="rect">
            <a:avLst/>
          </a:prstGeom>
          <a:noFill/>
        </p:spPr>
        <p:txBody>
          <a:bodyPr wrap="square" rtlCol="0">
            <a:spAutoFit/>
          </a:bodyPr>
          <a:lstStyle/>
          <a:p>
            <a:pPr algn="ctr"/>
            <a:r>
              <a:rPr lang="en-US" altLang="zh-TW" sz="3600" dirty="0"/>
              <a:t>w</a:t>
            </a:r>
            <a:r>
              <a:rPr lang="en-US" altLang="zh-TW" sz="3600" baseline="-25000" dirty="0"/>
              <a:t>3</a:t>
            </a:r>
            <a:endParaRPr lang="zh-TW" altLang="en-US" sz="3600" baseline="-25000" dirty="0"/>
          </a:p>
        </p:txBody>
      </p:sp>
      <p:sp>
        <p:nvSpPr>
          <p:cNvPr id="52" name="文字方塊 51"/>
          <p:cNvSpPr txBox="1"/>
          <p:nvPr/>
        </p:nvSpPr>
        <p:spPr>
          <a:xfrm>
            <a:off x="7356581" y="2071845"/>
            <a:ext cx="1540577" cy="645160"/>
          </a:xfrm>
          <a:prstGeom prst="rect">
            <a:avLst/>
          </a:prstGeom>
          <a:noFill/>
        </p:spPr>
        <p:txBody>
          <a:bodyPr wrap="square" rtlCol="0">
            <a:spAutoFit/>
          </a:bodyPr>
          <a:lstStyle/>
          <a:p>
            <a:pPr algn="ctr"/>
            <a:r>
              <a:rPr lang="en-US" altLang="zh-TW" sz="3600" dirty="0"/>
              <a:t>END</a:t>
            </a:r>
            <a:endParaRPr lang="zh-TW" altLang="en-US" sz="3600" baseline="-25000" dirty="0"/>
          </a:p>
        </p:txBody>
      </p:sp>
      <p:cxnSp>
        <p:nvCxnSpPr>
          <p:cNvPr id="53" name="直線單箭頭接點 52"/>
          <p:cNvCxnSpPr/>
          <p:nvPr/>
        </p:nvCxnSpPr>
        <p:spPr>
          <a:xfrm flipV="1">
            <a:off x="4117365" y="273136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flipV="1">
            <a:off x="5448324" y="275041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p:nvPr/>
        </p:nvCxnSpPr>
        <p:spPr>
          <a:xfrm flipV="1">
            <a:off x="6772305" y="275041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flipV="1">
            <a:off x="8075160" y="2749631"/>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字方塊 56"/>
          <p:cNvSpPr txBox="1"/>
          <p:nvPr/>
        </p:nvSpPr>
        <p:spPr>
          <a:xfrm>
            <a:off x="3731442" y="1998267"/>
            <a:ext cx="964407" cy="645160"/>
          </a:xfrm>
          <a:prstGeom prst="rect">
            <a:avLst/>
          </a:prstGeom>
          <a:noFill/>
        </p:spPr>
        <p:txBody>
          <a:bodyPr wrap="square" rtlCol="0">
            <a:spAutoFit/>
          </a:bodyPr>
          <a:lstStyle/>
          <a:p>
            <a:pPr algn="ctr"/>
            <a:r>
              <a:rPr lang="en-US" altLang="zh-TW" sz="3600" dirty="0"/>
              <a:t>w</a:t>
            </a:r>
            <a:r>
              <a:rPr lang="en-US" altLang="zh-TW" sz="3600" baseline="-25000" dirty="0"/>
              <a:t>1</a:t>
            </a:r>
            <a:endParaRPr lang="zh-TW" altLang="en-US" sz="3600" baseline="-25000" dirty="0"/>
          </a:p>
        </p:txBody>
      </p:sp>
      <p:sp>
        <p:nvSpPr>
          <p:cNvPr id="58" name="文字方塊 57"/>
          <p:cNvSpPr txBox="1"/>
          <p:nvPr/>
        </p:nvSpPr>
        <p:spPr>
          <a:xfrm>
            <a:off x="4987986" y="2017506"/>
            <a:ext cx="964407" cy="645160"/>
          </a:xfrm>
          <a:prstGeom prst="rect">
            <a:avLst/>
          </a:prstGeom>
          <a:noFill/>
        </p:spPr>
        <p:txBody>
          <a:bodyPr wrap="square" rtlCol="0">
            <a:spAutoFit/>
          </a:bodyPr>
          <a:lstStyle/>
          <a:p>
            <a:pPr algn="ctr"/>
            <a:r>
              <a:rPr lang="en-US" altLang="zh-TW" sz="3600" dirty="0"/>
              <a:t>w</a:t>
            </a:r>
            <a:r>
              <a:rPr lang="en-US" altLang="zh-TW" sz="3600" baseline="-25000" dirty="0"/>
              <a:t>2</a:t>
            </a:r>
            <a:endParaRPr lang="zh-TW" altLang="en-US" sz="3600" baseline="-25000" dirty="0"/>
          </a:p>
        </p:txBody>
      </p:sp>
      <p:sp>
        <p:nvSpPr>
          <p:cNvPr id="59" name="文字方塊 58"/>
          <p:cNvSpPr txBox="1"/>
          <p:nvPr/>
        </p:nvSpPr>
        <p:spPr>
          <a:xfrm>
            <a:off x="6359738" y="2009223"/>
            <a:ext cx="964407" cy="645160"/>
          </a:xfrm>
          <a:prstGeom prst="rect">
            <a:avLst/>
          </a:prstGeom>
          <a:noFill/>
        </p:spPr>
        <p:txBody>
          <a:bodyPr wrap="square" rtlCol="0">
            <a:spAutoFit/>
          </a:bodyPr>
          <a:lstStyle/>
          <a:p>
            <a:pPr algn="ctr"/>
            <a:r>
              <a:rPr lang="en-US" altLang="zh-TW" sz="3600" dirty="0"/>
              <a:t>w</a:t>
            </a:r>
            <a:r>
              <a:rPr lang="en-US" altLang="zh-TW" sz="3600" baseline="-25000" dirty="0"/>
              <a:t>3</a:t>
            </a:r>
            <a:endParaRPr lang="zh-TW" altLang="en-US" sz="3600" baseline="-25000" dirty="0"/>
          </a:p>
        </p:txBody>
      </p:sp>
      <p:cxnSp>
        <p:nvCxnSpPr>
          <p:cNvPr id="60" name="直線單箭頭接點 59"/>
          <p:cNvCxnSpPr/>
          <p:nvPr/>
        </p:nvCxnSpPr>
        <p:spPr>
          <a:xfrm flipV="1">
            <a:off x="10404803" y="501315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V="1">
            <a:off x="11735762" y="503220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flipV="1">
            <a:off x="13059743" y="503220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p:nvPr/>
        </p:nvCxnSpPr>
        <p:spPr>
          <a:xfrm flipV="1">
            <a:off x="14362598" y="5031423"/>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矩形: 圓角 63"/>
          <p:cNvSpPr/>
          <p:nvPr/>
        </p:nvSpPr>
        <p:spPr>
          <a:xfrm>
            <a:off x="9616281" y="3250005"/>
            <a:ext cx="5424662" cy="1763151"/>
          </a:xfrm>
          <a:prstGeom prst="roundRect">
            <a:avLst/>
          </a:prstGeom>
          <a:solidFill>
            <a:schemeClr val="accent2">
              <a:lumMod val="60000"/>
              <a:lumOff val="4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4200" dirty="0"/>
              <a:t>NAT</a:t>
            </a:r>
            <a:r>
              <a:rPr lang="zh-TW" altLang="en-US" sz="4200" dirty="0"/>
              <a:t> </a:t>
            </a:r>
            <a:r>
              <a:rPr lang="en-US" altLang="zh-TW" sz="4200" dirty="0"/>
              <a:t>Decoder</a:t>
            </a:r>
            <a:endParaRPr lang="zh-TW" altLang="en-US" sz="4200" dirty="0"/>
          </a:p>
        </p:txBody>
      </p:sp>
      <p:sp>
        <p:nvSpPr>
          <p:cNvPr id="67" name="文字方塊 66"/>
          <p:cNvSpPr txBox="1"/>
          <p:nvPr/>
        </p:nvSpPr>
        <p:spPr>
          <a:xfrm>
            <a:off x="9618618" y="5467655"/>
            <a:ext cx="1540577" cy="583565"/>
          </a:xfrm>
          <a:prstGeom prst="rect">
            <a:avLst/>
          </a:prstGeom>
          <a:noFill/>
        </p:spPr>
        <p:txBody>
          <a:bodyPr wrap="square" rtlCol="0">
            <a:spAutoFit/>
          </a:bodyPr>
          <a:lstStyle/>
          <a:p>
            <a:pPr algn="ctr"/>
            <a:r>
              <a:rPr lang="en-US" altLang="zh-TW" sz="3200" dirty="0"/>
              <a:t>START</a:t>
            </a:r>
            <a:endParaRPr lang="en-US" altLang="zh-TW" sz="3200" baseline="-25000" dirty="0"/>
          </a:p>
        </p:txBody>
      </p:sp>
      <p:sp>
        <p:nvSpPr>
          <p:cNvPr id="69" name="文字方塊 68"/>
          <p:cNvSpPr txBox="1"/>
          <p:nvPr/>
        </p:nvSpPr>
        <p:spPr>
          <a:xfrm>
            <a:off x="13644018" y="2071845"/>
            <a:ext cx="1540577" cy="645160"/>
          </a:xfrm>
          <a:prstGeom prst="rect">
            <a:avLst/>
          </a:prstGeom>
          <a:noFill/>
        </p:spPr>
        <p:txBody>
          <a:bodyPr wrap="square" rtlCol="0">
            <a:spAutoFit/>
          </a:bodyPr>
          <a:lstStyle/>
          <a:p>
            <a:pPr algn="ctr"/>
            <a:r>
              <a:rPr lang="en-US" altLang="zh-TW" sz="3600" dirty="0"/>
              <a:t>w</a:t>
            </a:r>
            <a:r>
              <a:rPr lang="en-US" altLang="zh-TW" sz="3600" baseline="-25000" dirty="0"/>
              <a:t>4</a:t>
            </a:r>
            <a:endParaRPr lang="zh-TW" altLang="en-US" sz="3600" baseline="-25000" dirty="0"/>
          </a:p>
        </p:txBody>
      </p:sp>
      <p:cxnSp>
        <p:nvCxnSpPr>
          <p:cNvPr id="70" name="直線單箭頭接點 69"/>
          <p:cNvCxnSpPr/>
          <p:nvPr/>
        </p:nvCxnSpPr>
        <p:spPr>
          <a:xfrm flipV="1">
            <a:off x="10404803" y="273136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flipV="1">
            <a:off x="11735762" y="275041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p:nvPr/>
        </p:nvCxnSpPr>
        <p:spPr>
          <a:xfrm flipV="1">
            <a:off x="13059743" y="2750414"/>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flipV="1">
            <a:off x="14362598" y="2749631"/>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文字方塊 73"/>
          <p:cNvSpPr txBox="1"/>
          <p:nvPr/>
        </p:nvSpPr>
        <p:spPr>
          <a:xfrm>
            <a:off x="10018880" y="1998267"/>
            <a:ext cx="964407" cy="645160"/>
          </a:xfrm>
          <a:prstGeom prst="rect">
            <a:avLst/>
          </a:prstGeom>
          <a:noFill/>
        </p:spPr>
        <p:txBody>
          <a:bodyPr wrap="square" rtlCol="0">
            <a:spAutoFit/>
          </a:bodyPr>
          <a:lstStyle/>
          <a:p>
            <a:pPr algn="ctr"/>
            <a:r>
              <a:rPr lang="en-US" altLang="zh-TW" sz="3600" dirty="0"/>
              <a:t>w</a:t>
            </a:r>
            <a:r>
              <a:rPr lang="en-US" altLang="zh-TW" sz="3600" baseline="-25000" dirty="0"/>
              <a:t>1</a:t>
            </a:r>
            <a:endParaRPr lang="zh-TW" altLang="en-US" sz="3600" baseline="-25000" dirty="0"/>
          </a:p>
        </p:txBody>
      </p:sp>
      <p:sp>
        <p:nvSpPr>
          <p:cNvPr id="75" name="文字方塊 74"/>
          <p:cNvSpPr txBox="1"/>
          <p:nvPr/>
        </p:nvSpPr>
        <p:spPr>
          <a:xfrm>
            <a:off x="11275424" y="2017506"/>
            <a:ext cx="964407" cy="645160"/>
          </a:xfrm>
          <a:prstGeom prst="rect">
            <a:avLst/>
          </a:prstGeom>
          <a:noFill/>
        </p:spPr>
        <p:txBody>
          <a:bodyPr wrap="square" rtlCol="0">
            <a:spAutoFit/>
          </a:bodyPr>
          <a:lstStyle/>
          <a:p>
            <a:pPr algn="ctr"/>
            <a:r>
              <a:rPr lang="en-US" altLang="zh-TW" sz="3600" dirty="0"/>
              <a:t>w</a:t>
            </a:r>
            <a:r>
              <a:rPr lang="en-US" altLang="zh-TW" sz="3600" baseline="-25000" dirty="0"/>
              <a:t>2</a:t>
            </a:r>
            <a:endParaRPr lang="zh-TW" altLang="en-US" sz="3600" baseline="-25000" dirty="0"/>
          </a:p>
        </p:txBody>
      </p:sp>
      <p:sp>
        <p:nvSpPr>
          <p:cNvPr id="76" name="文字方塊 75"/>
          <p:cNvSpPr txBox="1"/>
          <p:nvPr/>
        </p:nvSpPr>
        <p:spPr>
          <a:xfrm>
            <a:off x="12647175" y="2009223"/>
            <a:ext cx="964407" cy="645160"/>
          </a:xfrm>
          <a:prstGeom prst="rect">
            <a:avLst/>
          </a:prstGeom>
          <a:noFill/>
        </p:spPr>
        <p:txBody>
          <a:bodyPr wrap="square" rtlCol="0">
            <a:spAutoFit/>
          </a:bodyPr>
          <a:lstStyle/>
          <a:p>
            <a:pPr algn="ctr"/>
            <a:r>
              <a:rPr lang="en-US" altLang="zh-TW" sz="3600" dirty="0"/>
              <a:t>w</a:t>
            </a:r>
            <a:r>
              <a:rPr lang="en-US" altLang="zh-TW" sz="3600" baseline="-25000" dirty="0"/>
              <a:t>3</a:t>
            </a:r>
            <a:endParaRPr lang="zh-TW" altLang="en-US" sz="3600" baseline="-25000" dirty="0"/>
          </a:p>
        </p:txBody>
      </p:sp>
      <p:sp>
        <p:nvSpPr>
          <p:cNvPr id="77" name="文字方塊 76"/>
          <p:cNvSpPr txBox="1"/>
          <p:nvPr/>
        </p:nvSpPr>
        <p:spPr>
          <a:xfrm>
            <a:off x="10961985" y="5467653"/>
            <a:ext cx="1540577" cy="583565"/>
          </a:xfrm>
          <a:prstGeom prst="rect">
            <a:avLst/>
          </a:prstGeom>
          <a:noFill/>
        </p:spPr>
        <p:txBody>
          <a:bodyPr wrap="square" rtlCol="0">
            <a:spAutoFit/>
          </a:bodyPr>
          <a:lstStyle/>
          <a:p>
            <a:pPr algn="ctr"/>
            <a:r>
              <a:rPr lang="en-US" altLang="zh-TW" sz="3200" dirty="0"/>
              <a:t>START</a:t>
            </a:r>
            <a:endParaRPr lang="en-US" altLang="zh-TW" sz="3200" baseline="-25000" dirty="0"/>
          </a:p>
        </p:txBody>
      </p:sp>
      <p:sp>
        <p:nvSpPr>
          <p:cNvPr id="78" name="文字方塊 77"/>
          <p:cNvSpPr txBox="1"/>
          <p:nvPr/>
        </p:nvSpPr>
        <p:spPr>
          <a:xfrm>
            <a:off x="12285273" y="5467652"/>
            <a:ext cx="1540577" cy="583565"/>
          </a:xfrm>
          <a:prstGeom prst="rect">
            <a:avLst/>
          </a:prstGeom>
          <a:noFill/>
        </p:spPr>
        <p:txBody>
          <a:bodyPr wrap="square" rtlCol="0">
            <a:spAutoFit/>
          </a:bodyPr>
          <a:lstStyle/>
          <a:p>
            <a:pPr algn="ctr"/>
            <a:r>
              <a:rPr lang="en-US" altLang="zh-TW" sz="3200" dirty="0"/>
              <a:t>START</a:t>
            </a:r>
            <a:endParaRPr lang="en-US" altLang="zh-TW" sz="3200" baseline="-25000" dirty="0"/>
          </a:p>
        </p:txBody>
      </p:sp>
      <p:sp>
        <p:nvSpPr>
          <p:cNvPr id="79" name="文字方塊 78"/>
          <p:cNvSpPr txBox="1"/>
          <p:nvPr/>
        </p:nvSpPr>
        <p:spPr>
          <a:xfrm>
            <a:off x="13680642" y="5467652"/>
            <a:ext cx="1540577" cy="583565"/>
          </a:xfrm>
          <a:prstGeom prst="rect">
            <a:avLst/>
          </a:prstGeom>
          <a:noFill/>
        </p:spPr>
        <p:txBody>
          <a:bodyPr wrap="square" rtlCol="0">
            <a:spAutoFit/>
          </a:bodyPr>
          <a:lstStyle/>
          <a:p>
            <a:pPr algn="ctr"/>
            <a:r>
              <a:rPr lang="en-US" altLang="zh-TW" sz="3200" dirty="0"/>
              <a:t>START</a:t>
            </a:r>
            <a:endParaRPr lang="en-US" altLang="zh-TW" sz="3200" baseline="-25000" dirty="0"/>
          </a:p>
        </p:txBody>
      </p:sp>
      <p:sp>
        <p:nvSpPr>
          <p:cNvPr id="3" name="矩形: 圓角 2"/>
          <p:cNvSpPr/>
          <p:nvPr/>
        </p:nvSpPr>
        <p:spPr>
          <a:xfrm>
            <a:off x="12423339" y="1974341"/>
            <a:ext cx="1264443" cy="683913"/>
          </a:xfrm>
          <a:prstGeom prst="roundRect">
            <a:avLst/>
          </a:prstGeom>
          <a:solidFill>
            <a:schemeClr val="accent2">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3600" dirty="0"/>
              <a:t>END</a:t>
            </a:r>
            <a:endParaRPr lang="zh-TW" altLang="en-US" sz="3600" dirty="0"/>
          </a:p>
        </p:txBody>
      </p:sp>
      <p:sp>
        <p:nvSpPr>
          <p:cNvPr id="6" name="內容版面配置區 2"/>
          <p:cNvSpPr>
            <a:spLocks noGrp="1"/>
          </p:cNvSpPr>
          <p:nvPr>
            <p:ph idx="1"/>
          </p:nvPr>
        </p:nvSpPr>
        <p:spPr>
          <a:xfrm>
            <a:off x="2712720" y="6309360"/>
            <a:ext cx="16084550" cy="3017520"/>
          </a:xfrm>
        </p:spPr>
        <p:txBody>
          <a:bodyPr/>
          <a:lstStyle/>
          <a:p>
            <a:r>
              <a:rPr lang="en-US" altLang="zh-TW" sz="3600" dirty="0">
                <a:sym typeface="+mn-ea"/>
              </a:rPr>
              <a:t>How to decide the output length for NAT</a:t>
            </a:r>
            <a:r>
              <a:rPr lang="zh-TW" altLang="en-US" sz="3600" dirty="0">
                <a:sym typeface="+mn-ea"/>
              </a:rPr>
              <a:t> </a:t>
            </a:r>
            <a:r>
              <a:rPr lang="en-US" altLang="zh-TW" sz="3600" dirty="0">
                <a:sym typeface="+mn-ea"/>
              </a:rPr>
              <a:t>decoder?</a:t>
            </a:r>
          </a:p>
          <a:p>
            <a:pPr lvl="1"/>
            <a:r>
              <a:rPr lang="en-US" altLang="zh-TW" sz="3200" dirty="0">
                <a:sym typeface="+mn-ea"/>
              </a:rPr>
              <a:t>Another predictor for output length  </a:t>
            </a:r>
            <a:endParaRPr lang="en-US" altLang="zh-TW" sz="3200" dirty="0"/>
          </a:p>
          <a:p>
            <a:pPr lvl="1"/>
            <a:r>
              <a:rPr lang="en-US" altLang="zh-TW" sz="3200" dirty="0">
                <a:sym typeface="+mn-ea"/>
              </a:rPr>
              <a:t>Output a very long sequence, ignore tokens after</a:t>
            </a:r>
            <a:endParaRPr lang="zh-CN" altLang="en-US" sz="3200" dirty="0">
              <a:sym typeface="+mn-ea"/>
            </a:endParaRPr>
          </a:p>
        </p:txBody>
      </p:sp>
      <p:sp>
        <p:nvSpPr>
          <p:cNvPr id="7" name="內容版面配置區 2"/>
          <p:cNvSpPr>
            <a:spLocks noGrp="1"/>
          </p:cNvSpPr>
          <p:nvPr/>
        </p:nvSpPr>
        <p:spPr>
          <a:xfrm>
            <a:off x="2712720" y="8531860"/>
            <a:ext cx="16084550" cy="1880870"/>
          </a:xfrm>
          <a:prstGeom prst="rect">
            <a:avLst/>
          </a:prstGeom>
          <a:noFill/>
          <a:ln>
            <a:noFill/>
          </a:ln>
        </p:spPr>
        <p:txBody>
          <a:bodyPr vert="horz" wrap="square" lIns="91440" tIns="45720" rIns="91440" bIns="45720" numCol="1" anchor="t" anchorCtr="0" compatLnSpc="1"/>
          <a:lstStyle>
            <a:lvl1pPr marL="698500" indent="-698500" algn="l" rtl="0" fontAlgn="base">
              <a:spcBef>
                <a:spcPts val="4000"/>
              </a:spcBef>
              <a:spcAft>
                <a:spcPct val="0"/>
              </a:spcAft>
              <a:buClr>
                <a:schemeClr val="accent2"/>
              </a:buClr>
              <a:buSzPct val="100000"/>
              <a:buFont typeface="Wingdings 2" pitchFamily="2" charset="2"/>
              <a:buChar char=""/>
              <a:defRPr sz="4000" kern="1200">
                <a:solidFill>
                  <a:schemeClr val="tx1"/>
                </a:solidFill>
                <a:latin typeface="+mn-lt"/>
                <a:ea typeface="MS PGothic"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MS PGothic"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MS PGothic"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MS PGothic"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MS PGothic"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7pPr>
            <a:lvl8pPr marL="4797425"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a:solidFill>
                  <a:schemeClr val="tx1">
                    <a:lumMod val="65000"/>
                    <a:lumOff val="35000"/>
                  </a:schemeClr>
                </a:solidFill>
                <a:latin typeface="+mn-lt"/>
                <a:ea typeface="+mn-ea"/>
                <a:cs typeface="+mn-cs"/>
              </a:defRPr>
            </a:lvl9pPr>
          </a:lstStyle>
          <a:p>
            <a:r>
              <a:rPr lang="en-US" altLang="zh-TW" sz="3200" dirty="0">
                <a:sym typeface="+mn-ea"/>
              </a:rPr>
              <a:t>Advantage: parallel, more stable generation </a:t>
            </a:r>
          </a:p>
          <a:p>
            <a:r>
              <a:rPr lang="zh-TW" altLang="en-US" sz="3200" dirty="0">
                <a:sym typeface="+mn-ea"/>
              </a:rPr>
              <a:t>NAT </a:t>
            </a:r>
            <a:r>
              <a:rPr lang="en-US" altLang="zh-TW" sz="3200" dirty="0">
                <a:sym typeface="+mn-ea"/>
              </a:rPr>
              <a:t>is usually worse than AT</a:t>
            </a:r>
            <a:endParaRPr lang="en-US" altLang="zh-TW" sz="3200" dirty="0"/>
          </a:p>
          <a:p>
            <a:endParaRPr lang="en-US" altLang="zh-TW" sz="3200" dirty="0"/>
          </a:p>
          <a:p>
            <a:pPr marL="0" indent="0">
              <a:buNone/>
            </a:pPr>
            <a:endParaRPr lang="en-US" altLang="zh-TW" sz="3200"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p:bldP spid="48" grpId="0"/>
      <p:bldP spid="49" grpId="0"/>
      <p:bldP spid="50" grpId="0"/>
      <p:bldP spid="52" grpId="0"/>
      <p:bldP spid="57" grpId="0"/>
      <p:bldP spid="58" grpId="0"/>
      <p:bldP spid="59" grpId="0"/>
      <p:bldP spid="64" grpId="0" bldLvl="0" animBg="1"/>
      <p:bldP spid="67" grpId="0"/>
      <p:bldP spid="69" grpId="0"/>
      <p:bldP spid="74" grpId="0"/>
      <p:bldP spid="75" grpId="0"/>
      <p:bldP spid="76" grpId="0"/>
      <p:bldP spid="77" grpId="0"/>
      <p:bldP spid="78" grpId="0"/>
      <p:bldP spid="79" grpId="0"/>
      <p:bldP spid="3"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字方塊 14"/>
          <p:cNvSpPr txBox="1"/>
          <p:nvPr/>
        </p:nvSpPr>
        <p:spPr>
          <a:xfrm>
            <a:off x="2446319" y="8962182"/>
            <a:ext cx="3802077" cy="106680"/>
          </a:xfrm>
          <a:prstGeom prst="rect">
            <a:avLst/>
          </a:prstGeom>
          <a:noFill/>
        </p:spPr>
        <p:txBody>
          <a:bodyPr wrap="square" rtlCol="0">
            <a:spAutoFit/>
          </a:bodyPr>
          <a:lstStyle/>
          <a:p>
            <a:pPr algn="ctr"/>
            <a:r>
              <a:rPr lang="en-US" altLang="zh-TW" sz="100" dirty="0"/>
              <a:t>(</a:t>
            </a:r>
            <a:r>
              <a:rPr lang="zh-TW" altLang="en-US" sz="100" dirty="0"/>
              <a:t> </a:t>
            </a:r>
            <a:r>
              <a:rPr lang="en-US" altLang="zh-TW" sz="100" dirty="0"/>
              <a:t>I love machine learning</a:t>
            </a:r>
            <a:r>
              <a:rPr lang="zh-TW" altLang="en-US" sz="100" dirty="0"/>
              <a:t> </a:t>
            </a:r>
            <a:r>
              <a:rPr lang="en-US" altLang="zh-TW" sz="100" dirty="0"/>
              <a:t>)</a:t>
            </a:r>
            <a:endParaRPr lang="zh-TW" altLang="en-US" sz="100" dirty="0"/>
          </a:p>
        </p:txBody>
      </p:sp>
      <p:sp>
        <p:nvSpPr>
          <p:cNvPr id="3" name="投影片編號版面配置區 2"/>
          <p:cNvSpPr>
            <a:spLocks noGrp="1"/>
          </p:cNvSpPr>
          <p:nvPr>
            <p:ph type="sldNum" sz="quarter" idx="12"/>
          </p:nvPr>
        </p:nvSpPr>
        <p:spPr>
          <a:xfrm>
            <a:off x="11972925" y="9534527"/>
            <a:ext cx="3086100" cy="547688"/>
          </a:xfrm>
        </p:spPr>
        <p:txBody>
          <a:bodyPr/>
          <a:lstStyle/>
          <a:p>
            <a:fld id="{14FE7D4A-7B99-4F9B-9C7F-3AECE8C25A38}" type="slidenum">
              <a:rPr lang="zh-TW" altLang="en-US" sz="100" smtClean="0"/>
              <a:t>63</a:t>
            </a:fld>
            <a:endParaRPr lang="zh-TW" altLang="en-US" sz="100"/>
          </a:p>
        </p:txBody>
      </p:sp>
      <p:sp>
        <p:nvSpPr>
          <p:cNvPr id="8" name="矩形: 圓角 16"/>
          <p:cNvSpPr/>
          <p:nvPr/>
        </p:nvSpPr>
        <p:spPr>
          <a:xfrm>
            <a:off x="5076567" y="4445382"/>
            <a:ext cx="3768966" cy="1936514"/>
          </a:xfrm>
          <a:prstGeom prst="roundRect">
            <a:avLst/>
          </a:prstGeom>
          <a:blipFill rotWithShape="1">
            <a:blip r:embed="rId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Encoder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10454119" y="4445381"/>
            <a:ext cx="3768966" cy="1936514"/>
          </a:xfrm>
          <a:prstGeom prst="roundRect">
            <a:avLst/>
          </a:prstGeom>
          <a:blipFill rotWithShape="1">
            <a:blip r:embed="rId4"/>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Decoder</a:t>
            </a:r>
            <a:endParaRPr kumimoji="0" lang="zh-TW" altLang="en-US" sz="4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4858198" y="6965861"/>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Input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5" name="直線單箭頭接點 24"/>
          <p:cNvCxnSpPr/>
          <p:nvPr/>
        </p:nvCxnSpPr>
        <p:spPr>
          <a:xfrm>
            <a:off x="9061764" y="5428866"/>
            <a:ext cx="12759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10235751" y="3119388"/>
            <a:ext cx="4205703" cy="6451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output sequence </a:t>
            </a:r>
            <a:endParaRPr kumimoji="0" lang="zh-TW" altLang="en-US" sz="36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28" name="直線單箭頭接點 27"/>
          <p:cNvCxnSpPr/>
          <p:nvPr/>
        </p:nvCxnSpPr>
        <p:spPr>
          <a:xfrm flipV="1">
            <a:off x="12338602" y="3861416"/>
            <a:ext cx="0" cy="5839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dirty="0">
                <a:sym typeface="+mn-ea"/>
              </a:rPr>
              <a:t>Encoder-Decoder  </a:t>
            </a:r>
          </a:p>
        </p:txBody>
      </p:sp>
      <p:grpSp>
        <p:nvGrpSpPr>
          <p:cNvPr id="12" name="Group 11"/>
          <p:cNvGrpSpPr>
            <a:grpSpLocks noGrp="1" noUngrp="1" noRot="1" noChangeAspect="1" noMove="1" noResize="1"/>
          </p:cNvGrpSpPr>
          <p:nvPr/>
        </p:nvGrpSpPr>
        <p:grpSpPr>
          <a:xfrm>
            <a:off x="10192936" y="0"/>
            <a:ext cx="5808429" cy="4729527"/>
            <a:chOff x="6867015" y="-1"/>
            <a:chExt cx="5324985" cy="3251912"/>
          </a:xfrm>
          <a:solidFill>
            <a:schemeClr val="accent5">
              <a:alpha val="10000"/>
            </a:schemeClr>
          </a:solidFill>
        </p:grpSpPr>
        <p:sp>
          <p:nvSpPr>
            <p:cNvPr id="13" name="Freeform: Shape 12"/>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reeform: Shape 1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 name="Group 17"/>
          <p:cNvGrpSpPr>
            <a:grpSpLocks noGrp="1" noUngrp="1" noRot="1" noChangeAspect="1" noMove="1" noResize="1"/>
          </p:cNvGrpSpPr>
          <p:nvPr/>
        </p:nvGrpSpPr>
        <p:grpSpPr>
          <a:xfrm rot="10800000" flipH="1">
            <a:off x="2321218" y="6219465"/>
            <a:ext cx="3535199" cy="4075208"/>
            <a:chOff x="-305" y="-4155"/>
            <a:chExt cx="2514948" cy="2174333"/>
          </a:xfrm>
        </p:grpSpPr>
        <p:sp>
          <p:nvSpPr>
            <p:cNvPr id="19" name="Freeform: Shape 18"/>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7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矩形: 圓角 3"/>
          <p:cNvSpPr/>
          <p:nvPr/>
        </p:nvSpPr>
        <p:spPr>
          <a:xfrm>
            <a:off x="4874816" y="3056978"/>
            <a:ext cx="9649616" cy="472952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cxnSp>
        <p:nvCxnSpPr>
          <p:cNvPr id="30" name="直線單箭頭接點 25"/>
          <p:cNvCxnSpPr/>
          <p:nvPr/>
        </p:nvCxnSpPr>
        <p:spPr>
          <a:xfrm flipV="1">
            <a:off x="6794500" y="6485255"/>
            <a:ext cx="0" cy="5842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Content Placeholder 99"/>
          <p:cNvPicPr>
            <a:picLocks noGrp="1"/>
          </p:cNvPicPr>
          <p:nvPr>
            <p:ph idx="1"/>
          </p:nvPr>
        </p:nvPicPr>
        <p:blipFill>
          <a:blip r:embed="rId3"/>
          <a:stretch>
            <a:fillRect/>
          </a:stretch>
        </p:blipFill>
        <p:spPr>
          <a:xfrm>
            <a:off x="4725670" y="781685"/>
            <a:ext cx="6862445" cy="9029065"/>
          </a:xfrm>
          <a:prstGeom prst="rect">
            <a:avLst/>
          </a:prstGeom>
          <a:noFill/>
          <a:ln w="9525">
            <a:noFill/>
          </a:ln>
        </p:spPr>
      </p:pic>
      <p:sp>
        <p:nvSpPr>
          <p:cNvPr id="9" name="矩形: 圓角 8"/>
          <p:cNvSpPr/>
          <p:nvPr/>
        </p:nvSpPr>
        <p:spPr>
          <a:xfrm>
            <a:off x="8724899" y="5899472"/>
            <a:ext cx="1092995" cy="26431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2" name="投影片編號版面配置區 1"/>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64</a:t>
            </a:fld>
            <a:endParaRPr lang="zh-TW" altLang="en-US" sz="100"/>
          </a:p>
        </p:txBody>
      </p:sp>
      <p:sp>
        <p:nvSpPr>
          <p:cNvPr id="13" name="標題 1"/>
          <p:cNvSpPr>
            <a:spLocks noGrp="1"/>
          </p:cNvSpPr>
          <p:nvPr>
            <p:ph type="title"/>
          </p:nvPr>
        </p:nvSpPr>
        <p:spPr>
          <a:xfrm>
            <a:off x="750570" y="2636520"/>
            <a:ext cx="3691890" cy="994410"/>
          </a:xfrm>
        </p:spPr>
        <p:txBody>
          <a:bodyPr/>
          <a:lstStyle/>
          <a:p>
            <a:r>
              <a:rPr lang="en-US" altLang="zh-TW" sz="4000" dirty="0"/>
              <a:t>Encoder</a:t>
            </a:r>
          </a:p>
        </p:txBody>
      </p:sp>
      <p:sp>
        <p:nvSpPr>
          <p:cNvPr id="14" name="標題 1"/>
          <p:cNvSpPr>
            <a:spLocks noGrp="1"/>
          </p:cNvSpPr>
          <p:nvPr/>
        </p:nvSpPr>
        <p:spPr>
          <a:xfrm>
            <a:off x="11800205" y="5899785"/>
            <a:ext cx="3042920" cy="803910"/>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r>
              <a:rPr lang="en-US" altLang="zh-TW" sz="4000" dirty="0"/>
              <a:t>Decoder</a:t>
            </a:r>
          </a:p>
        </p:txBody>
      </p:sp>
      <p:cxnSp>
        <p:nvCxnSpPr>
          <p:cNvPr id="17" name="Straight Arrow Connector 16"/>
          <p:cNvCxnSpPr/>
          <p:nvPr/>
        </p:nvCxnSpPr>
        <p:spPr>
          <a:xfrm>
            <a:off x="3920490" y="3543935"/>
            <a:ext cx="1645920" cy="1159510"/>
          </a:xfrm>
          <a:prstGeom prst="straightConnector1">
            <a:avLst/>
          </a:prstGeom>
          <a:ln w="38100" cmpd="sng">
            <a:solidFill>
              <a:schemeClr val="accent1">
                <a:shade val="50000"/>
              </a:schemeClr>
            </a:solidFill>
            <a:prstDash val="solid"/>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a:off x="10506075" y="6406515"/>
            <a:ext cx="1685290" cy="565785"/>
          </a:xfrm>
          <a:prstGeom prst="straightConnector1">
            <a:avLst/>
          </a:prstGeom>
          <a:ln w="38100" cmpd="sng">
            <a:solidFill>
              <a:schemeClr val="accent1">
                <a:shade val="50000"/>
              </a:schemeClr>
            </a:solidFill>
            <a:prstDash val="solid"/>
            <a:tailEnd type="arrow"/>
          </a:ln>
        </p:spPr>
        <p:style>
          <a:lnRef idx="2">
            <a:schemeClr val="accent1"/>
          </a:lnRef>
          <a:fillRef idx="0">
            <a:schemeClr val="accent1"/>
          </a:fillRef>
          <a:effectRef idx="1">
            <a:schemeClr val="accent1"/>
          </a:effectRef>
          <a:fontRef idx="minor">
            <a:schemeClr val="tx1"/>
          </a:fontRef>
        </p:style>
      </p:cxnSp>
      <p:sp>
        <p:nvSpPr>
          <p:cNvPr id="3" name="標題 1"/>
          <p:cNvSpPr>
            <a:spLocks noGrp="1"/>
          </p:cNvSpPr>
          <p:nvPr/>
        </p:nvSpPr>
        <p:spPr>
          <a:xfrm>
            <a:off x="1225550" y="288365"/>
            <a:ext cx="16084552" cy="1551434"/>
          </a:xfrm>
          <a:prstGeom prst="rect">
            <a:avLst/>
          </a:prstGeom>
          <a:noFill/>
          <a:ln>
            <a:noFill/>
          </a:ln>
        </p:spPr>
        <p:txBody>
          <a:bodyPr vert="horz" wrap="square" lIns="91440" tIns="45720" rIns="91440" bIns="45720" numCol="1" anchor="b" anchorCtr="0" compatLnSpc="1"/>
          <a:lst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a:lstStyle>
          <a:p>
            <a:pPr algn="l"/>
            <a:r>
              <a:rPr lang="en-US" altLang="zh-TW" dirty="0">
                <a:sym typeface="+mn-ea"/>
              </a:rPr>
              <a:t>Transformer</a:t>
            </a:r>
          </a:p>
        </p:txBody>
      </p:sp>
      <p:sp>
        <p:nvSpPr>
          <p:cNvPr id="7" name="矩形: 圓角 6"/>
          <p:cNvSpPr/>
          <p:nvPr/>
        </p:nvSpPr>
        <p:spPr>
          <a:xfrm>
            <a:off x="8259140" y="3999428"/>
            <a:ext cx="2247035" cy="169682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8" name="文字方塊 7"/>
          <p:cNvSpPr txBox="1"/>
          <p:nvPr/>
        </p:nvSpPr>
        <p:spPr>
          <a:xfrm>
            <a:off x="11516553" y="2982740"/>
            <a:ext cx="2426141" cy="1198880"/>
          </a:xfrm>
          <a:prstGeom prst="rect">
            <a:avLst/>
          </a:prstGeom>
          <a:noFill/>
        </p:spPr>
        <p:txBody>
          <a:bodyPr wrap="square" rtlCol="0">
            <a:spAutoFit/>
          </a:bodyPr>
          <a:lstStyle/>
          <a:p>
            <a:r>
              <a:rPr lang="en-US" altLang="zh-TW" sz="3600" dirty="0"/>
              <a:t>Cross attention</a:t>
            </a:r>
            <a:endParaRPr lang="zh-TW" altLang="en-US" sz="3600" dirty="0"/>
          </a:p>
        </p:txBody>
      </p:sp>
      <p:cxnSp>
        <p:nvCxnSpPr>
          <p:cNvPr id="10" name="直線單箭頭接點 9"/>
          <p:cNvCxnSpPr/>
          <p:nvPr/>
        </p:nvCxnSpPr>
        <p:spPr>
          <a:xfrm flipH="1">
            <a:off x="10481945" y="3630930"/>
            <a:ext cx="1106170" cy="7429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橢圓 10"/>
          <p:cNvSpPr/>
          <p:nvPr/>
        </p:nvSpPr>
        <p:spPr>
          <a:xfrm>
            <a:off x="8364416" y="4971098"/>
            <a:ext cx="463355" cy="421170"/>
          </a:xfrm>
          <a:prstGeom prst="ellipse">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12" name="橢圓 11"/>
          <p:cNvSpPr/>
          <p:nvPr/>
        </p:nvSpPr>
        <p:spPr>
          <a:xfrm>
            <a:off x="8971940" y="4971098"/>
            <a:ext cx="463355" cy="421170"/>
          </a:xfrm>
          <a:prstGeom prst="ellipse">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
        <p:nvSpPr>
          <p:cNvPr id="4" name="橢圓 12"/>
          <p:cNvSpPr/>
          <p:nvPr/>
        </p:nvSpPr>
        <p:spPr>
          <a:xfrm>
            <a:off x="9577484" y="4960538"/>
            <a:ext cx="463355" cy="42117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8" grpId="0"/>
      <p:bldP spid="11" grpId="0" bldLvl="0" animBg="1"/>
      <p:bldP spid="12" grpId="0" bldLvl="0" animBg="1"/>
      <p:bldP spid="4"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0" name="直線單箭頭接點 279"/>
          <p:cNvCxnSpPr/>
          <p:nvPr/>
        </p:nvCxnSpPr>
        <p:spPr>
          <a:xfrm flipV="1">
            <a:off x="11335224" y="420197"/>
            <a:ext cx="0" cy="56807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直線單箭頭接點 276"/>
          <p:cNvCxnSpPr/>
          <p:nvPr/>
        </p:nvCxnSpPr>
        <p:spPr>
          <a:xfrm flipV="1">
            <a:off x="7123371" y="2203916"/>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直線單箭頭接點 277"/>
          <p:cNvCxnSpPr/>
          <p:nvPr/>
        </p:nvCxnSpPr>
        <p:spPr>
          <a:xfrm flipV="1">
            <a:off x="4734455" y="2203916"/>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6" name="直線單箭頭接點 225"/>
          <p:cNvCxnSpPr/>
          <p:nvPr/>
        </p:nvCxnSpPr>
        <p:spPr>
          <a:xfrm flipV="1">
            <a:off x="11381280" y="8468498"/>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a:stCxn id="170" idx="0"/>
            <a:endCxn id="46" idx="4"/>
          </p:cNvCxnSpPr>
          <p:nvPr/>
        </p:nvCxnSpPr>
        <p:spPr>
          <a:xfrm flipH="1" flipV="1">
            <a:off x="8306603" y="3663041"/>
            <a:ext cx="3062724" cy="122162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H="1" flipV="1">
            <a:off x="4242674" y="6084815"/>
            <a:ext cx="0" cy="343556"/>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V="1">
            <a:off x="3726939" y="6066377"/>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4756496" y="5659136"/>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6" name="橢圓 45"/>
          <p:cNvSpPr/>
          <p:nvPr/>
        </p:nvSpPr>
        <p:spPr>
          <a:xfrm>
            <a:off x="8171603" y="3393041"/>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65" name="直線單箭頭接點 64"/>
          <p:cNvCxnSpPr/>
          <p:nvPr/>
        </p:nvCxnSpPr>
        <p:spPr>
          <a:xfrm flipV="1">
            <a:off x="11328842" y="1485519"/>
            <a:ext cx="0" cy="56807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endCxn id="73" idx="2"/>
          </p:cNvCxnSpPr>
          <p:nvPr/>
        </p:nvCxnSpPr>
        <p:spPr>
          <a:xfrm flipH="1" flipV="1">
            <a:off x="4734456" y="3742928"/>
            <a:ext cx="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2" name="群組 71"/>
          <p:cNvGrpSpPr/>
          <p:nvPr/>
        </p:nvGrpSpPr>
        <p:grpSpPr>
          <a:xfrm>
            <a:off x="4510668" y="3277908"/>
            <a:ext cx="447575" cy="465020"/>
            <a:chOff x="-105878" y="1740168"/>
            <a:chExt cx="461666" cy="461665"/>
          </a:xfrm>
        </p:grpSpPr>
        <p:sp>
          <p:nvSpPr>
            <p:cNvPr id="73" name="矩形 72"/>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74" name="群組 73"/>
            <p:cNvGrpSpPr/>
            <p:nvPr/>
          </p:nvGrpSpPr>
          <p:grpSpPr>
            <a:xfrm rot="21265833">
              <a:off x="-30571" y="1828628"/>
              <a:ext cx="317144" cy="302092"/>
              <a:chOff x="-43095" y="1828685"/>
              <a:chExt cx="317144" cy="302092"/>
            </a:xfrm>
          </p:grpSpPr>
          <p:cxnSp>
            <p:nvCxnSpPr>
              <p:cNvPr id="75" name="直線接點 74"/>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接點 75"/>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3" name="直線單箭頭接點 82"/>
          <p:cNvCxnSpPr/>
          <p:nvPr/>
        </p:nvCxnSpPr>
        <p:spPr>
          <a:xfrm flipV="1">
            <a:off x="9400091" y="2217860"/>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a:off x="3858639" y="3510417"/>
            <a:ext cx="6154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a:off x="4706676" y="2223486"/>
            <a:ext cx="640873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15" name="群組 114"/>
          <p:cNvGrpSpPr/>
          <p:nvPr/>
        </p:nvGrpSpPr>
        <p:grpSpPr>
          <a:xfrm>
            <a:off x="3723458" y="6430190"/>
            <a:ext cx="1072742" cy="810000"/>
            <a:chOff x="973803" y="4896393"/>
            <a:chExt cx="715161" cy="540000"/>
          </a:xfrm>
        </p:grpSpPr>
        <p:sp>
          <p:nvSpPr>
            <p:cNvPr id="114" name="矩形 113"/>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01" name="文字方塊 100"/>
                <p:cNvSpPr txBox="1"/>
                <p:nvPr/>
              </p:nvSpPr>
              <p:spPr>
                <a:xfrm>
                  <a:off x="973803" y="494243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01" name="文字方塊 100"/>
                <p:cNvSpPr txBox="1">
                  <a:spLocks noRot="1" noChangeAspect="1" noMove="1" noResize="1" noEditPoints="1" noAdjustHandles="1" noChangeArrowheads="1" noChangeShapeType="1" noTextEdit="1"/>
                </p:cNvSpPr>
                <p:nvPr/>
              </p:nvSpPr>
              <p:spPr>
                <a:xfrm>
                  <a:off x="973803" y="4942431"/>
                  <a:ext cx="715161" cy="430953"/>
                </a:xfrm>
                <a:prstGeom prst="rect">
                  <a:avLst/>
                </a:prstGeom>
                <a:blipFill rotWithShape="1">
                  <a:blip r:embed="rId3"/>
                </a:blipFill>
              </p:spPr>
              <p:txBody>
                <a:bodyPr/>
                <a:lstStyle/>
                <a:p>
                  <a:r>
                    <a:rPr lang="en-US" altLang="en-US">
                      <a:noFill/>
                    </a:rPr>
                    <a:t> </a:t>
                  </a:r>
                </a:p>
              </p:txBody>
            </p:sp>
          </mc:Fallback>
        </mc:AlternateContent>
      </p:grpSp>
      <p:cxnSp>
        <p:nvCxnSpPr>
          <p:cNvPr id="127" name="直線單箭頭接點 126"/>
          <p:cNvCxnSpPr/>
          <p:nvPr/>
        </p:nvCxnSpPr>
        <p:spPr>
          <a:xfrm flipV="1">
            <a:off x="3702408" y="5677574"/>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線單箭頭接點 135"/>
          <p:cNvCxnSpPr/>
          <p:nvPr/>
        </p:nvCxnSpPr>
        <p:spPr>
          <a:xfrm flipH="1" flipV="1">
            <a:off x="6587673" y="6104109"/>
            <a:ext cx="0" cy="343556"/>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p:nvPr/>
        </p:nvCxnSpPr>
        <p:spPr>
          <a:xfrm flipV="1">
            <a:off x="7101495" y="567843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39" name="群組 138"/>
          <p:cNvGrpSpPr/>
          <p:nvPr/>
        </p:nvGrpSpPr>
        <p:grpSpPr>
          <a:xfrm>
            <a:off x="6068457" y="6449484"/>
            <a:ext cx="1072742" cy="810000"/>
            <a:chOff x="973803" y="4896393"/>
            <a:chExt cx="715161" cy="540000"/>
          </a:xfrm>
        </p:grpSpPr>
        <p:sp>
          <p:nvSpPr>
            <p:cNvPr id="140" name="矩形 139"/>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1" name="文字方塊 140"/>
                <p:cNvSpPr txBox="1"/>
                <p:nvPr/>
              </p:nvSpPr>
              <p:spPr>
                <a:xfrm>
                  <a:off x="973803" y="494243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41" name="文字方塊 140"/>
                <p:cNvSpPr txBox="1">
                  <a:spLocks noRot="1" noChangeAspect="1" noMove="1" noResize="1" noEditPoints="1" noAdjustHandles="1" noChangeArrowheads="1" noChangeShapeType="1" noTextEdit="1"/>
                </p:cNvSpPr>
                <p:nvPr/>
              </p:nvSpPr>
              <p:spPr>
                <a:xfrm>
                  <a:off x="973803" y="4942431"/>
                  <a:ext cx="715161" cy="430953"/>
                </a:xfrm>
                <a:prstGeom prst="rect">
                  <a:avLst/>
                </a:prstGeom>
                <a:blipFill rotWithShape="1">
                  <a:blip r:embed="rId4"/>
                </a:blipFill>
              </p:spPr>
              <p:txBody>
                <a:bodyPr/>
                <a:lstStyle/>
                <a:p>
                  <a:r>
                    <a:rPr lang="en-US" altLang="en-US">
                      <a:noFill/>
                    </a:rPr>
                    <a:t> </a:t>
                  </a:r>
                </a:p>
              </p:txBody>
            </p:sp>
          </mc:Fallback>
        </mc:AlternateContent>
      </p:grpSp>
      <p:cxnSp>
        <p:nvCxnSpPr>
          <p:cNvPr id="142" name="直線單箭頭接點 141"/>
          <p:cNvCxnSpPr/>
          <p:nvPr/>
        </p:nvCxnSpPr>
        <p:spPr>
          <a:xfrm flipV="1">
            <a:off x="6047408" y="5696868"/>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p:nvPr/>
        </p:nvCxnSpPr>
        <p:spPr>
          <a:xfrm flipH="1" flipV="1">
            <a:off x="8868336" y="6101906"/>
            <a:ext cx="0" cy="343556"/>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直線單箭頭接點 150"/>
          <p:cNvCxnSpPr/>
          <p:nvPr/>
        </p:nvCxnSpPr>
        <p:spPr>
          <a:xfrm flipV="1">
            <a:off x="9382158" y="5676227"/>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52" name="群組 151"/>
          <p:cNvGrpSpPr/>
          <p:nvPr/>
        </p:nvGrpSpPr>
        <p:grpSpPr>
          <a:xfrm>
            <a:off x="8349120" y="6447281"/>
            <a:ext cx="1072742" cy="810000"/>
            <a:chOff x="973803" y="4896393"/>
            <a:chExt cx="715161" cy="540000"/>
          </a:xfrm>
        </p:grpSpPr>
        <p:sp>
          <p:nvSpPr>
            <p:cNvPr id="153" name="矩形 152"/>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54" name="文字方塊 153"/>
                <p:cNvSpPr txBox="1"/>
                <p:nvPr/>
              </p:nvSpPr>
              <p:spPr>
                <a:xfrm>
                  <a:off x="973803" y="494243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54" name="文字方塊 153"/>
                <p:cNvSpPr txBox="1">
                  <a:spLocks noRot="1" noChangeAspect="1" noMove="1" noResize="1" noEditPoints="1" noAdjustHandles="1" noChangeArrowheads="1" noChangeShapeType="1" noTextEdit="1"/>
                </p:cNvSpPr>
                <p:nvPr/>
              </p:nvSpPr>
              <p:spPr>
                <a:xfrm>
                  <a:off x="973803" y="4942431"/>
                  <a:ext cx="715161" cy="430953"/>
                </a:xfrm>
                <a:prstGeom prst="rect">
                  <a:avLst/>
                </a:prstGeom>
                <a:blipFill rotWithShape="1">
                  <a:blip r:embed="rId5"/>
                </a:blipFill>
              </p:spPr>
              <p:txBody>
                <a:bodyPr/>
                <a:lstStyle/>
                <a:p>
                  <a:r>
                    <a:rPr lang="en-US" altLang="en-US">
                      <a:noFill/>
                    </a:rPr>
                    <a:t> </a:t>
                  </a:r>
                </a:p>
              </p:txBody>
            </p:sp>
          </mc:Fallback>
        </mc:AlternateContent>
      </p:grpSp>
      <p:cxnSp>
        <p:nvCxnSpPr>
          <p:cNvPr id="155" name="直線單箭頭接點 154"/>
          <p:cNvCxnSpPr/>
          <p:nvPr/>
        </p:nvCxnSpPr>
        <p:spPr>
          <a:xfrm flipV="1">
            <a:off x="8328071" y="569466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69" name="群組 168"/>
          <p:cNvGrpSpPr/>
          <p:nvPr/>
        </p:nvGrpSpPr>
        <p:grpSpPr>
          <a:xfrm>
            <a:off x="10865688" y="4884665"/>
            <a:ext cx="1072742" cy="810000"/>
            <a:chOff x="1526126" y="3842357"/>
            <a:chExt cx="715161" cy="540000"/>
          </a:xfrm>
        </p:grpSpPr>
        <p:sp>
          <p:nvSpPr>
            <p:cNvPr id="170" name="矩形 169"/>
            <p:cNvSpPr/>
            <p:nvPr/>
          </p:nvSpPr>
          <p:spPr>
            <a:xfrm>
              <a:off x="1717885" y="3842357"/>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1" name="文字方塊 170"/>
                <p:cNvSpPr txBox="1"/>
                <p:nvPr/>
              </p:nvSpPr>
              <p:spPr>
                <a:xfrm>
                  <a:off x="1526126" y="3879900"/>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smtClean="0">
                            <a:latin typeface="Cambria Math" panose="02040503050406030204" pitchFamily="18" charset="0"/>
                          </a:rPr>
                          <m:t>𝒒</m:t>
                        </m:r>
                      </m:oMath>
                    </m:oMathPara>
                  </a14:m>
                  <a:endParaRPr lang="zh-TW" altLang="en-US" sz="3600" b="1" dirty="0"/>
                </a:p>
              </p:txBody>
            </p:sp>
          </mc:Choice>
          <mc:Fallback xmlns="">
            <p:sp>
              <p:nvSpPr>
                <p:cNvPr id="171" name="文字方塊 170"/>
                <p:cNvSpPr txBox="1">
                  <a:spLocks noRot="1" noChangeAspect="1" noMove="1" noResize="1" noEditPoints="1" noAdjustHandles="1" noChangeArrowheads="1" noChangeShapeType="1" noTextEdit="1"/>
                </p:cNvSpPr>
                <p:nvPr/>
              </p:nvSpPr>
              <p:spPr>
                <a:xfrm>
                  <a:off x="1526126" y="3879900"/>
                  <a:ext cx="715161" cy="430107"/>
                </a:xfrm>
                <a:prstGeom prst="rect">
                  <a:avLst/>
                </a:prstGeom>
                <a:blipFill rotWithShape="1">
                  <a:blip r:embed="rId6"/>
                </a:blipFill>
              </p:spPr>
              <p:txBody>
                <a:bodyPr/>
                <a:lstStyle/>
                <a:p>
                  <a:r>
                    <a:rPr lang="en-US" altLang="en-US">
                      <a:noFill/>
                    </a:rPr>
                    <a:t> </a:t>
                  </a:r>
                </a:p>
              </p:txBody>
            </p:sp>
          </mc:Fallback>
        </mc:AlternateContent>
      </p:grpSp>
      <p:cxnSp>
        <p:nvCxnSpPr>
          <p:cNvPr id="177" name="直線單箭頭接點 176"/>
          <p:cNvCxnSpPr/>
          <p:nvPr/>
        </p:nvCxnSpPr>
        <p:spPr>
          <a:xfrm flipV="1">
            <a:off x="11393520" y="5747103"/>
            <a:ext cx="0" cy="769235"/>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78" name="群組 177"/>
          <p:cNvGrpSpPr/>
          <p:nvPr/>
        </p:nvGrpSpPr>
        <p:grpSpPr>
          <a:xfrm>
            <a:off x="10890315" y="6483065"/>
            <a:ext cx="1072742" cy="810000"/>
            <a:chOff x="973803" y="4896393"/>
            <a:chExt cx="715161" cy="540000"/>
          </a:xfrm>
        </p:grpSpPr>
        <p:sp>
          <p:nvSpPr>
            <p:cNvPr id="179" name="矩形 178"/>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80" name="文字方塊 179"/>
            <p:cNvSpPr txBox="1"/>
            <p:nvPr/>
          </p:nvSpPr>
          <p:spPr>
            <a:xfrm>
              <a:off x="973803" y="4942431"/>
              <a:ext cx="715161" cy="430107"/>
            </a:xfrm>
            <a:prstGeom prst="rect">
              <a:avLst/>
            </a:prstGeom>
            <a:noFill/>
          </p:spPr>
          <p:txBody>
            <a:bodyPr wrap="square" rtlCol="0">
              <a:spAutoFit/>
            </a:bodyPr>
            <a:lstStyle/>
            <a:p>
              <a:endParaRPr lang="zh-TW" altLang="en-US" sz="3600" b="1" dirty="0"/>
            </a:p>
          </p:txBody>
        </p:sp>
      </p:grpSp>
      <p:grpSp>
        <p:nvGrpSpPr>
          <p:cNvPr id="199" name="群組 198"/>
          <p:cNvGrpSpPr/>
          <p:nvPr/>
        </p:nvGrpSpPr>
        <p:grpSpPr>
          <a:xfrm>
            <a:off x="10832955" y="1818486"/>
            <a:ext cx="1072742" cy="810000"/>
            <a:chOff x="973803" y="4896393"/>
            <a:chExt cx="715161" cy="540000"/>
          </a:xfrm>
        </p:grpSpPr>
        <p:sp>
          <p:nvSpPr>
            <p:cNvPr id="200" name="矩形 199"/>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1" name="文字方塊 200"/>
                <p:cNvSpPr txBox="1"/>
                <p:nvPr/>
              </p:nvSpPr>
              <p:spPr>
                <a:xfrm>
                  <a:off x="973803" y="4942431"/>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smtClean="0">
                            <a:latin typeface="Cambria Math" panose="02040503050406030204" pitchFamily="18" charset="0"/>
                          </a:rPr>
                          <m:t>𝒗</m:t>
                        </m:r>
                      </m:oMath>
                    </m:oMathPara>
                  </a14:m>
                  <a:endParaRPr lang="zh-TW" altLang="en-US" sz="3600" b="1" dirty="0"/>
                </a:p>
              </p:txBody>
            </p:sp>
          </mc:Choice>
          <mc:Fallback xmlns="">
            <p:sp>
              <p:nvSpPr>
                <p:cNvPr id="201" name="文字方塊 200"/>
                <p:cNvSpPr txBox="1">
                  <a:spLocks noRot="1" noChangeAspect="1" noMove="1" noResize="1" noEditPoints="1" noAdjustHandles="1" noChangeArrowheads="1" noChangeShapeType="1" noTextEdit="1"/>
                </p:cNvSpPr>
                <p:nvPr/>
              </p:nvSpPr>
              <p:spPr>
                <a:xfrm>
                  <a:off x="973803" y="4942431"/>
                  <a:ext cx="715161" cy="430107"/>
                </a:xfrm>
                <a:prstGeom prst="rect">
                  <a:avLst/>
                </a:prstGeom>
                <a:blipFill rotWithShape="1">
                  <a:blip r:embed="rId7"/>
                </a:blipFill>
              </p:spPr>
              <p:txBody>
                <a:bodyPr/>
                <a:lstStyle/>
                <a:p>
                  <a:r>
                    <a:rPr lang="en-US" altLang="en-US">
                      <a:noFill/>
                    </a:rPr>
                    <a:t> </a:t>
                  </a:r>
                </a:p>
              </p:txBody>
            </p:sp>
          </mc:Fallback>
        </mc:AlternateContent>
      </p:grpSp>
      <p:sp>
        <p:nvSpPr>
          <p:cNvPr id="202" name="矩形: 圓角 201"/>
          <p:cNvSpPr/>
          <p:nvPr/>
        </p:nvSpPr>
        <p:spPr>
          <a:xfrm>
            <a:off x="10728486" y="747096"/>
            <a:ext cx="1200711" cy="7050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grpSp>
        <p:nvGrpSpPr>
          <p:cNvPr id="206" name="群組 106"/>
          <p:cNvGrpSpPr/>
          <p:nvPr/>
        </p:nvGrpSpPr>
        <p:grpSpPr bwMode="auto">
          <a:xfrm flipH="1">
            <a:off x="3583436" y="9147603"/>
            <a:ext cx="5980046" cy="788534"/>
            <a:chOff x="467932" y="3914400"/>
            <a:chExt cx="2909888" cy="576263"/>
          </a:xfrm>
        </p:grpSpPr>
        <p:pic>
          <p:nvPicPr>
            <p:cNvPr id="207"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10" name="直線單箭頭接點 209"/>
          <p:cNvCxnSpPr/>
          <p:nvPr/>
        </p:nvCxnSpPr>
        <p:spPr>
          <a:xfrm flipV="1">
            <a:off x="4221909" y="7278167"/>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直線單箭頭接點 210"/>
          <p:cNvCxnSpPr/>
          <p:nvPr/>
        </p:nvCxnSpPr>
        <p:spPr>
          <a:xfrm flipV="1">
            <a:off x="6609444" y="7240944"/>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直線單箭頭接點 211"/>
          <p:cNvCxnSpPr/>
          <p:nvPr/>
        </p:nvCxnSpPr>
        <p:spPr>
          <a:xfrm flipV="1">
            <a:off x="8885490" y="7278165"/>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線單箭頭接點 215"/>
          <p:cNvCxnSpPr/>
          <p:nvPr/>
        </p:nvCxnSpPr>
        <p:spPr>
          <a:xfrm flipV="1">
            <a:off x="4225422" y="8787803"/>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線單箭頭接點 216"/>
          <p:cNvCxnSpPr/>
          <p:nvPr/>
        </p:nvCxnSpPr>
        <p:spPr>
          <a:xfrm flipV="1">
            <a:off x="6627135" y="8797452"/>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線單箭頭接點 217"/>
          <p:cNvCxnSpPr/>
          <p:nvPr/>
        </p:nvCxnSpPr>
        <p:spPr>
          <a:xfrm flipV="1">
            <a:off x="8885490" y="8755641"/>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矩形 212"/>
          <p:cNvSpPr/>
          <p:nvPr/>
        </p:nvSpPr>
        <p:spPr>
          <a:xfrm>
            <a:off x="4106060" y="9172421"/>
            <a:ext cx="231699" cy="78853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214" name="矩形 213"/>
          <p:cNvSpPr/>
          <p:nvPr/>
        </p:nvSpPr>
        <p:spPr>
          <a:xfrm>
            <a:off x="6489515" y="9140259"/>
            <a:ext cx="231699" cy="78853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215" name="矩形 214"/>
          <p:cNvSpPr/>
          <p:nvPr/>
        </p:nvSpPr>
        <p:spPr>
          <a:xfrm>
            <a:off x="8760389" y="9144363"/>
            <a:ext cx="231699" cy="78853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196" name="矩形: 圓角 195"/>
          <p:cNvSpPr/>
          <p:nvPr/>
        </p:nvSpPr>
        <p:spPr>
          <a:xfrm>
            <a:off x="3266009" y="7717928"/>
            <a:ext cx="6596391" cy="1040379"/>
          </a:xfrm>
          <a:prstGeom prst="roundRect">
            <a:avLst/>
          </a:prstGeom>
          <a:blipFill rotWithShape="1">
            <a:blip r:embed="rId9"/>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3600" dirty="0"/>
              <a:t>Encoder</a:t>
            </a:r>
            <a:endParaRPr lang="zh-TW" altLang="en-US" sz="3600" dirty="0"/>
          </a:p>
        </p:txBody>
      </p:sp>
      <p:sp>
        <p:nvSpPr>
          <p:cNvPr id="222" name="文字方塊 221"/>
          <p:cNvSpPr txBox="1"/>
          <p:nvPr/>
        </p:nvSpPr>
        <p:spPr>
          <a:xfrm>
            <a:off x="9869169" y="9175836"/>
            <a:ext cx="1545771" cy="106680"/>
          </a:xfrm>
          <a:prstGeom prst="rect">
            <a:avLst/>
          </a:prstGeom>
          <a:noFill/>
        </p:spPr>
        <p:txBody>
          <a:bodyPr wrap="square" rtlCol="0">
            <a:spAutoFit/>
          </a:bodyPr>
          <a:lstStyle/>
          <a:p>
            <a:pPr algn="ctr"/>
            <a:r>
              <a:rPr lang="en-US" altLang="zh-TW" sz="100" dirty="0"/>
              <a:t>START</a:t>
            </a:r>
            <a:endParaRPr lang="zh-TW" altLang="en-US" sz="100" dirty="0"/>
          </a:p>
        </p:txBody>
      </p:sp>
      <p:grpSp>
        <p:nvGrpSpPr>
          <p:cNvPr id="223" name="群組 222"/>
          <p:cNvGrpSpPr/>
          <p:nvPr/>
        </p:nvGrpSpPr>
        <p:grpSpPr>
          <a:xfrm>
            <a:off x="11201595" y="8877041"/>
            <a:ext cx="359370" cy="1080000"/>
            <a:chOff x="3445729" y="5741259"/>
            <a:chExt cx="239580" cy="720000"/>
          </a:xfrm>
        </p:grpSpPr>
        <p:sp>
          <p:nvSpPr>
            <p:cNvPr id="224" name="矩形 223"/>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225" name="橢圓 224"/>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cxnSp>
        <p:nvCxnSpPr>
          <p:cNvPr id="227" name="直線單箭頭接點 226"/>
          <p:cNvCxnSpPr/>
          <p:nvPr/>
        </p:nvCxnSpPr>
        <p:spPr>
          <a:xfrm flipV="1">
            <a:off x="11381280" y="7333310"/>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1" name="橢圓 230"/>
          <p:cNvSpPr/>
          <p:nvPr/>
        </p:nvSpPr>
        <p:spPr>
          <a:xfrm>
            <a:off x="5917349" y="33840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233" name="橢圓 232"/>
          <p:cNvSpPr/>
          <p:nvPr/>
        </p:nvSpPr>
        <p:spPr>
          <a:xfrm>
            <a:off x="3552468" y="332681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234" name="直線單箭頭接點 233"/>
          <p:cNvCxnSpPr>
            <a:stCxn id="13" idx="0"/>
          </p:cNvCxnSpPr>
          <p:nvPr/>
        </p:nvCxnSpPr>
        <p:spPr>
          <a:xfrm flipH="1" flipV="1">
            <a:off x="3707041" y="3619916"/>
            <a:ext cx="0" cy="12799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5" name="文字方塊 234"/>
              <p:cNvSpPr txBox="1"/>
              <p:nvPr/>
            </p:nvSpPr>
            <p:spPr>
              <a:xfrm>
                <a:off x="3453558" y="2713728"/>
                <a:ext cx="53276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35" name="文字方塊 234"/>
              <p:cNvSpPr txBox="1">
                <a:spLocks noRot="1" noChangeAspect="1" noMove="1" noResize="1" noEditPoints="1" noAdjustHandles="1" noChangeArrowheads="1" noChangeShapeType="1" noTextEdit="1"/>
              </p:cNvSpPr>
              <p:nvPr/>
            </p:nvSpPr>
            <p:spPr>
              <a:xfrm>
                <a:off x="3453558" y="2713728"/>
                <a:ext cx="532765" cy="553720"/>
              </a:xfrm>
              <a:prstGeom prst="rect">
                <a:avLst/>
              </a:prstGeom>
              <a:blipFill rotWithShape="1">
                <a:blip r:embed="rId10"/>
                <a:stretch>
                  <a:fillRect l="-80" t="-67" r="-14342" b="6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6" name="文字方塊 235"/>
              <p:cNvSpPr txBox="1"/>
              <p:nvPr/>
            </p:nvSpPr>
            <p:spPr>
              <a:xfrm>
                <a:off x="5837531" y="2724617"/>
                <a:ext cx="538480"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2</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36" name="文字方塊 235"/>
              <p:cNvSpPr txBox="1">
                <a:spLocks noRot="1" noChangeAspect="1" noMove="1" noResize="1" noEditPoints="1" noAdjustHandles="1" noChangeArrowheads="1" noChangeShapeType="1" noTextEdit="1"/>
              </p:cNvSpPr>
              <p:nvPr/>
            </p:nvSpPr>
            <p:spPr>
              <a:xfrm>
                <a:off x="5837531" y="2724617"/>
                <a:ext cx="538480" cy="553720"/>
              </a:xfrm>
              <a:prstGeom prst="rect">
                <a:avLst/>
              </a:prstGeom>
              <a:blipFill rotWithShape="1">
                <a:blip r:embed="rId11"/>
                <a:stretch>
                  <a:fillRect l="-113" t="-84" r="-13566" b="8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7" name="文字方塊 236"/>
              <p:cNvSpPr txBox="1"/>
              <p:nvPr/>
            </p:nvSpPr>
            <p:spPr>
              <a:xfrm>
                <a:off x="8047328" y="2735502"/>
                <a:ext cx="53848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3</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37" name="文字方塊 236"/>
              <p:cNvSpPr txBox="1">
                <a:spLocks noRot="1" noChangeAspect="1" noMove="1" noResize="1" noEditPoints="1" noAdjustHandles="1" noChangeArrowheads="1" noChangeShapeType="1" noTextEdit="1"/>
              </p:cNvSpPr>
              <p:nvPr/>
            </p:nvSpPr>
            <p:spPr>
              <a:xfrm>
                <a:off x="8047328" y="2735502"/>
                <a:ext cx="538480" cy="556260"/>
              </a:xfrm>
              <a:prstGeom prst="rect">
                <a:avLst/>
              </a:prstGeom>
              <a:blipFill rotWithShape="1">
                <a:blip r:embed="rId12"/>
                <a:stretch>
                  <a:fillRect l="-113" t="-100" r="-13566" b="100"/>
                </a:stretch>
              </a:blipFill>
            </p:spPr>
            <p:txBody>
              <a:bodyPr/>
              <a:lstStyle/>
              <a:p>
                <a:r>
                  <a:rPr lang="en-US" altLang="en-US">
                    <a:noFill/>
                  </a:rPr>
                  <a:t> </a:t>
                </a:r>
              </a:p>
            </p:txBody>
          </p:sp>
        </mc:Fallback>
      </mc:AlternateContent>
      <p:cxnSp>
        <p:nvCxnSpPr>
          <p:cNvPr id="239" name="直線單箭頭接點 238"/>
          <p:cNvCxnSpPr>
            <a:stCxn id="170" idx="0"/>
            <a:endCxn id="233" idx="4"/>
          </p:cNvCxnSpPr>
          <p:nvPr/>
        </p:nvCxnSpPr>
        <p:spPr>
          <a:xfrm flipH="1" flipV="1">
            <a:off x="3687468" y="3596810"/>
            <a:ext cx="7681859" cy="128785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線單箭頭接點 241"/>
          <p:cNvCxnSpPr>
            <a:stCxn id="170" idx="0"/>
            <a:endCxn id="231" idx="4"/>
          </p:cNvCxnSpPr>
          <p:nvPr/>
        </p:nvCxnSpPr>
        <p:spPr>
          <a:xfrm flipH="1" flipV="1">
            <a:off x="6052349" y="3654030"/>
            <a:ext cx="5316978" cy="123063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直線單箭頭接點 249"/>
          <p:cNvCxnSpPr/>
          <p:nvPr/>
        </p:nvCxnSpPr>
        <p:spPr>
          <a:xfrm flipH="1" flipV="1">
            <a:off x="6034734" y="3633860"/>
            <a:ext cx="0" cy="12799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直線單箭頭接點 250"/>
          <p:cNvCxnSpPr/>
          <p:nvPr/>
        </p:nvCxnSpPr>
        <p:spPr>
          <a:xfrm flipH="1" flipV="1">
            <a:off x="8324295" y="3663458"/>
            <a:ext cx="0" cy="12799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直線單箭頭接點 258"/>
          <p:cNvCxnSpPr>
            <a:endCxn id="261" idx="2"/>
          </p:cNvCxnSpPr>
          <p:nvPr/>
        </p:nvCxnSpPr>
        <p:spPr>
          <a:xfrm flipH="1" flipV="1">
            <a:off x="7095882" y="3819368"/>
            <a:ext cx="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60" name="群組 259"/>
          <p:cNvGrpSpPr/>
          <p:nvPr/>
        </p:nvGrpSpPr>
        <p:grpSpPr>
          <a:xfrm>
            <a:off x="6872094" y="3354348"/>
            <a:ext cx="447575" cy="465020"/>
            <a:chOff x="-105878" y="1740168"/>
            <a:chExt cx="461666" cy="461665"/>
          </a:xfrm>
        </p:grpSpPr>
        <p:sp>
          <p:nvSpPr>
            <p:cNvPr id="261" name="矩形 26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62" name="群組 261"/>
            <p:cNvGrpSpPr/>
            <p:nvPr/>
          </p:nvGrpSpPr>
          <p:grpSpPr>
            <a:xfrm rot="21265833">
              <a:off x="-30571" y="1828628"/>
              <a:ext cx="317144" cy="302092"/>
              <a:chOff x="-43095" y="1828685"/>
              <a:chExt cx="317144" cy="302092"/>
            </a:xfrm>
          </p:grpSpPr>
          <p:cxnSp>
            <p:nvCxnSpPr>
              <p:cNvPr id="263" name="直線接點 26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直線接點 263"/>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66" name="直線單箭頭接點 265"/>
          <p:cNvCxnSpPr/>
          <p:nvPr/>
        </p:nvCxnSpPr>
        <p:spPr>
          <a:xfrm flipH="1" flipV="1">
            <a:off x="9389559" y="3804393"/>
            <a:ext cx="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67" name="群組 266"/>
          <p:cNvGrpSpPr/>
          <p:nvPr/>
        </p:nvGrpSpPr>
        <p:grpSpPr>
          <a:xfrm>
            <a:off x="9144000" y="3339374"/>
            <a:ext cx="447575" cy="465020"/>
            <a:chOff x="-105878" y="1740168"/>
            <a:chExt cx="461666" cy="461665"/>
          </a:xfrm>
        </p:grpSpPr>
        <p:sp>
          <p:nvSpPr>
            <p:cNvPr id="268" name="矩形 267"/>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69" name="群組 268"/>
            <p:cNvGrpSpPr/>
            <p:nvPr/>
          </p:nvGrpSpPr>
          <p:grpSpPr>
            <a:xfrm rot="21265833">
              <a:off x="-30571" y="1828628"/>
              <a:ext cx="317144" cy="302092"/>
              <a:chOff x="-43095" y="1828685"/>
              <a:chExt cx="317144" cy="302092"/>
            </a:xfrm>
          </p:grpSpPr>
          <p:cxnSp>
            <p:nvCxnSpPr>
              <p:cNvPr id="270" name="直線接點 269"/>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線接點 270"/>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74" name="直線單箭頭接點 273"/>
          <p:cNvCxnSpPr/>
          <p:nvPr/>
        </p:nvCxnSpPr>
        <p:spPr>
          <a:xfrm>
            <a:off x="6243177" y="3559416"/>
            <a:ext cx="6154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直線單箭頭接點 274"/>
          <p:cNvCxnSpPr/>
          <p:nvPr/>
        </p:nvCxnSpPr>
        <p:spPr>
          <a:xfrm>
            <a:off x="8502069" y="3550112"/>
            <a:ext cx="6154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8" name="矩形: 圓角 197"/>
          <p:cNvSpPr/>
          <p:nvPr/>
        </p:nvSpPr>
        <p:spPr>
          <a:xfrm>
            <a:off x="10804502" y="7659455"/>
            <a:ext cx="4594485" cy="788534"/>
          </a:xfrm>
          <a:prstGeom prst="roundRect">
            <a:avLst/>
          </a:prstGeom>
          <a:blipFill rotWithShape="1">
            <a:blip r:embed="rId13"/>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3600" dirty="0"/>
              <a:t>Self-attention (Mask)</a:t>
            </a:r>
            <a:endParaRPr lang="zh-TW" altLang="en-US" sz="3600" dirty="0"/>
          </a:p>
        </p:txBody>
      </p:sp>
      <p:sp>
        <p:nvSpPr>
          <p:cNvPr id="282" name="左大括弧 281"/>
          <p:cNvSpPr/>
          <p:nvPr/>
        </p:nvSpPr>
        <p:spPr>
          <a:xfrm flipH="1">
            <a:off x="12233063" y="1818486"/>
            <a:ext cx="864143" cy="4733637"/>
          </a:xfrm>
          <a:prstGeom prst="leftBrace">
            <a:avLst>
              <a:gd name="adj1" fmla="val 23534"/>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0"/>
          </a:p>
        </p:txBody>
      </p:sp>
      <p:sp>
        <p:nvSpPr>
          <p:cNvPr id="283" name="文字方塊 282"/>
          <p:cNvSpPr txBox="1"/>
          <p:nvPr/>
        </p:nvSpPr>
        <p:spPr>
          <a:xfrm>
            <a:off x="13283178" y="3487215"/>
            <a:ext cx="2426141" cy="1198880"/>
          </a:xfrm>
          <a:prstGeom prst="rect">
            <a:avLst/>
          </a:prstGeom>
          <a:noFill/>
        </p:spPr>
        <p:txBody>
          <a:bodyPr wrap="square" rtlCol="0">
            <a:spAutoFit/>
          </a:bodyPr>
          <a:lstStyle/>
          <a:p>
            <a:r>
              <a:rPr lang="en-US" altLang="zh-TW" sz="3600" dirty="0"/>
              <a:t>Cross attention</a:t>
            </a:r>
            <a:endParaRPr lang="zh-TW" altLang="en-US" sz="3600" dirty="0"/>
          </a:p>
        </p:txBody>
      </p:sp>
      <p:grpSp>
        <p:nvGrpSpPr>
          <p:cNvPr id="129" name="群組 128"/>
          <p:cNvGrpSpPr/>
          <p:nvPr/>
        </p:nvGrpSpPr>
        <p:grpSpPr>
          <a:xfrm>
            <a:off x="4249728" y="4825889"/>
            <a:ext cx="1072742" cy="810000"/>
            <a:chOff x="1526126" y="3842357"/>
            <a:chExt cx="715161" cy="540000"/>
          </a:xfrm>
        </p:grpSpPr>
        <p:sp>
          <p:nvSpPr>
            <p:cNvPr id="10" name="矩形 9"/>
            <p:cNvSpPr/>
            <p:nvPr/>
          </p:nvSpPr>
          <p:spPr>
            <a:xfrm>
              <a:off x="1717885" y="384235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1" name="文字方塊 10"/>
                <p:cNvSpPr txBox="1"/>
                <p:nvPr/>
              </p:nvSpPr>
              <p:spPr>
                <a:xfrm>
                  <a:off x="1526126" y="387990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1526126" y="3879900"/>
                  <a:ext cx="715161" cy="430953"/>
                </a:xfrm>
                <a:prstGeom prst="rect">
                  <a:avLst/>
                </a:prstGeom>
                <a:blipFill rotWithShape="1">
                  <a:blip r:embed="rId14"/>
                </a:blipFill>
              </p:spPr>
              <p:txBody>
                <a:bodyPr/>
                <a:lstStyle/>
                <a:p>
                  <a:r>
                    <a:rPr lang="en-US" altLang="en-US">
                      <a:noFill/>
                    </a:rPr>
                    <a:t> </a:t>
                  </a:r>
                </a:p>
              </p:txBody>
            </p:sp>
          </mc:Fallback>
        </mc:AlternateContent>
      </p:grpSp>
      <p:grpSp>
        <p:nvGrpSpPr>
          <p:cNvPr id="128" name="群組 127"/>
          <p:cNvGrpSpPr/>
          <p:nvPr/>
        </p:nvGrpSpPr>
        <p:grpSpPr>
          <a:xfrm>
            <a:off x="3170703" y="4828176"/>
            <a:ext cx="1072742" cy="810000"/>
            <a:chOff x="964022" y="3842357"/>
            <a:chExt cx="715161" cy="540000"/>
          </a:xfrm>
        </p:grpSpPr>
        <p:sp>
          <p:nvSpPr>
            <p:cNvPr id="12" name="矩形 11"/>
            <p:cNvSpPr/>
            <p:nvPr/>
          </p:nvSpPr>
          <p:spPr>
            <a:xfrm>
              <a:off x="1161005" y="3842357"/>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 name="文字方塊 12"/>
                <p:cNvSpPr txBox="1"/>
                <p:nvPr/>
              </p:nvSpPr>
              <p:spPr>
                <a:xfrm>
                  <a:off x="964022" y="389017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964022" y="3890174"/>
                  <a:ext cx="715161" cy="430953"/>
                </a:xfrm>
                <a:prstGeom prst="rect">
                  <a:avLst/>
                </a:prstGeom>
                <a:blipFill rotWithShape="1">
                  <a:blip r:embed="rId15"/>
                </a:blipFill>
              </p:spPr>
              <p:txBody>
                <a:bodyPr/>
                <a:lstStyle/>
                <a:p>
                  <a:r>
                    <a:rPr lang="en-US" altLang="en-US">
                      <a:noFill/>
                    </a:rPr>
                    <a:t> </a:t>
                  </a:r>
                </a:p>
              </p:txBody>
            </p:sp>
          </mc:Fallback>
        </mc:AlternateContent>
      </p:grpSp>
      <p:grpSp>
        <p:nvGrpSpPr>
          <p:cNvPr id="130" name="群組 129"/>
          <p:cNvGrpSpPr/>
          <p:nvPr/>
        </p:nvGrpSpPr>
        <p:grpSpPr>
          <a:xfrm>
            <a:off x="6594728" y="4845183"/>
            <a:ext cx="1072742" cy="810000"/>
            <a:chOff x="1526126" y="3842357"/>
            <a:chExt cx="715161" cy="540000"/>
          </a:xfrm>
        </p:grpSpPr>
        <p:sp>
          <p:nvSpPr>
            <p:cNvPr id="131" name="矩形 130"/>
            <p:cNvSpPr/>
            <p:nvPr/>
          </p:nvSpPr>
          <p:spPr>
            <a:xfrm>
              <a:off x="1717885" y="384235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2" name="文字方塊 131"/>
                <p:cNvSpPr txBox="1"/>
                <p:nvPr/>
              </p:nvSpPr>
              <p:spPr>
                <a:xfrm>
                  <a:off x="1526126" y="387990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2" name="文字方塊 131"/>
                <p:cNvSpPr txBox="1">
                  <a:spLocks noRot="1" noChangeAspect="1" noMove="1" noResize="1" noEditPoints="1" noAdjustHandles="1" noChangeArrowheads="1" noChangeShapeType="1" noTextEdit="1"/>
                </p:cNvSpPr>
                <p:nvPr/>
              </p:nvSpPr>
              <p:spPr>
                <a:xfrm>
                  <a:off x="1526126" y="3879900"/>
                  <a:ext cx="715161" cy="430953"/>
                </a:xfrm>
                <a:prstGeom prst="rect">
                  <a:avLst/>
                </a:prstGeom>
                <a:blipFill rotWithShape="1">
                  <a:blip r:embed="rId16"/>
                </a:blipFill>
              </p:spPr>
              <p:txBody>
                <a:bodyPr/>
                <a:lstStyle/>
                <a:p>
                  <a:r>
                    <a:rPr lang="en-US" altLang="en-US">
                      <a:noFill/>
                    </a:rPr>
                    <a:t> </a:t>
                  </a:r>
                </a:p>
              </p:txBody>
            </p:sp>
          </mc:Fallback>
        </mc:AlternateContent>
      </p:grpSp>
      <p:grpSp>
        <p:nvGrpSpPr>
          <p:cNvPr id="133" name="群組 132"/>
          <p:cNvGrpSpPr/>
          <p:nvPr/>
        </p:nvGrpSpPr>
        <p:grpSpPr>
          <a:xfrm>
            <a:off x="5515703" y="4847471"/>
            <a:ext cx="1072742" cy="810000"/>
            <a:chOff x="964022" y="3842357"/>
            <a:chExt cx="715161" cy="540000"/>
          </a:xfrm>
        </p:grpSpPr>
        <p:sp>
          <p:nvSpPr>
            <p:cNvPr id="134" name="矩形 133"/>
            <p:cNvSpPr/>
            <p:nvPr/>
          </p:nvSpPr>
          <p:spPr>
            <a:xfrm>
              <a:off x="1161005" y="3842357"/>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35" name="文字方塊 134"/>
                <p:cNvSpPr txBox="1"/>
                <p:nvPr/>
              </p:nvSpPr>
              <p:spPr>
                <a:xfrm>
                  <a:off x="964022" y="389017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35" name="文字方塊 134"/>
                <p:cNvSpPr txBox="1">
                  <a:spLocks noRot="1" noChangeAspect="1" noMove="1" noResize="1" noEditPoints="1" noAdjustHandles="1" noChangeArrowheads="1" noChangeShapeType="1" noTextEdit="1"/>
                </p:cNvSpPr>
                <p:nvPr/>
              </p:nvSpPr>
              <p:spPr>
                <a:xfrm>
                  <a:off x="964022" y="3890174"/>
                  <a:ext cx="715161" cy="430953"/>
                </a:xfrm>
                <a:prstGeom prst="rect">
                  <a:avLst/>
                </a:prstGeom>
                <a:blipFill rotWithShape="1">
                  <a:blip r:embed="rId17"/>
                </a:blipFill>
              </p:spPr>
              <p:txBody>
                <a:bodyPr/>
                <a:lstStyle/>
                <a:p>
                  <a:r>
                    <a:rPr lang="en-US" altLang="en-US">
                      <a:noFill/>
                    </a:rPr>
                    <a:t> </a:t>
                  </a:r>
                </a:p>
              </p:txBody>
            </p:sp>
          </mc:Fallback>
        </mc:AlternateContent>
      </p:grpSp>
      <p:grpSp>
        <p:nvGrpSpPr>
          <p:cNvPr id="143" name="群組 142"/>
          <p:cNvGrpSpPr/>
          <p:nvPr/>
        </p:nvGrpSpPr>
        <p:grpSpPr>
          <a:xfrm>
            <a:off x="8875391" y="4842980"/>
            <a:ext cx="1072742" cy="810000"/>
            <a:chOff x="1526126" y="3842357"/>
            <a:chExt cx="715161" cy="540000"/>
          </a:xfrm>
        </p:grpSpPr>
        <p:sp>
          <p:nvSpPr>
            <p:cNvPr id="144" name="矩形 143"/>
            <p:cNvSpPr/>
            <p:nvPr/>
          </p:nvSpPr>
          <p:spPr>
            <a:xfrm>
              <a:off x="1717885" y="384235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5" name="文字方塊 144"/>
                <p:cNvSpPr txBox="1"/>
                <p:nvPr/>
              </p:nvSpPr>
              <p:spPr>
                <a:xfrm>
                  <a:off x="1526126" y="387990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45" name="文字方塊 144"/>
                <p:cNvSpPr txBox="1">
                  <a:spLocks noRot="1" noChangeAspect="1" noMove="1" noResize="1" noEditPoints="1" noAdjustHandles="1" noChangeArrowheads="1" noChangeShapeType="1" noTextEdit="1"/>
                </p:cNvSpPr>
                <p:nvPr/>
              </p:nvSpPr>
              <p:spPr>
                <a:xfrm>
                  <a:off x="1526126" y="3879900"/>
                  <a:ext cx="715161" cy="430953"/>
                </a:xfrm>
                <a:prstGeom prst="rect">
                  <a:avLst/>
                </a:prstGeom>
                <a:blipFill rotWithShape="1">
                  <a:blip r:embed="rId18"/>
                </a:blipFill>
              </p:spPr>
              <p:txBody>
                <a:bodyPr/>
                <a:lstStyle/>
                <a:p>
                  <a:r>
                    <a:rPr lang="en-US" altLang="en-US">
                      <a:noFill/>
                    </a:rPr>
                    <a:t> </a:t>
                  </a:r>
                </a:p>
              </p:txBody>
            </p:sp>
          </mc:Fallback>
        </mc:AlternateContent>
      </p:grpSp>
      <p:grpSp>
        <p:nvGrpSpPr>
          <p:cNvPr id="146" name="群組 145"/>
          <p:cNvGrpSpPr/>
          <p:nvPr/>
        </p:nvGrpSpPr>
        <p:grpSpPr>
          <a:xfrm>
            <a:off x="7796366" y="4845267"/>
            <a:ext cx="1072742" cy="810000"/>
            <a:chOff x="964022" y="3842357"/>
            <a:chExt cx="715161" cy="540000"/>
          </a:xfrm>
        </p:grpSpPr>
        <p:sp>
          <p:nvSpPr>
            <p:cNvPr id="147" name="矩形 146"/>
            <p:cNvSpPr/>
            <p:nvPr/>
          </p:nvSpPr>
          <p:spPr>
            <a:xfrm>
              <a:off x="1161005" y="3842357"/>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48" name="文字方塊 147"/>
                <p:cNvSpPr txBox="1"/>
                <p:nvPr/>
              </p:nvSpPr>
              <p:spPr>
                <a:xfrm>
                  <a:off x="964022" y="389017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48" name="文字方塊 147"/>
                <p:cNvSpPr txBox="1">
                  <a:spLocks noRot="1" noChangeAspect="1" noMove="1" noResize="1" noEditPoints="1" noAdjustHandles="1" noChangeArrowheads="1" noChangeShapeType="1" noTextEdit="1"/>
                </p:cNvSpPr>
                <p:nvPr/>
              </p:nvSpPr>
              <p:spPr>
                <a:xfrm>
                  <a:off x="964022" y="3890174"/>
                  <a:ext cx="715161" cy="430953"/>
                </a:xfrm>
                <a:prstGeom prst="rect">
                  <a:avLst/>
                </a:prstGeom>
                <a:blipFill rotWithShape="1">
                  <a:blip r:embed="rId19"/>
                </a:blipFill>
              </p:spPr>
              <p:txBody>
                <a:bodyPr/>
                <a:lstStyle/>
                <a:p>
                  <a:r>
                    <a:rPr lang="en-US" altLang="en-US">
                      <a:noFill/>
                    </a:rPr>
                    <a:t> </a:t>
                  </a:r>
                </a:p>
              </p:txBody>
            </p:sp>
          </mc:Fallback>
        </mc:AlternateContent>
      </p:grpSp>
      <p:cxnSp>
        <p:nvCxnSpPr>
          <p:cNvPr id="285" name="直線單箭頭接點 284"/>
          <p:cNvCxnSpPr/>
          <p:nvPr/>
        </p:nvCxnSpPr>
        <p:spPr>
          <a:xfrm flipV="1">
            <a:off x="4258397" y="6061916"/>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直線單箭頭接點 289"/>
          <p:cNvCxnSpPr/>
          <p:nvPr/>
        </p:nvCxnSpPr>
        <p:spPr>
          <a:xfrm flipV="1">
            <a:off x="6027213" y="6066377"/>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直線單箭頭接點 290"/>
          <p:cNvCxnSpPr/>
          <p:nvPr/>
        </p:nvCxnSpPr>
        <p:spPr>
          <a:xfrm flipV="1">
            <a:off x="6558671" y="6061916"/>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直線單箭頭接點 291"/>
          <p:cNvCxnSpPr/>
          <p:nvPr/>
        </p:nvCxnSpPr>
        <p:spPr>
          <a:xfrm flipV="1">
            <a:off x="8343866" y="6106367"/>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直線單箭頭接點 292"/>
          <p:cNvCxnSpPr/>
          <p:nvPr/>
        </p:nvCxnSpPr>
        <p:spPr>
          <a:xfrm flipV="1">
            <a:off x="8875323" y="6101906"/>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文字方塊 65"/>
          <p:cNvSpPr txBox="1"/>
          <p:nvPr/>
        </p:nvSpPr>
        <p:spPr>
          <a:xfrm>
            <a:off x="9713074" y="941605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5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5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3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8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3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9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5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4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9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89"/>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274"/>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5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6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7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66"/>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26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78"/>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27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83"/>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92"/>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9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280"/>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6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20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8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202" grpId="0" bldLvl="0" animBg="1"/>
      <p:bldP spid="222" grpId="0"/>
      <p:bldP spid="231" grpId="0" bldLvl="0" animBg="1"/>
      <p:bldP spid="233" grpId="0" bldLvl="0" animBg="1"/>
      <p:bldP spid="235" grpId="0"/>
      <p:bldP spid="236" grpId="0"/>
      <p:bldP spid="237" grpId="0"/>
      <p:bldP spid="198" grpId="0" bldLvl="0" animBg="1"/>
      <p:bldP spid="282" grpId="0" bldLvl="0" animBg="1"/>
      <p:bldP spid="28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0" name="直線單箭頭接點 279"/>
          <p:cNvCxnSpPr/>
          <p:nvPr/>
        </p:nvCxnSpPr>
        <p:spPr>
          <a:xfrm flipV="1">
            <a:off x="13171775" y="420197"/>
            <a:ext cx="0" cy="56807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直線單箭頭接點 276"/>
          <p:cNvCxnSpPr/>
          <p:nvPr/>
        </p:nvCxnSpPr>
        <p:spPr>
          <a:xfrm flipV="1">
            <a:off x="7123371" y="2203916"/>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直線單箭頭接點 277"/>
          <p:cNvCxnSpPr/>
          <p:nvPr/>
        </p:nvCxnSpPr>
        <p:spPr>
          <a:xfrm flipV="1">
            <a:off x="4734455" y="2203916"/>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6" name="直線單箭頭接點 225"/>
          <p:cNvCxnSpPr/>
          <p:nvPr/>
        </p:nvCxnSpPr>
        <p:spPr>
          <a:xfrm flipV="1">
            <a:off x="11381280" y="8468498"/>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a:stCxn id="170" idx="0"/>
            <a:endCxn id="46" idx="4"/>
          </p:cNvCxnSpPr>
          <p:nvPr/>
        </p:nvCxnSpPr>
        <p:spPr>
          <a:xfrm flipH="1" flipV="1">
            <a:off x="8306603" y="3663041"/>
            <a:ext cx="4852776" cy="122162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6" name="橢圓 45"/>
          <p:cNvSpPr/>
          <p:nvPr/>
        </p:nvSpPr>
        <p:spPr>
          <a:xfrm>
            <a:off x="8171603" y="3393041"/>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65" name="直線單箭頭接點 64"/>
          <p:cNvCxnSpPr/>
          <p:nvPr/>
        </p:nvCxnSpPr>
        <p:spPr>
          <a:xfrm flipV="1">
            <a:off x="13165392" y="1485519"/>
            <a:ext cx="0" cy="56807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endCxn id="73" idx="2"/>
          </p:cNvCxnSpPr>
          <p:nvPr/>
        </p:nvCxnSpPr>
        <p:spPr>
          <a:xfrm flipH="1" flipV="1">
            <a:off x="4734456" y="3742928"/>
            <a:ext cx="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2" name="群組 71"/>
          <p:cNvGrpSpPr/>
          <p:nvPr/>
        </p:nvGrpSpPr>
        <p:grpSpPr>
          <a:xfrm>
            <a:off x="4510668" y="3277908"/>
            <a:ext cx="447575" cy="465020"/>
            <a:chOff x="-105878" y="1740168"/>
            <a:chExt cx="461666" cy="461665"/>
          </a:xfrm>
        </p:grpSpPr>
        <p:sp>
          <p:nvSpPr>
            <p:cNvPr id="73" name="矩形 72"/>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74" name="群組 73"/>
            <p:cNvGrpSpPr/>
            <p:nvPr/>
          </p:nvGrpSpPr>
          <p:grpSpPr>
            <a:xfrm rot="21265833">
              <a:off x="-30571" y="1828628"/>
              <a:ext cx="317144" cy="302092"/>
              <a:chOff x="-43095" y="1828685"/>
              <a:chExt cx="317144" cy="302092"/>
            </a:xfrm>
          </p:grpSpPr>
          <p:cxnSp>
            <p:nvCxnSpPr>
              <p:cNvPr id="75" name="直線接點 74"/>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接點 75"/>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3" name="直線單箭頭接點 82"/>
          <p:cNvCxnSpPr/>
          <p:nvPr/>
        </p:nvCxnSpPr>
        <p:spPr>
          <a:xfrm flipV="1">
            <a:off x="9400091" y="2217860"/>
            <a:ext cx="0" cy="1416000"/>
          </a:xfrm>
          <a:prstGeom prst="straightConnector1">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p:nvPr/>
        </p:nvCxnSpPr>
        <p:spPr>
          <a:xfrm>
            <a:off x="3858639" y="3510417"/>
            <a:ext cx="6154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p:nvPr/>
        </p:nvCxnSpPr>
        <p:spPr>
          <a:xfrm flipV="1">
            <a:off x="4706676" y="2203916"/>
            <a:ext cx="824528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69" name="群組 168"/>
          <p:cNvGrpSpPr/>
          <p:nvPr/>
        </p:nvGrpSpPr>
        <p:grpSpPr>
          <a:xfrm>
            <a:off x="12655740" y="4884665"/>
            <a:ext cx="1072742" cy="810000"/>
            <a:chOff x="1526126" y="3842357"/>
            <a:chExt cx="715161" cy="540000"/>
          </a:xfrm>
        </p:grpSpPr>
        <p:sp>
          <p:nvSpPr>
            <p:cNvPr id="170" name="矩形 169"/>
            <p:cNvSpPr/>
            <p:nvPr/>
          </p:nvSpPr>
          <p:spPr>
            <a:xfrm>
              <a:off x="1717885" y="3842357"/>
              <a:ext cx="288000" cy="540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1" name="文字方塊 170"/>
                <p:cNvSpPr txBox="1"/>
                <p:nvPr/>
              </p:nvSpPr>
              <p:spPr>
                <a:xfrm>
                  <a:off x="1526126" y="3879900"/>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smtClean="0">
                            <a:latin typeface="Cambria Math" panose="02040503050406030204" pitchFamily="18" charset="0"/>
                          </a:rPr>
                          <m:t>𝒒</m:t>
                        </m:r>
                        <m:r>
                          <a:rPr lang="en-US" altLang="zh-TW" sz="3600" b="1" i="1" smtClean="0">
                            <a:latin typeface="Cambria Math" panose="02040503050406030204" pitchFamily="18" charset="0"/>
                          </a:rPr>
                          <m:t>′</m:t>
                        </m:r>
                      </m:oMath>
                    </m:oMathPara>
                  </a14:m>
                  <a:endParaRPr lang="zh-TW" altLang="en-US" sz="3600" b="1" dirty="0"/>
                </a:p>
              </p:txBody>
            </p:sp>
          </mc:Choice>
          <mc:Fallback xmlns="">
            <p:sp>
              <p:nvSpPr>
                <p:cNvPr id="171" name="文字方塊 170"/>
                <p:cNvSpPr txBox="1">
                  <a:spLocks noRot="1" noChangeAspect="1" noMove="1" noResize="1" noEditPoints="1" noAdjustHandles="1" noChangeArrowheads="1" noChangeShapeType="1" noTextEdit="1"/>
                </p:cNvSpPr>
                <p:nvPr/>
              </p:nvSpPr>
              <p:spPr>
                <a:xfrm>
                  <a:off x="1526126" y="3879900"/>
                  <a:ext cx="715161" cy="430107"/>
                </a:xfrm>
                <a:prstGeom prst="rect">
                  <a:avLst/>
                </a:prstGeom>
                <a:blipFill rotWithShape="1">
                  <a:blip r:embed="rId3"/>
                </a:blipFill>
              </p:spPr>
              <p:txBody>
                <a:bodyPr/>
                <a:lstStyle/>
                <a:p>
                  <a:r>
                    <a:rPr lang="en-US" altLang="en-US">
                      <a:noFill/>
                    </a:rPr>
                    <a:t> </a:t>
                  </a:r>
                </a:p>
              </p:txBody>
            </p:sp>
          </mc:Fallback>
        </mc:AlternateContent>
      </p:grpSp>
      <p:cxnSp>
        <p:nvCxnSpPr>
          <p:cNvPr id="177" name="直線單箭頭接點 176"/>
          <p:cNvCxnSpPr/>
          <p:nvPr/>
        </p:nvCxnSpPr>
        <p:spPr>
          <a:xfrm flipV="1">
            <a:off x="13183572" y="5747103"/>
            <a:ext cx="0" cy="769235"/>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78" name="群組 177"/>
          <p:cNvGrpSpPr/>
          <p:nvPr/>
        </p:nvGrpSpPr>
        <p:grpSpPr>
          <a:xfrm>
            <a:off x="10890315" y="6483065"/>
            <a:ext cx="1072742" cy="810000"/>
            <a:chOff x="973803" y="4896393"/>
            <a:chExt cx="715161" cy="540000"/>
          </a:xfrm>
        </p:grpSpPr>
        <p:sp>
          <p:nvSpPr>
            <p:cNvPr id="179" name="矩形 178"/>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80" name="文字方塊 179"/>
            <p:cNvSpPr txBox="1"/>
            <p:nvPr/>
          </p:nvSpPr>
          <p:spPr>
            <a:xfrm>
              <a:off x="973803" y="4942431"/>
              <a:ext cx="715161" cy="430107"/>
            </a:xfrm>
            <a:prstGeom prst="rect">
              <a:avLst/>
            </a:prstGeom>
            <a:noFill/>
          </p:spPr>
          <p:txBody>
            <a:bodyPr wrap="square" rtlCol="0">
              <a:spAutoFit/>
            </a:bodyPr>
            <a:lstStyle/>
            <a:p>
              <a:endParaRPr lang="zh-TW" altLang="en-US" sz="3600" b="1" dirty="0"/>
            </a:p>
          </p:txBody>
        </p:sp>
      </p:grpSp>
      <p:grpSp>
        <p:nvGrpSpPr>
          <p:cNvPr id="199" name="群組 198"/>
          <p:cNvGrpSpPr/>
          <p:nvPr/>
        </p:nvGrpSpPr>
        <p:grpSpPr>
          <a:xfrm>
            <a:off x="12669506" y="1818486"/>
            <a:ext cx="1072742" cy="810000"/>
            <a:chOff x="973803" y="4896393"/>
            <a:chExt cx="715161" cy="540000"/>
          </a:xfrm>
        </p:grpSpPr>
        <p:sp>
          <p:nvSpPr>
            <p:cNvPr id="200" name="矩形 199"/>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1" name="文字方塊 200"/>
                <p:cNvSpPr txBox="1"/>
                <p:nvPr/>
              </p:nvSpPr>
              <p:spPr>
                <a:xfrm>
                  <a:off x="973803" y="4942431"/>
                  <a:ext cx="715161" cy="430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3600" b="1" i="1" smtClean="0">
                            <a:latin typeface="Cambria Math" panose="02040503050406030204" pitchFamily="18" charset="0"/>
                          </a:rPr>
                          <m:t>𝒗</m:t>
                        </m:r>
                        <m:r>
                          <a:rPr lang="en-US" altLang="zh-TW" sz="3600" b="1" i="1" smtClean="0">
                            <a:latin typeface="Cambria Math" panose="02040503050406030204" pitchFamily="18" charset="0"/>
                          </a:rPr>
                          <m:t>′</m:t>
                        </m:r>
                      </m:oMath>
                    </m:oMathPara>
                  </a14:m>
                  <a:endParaRPr lang="zh-TW" altLang="en-US" sz="3600" b="1" dirty="0"/>
                </a:p>
              </p:txBody>
            </p:sp>
          </mc:Choice>
          <mc:Fallback xmlns="">
            <p:sp>
              <p:nvSpPr>
                <p:cNvPr id="201" name="文字方塊 200"/>
                <p:cNvSpPr txBox="1">
                  <a:spLocks noRot="1" noChangeAspect="1" noMove="1" noResize="1" noEditPoints="1" noAdjustHandles="1" noChangeArrowheads="1" noChangeShapeType="1" noTextEdit="1"/>
                </p:cNvSpPr>
                <p:nvPr/>
              </p:nvSpPr>
              <p:spPr>
                <a:xfrm>
                  <a:off x="973803" y="4942431"/>
                  <a:ext cx="715161" cy="430107"/>
                </a:xfrm>
                <a:prstGeom prst="rect">
                  <a:avLst/>
                </a:prstGeom>
                <a:blipFill rotWithShape="1">
                  <a:blip r:embed="rId4"/>
                </a:blipFill>
              </p:spPr>
              <p:txBody>
                <a:bodyPr/>
                <a:lstStyle/>
                <a:p>
                  <a:r>
                    <a:rPr lang="en-US" altLang="en-US">
                      <a:noFill/>
                    </a:rPr>
                    <a:t> </a:t>
                  </a:r>
                </a:p>
              </p:txBody>
            </p:sp>
          </mc:Fallback>
        </mc:AlternateContent>
      </p:grpSp>
      <p:sp>
        <p:nvSpPr>
          <p:cNvPr id="202" name="矩形: 圓角 201"/>
          <p:cNvSpPr/>
          <p:nvPr/>
        </p:nvSpPr>
        <p:spPr>
          <a:xfrm>
            <a:off x="12565037" y="747096"/>
            <a:ext cx="1200711" cy="7050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3600" dirty="0"/>
              <a:t>FC</a:t>
            </a:r>
            <a:endParaRPr lang="zh-TW" altLang="en-US" sz="3600" dirty="0"/>
          </a:p>
        </p:txBody>
      </p:sp>
      <p:grpSp>
        <p:nvGrpSpPr>
          <p:cNvPr id="206" name="群組 106"/>
          <p:cNvGrpSpPr/>
          <p:nvPr/>
        </p:nvGrpSpPr>
        <p:grpSpPr bwMode="auto">
          <a:xfrm flipH="1">
            <a:off x="3583436" y="9147603"/>
            <a:ext cx="5980046" cy="788534"/>
            <a:chOff x="467932" y="3914400"/>
            <a:chExt cx="2909888" cy="576263"/>
          </a:xfrm>
        </p:grpSpPr>
        <p:pic>
          <p:nvPicPr>
            <p:cNvPr id="20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32"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3807" y="3914400"/>
              <a:ext cx="16240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16" name="直線單箭頭接點 215"/>
          <p:cNvCxnSpPr/>
          <p:nvPr/>
        </p:nvCxnSpPr>
        <p:spPr>
          <a:xfrm flipV="1">
            <a:off x="4225422" y="8787803"/>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線單箭頭接點 216"/>
          <p:cNvCxnSpPr/>
          <p:nvPr/>
        </p:nvCxnSpPr>
        <p:spPr>
          <a:xfrm flipV="1">
            <a:off x="6627135" y="8797452"/>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線單箭頭接點 217"/>
          <p:cNvCxnSpPr/>
          <p:nvPr/>
        </p:nvCxnSpPr>
        <p:spPr>
          <a:xfrm flipV="1">
            <a:off x="8885490" y="8755641"/>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矩形 212"/>
          <p:cNvSpPr/>
          <p:nvPr/>
        </p:nvSpPr>
        <p:spPr>
          <a:xfrm>
            <a:off x="4106060" y="9172421"/>
            <a:ext cx="231699" cy="78853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00"/>
          </a:p>
        </p:txBody>
      </p:sp>
      <p:sp>
        <p:nvSpPr>
          <p:cNvPr id="214" name="矩形 213"/>
          <p:cNvSpPr/>
          <p:nvPr/>
        </p:nvSpPr>
        <p:spPr>
          <a:xfrm>
            <a:off x="6489515" y="9140259"/>
            <a:ext cx="231699" cy="78853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0"/>
          </a:p>
        </p:txBody>
      </p:sp>
      <p:sp>
        <p:nvSpPr>
          <p:cNvPr id="215" name="矩形 214"/>
          <p:cNvSpPr/>
          <p:nvPr/>
        </p:nvSpPr>
        <p:spPr>
          <a:xfrm>
            <a:off x="8760389" y="9144363"/>
            <a:ext cx="231699" cy="78853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a:p>
        </p:txBody>
      </p:sp>
      <p:sp>
        <p:nvSpPr>
          <p:cNvPr id="222" name="文字方塊 221"/>
          <p:cNvSpPr txBox="1"/>
          <p:nvPr/>
        </p:nvSpPr>
        <p:spPr>
          <a:xfrm>
            <a:off x="9869169" y="9175836"/>
            <a:ext cx="1545771" cy="106680"/>
          </a:xfrm>
          <a:prstGeom prst="rect">
            <a:avLst/>
          </a:prstGeom>
          <a:noFill/>
        </p:spPr>
        <p:txBody>
          <a:bodyPr wrap="square" rtlCol="0">
            <a:spAutoFit/>
          </a:bodyPr>
          <a:lstStyle/>
          <a:p>
            <a:pPr algn="ctr"/>
            <a:r>
              <a:rPr lang="en-US" altLang="zh-TW" sz="100" dirty="0"/>
              <a:t>START</a:t>
            </a:r>
            <a:endParaRPr lang="zh-TW" altLang="en-US" sz="100" dirty="0"/>
          </a:p>
        </p:txBody>
      </p:sp>
      <p:grpSp>
        <p:nvGrpSpPr>
          <p:cNvPr id="223" name="群組 222"/>
          <p:cNvGrpSpPr/>
          <p:nvPr/>
        </p:nvGrpSpPr>
        <p:grpSpPr>
          <a:xfrm>
            <a:off x="11201595" y="8877041"/>
            <a:ext cx="359370" cy="1080000"/>
            <a:chOff x="3445729" y="5741259"/>
            <a:chExt cx="239580" cy="720000"/>
          </a:xfrm>
        </p:grpSpPr>
        <p:sp>
          <p:nvSpPr>
            <p:cNvPr id="224" name="矩形 223"/>
            <p:cNvSpPr/>
            <p:nvPr/>
          </p:nvSpPr>
          <p:spPr>
            <a:xfrm>
              <a:off x="3445729" y="5741259"/>
              <a:ext cx="23958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sp>
          <p:nvSpPr>
            <p:cNvPr id="225" name="橢圓 224"/>
            <p:cNvSpPr/>
            <p:nvPr/>
          </p:nvSpPr>
          <p:spPr>
            <a:xfrm>
              <a:off x="3483679" y="6179621"/>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grpSp>
      <p:cxnSp>
        <p:nvCxnSpPr>
          <p:cNvPr id="227" name="直線單箭頭接點 226"/>
          <p:cNvCxnSpPr/>
          <p:nvPr/>
        </p:nvCxnSpPr>
        <p:spPr>
          <a:xfrm flipV="1">
            <a:off x="11381280" y="7333310"/>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1" name="橢圓 230"/>
          <p:cNvSpPr/>
          <p:nvPr/>
        </p:nvSpPr>
        <p:spPr>
          <a:xfrm>
            <a:off x="5917349" y="338403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sp>
        <p:nvSpPr>
          <p:cNvPr id="233" name="橢圓 232"/>
          <p:cNvSpPr/>
          <p:nvPr/>
        </p:nvSpPr>
        <p:spPr>
          <a:xfrm>
            <a:off x="3552468" y="3326810"/>
            <a:ext cx="270000" cy="27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sz="100"/>
          </a:p>
        </p:txBody>
      </p:sp>
      <p:cxnSp>
        <p:nvCxnSpPr>
          <p:cNvPr id="234" name="直線單箭頭接點 233"/>
          <p:cNvCxnSpPr/>
          <p:nvPr/>
        </p:nvCxnSpPr>
        <p:spPr>
          <a:xfrm flipH="1" flipV="1">
            <a:off x="3698786" y="3619916"/>
            <a:ext cx="0" cy="12799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5" name="文字方塊 234"/>
              <p:cNvSpPr txBox="1"/>
              <p:nvPr/>
            </p:nvSpPr>
            <p:spPr>
              <a:xfrm>
                <a:off x="3453558" y="2713728"/>
                <a:ext cx="532765"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1</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35" name="文字方塊 234"/>
              <p:cNvSpPr txBox="1">
                <a:spLocks noRot="1" noChangeAspect="1" noMove="1" noResize="1" noEditPoints="1" noAdjustHandles="1" noChangeArrowheads="1" noChangeShapeType="1" noTextEdit="1"/>
              </p:cNvSpPr>
              <p:nvPr/>
            </p:nvSpPr>
            <p:spPr>
              <a:xfrm>
                <a:off x="3453558" y="2713728"/>
                <a:ext cx="532765" cy="553720"/>
              </a:xfrm>
              <a:prstGeom prst="rect">
                <a:avLst/>
              </a:prstGeom>
              <a:blipFill rotWithShape="1">
                <a:blip r:embed="rId6"/>
                <a:stretch>
                  <a:fillRect l="-80" t="-67" r="-14342" b="6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6" name="文字方塊 235"/>
              <p:cNvSpPr txBox="1"/>
              <p:nvPr/>
            </p:nvSpPr>
            <p:spPr>
              <a:xfrm>
                <a:off x="5837531" y="2724617"/>
                <a:ext cx="538480" cy="5537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2</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36" name="文字方塊 235"/>
              <p:cNvSpPr txBox="1">
                <a:spLocks noRot="1" noChangeAspect="1" noMove="1" noResize="1" noEditPoints="1" noAdjustHandles="1" noChangeArrowheads="1" noChangeShapeType="1" noTextEdit="1"/>
              </p:cNvSpPr>
              <p:nvPr/>
            </p:nvSpPr>
            <p:spPr>
              <a:xfrm>
                <a:off x="5837531" y="2724617"/>
                <a:ext cx="538480" cy="553720"/>
              </a:xfrm>
              <a:prstGeom prst="rect">
                <a:avLst/>
              </a:prstGeom>
              <a:blipFill rotWithShape="1">
                <a:blip r:embed="rId7"/>
                <a:stretch>
                  <a:fillRect l="-113" t="-84" r="-13566" b="8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7" name="文字方塊 236"/>
              <p:cNvSpPr txBox="1"/>
              <p:nvPr/>
            </p:nvSpPr>
            <p:spPr>
              <a:xfrm>
                <a:off x="8047328" y="2735502"/>
                <a:ext cx="538480" cy="556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3600" i="1" smtClean="0">
                              <a:latin typeface="Cambria Math" panose="02040503050406030204" pitchFamily="18" charset="0"/>
                            </a:rPr>
                          </m:ctrlPr>
                        </m:sSubSupPr>
                        <m:e>
                          <m:r>
                            <a:rPr lang="zh-TW" altLang="en-US" sz="3600" i="1" smtClean="0">
                              <a:latin typeface="Cambria Math" panose="02040503050406030204" pitchFamily="18" charset="0"/>
                            </a:rPr>
                            <m:t>𝛼</m:t>
                          </m:r>
                        </m:e>
                        <m:sub>
                          <m:r>
                            <a:rPr lang="en-US" altLang="zh-TW" sz="3600" b="0" i="1" smtClean="0">
                              <a:latin typeface="Cambria Math" panose="02040503050406030204" pitchFamily="18" charset="0"/>
                            </a:rPr>
                            <m:t>3</m:t>
                          </m:r>
                        </m:sub>
                        <m:sup>
                          <m:r>
                            <a:rPr lang="en-US" altLang="zh-TW" sz="3600" b="0" i="1" smtClean="0">
                              <a:latin typeface="Cambria Math" panose="02040503050406030204" pitchFamily="18" charset="0"/>
                            </a:rPr>
                            <m:t>′</m:t>
                          </m:r>
                        </m:sup>
                      </m:sSubSup>
                    </m:oMath>
                  </m:oMathPara>
                </a14:m>
                <a:endParaRPr lang="zh-TW" altLang="en-US" sz="3600" dirty="0"/>
              </a:p>
            </p:txBody>
          </p:sp>
        </mc:Choice>
        <mc:Fallback xmlns="">
          <p:sp>
            <p:nvSpPr>
              <p:cNvPr id="237" name="文字方塊 236"/>
              <p:cNvSpPr txBox="1">
                <a:spLocks noRot="1" noChangeAspect="1" noMove="1" noResize="1" noEditPoints="1" noAdjustHandles="1" noChangeArrowheads="1" noChangeShapeType="1" noTextEdit="1"/>
              </p:cNvSpPr>
              <p:nvPr/>
            </p:nvSpPr>
            <p:spPr>
              <a:xfrm>
                <a:off x="8047328" y="2735502"/>
                <a:ext cx="538480" cy="556260"/>
              </a:xfrm>
              <a:prstGeom prst="rect">
                <a:avLst/>
              </a:prstGeom>
              <a:blipFill rotWithShape="1">
                <a:blip r:embed="rId8"/>
                <a:stretch>
                  <a:fillRect l="-113" t="-100" r="-13566" b="100"/>
                </a:stretch>
              </a:blipFill>
            </p:spPr>
            <p:txBody>
              <a:bodyPr/>
              <a:lstStyle/>
              <a:p>
                <a:r>
                  <a:rPr lang="en-US" altLang="en-US">
                    <a:noFill/>
                  </a:rPr>
                  <a:t> </a:t>
                </a:r>
              </a:p>
            </p:txBody>
          </p:sp>
        </mc:Fallback>
      </mc:AlternateContent>
      <p:cxnSp>
        <p:nvCxnSpPr>
          <p:cNvPr id="239" name="直線單箭頭接點 238"/>
          <p:cNvCxnSpPr>
            <a:stCxn id="170" idx="0"/>
            <a:endCxn id="233" idx="4"/>
          </p:cNvCxnSpPr>
          <p:nvPr/>
        </p:nvCxnSpPr>
        <p:spPr>
          <a:xfrm flipH="1" flipV="1">
            <a:off x="3687468" y="3596810"/>
            <a:ext cx="9471911" cy="128785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線單箭頭接點 241"/>
          <p:cNvCxnSpPr>
            <a:stCxn id="170" idx="0"/>
            <a:endCxn id="231" idx="4"/>
          </p:cNvCxnSpPr>
          <p:nvPr/>
        </p:nvCxnSpPr>
        <p:spPr>
          <a:xfrm flipH="1" flipV="1">
            <a:off x="6052349" y="3654030"/>
            <a:ext cx="7107030" cy="123063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直線單箭頭接點 249"/>
          <p:cNvCxnSpPr/>
          <p:nvPr/>
        </p:nvCxnSpPr>
        <p:spPr>
          <a:xfrm flipH="1" flipV="1">
            <a:off x="6034734" y="3633860"/>
            <a:ext cx="0" cy="12799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直線單箭頭接點 250"/>
          <p:cNvCxnSpPr/>
          <p:nvPr/>
        </p:nvCxnSpPr>
        <p:spPr>
          <a:xfrm flipH="1" flipV="1">
            <a:off x="8324295" y="3663458"/>
            <a:ext cx="0" cy="12799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直線單箭頭接點 258"/>
          <p:cNvCxnSpPr>
            <a:endCxn id="261" idx="2"/>
          </p:cNvCxnSpPr>
          <p:nvPr/>
        </p:nvCxnSpPr>
        <p:spPr>
          <a:xfrm flipH="1" flipV="1">
            <a:off x="7095882" y="3819368"/>
            <a:ext cx="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60" name="群組 259"/>
          <p:cNvGrpSpPr/>
          <p:nvPr/>
        </p:nvGrpSpPr>
        <p:grpSpPr>
          <a:xfrm>
            <a:off x="6872094" y="3354348"/>
            <a:ext cx="447575" cy="465020"/>
            <a:chOff x="-105878" y="1740168"/>
            <a:chExt cx="461666" cy="461665"/>
          </a:xfrm>
        </p:grpSpPr>
        <p:sp>
          <p:nvSpPr>
            <p:cNvPr id="261" name="矩形 260"/>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62" name="群組 261"/>
            <p:cNvGrpSpPr/>
            <p:nvPr/>
          </p:nvGrpSpPr>
          <p:grpSpPr>
            <a:xfrm rot="21265833">
              <a:off x="-30571" y="1828628"/>
              <a:ext cx="317144" cy="302092"/>
              <a:chOff x="-43095" y="1828685"/>
              <a:chExt cx="317144" cy="302092"/>
            </a:xfrm>
          </p:grpSpPr>
          <p:cxnSp>
            <p:nvCxnSpPr>
              <p:cNvPr id="263" name="直線接點 262"/>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直線接點 263"/>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66" name="直線單箭頭接點 265"/>
          <p:cNvCxnSpPr/>
          <p:nvPr/>
        </p:nvCxnSpPr>
        <p:spPr>
          <a:xfrm flipH="1" flipV="1">
            <a:off x="9389559" y="3804393"/>
            <a:ext cx="0" cy="134214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67" name="群組 266"/>
          <p:cNvGrpSpPr/>
          <p:nvPr/>
        </p:nvGrpSpPr>
        <p:grpSpPr>
          <a:xfrm>
            <a:off x="9144000" y="3339374"/>
            <a:ext cx="447575" cy="465020"/>
            <a:chOff x="-105878" y="1740168"/>
            <a:chExt cx="461666" cy="461665"/>
          </a:xfrm>
        </p:grpSpPr>
        <p:sp>
          <p:nvSpPr>
            <p:cNvPr id="268" name="矩形 267"/>
            <p:cNvSpPr/>
            <p:nvPr/>
          </p:nvSpPr>
          <p:spPr>
            <a:xfrm>
              <a:off x="-105878" y="1740168"/>
              <a:ext cx="461666" cy="46166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sz="100"/>
            </a:p>
          </p:txBody>
        </p:sp>
        <p:grpSp>
          <p:nvGrpSpPr>
            <p:cNvPr id="269" name="群組 268"/>
            <p:cNvGrpSpPr/>
            <p:nvPr/>
          </p:nvGrpSpPr>
          <p:grpSpPr>
            <a:xfrm rot="21265833">
              <a:off x="-30571" y="1828628"/>
              <a:ext cx="317144" cy="302092"/>
              <a:chOff x="-43095" y="1828685"/>
              <a:chExt cx="317144" cy="302092"/>
            </a:xfrm>
          </p:grpSpPr>
          <p:cxnSp>
            <p:nvCxnSpPr>
              <p:cNvPr id="270" name="直線接點 269"/>
              <p:cNvCxnSpPr/>
              <p:nvPr/>
            </p:nvCxnSpPr>
            <p:spPr>
              <a:xfrm rot="334167">
                <a:off x="-34638" y="1828685"/>
                <a:ext cx="308687" cy="3020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線接點 270"/>
              <p:cNvCxnSpPr/>
              <p:nvPr/>
            </p:nvCxnSpPr>
            <p:spPr>
              <a:xfrm rot="5400000">
                <a:off x="-19251" y="1826698"/>
                <a:ext cx="265075" cy="3127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74" name="直線單箭頭接點 273"/>
          <p:cNvCxnSpPr/>
          <p:nvPr/>
        </p:nvCxnSpPr>
        <p:spPr>
          <a:xfrm>
            <a:off x="6243177" y="3559416"/>
            <a:ext cx="6154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直線單箭頭接點 274"/>
          <p:cNvCxnSpPr/>
          <p:nvPr/>
        </p:nvCxnSpPr>
        <p:spPr>
          <a:xfrm>
            <a:off x="8502069" y="3550112"/>
            <a:ext cx="615441"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3" name="文字方塊 112"/>
          <p:cNvSpPr txBox="1"/>
          <p:nvPr/>
        </p:nvSpPr>
        <p:spPr>
          <a:xfrm>
            <a:off x="11917430" y="9158822"/>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I</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116" name="群組 115"/>
          <p:cNvGrpSpPr/>
          <p:nvPr/>
        </p:nvGrpSpPr>
        <p:grpSpPr>
          <a:xfrm>
            <a:off x="12979194" y="8956946"/>
            <a:ext cx="359370" cy="1080000"/>
            <a:chOff x="3445729" y="5741259"/>
            <a:chExt cx="239580" cy="720000"/>
          </a:xfrm>
        </p:grpSpPr>
        <p:sp>
          <p:nvSpPr>
            <p:cNvPr id="117" name="矩形 116"/>
            <p:cNvSpPr/>
            <p:nvPr/>
          </p:nvSpPr>
          <p:spPr>
            <a:xfrm>
              <a:off x="3445729" y="5741259"/>
              <a:ext cx="239580" cy="72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118" name="橢圓 117"/>
            <p:cNvSpPr/>
            <p:nvPr/>
          </p:nvSpPr>
          <p:spPr>
            <a:xfrm>
              <a:off x="3483679" y="5963721"/>
              <a:ext cx="180000" cy="180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TW" altLang="en-US" sz="27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grpSp>
      <p:cxnSp>
        <p:nvCxnSpPr>
          <p:cNvPr id="119" name="直線單箭頭接點 118"/>
          <p:cNvCxnSpPr/>
          <p:nvPr/>
        </p:nvCxnSpPr>
        <p:spPr>
          <a:xfrm flipV="1">
            <a:off x="13171119" y="8478656"/>
            <a:ext cx="0" cy="5003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3" name="群組 122"/>
          <p:cNvGrpSpPr/>
          <p:nvPr/>
        </p:nvGrpSpPr>
        <p:grpSpPr>
          <a:xfrm>
            <a:off x="12653247" y="6479189"/>
            <a:ext cx="1072742" cy="810000"/>
            <a:chOff x="973803" y="4896393"/>
            <a:chExt cx="715161" cy="540000"/>
          </a:xfrm>
        </p:grpSpPr>
        <p:sp>
          <p:nvSpPr>
            <p:cNvPr id="124" name="矩形 123"/>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p:sp>
          <p:nvSpPr>
            <p:cNvPr id="125" name="文字方塊 124"/>
            <p:cNvSpPr txBox="1"/>
            <p:nvPr/>
          </p:nvSpPr>
          <p:spPr>
            <a:xfrm>
              <a:off x="973803" y="4942431"/>
              <a:ext cx="715161" cy="430107"/>
            </a:xfrm>
            <a:prstGeom prst="rect">
              <a:avLst/>
            </a:prstGeom>
            <a:noFill/>
          </p:spPr>
          <p:txBody>
            <a:bodyPr wrap="square" rtlCol="0">
              <a:spAutoFit/>
            </a:bodyPr>
            <a:lstStyle/>
            <a:p>
              <a:endParaRPr lang="zh-TW" altLang="en-US" sz="3600" b="1" dirty="0"/>
            </a:p>
          </p:txBody>
        </p:sp>
      </p:grpSp>
      <p:cxnSp>
        <p:nvCxnSpPr>
          <p:cNvPr id="126" name="直線單箭頭接點 125"/>
          <p:cNvCxnSpPr/>
          <p:nvPr/>
        </p:nvCxnSpPr>
        <p:spPr>
          <a:xfrm flipV="1">
            <a:off x="13144212" y="7329434"/>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8" name="矩形: 圓角 197"/>
          <p:cNvSpPr/>
          <p:nvPr/>
        </p:nvSpPr>
        <p:spPr>
          <a:xfrm>
            <a:off x="10804502" y="7659455"/>
            <a:ext cx="4594485" cy="788534"/>
          </a:xfrm>
          <a:prstGeom prst="roundRect">
            <a:avLst/>
          </a:prstGeom>
          <a:blipFill rotWithShape="1">
            <a:blip r:embed="rId9"/>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3600" dirty="0"/>
              <a:t>Self-attention (Mask)</a:t>
            </a:r>
            <a:endParaRPr lang="zh-TW" altLang="en-US" sz="3600" dirty="0"/>
          </a:p>
        </p:txBody>
      </p:sp>
      <p:cxnSp>
        <p:nvCxnSpPr>
          <p:cNvPr id="156" name="直線單箭頭接點 155"/>
          <p:cNvCxnSpPr/>
          <p:nvPr/>
        </p:nvCxnSpPr>
        <p:spPr>
          <a:xfrm flipH="1" flipV="1">
            <a:off x="4242674" y="6084815"/>
            <a:ext cx="0" cy="343556"/>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直線單箭頭接點 156"/>
          <p:cNvCxnSpPr/>
          <p:nvPr/>
        </p:nvCxnSpPr>
        <p:spPr>
          <a:xfrm flipV="1">
            <a:off x="3726939" y="6066377"/>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單箭頭接點 157"/>
          <p:cNvCxnSpPr/>
          <p:nvPr/>
        </p:nvCxnSpPr>
        <p:spPr>
          <a:xfrm flipV="1">
            <a:off x="4756496" y="5659136"/>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59" name="群組 158"/>
          <p:cNvGrpSpPr/>
          <p:nvPr/>
        </p:nvGrpSpPr>
        <p:grpSpPr>
          <a:xfrm>
            <a:off x="3723458" y="6430190"/>
            <a:ext cx="1072742" cy="810000"/>
            <a:chOff x="973803" y="4896393"/>
            <a:chExt cx="715161" cy="540000"/>
          </a:xfrm>
        </p:grpSpPr>
        <p:sp>
          <p:nvSpPr>
            <p:cNvPr id="160" name="矩形 159"/>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1" name="文字方塊 160"/>
                <p:cNvSpPr txBox="1"/>
                <p:nvPr/>
              </p:nvSpPr>
              <p:spPr>
                <a:xfrm>
                  <a:off x="973803" y="494243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𝟏</m:t>
                            </m:r>
                          </m:sup>
                        </m:sSup>
                      </m:oMath>
                    </m:oMathPara>
                  </a14:m>
                  <a:endParaRPr lang="zh-TW" altLang="en-US" sz="3600" b="1" dirty="0"/>
                </a:p>
              </p:txBody>
            </p:sp>
          </mc:Choice>
          <mc:Fallback xmlns="">
            <p:sp>
              <p:nvSpPr>
                <p:cNvPr id="161" name="文字方塊 160"/>
                <p:cNvSpPr txBox="1">
                  <a:spLocks noRot="1" noChangeAspect="1" noMove="1" noResize="1" noEditPoints="1" noAdjustHandles="1" noChangeArrowheads="1" noChangeShapeType="1" noTextEdit="1"/>
                </p:cNvSpPr>
                <p:nvPr/>
              </p:nvSpPr>
              <p:spPr>
                <a:xfrm>
                  <a:off x="973803" y="4942431"/>
                  <a:ext cx="715161" cy="430953"/>
                </a:xfrm>
                <a:prstGeom prst="rect">
                  <a:avLst/>
                </a:prstGeom>
                <a:blipFill rotWithShape="1">
                  <a:blip r:embed="rId10"/>
                </a:blipFill>
              </p:spPr>
              <p:txBody>
                <a:bodyPr/>
                <a:lstStyle/>
                <a:p>
                  <a:r>
                    <a:rPr lang="en-US" altLang="en-US">
                      <a:noFill/>
                    </a:rPr>
                    <a:t> </a:t>
                  </a:r>
                </a:p>
              </p:txBody>
            </p:sp>
          </mc:Fallback>
        </mc:AlternateContent>
      </p:grpSp>
      <p:cxnSp>
        <p:nvCxnSpPr>
          <p:cNvPr id="162" name="直線單箭頭接點 161"/>
          <p:cNvCxnSpPr/>
          <p:nvPr/>
        </p:nvCxnSpPr>
        <p:spPr>
          <a:xfrm flipV="1">
            <a:off x="3702408" y="5677574"/>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線單箭頭接點 162"/>
          <p:cNvCxnSpPr/>
          <p:nvPr/>
        </p:nvCxnSpPr>
        <p:spPr>
          <a:xfrm flipH="1" flipV="1">
            <a:off x="6587673" y="6104109"/>
            <a:ext cx="0" cy="343556"/>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直線單箭頭接點 163"/>
          <p:cNvCxnSpPr/>
          <p:nvPr/>
        </p:nvCxnSpPr>
        <p:spPr>
          <a:xfrm flipV="1">
            <a:off x="7101495" y="5678430"/>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65" name="群組 164"/>
          <p:cNvGrpSpPr/>
          <p:nvPr/>
        </p:nvGrpSpPr>
        <p:grpSpPr>
          <a:xfrm>
            <a:off x="6068457" y="6449484"/>
            <a:ext cx="1072742" cy="810000"/>
            <a:chOff x="973803" y="4896393"/>
            <a:chExt cx="715161" cy="540000"/>
          </a:xfrm>
        </p:grpSpPr>
        <p:sp>
          <p:nvSpPr>
            <p:cNvPr id="166" name="矩形 165"/>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67" name="文字方塊 166"/>
                <p:cNvSpPr txBox="1"/>
                <p:nvPr/>
              </p:nvSpPr>
              <p:spPr>
                <a:xfrm>
                  <a:off x="973803" y="494243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67" name="文字方塊 166"/>
                <p:cNvSpPr txBox="1">
                  <a:spLocks noRot="1" noChangeAspect="1" noMove="1" noResize="1" noEditPoints="1" noAdjustHandles="1" noChangeArrowheads="1" noChangeShapeType="1" noTextEdit="1"/>
                </p:cNvSpPr>
                <p:nvPr/>
              </p:nvSpPr>
              <p:spPr>
                <a:xfrm>
                  <a:off x="973803" y="4942431"/>
                  <a:ext cx="715161" cy="430953"/>
                </a:xfrm>
                <a:prstGeom prst="rect">
                  <a:avLst/>
                </a:prstGeom>
                <a:blipFill rotWithShape="1">
                  <a:blip r:embed="rId11"/>
                </a:blipFill>
              </p:spPr>
              <p:txBody>
                <a:bodyPr/>
                <a:lstStyle/>
                <a:p>
                  <a:r>
                    <a:rPr lang="en-US" altLang="en-US">
                      <a:noFill/>
                    </a:rPr>
                    <a:t> </a:t>
                  </a:r>
                </a:p>
              </p:txBody>
            </p:sp>
          </mc:Fallback>
        </mc:AlternateContent>
      </p:grpSp>
      <p:cxnSp>
        <p:nvCxnSpPr>
          <p:cNvPr id="168" name="直線單箭頭接點 167"/>
          <p:cNvCxnSpPr/>
          <p:nvPr/>
        </p:nvCxnSpPr>
        <p:spPr>
          <a:xfrm flipV="1">
            <a:off x="6047408" y="5696868"/>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單箭頭接點 171"/>
          <p:cNvCxnSpPr/>
          <p:nvPr/>
        </p:nvCxnSpPr>
        <p:spPr>
          <a:xfrm flipH="1" flipV="1">
            <a:off x="8868336" y="6101906"/>
            <a:ext cx="0" cy="343556"/>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直線單箭頭接點 172"/>
          <p:cNvCxnSpPr/>
          <p:nvPr/>
        </p:nvCxnSpPr>
        <p:spPr>
          <a:xfrm flipV="1">
            <a:off x="9382158" y="5676227"/>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174" name="群組 173"/>
          <p:cNvGrpSpPr/>
          <p:nvPr/>
        </p:nvGrpSpPr>
        <p:grpSpPr>
          <a:xfrm>
            <a:off x="8349120" y="6447281"/>
            <a:ext cx="1072742" cy="810000"/>
            <a:chOff x="973803" y="4896393"/>
            <a:chExt cx="715161" cy="540000"/>
          </a:xfrm>
        </p:grpSpPr>
        <p:sp>
          <p:nvSpPr>
            <p:cNvPr id="175" name="矩形 174"/>
            <p:cNvSpPr/>
            <p:nvPr/>
          </p:nvSpPr>
          <p:spPr>
            <a:xfrm>
              <a:off x="1162104" y="4896393"/>
              <a:ext cx="288000" cy="540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76" name="文字方塊 175"/>
                <p:cNvSpPr txBox="1"/>
                <p:nvPr/>
              </p:nvSpPr>
              <p:spPr>
                <a:xfrm>
                  <a:off x="973803" y="4942431"/>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𝒂</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176" name="文字方塊 175"/>
                <p:cNvSpPr txBox="1">
                  <a:spLocks noRot="1" noChangeAspect="1" noMove="1" noResize="1" noEditPoints="1" noAdjustHandles="1" noChangeArrowheads="1" noChangeShapeType="1" noTextEdit="1"/>
                </p:cNvSpPr>
                <p:nvPr/>
              </p:nvSpPr>
              <p:spPr>
                <a:xfrm>
                  <a:off x="973803" y="4942431"/>
                  <a:ext cx="715161" cy="430953"/>
                </a:xfrm>
                <a:prstGeom prst="rect">
                  <a:avLst/>
                </a:prstGeom>
                <a:blipFill rotWithShape="1">
                  <a:blip r:embed="rId12"/>
                </a:blipFill>
              </p:spPr>
              <p:txBody>
                <a:bodyPr/>
                <a:lstStyle/>
                <a:p>
                  <a:r>
                    <a:rPr lang="en-US" altLang="en-US">
                      <a:noFill/>
                    </a:rPr>
                    <a:t> </a:t>
                  </a:r>
                </a:p>
              </p:txBody>
            </p:sp>
          </mc:Fallback>
        </mc:AlternateContent>
      </p:grpSp>
      <p:cxnSp>
        <p:nvCxnSpPr>
          <p:cNvPr id="181" name="直線單箭頭接點 180"/>
          <p:cNvCxnSpPr/>
          <p:nvPr/>
        </p:nvCxnSpPr>
        <p:spPr>
          <a:xfrm flipV="1">
            <a:off x="8328071" y="5694665"/>
            <a:ext cx="0" cy="407241"/>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81"/>
          <p:cNvCxnSpPr/>
          <p:nvPr/>
        </p:nvCxnSpPr>
        <p:spPr>
          <a:xfrm flipV="1">
            <a:off x="4221909" y="7278167"/>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p:cNvCxnSpPr/>
          <p:nvPr/>
        </p:nvCxnSpPr>
        <p:spPr>
          <a:xfrm flipV="1">
            <a:off x="6609444" y="7240944"/>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單箭頭接點 183"/>
          <p:cNvCxnSpPr/>
          <p:nvPr/>
        </p:nvCxnSpPr>
        <p:spPr>
          <a:xfrm flipV="1">
            <a:off x="8885490" y="7278165"/>
            <a:ext cx="0" cy="769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5" name="群組 184"/>
          <p:cNvGrpSpPr/>
          <p:nvPr/>
        </p:nvGrpSpPr>
        <p:grpSpPr>
          <a:xfrm>
            <a:off x="4249728" y="4825889"/>
            <a:ext cx="1072742" cy="810000"/>
            <a:chOff x="1526126" y="3842357"/>
            <a:chExt cx="715161" cy="540000"/>
          </a:xfrm>
        </p:grpSpPr>
        <p:sp>
          <p:nvSpPr>
            <p:cNvPr id="186" name="矩形 185"/>
            <p:cNvSpPr/>
            <p:nvPr/>
          </p:nvSpPr>
          <p:spPr>
            <a:xfrm>
              <a:off x="1717885" y="384235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87" name="文字方塊 186"/>
                <p:cNvSpPr txBox="1"/>
                <p:nvPr/>
              </p:nvSpPr>
              <p:spPr>
                <a:xfrm>
                  <a:off x="1526126" y="387990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87" name="文字方塊 186"/>
                <p:cNvSpPr txBox="1">
                  <a:spLocks noRot="1" noChangeAspect="1" noMove="1" noResize="1" noEditPoints="1" noAdjustHandles="1" noChangeArrowheads="1" noChangeShapeType="1" noTextEdit="1"/>
                </p:cNvSpPr>
                <p:nvPr/>
              </p:nvSpPr>
              <p:spPr>
                <a:xfrm>
                  <a:off x="1526126" y="3879900"/>
                  <a:ext cx="715161" cy="430953"/>
                </a:xfrm>
                <a:prstGeom prst="rect">
                  <a:avLst/>
                </a:prstGeom>
                <a:blipFill rotWithShape="1">
                  <a:blip r:embed="rId13"/>
                </a:blipFill>
              </p:spPr>
              <p:txBody>
                <a:bodyPr/>
                <a:lstStyle/>
                <a:p>
                  <a:r>
                    <a:rPr lang="en-US" altLang="en-US">
                      <a:noFill/>
                    </a:rPr>
                    <a:t> </a:t>
                  </a:r>
                </a:p>
              </p:txBody>
            </p:sp>
          </mc:Fallback>
        </mc:AlternateContent>
      </p:grpSp>
      <p:grpSp>
        <p:nvGrpSpPr>
          <p:cNvPr id="188" name="群組 187"/>
          <p:cNvGrpSpPr/>
          <p:nvPr/>
        </p:nvGrpSpPr>
        <p:grpSpPr>
          <a:xfrm>
            <a:off x="3170703" y="4828176"/>
            <a:ext cx="1072742" cy="810000"/>
            <a:chOff x="964022" y="3842357"/>
            <a:chExt cx="715161" cy="540000"/>
          </a:xfrm>
        </p:grpSpPr>
        <p:sp>
          <p:nvSpPr>
            <p:cNvPr id="189" name="矩形 188"/>
            <p:cNvSpPr/>
            <p:nvPr/>
          </p:nvSpPr>
          <p:spPr>
            <a:xfrm>
              <a:off x="1161005" y="3842357"/>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0" name="文字方塊 189"/>
                <p:cNvSpPr txBox="1"/>
                <p:nvPr/>
              </p:nvSpPr>
              <p:spPr>
                <a:xfrm>
                  <a:off x="964022" y="389017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a:latin typeface="Cambria Math" panose="02040503050406030204" pitchFamily="18" charset="0"/>
                              </a:rPr>
                              <m:t>𝟏</m:t>
                            </m:r>
                          </m:sup>
                        </m:sSup>
                      </m:oMath>
                    </m:oMathPara>
                  </a14:m>
                  <a:endParaRPr lang="zh-TW" altLang="en-US" sz="3600" b="1" dirty="0"/>
                </a:p>
              </p:txBody>
            </p:sp>
          </mc:Choice>
          <mc:Fallback xmlns="">
            <p:sp>
              <p:nvSpPr>
                <p:cNvPr id="190" name="文字方塊 189"/>
                <p:cNvSpPr txBox="1">
                  <a:spLocks noRot="1" noChangeAspect="1" noMove="1" noResize="1" noEditPoints="1" noAdjustHandles="1" noChangeArrowheads="1" noChangeShapeType="1" noTextEdit="1"/>
                </p:cNvSpPr>
                <p:nvPr/>
              </p:nvSpPr>
              <p:spPr>
                <a:xfrm>
                  <a:off x="964022" y="3890174"/>
                  <a:ext cx="715161" cy="430953"/>
                </a:xfrm>
                <a:prstGeom prst="rect">
                  <a:avLst/>
                </a:prstGeom>
                <a:blipFill rotWithShape="1">
                  <a:blip r:embed="rId14"/>
                </a:blipFill>
              </p:spPr>
              <p:txBody>
                <a:bodyPr/>
                <a:lstStyle/>
                <a:p>
                  <a:r>
                    <a:rPr lang="en-US" altLang="en-US">
                      <a:noFill/>
                    </a:rPr>
                    <a:t> </a:t>
                  </a:r>
                </a:p>
              </p:txBody>
            </p:sp>
          </mc:Fallback>
        </mc:AlternateContent>
      </p:grpSp>
      <p:grpSp>
        <p:nvGrpSpPr>
          <p:cNvPr id="191" name="群組 190"/>
          <p:cNvGrpSpPr/>
          <p:nvPr/>
        </p:nvGrpSpPr>
        <p:grpSpPr>
          <a:xfrm>
            <a:off x="6594728" y="4845183"/>
            <a:ext cx="1072742" cy="810000"/>
            <a:chOff x="1526126" y="3842357"/>
            <a:chExt cx="715161" cy="540000"/>
          </a:xfrm>
        </p:grpSpPr>
        <p:sp>
          <p:nvSpPr>
            <p:cNvPr id="192" name="矩形 191"/>
            <p:cNvSpPr/>
            <p:nvPr/>
          </p:nvSpPr>
          <p:spPr>
            <a:xfrm>
              <a:off x="1717885" y="384235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3" name="文字方塊 192"/>
                <p:cNvSpPr txBox="1"/>
                <p:nvPr/>
              </p:nvSpPr>
              <p:spPr>
                <a:xfrm>
                  <a:off x="1526126" y="387990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93" name="文字方塊 192"/>
                <p:cNvSpPr txBox="1">
                  <a:spLocks noRot="1" noChangeAspect="1" noMove="1" noResize="1" noEditPoints="1" noAdjustHandles="1" noChangeArrowheads="1" noChangeShapeType="1" noTextEdit="1"/>
                </p:cNvSpPr>
                <p:nvPr/>
              </p:nvSpPr>
              <p:spPr>
                <a:xfrm>
                  <a:off x="1526126" y="3879900"/>
                  <a:ext cx="715161" cy="430953"/>
                </a:xfrm>
                <a:prstGeom prst="rect">
                  <a:avLst/>
                </a:prstGeom>
                <a:blipFill rotWithShape="1">
                  <a:blip r:embed="rId15"/>
                </a:blipFill>
              </p:spPr>
              <p:txBody>
                <a:bodyPr/>
                <a:lstStyle/>
                <a:p>
                  <a:r>
                    <a:rPr lang="en-US" altLang="en-US">
                      <a:noFill/>
                    </a:rPr>
                    <a:t> </a:t>
                  </a:r>
                </a:p>
              </p:txBody>
            </p:sp>
          </mc:Fallback>
        </mc:AlternateContent>
      </p:grpSp>
      <p:grpSp>
        <p:nvGrpSpPr>
          <p:cNvPr id="194" name="群組 193"/>
          <p:cNvGrpSpPr/>
          <p:nvPr/>
        </p:nvGrpSpPr>
        <p:grpSpPr>
          <a:xfrm>
            <a:off x="5515703" y="4847471"/>
            <a:ext cx="1072742" cy="810000"/>
            <a:chOff x="964022" y="3842357"/>
            <a:chExt cx="715161" cy="540000"/>
          </a:xfrm>
        </p:grpSpPr>
        <p:sp>
          <p:nvSpPr>
            <p:cNvPr id="195" name="矩形 194"/>
            <p:cNvSpPr/>
            <p:nvPr/>
          </p:nvSpPr>
          <p:spPr>
            <a:xfrm>
              <a:off x="1161005" y="3842357"/>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197" name="文字方塊 196"/>
                <p:cNvSpPr txBox="1"/>
                <p:nvPr/>
              </p:nvSpPr>
              <p:spPr>
                <a:xfrm>
                  <a:off x="964022" y="389017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𝟐</m:t>
                            </m:r>
                          </m:sup>
                        </m:sSup>
                      </m:oMath>
                    </m:oMathPara>
                  </a14:m>
                  <a:endParaRPr lang="zh-TW" altLang="en-US" sz="3600" b="1" dirty="0"/>
                </a:p>
              </p:txBody>
            </p:sp>
          </mc:Choice>
          <mc:Fallback xmlns="">
            <p:sp>
              <p:nvSpPr>
                <p:cNvPr id="197" name="文字方塊 196"/>
                <p:cNvSpPr txBox="1">
                  <a:spLocks noRot="1" noChangeAspect="1" noMove="1" noResize="1" noEditPoints="1" noAdjustHandles="1" noChangeArrowheads="1" noChangeShapeType="1" noTextEdit="1"/>
                </p:cNvSpPr>
                <p:nvPr/>
              </p:nvSpPr>
              <p:spPr>
                <a:xfrm>
                  <a:off x="964022" y="3890174"/>
                  <a:ext cx="715161" cy="430953"/>
                </a:xfrm>
                <a:prstGeom prst="rect">
                  <a:avLst/>
                </a:prstGeom>
                <a:blipFill rotWithShape="1">
                  <a:blip r:embed="rId16"/>
                </a:blipFill>
              </p:spPr>
              <p:txBody>
                <a:bodyPr/>
                <a:lstStyle/>
                <a:p>
                  <a:r>
                    <a:rPr lang="en-US" altLang="en-US">
                      <a:noFill/>
                    </a:rPr>
                    <a:t> </a:t>
                  </a:r>
                </a:p>
              </p:txBody>
            </p:sp>
          </mc:Fallback>
        </mc:AlternateContent>
      </p:grpSp>
      <p:grpSp>
        <p:nvGrpSpPr>
          <p:cNvPr id="203" name="群組 202"/>
          <p:cNvGrpSpPr/>
          <p:nvPr/>
        </p:nvGrpSpPr>
        <p:grpSpPr>
          <a:xfrm>
            <a:off x="8875391" y="4842980"/>
            <a:ext cx="1072742" cy="810000"/>
            <a:chOff x="1526126" y="3842357"/>
            <a:chExt cx="715161" cy="540000"/>
          </a:xfrm>
        </p:grpSpPr>
        <p:sp>
          <p:nvSpPr>
            <p:cNvPr id="204" name="矩形 203"/>
            <p:cNvSpPr/>
            <p:nvPr/>
          </p:nvSpPr>
          <p:spPr>
            <a:xfrm>
              <a:off x="1717885" y="3842357"/>
              <a:ext cx="288000" cy="540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05" name="文字方塊 204"/>
                <p:cNvSpPr txBox="1"/>
                <p:nvPr/>
              </p:nvSpPr>
              <p:spPr>
                <a:xfrm>
                  <a:off x="1526126" y="3879900"/>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𝒗</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205" name="文字方塊 204"/>
                <p:cNvSpPr txBox="1">
                  <a:spLocks noRot="1" noChangeAspect="1" noMove="1" noResize="1" noEditPoints="1" noAdjustHandles="1" noChangeArrowheads="1" noChangeShapeType="1" noTextEdit="1"/>
                </p:cNvSpPr>
                <p:nvPr/>
              </p:nvSpPr>
              <p:spPr>
                <a:xfrm>
                  <a:off x="1526126" y="3879900"/>
                  <a:ext cx="715161" cy="430953"/>
                </a:xfrm>
                <a:prstGeom prst="rect">
                  <a:avLst/>
                </a:prstGeom>
                <a:blipFill rotWithShape="1">
                  <a:blip r:embed="rId17"/>
                </a:blipFill>
              </p:spPr>
              <p:txBody>
                <a:bodyPr/>
                <a:lstStyle/>
                <a:p>
                  <a:r>
                    <a:rPr lang="en-US" altLang="en-US">
                      <a:noFill/>
                    </a:rPr>
                    <a:t> </a:t>
                  </a:r>
                </a:p>
              </p:txBody>
            </p:sp>
          </mc:Fallback>
        </mc:AlternateContent>
      </p:grpSp>
      <p:grpSp>
        <p:nvGrpSpPr>
          <p:cNvPr id="209" name="群組 208"/>
          <p:cNvGrpSpPr/>
          <p:nvPr/>
        </p:nvGrpSpPr>
        <p:grpSpPr>
          <a:xfrm>
            <a:off x="7796366" y="4845267"/>
            <a:ext cx="1072742" cy="810000"/>
            <a:chOff x="964022" y="3842357"/>
            <a:chExt cx="715161" cy="540000"/>
          </a:xfrm>
        </p:grpSpPr>
        <p:sp>
          <p:nvSpPr>
            <p:cNvPr id="219" name="矩形 218"/>
            <p:cNvSpPr/>
            <p:nvPr/>
          </p:nvSpPr>
          <p:spPr>
            <a:xfrm>
              <a:off x="1161005" y="3842357"/>
              <a:ext cx="288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sz="100" b="1" dirty="0"/>
            </a:p>
          </p:txBody>
        </p:sp>
        <mc:AlternateContent xmlns:mc="http://schemas.openxmlformats.org/markup-compatibility/2006" xmlns:a14="http://schemas.microsoft.com/office/drawing/2010/main">
          <mc:Choice Requires="a14">
            <p:sp>
              <p:nvSpPr>
                <p:cNvPr id="220" name="文字方塊 219"/>
                <p:cNvSpPr txBox="1"/>
                <p:nvPr/>
              </p:nvSpPr>
              <p:spPr>
                <a:xfrm>
                  <a:off x="964022" y="3890174"/>
                  <a:ext cx="715161" cy="430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3600" b="1" i="1" smtClean="0">
                                <a:latin typeface="Cambria Math" panose="02040503050406030204" pitchFamily="18" charset="0"/>
                              </a:rPr>
                            </m:ctrlPr>
                          </m:sSupPr>
                          <m:e>
                            <m:r>
                              <a:rPr lang="en-US" altLang="zh-TW" sz="3600" b="1" i="1" smtClean="0">
                                <a:latin typeface="Cambria Math" panose="02040503050406030204" pitchFamily="18" charset="0"/>
                              </a:rPr>
                              <m:t>𝒌</m:t>
                            </m:r>
                          </m:e>
                          <m:sup>
                            <m:r>
                              <a:rPr lang="en-US" altLang="zh-TW" sz="3600" b="1" i="1" smtClean="0">
                                <a:latin typeface="Cambria Math" panose="02040503050406030204" pitchFamily="18" charset="0"/>
                              </a:rPr>
                              <m:t>𝟑</m:t>
                            </m:r>
                          </m:sup>
                        </m:sSup>
                      </m:oMath>
                    </m:oMathPara>
                  </a14:m>
                  <a:endParaRPr lang="zh-TW" altLang="en-US" sz="3600" b="1" dirty="0"/>
                </a:p>
              </p:txBody>
            </p:sp>
          </mc:Choice>
          <mc:Fallback xmlns="">
            <p:sp>
              <p:nvSpPr>
                <p:cNvPr id="220" name="文字方塊 219"/>
                <p:cNvSpPr txBox="1">
                  <a:spLocks noRot="1" noChangeAspect="1" noMove="1" noResize="1" noEditPoints="1" noAdjustHandles="1" noChangeArrowheads="1" noChangeShapeType="1" noTextEdit="1"/>
                </p:cNvSpPr>
                <p:nvPr/>
              </p:nvSpPr>
              <p:spPr>
                <a:xfrm>
                  <a:off x="964022" y="3890174"/>
                  <a:ext cx="715161" cy="430953"/>
                </a:xfrm>
                <a:prstGeom prst="rect">
                  <a:avLst/>
                </a:prstGeom>
                <a:blipFill rotWithShape="1">
                  <a:blip r:embed="rId18"/>
                </a:blipFill>
              </p:spPr>
              <p:txBody>
                <a:bodyPr/>
                <a:lstStyle/>
                <a:p>
                  <a:r>
                    <a:rPr lang="en-US" altLang="en-US">
                      <a:noFill/>
                    </a:rPr>
                    <a:t> </a:t>
                  </a:r>
                </a:p>
              </p:txBody>
            </p:sp>
          </mc:Fallback>
        </mc:AlternateContent>
      </p:grpSp>
      <p:cxnSp>
        <p:nvCxnSpPr>
          <p:cNvPr id="221" name="直線單箭頭接點 220"/>
          <p:cNvCxnSpPr/>
          <p:nvPr/>
        </p:nvCxnSpPr>
        <p:spPr>
          <a:xfrm flipV="1">
            <a:off x="4258397" y="6061916"/>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直線單箭頭接點 227"/>
          <p:cNvCxnSpPr/>
          <p:nvPr/>
        </p:nvCxnSpPr>
        <p:spPr>
          <a:xfrm flipV="1">
            <a:off x="6027213" y="6066377"/>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直線單箭頭接點 228"/>
          <p:cNvCxnSpPr/>
          <p:nvPr/>
        </p:nvCxnSpPr>
        <p:spPr>
          <a:xfrm flipV="1">
            <a:off x="6558671" y="6061916"/>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直線單箭頭接點 229"/>
          <p:cNvCxnSpPr/>
          <p:nvPr/>
        </p:nvCxnSpPr>
        <p:spPr>
          <a:xfrm flipV="1">
            <a:off x="8343866" y="6106367"/>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直線單箭頭接點 231"/>
          <p:cNvCxnSpPr/>
          <p:nvPr/>
        </p:nvCxnSpPr>
        <p:spPr>
          <a:xfrm flipV="1">
            <a:off x="8875323" y="6101906"/>
            <a:ext cx="494970" cy="0"/>
          </a:xfrm>
          <a:prstGeom prst="straightConnector1">
            <a:avLst/>
          </a:prstGeom>
          <a:ln w="254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6" name="矩形: 圓角 195"/>
          <p:cNvSpPr/>
          <p:nvPr/>
        </p:nvSpPr>
        <p:spPr>
          <a:xfrm>
            <a:off x="3253309" y="7715388"/>
            <a:ext cx="6596391" cy="1040379"/>
          </a:xfrm>
          <a:prstGeom prst="roundRect">
            <a:avLst/>
          </a:prstGeom>
          <a:blipFill rotWithShape="1">
            <a:blip r:embed="rId19"/>
            <a:tile tx="0" ty="0" sx="100000" sy="100000" flip="none" algn="tl"/>
          </a:blip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3600" dirty="0"/>
              <a:t>Encoder</a:t>
            </a:r>
            <a:endParaRPr lang="zh-TW" altLang="en-US" sz="3600" dirty="0"/>
          </a:p>
        </p:txBody>
      </p:sp>
      <p:sp>
        <p:nvSpPr>
          <p:cNvPr id="42" name="文字方塊 65"/>
          <p:cNvSpPr txBox="1"/>
          <p:nvPr/>
        </p:nvSpPr>
        <p:spPr>
          <a:xfrm>
            <a:off x="9713074" y="9450349"/>
            <a:ext cx="1545771" cy="5067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TW"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START</a:t>
            </a:r>
            <a:endParaRPr kumimoji="0" lang="zh-TW" altLang="en-US" sz="27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6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7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6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6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7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7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9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8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202" grpId="0" bldLvl="0" animBg="1"/>
      <p:bldP spid="231" grpId="0" bldLvl="0" animBg="1"/>
      <p:bldP spid="233" grpId="0" bldLvl="0" animBg="1"/>
      <p:bldP spid="235" grpId="0"/>
      <p:bldP spid="236" grpId="0"/>
      <p:bldP spid="237" grpId="0"/>
      <p:bldP spid="11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2555" y="529590"/>
            <a:ext cx="12494260" cy="1551305"/>
          </a:xfrm>
        </p:spPr>
        <p:txBody>
          <a:bodyPr/>
          <a:lstStyle/>
          <a:p>
            <a:r>
              <a:rPr lang="en-US" altLang="zh-TW" dirty="0"/>
              <a:t>Cross</a:t>
            </a:r>
            <a:r>
              <a:rPr lang="zh-TW" altLang="en-US" dirty="0"/>
              <a:t> </a:t>
            </a:r>
            <a:r>
              <a:rPr lang="en-US" altLang="zh-TW" dirty="0"/>
              <a:t>Attention </a:t>
            </a:r>
            <a:endParaRPr lang="zh-TW" altLang="en-US" dirty="0"/>
          </a:p>
        </p:txBody>
      </p:sp>
      <p:sp>
        <p:nvSpPr>
          <p:cNvPr id="4" name="投影片編號版面配置區 3"/>
          <p:cNvSpPr>
            <a:spLocks noGrp="1"/>
          </p:cNvSpPr>
          <p:nvPr>
            <p:ph type="sldNum" sz="quarter" idx="4294967295"/>
          </p:nvPr>
        </p:nvSpPr>
        <p:spPr>
          <a:xfrm>
            <a:off x="15201900" y="9534525"/>
            <a:ext cx="3086100" cy="548005"/>
          </a:xfrm>
        </p:spPr>
        <p:txBody>
          <a:bodyPr/>
          <a:lstStyle/>
          <a:p>
            <a:fld id="{14FE7D4A-7B99-4F9B-9C7F-3AECE8C25A38}" type="slidenum">
              <a:rPr lang="zh-TW" altLang="en-US" sz="100" smtClean="0"/>
              <a:t>67</a:t>
            </a:fld>
            <a:endParaRPr lang="zh-TW" altLang="en-US" sz="100"/>
          </a:p>
        </p:txBody>
      </p:sp>
      <p:pic>
        <p:nvPicPr>
          <p:cNvPr id="8" name="圖片 7"/>
          <p:cNvPicPr>
            <a:picLocks noChangeAspect="1"/>
          </p:cNvPicPr>
          <p:nvPr/>
        </p:nvPicPr>
        <p:blipFill>
          <a:blip r:embed="rId3"/>
          <a:stretch>
            <a:fillRect/>
          </a:stretch>
        </p:blipFill>
        <p:spPr>
          <a:xfrm>
            <a:off x="11996420" y="466090"/>
            <a:ext cx="3478530" cy="3617595"/>
          </a:xfrm>
          <a:prstGeom prst="rect">
            <a:avLst/>
          </a:prstGeom>
        </p:spPr>
      </p:pic>
      <p:pic>
        <p:nvPicPr>
          <p:cNvPr id="6" name="Content Placeholder 5"/>
          <p:cNvPicPr>
            <a:picLocks noGrp="1" noChangeAspect="1"/>
          </p:cNvPicPr>
          <p:nvPr>
            <p:ph idx="1"/>
          </p:nvPr>
        </p:nvPicPr>
        <p:blipFill>
          <a:blip r:embed="rId4"/>
          <a:stretch>
            <a:fillRect/>
          </a:stretch>
        </p:blipFill>
        <p:spPr>
          <a:xfrm>
            <a:off x="1678305" y="4481830"/>
            <a:ext cx="13967460" cy="4130040"/>
          </a:xfrm>
          <a:prstGeom prst="rect">
            <a:avLst/>
          </a:prstGeom>
        </p:spPr>
      </p:pic>
      <p:sp>
        <p:nvSpPr>
          <p:cNvPr id="9" name="Text Box 8"/>
          <p:cNvSpPr txBox="1"/>
          <p:nvPr/>
        </p:nvSpPr>
        <p:spPr>
          <a:xfrm>
            <a:off x="2101850" y="8757285"/>
            <a:ext cx="3429635" cy="368300"/>
          </a:xfrm>
          <a:prstGeom prst="rect">
            <a:avLst/>
          </a:prstGeom>
          <a:noFill/>
        </p:spPr>
        <p:txBody>
          <a:bodyPr wrap="none" rtlCol="0" anchor="t">
            <a:spAutoFit/>
          </a:bodyPr>
          <a:lstStyle/>
          <a:p>
            <a:r>
              <a:rPr lang="zh-TW" altLang="en-US" dirty="0">
                <a:sym typeface="+mn-ea"/>
              </a:rPr>
              <a:t>https://arxiv.org/abs/2005.08081</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fillRect/>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25598D-A70C-4620-9529-DA2F14D423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60A021-33FC-4049-9655-65B5DD0F06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105</TotalTime>
  <Words>2643</Words>
  <Application>Microsoft Office PowerPoint</Application>
  <PresentationFormat>Custom</PresentationFormat>
  <Paragraphs>1225</Paragraphs>
  <Slides>67</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Lucida Grande</vt:lpstr>
      <vt:lpstr>Arial</vt:lpstr>
      <vt:lpstr>Calibri</vt:lpstr>
      <vt:lpstr>Cambria Math</vt:lpstr>
      <vt:lpstr>Wingdings 2</vt:lpstr>
      <vt:lpstr>Breeze</vt:lpstr>
      <vt:lpstr>Self-Attention&amp;Transformer</vt:lpstr>
      <vt:lpstr>Overview</vt:lpstr>
      <vt:lpstr>Self-Attention</vt:lpstr>
      <vt:lpstr>Sophisticated Input </vt:lpstr>
      <vt:lpstr>What is the output? </vt:lpstr>
      <vt:lpstr>Sequence Learning</vt:lpstr>
      <vt:lpstr>Self-attention</vt:lpstr>
      <vt:lpstr>PowerPoint Presentation</vt:lpstr>
      <vt:lpstr>PowerPoint Presentation</vt:lpstr>
      <vt:lpstr>How to get the relavance?</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Self-attention</vt:lpstr>
      <vt:lpstr>Multi-head Self-attention</vt:lpstr>
      <vt:lpstr>Multi-head Self-attention</vt:lpstr>
      <vt:lpstr>Multi-head Self-attention</vt:lpstr>
      <vt:lpstr>Self- Attention</vt:lpstr>
      <vt:lpstr>Positional Encoding </vt:lpstr>
      <vt:lpstr>Self-attention for Speech</vt:lpstr>
      <vt:lpstr>Self-attention for Image</vt:lpstr>
      <vt:lpstr>PowerPoint Presentation</vt:lpstr>
      <vt:lpstr>Self-attention v.s. CNN</vt:lpstr>
      <vt:lpstr>Self-attention v.s. CNN</vt:lpstr>
      <vt:lpstr>Self-attention v.s. RNN</vt:lpstr>
      <vt:lpstr>Transformer</vt:lpstr>
      <vt:lpstr>Sequence-to-sequence (Seq2seq)</vt:lpstr>
      <vt:lpstr>Seq2seq for Chatbot</vt:lpstr>
      <vt:lpstr>Application of Seq2Seq</vt:lpstr>
      <vt:lpstr>Seq2seq for Syntactic Parsing </vt:lpstr>
      <vt:lpstr>PowerPoint Presentation</vt:lpstr>
      <vt:lpstr>PowerPoint Presentation</vt:lpstr>
      <vt:lpstr>PowerPoint Presentation</vt:lpstr>
      <vt:lpstr>Seq2seq for  Object Detection</vt:lpstr>
      <vt:lpstr>PowerPoint Presentation</vt:lpstr>
      <vt:lpstr>PowerPoint Presentation</vt:lpstr>
      <vt:lpstr>Encoder </vt:lpstr>
      <vt:lpstr>PowerPoint Presentation</vt:lpstr>
      <vt:lpstr>PowerPoint Presentation</vt:lpstr>
      <vt:lpstr>PowerPoint Presentation</vt:lpstr>
      <vt:lpstr>Transformer</vt:lpstr>
      <vt:lpstr>PowerPoint Presentation</vt:lpstr>
      <vt:lpstr>PowerPoint Presentation</vt:lpstr>
      <vt:lpstr>Autoregressive </vt:lpstr>
      <vt:lpstr>Autoregressive </vt:lpstr>
      <vt:lpstr>Autoregressive </vt:lpstr>
      <vt:lpstr>PowerPoint Presentation</vt:lpstr>
      <vt:lpstr>Encoder</vt:lpstr>
      <vt:lpstr>Self-attention          Masked Self-attention</vt:lpstr>
      <vt:lpstr>Self-attention          Masked Self-attention</vt:lpstr>
      <vt:lpstr>Autoregressive </vt:lpstr>
      <vt:lpstr> </vt:lpstr>
      <vt:lpstr>Autoregressive </vt:lpstr>
      <vt:lpstr>PowerPoint Presentation</vt:lpstr>
      <vt:lpstr>AT v.s. NAT</vt:lpstr>
      <vt:lpstr>PowerPoint Presentation</vt:lpstr>
      <vt:lpstr>Encoder</vt:lpstr>
      <vt:lpstr>PowerPoint Presentation</vt:lpstr>
      <vt:lpstr>PowerPoint Presentation</vt:lpstr>
      <vt:lpstr>Cross Attention </vt:lpstr>
    </vt:vector>
  </TitlesOfParts>
  <Company>Illinois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creator>Sandra Laporte</dc:creator>
  <cp:lastModifiedBy>Zehui Bai</cp:lastModifiedBy>
  <cp:revision>51</cp:revision>
  <dcterms:created xsi:type="dcterms:W3CDTF">2019-02-13T16:04:00Z</dcterms:created>
  <dcterms:modified xsi:type="dcterms:W3CDTF">2025-11-26T09:47:44Z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ICV">
    <vt:lpwstr>50DE81DFFB894CF5B0553D916DF12CAC</vt:lpwstr>
  </property>
  <property fmtid="{D5CDD505-2E9C-101B-9397-08002B2CF9AE}" pid="5" name="KSOProductBuildVer">
    <vt:lpwstr>1033-11.2.0.11225</vt:lpwstr>
  </property>
</Properties>
</file>